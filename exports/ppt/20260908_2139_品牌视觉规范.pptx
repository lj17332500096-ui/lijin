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品牌视觉规范 · Brand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主色 #2B6CB0 | 强调 #ED8936 | 中性灰阶 6级</a:t>
            </a:r>
            <a:br/>
            <a:br/>
            <a:r>
              <a:t>【色板】</a:t>
            </a:r>
            <a:br/>
            <a:r>
              <a:t>主色 #2B6CB0(43,108,176) — 导航/主按钮</a:t>
            </a:r>
            <a:br/>
            <a:r>
              <a:t>强调 #ED8936(237,137,54) — CTA/徽章</a:t>
            </a:r>
            <a:br/>
            <a:r>
              <a:t>深色 #1A2332 / 中深 #4A5568 / 中灰 #718096</a:t>
            </a:r>
            <a:br/>
            <a:r>
              <a:t>浅灰 #A0AEC0 / 极浅 #E2E8F0 / 近白 #F7FAFC</a:t>
            </a:r>
            <a:br/>
            <a:br/>
            <a:r>
              <a:t>【字体】</a:t>
            </a:r>
            <a:br/>
            <a:r>
              <a:t>中文：思源黑体 Noto Sans SC (400/500/700)</a:t>
            </a:r>
            <a:br/>
            <a:r>
              <a:t>英文：Inter (400/500/700)</a:t>
            </a:r>
            <a:br/>
            <a:br/>
            <a:r>
              <a:t>【层级】</a:t>
            </a:r>
            <a:br/>
            <a:r>
              <a:t>H1 32px Bold | H2 24px SemiBold | H3 18px Medium</a:t>
            </a:r>
            <a:br/>
            <a:r>
              <a:t>Bod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