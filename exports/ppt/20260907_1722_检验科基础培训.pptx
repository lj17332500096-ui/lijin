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检验科基础培训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一、核心检验技术与操作规范</a:t>
            </a:r>
          </a:p>
          <a:p>
            <a:pPr/>
            <a:r>
              <a:t>二、质量管理与实验室管理</a:t>
            </a:r>
          </a:p>
          <a:p>
            <a:pPr/>
            <a:r>
              <a:t>三、生物安全与职业素养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01 核心检验技术与操作规范</a:t>
            </a:r>
          </a:p>
          <a:p>
            <a:pPr/>
            <a:r>
              <a:t>02 质量管理与实验室管理</a:t>
            </a:r>
          </a:p>
          <a:p>
            <a:pPr/>
            <a:r>
              <a:t>03 生物安全与职业素养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核心检验技术与操作规范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临床基础与血液学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掌握血液、尿液、粪便常规检验的手工法与仪器法</a:t>
            </a:r>
          </a:p>
          <a:p>
            <a:pPr/>
            <a:r>
              <a:t>• 掌握血涂片制备、瑞氏染色及细胞形态学识别</a:t>
            </a:r>
          </a:p>
          <a:p>
            <a:pPr/>
            <a:r>
              <a:t>• 重点识别异常红细胞、白细胞中毒变化</a:t>
            </a:r>
          </a:p>
          <a:p>
            <a:pPr/>
            <a:r>
              <a:t>• 掌握凝血功能及血型鉴定技术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临床生化与免疫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掌握全自动生化分析仪的操作与维护</a:t>
            </a:r>
          </a:p>
          <a:p>
            <a:pPr/>
            <a:r>
              <a:t>• 熟悉肝肾功能、糖脂代谢、心肌标志物检测原理及临床意义</a:t>
            </a:r>
          </a:p>
          <a:p>
            <a:pPr/>
            <a:r>
              <a:t>• 掌握化学发光等免疫分析技术</a:t>
            </a:r>
          </a:p>
          <a:p>
            <a:pPr/>
            <a:r>
              <a:t>• 掌握肿瘤标志物、特种蛋白检测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临床微生物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掌握标本的前处理与接种技术</a:t>
            </a:r>
          </a:p>
          <a:p>
            <a:pPr/>
            <a:r>
              <a:t>• 掌握常见致病菌的分离培养与鉴定</a:t>
            </a:r>
          </a:p>
          <a:p>
            <a:pPr/>
            <a:r>
              <a:t>• 熟练掌握革兰染色、药敏试验操作</a:t>
            </a:r>
          </a:p>
          <a:p>
            <a:pPr/>
            <a:r>
              <a:t>• 掌握结核、真菌等特殊病原体检测方法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质量管理与实验室管理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严格执行室内质控（IQC）</a:t>
            </a:r>
          </a:p>
          <a:p>
            <a:pPr/>
            <a:r>
              <a:t>• 掌握质控规则及失控处理程序</a:t>
            </a:r>
          </a:p>
          <a:p>
            <a:pPr/>
            <a:r>
              <a:t>• 积极参与室间质评（EQA）</a:t>
            </a:r>
          </a:p>
          <a:p>
            <a:pPr/>
            <a:r>
              <a:t>• 分析差异原因并持续改进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流程规范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熟悉并严格执行标准操作规程（SOP）</a:t>
            </a:r>
          </a:p>
          <a:p>
            <a:pPr/>
            <a:r>
              <a:t>• 规范标本采集、接收、保存与处理流程</a:t>
            </a:r>
          </a:p>
          <a:p>
            <a:pPr/>
            <a:r>
              <a:t>• 建立不合格标本退回机制</a:t>
            </a:r>
          </a:p>
          <a:p>
            <a:pPr/>
            <a:r>
              <a:t>• 掌握检验结果审核与危急值报告制度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生物安全与职业素养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生物安全防护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规范穿戴个人防护装备（口罩、手套、防护服）</a:t>
            </a:r>
          </a:p>
          <a:p>
            <a:pPr/>
            <a:r>
              <a:t>• 掌握医疗废物分类处置（锐器、感染性废物）</a:t>
            </a:r>
          </a:p>
          <a:p>
            <a:pPr/>
            <a:r>
              <a:t>• 熟悉职业暴露（如针刺伤）应急处理流程</a:t>
            </a:r>
          </a:p>
          <a:p>
            <a:pPr/>
            <a:r>
              <a:t>• 强化生物安全防护意识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沟通与法律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培养良好的医患沟通技巧</a:t>
            </a:r>
          </a:p>
          <a:p>
            <a:pPr/>
            <a:r>
              <a:t>• 保护患者隐私</a:t>
            </a:r>
          </a:p>
          <a:p>
            <a:pPr/>
            <a:r>
              <a:t>• 了解《医疗废物管理条例》等相关法律法规</a:t>
            </a:r>
          </a:p>
          <a:p>
            <a:pPr/>
            <a:r>
              <a:t>• 树立依法执业意识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检验科基础培训</a:t>
            </a:r>
          </a:p>
          <a:p>
            <a:pPr/>
            <a:r>
              <a:t>祝大家学习顺利！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