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olors39.xml" ContentType="application/vnd.ms-office.chartcolorstyle+xml"/>
  <Override PartName="/ppt/charts/colors40.xml" ContentType="application/vnd.ms-office.chartcolorstyle+xml"/>
  <Override PartName="/ppt/charts/colors41.xml" ContentType="application/vnd.ms-office.chartcolorstyle+xml"/>
  <Override PartName="/ppt/charts/colors42.xml" ContentType="application/vnd.ms-office.chartcolorstyle+xml"/>
  <Override PartName="/ppt/charts/colors43.xml" ContentType="application/vnd.ms-office.chartcolorstyle+xml"/>
  <Override PartName="/ppt/charts/colors44.xml" ContentType="application/vnd.ms-office.chartcolorstyle+xml"/>
  <Override PartName="/ppt/charts/colors45.xml" ContentType="application/vnd.ms-office.chartcolorstyle+xml"/>
  <Override PartName="/ppt/charts/style39.xml" ContentType="application/vnd.ms-office.chartstyle+xml"/>
  <Override PartName="/ppt/charts/style40.xml" ContentType="application/vnd.ms-office.chartstyle+xml"/>
  <Override PartName="/ppt/charts/style41.xml" ContentType="application/vnd.ms-office.chartstyle+xml"/>
  <Override PartName="/ppt/charts/style42.xml" ContentType="application/vnd.ms-office.chartstyle+xml"/>
  <Override PartName="/ppt/charts/style43.xml" ContentType="application/vnd.ms-office.chartstyle+xml"/>
  <Override PartName="/ppt/charts/style44.xml" ContentType="application/vnd.ms-office.chartstyle+xml"/>
  <Override PartName="/ppt/charts/style45.xml" ContentType="application/vnd.ms-office.chartstyle+xml"/>
  <Override PartName="/ppt/handoutMasters/handoutMaster1.xml" ContentType="application/vnd.openxmlformats-officedocument.presentationml.handoutMaster+xml"/>
  <Override PartName="/ppt/media/image19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28.svg" ContentType="image/svg+xml"/>
  <Override PartName="/ppt/media/image29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media/image33.svg" ContentType="image/svg+xml"/>
  <Override PartName="/ppt/media/image34.svg" ContentType="image/svg+xml"/>
  <Override PartName="/ppt/media/image35.svg" ContentType="image/svg+xml"/>
  <Override PartName="/ppt/media/image36.svg" ContentType="image/svg+xml"/>
  <Override PartName="/ppt/media/image37.svg" ContentType="image/svg+xml"/>
  <Override PartName="/ppt/media/image38.svg" ContentType="image/svg+xml"/>
  <Override PartName="/ppt/media/image39.svg" ContentType="image/svg+xml"/>
  <Override PartName="/ppt/media/image40.svg" ContentType="image/svg+xml"/>
  <Override PartName="/ppt/media/image41.svg" ContentType="image/svg+xml"/>
  <Override PartName="/ppt/media/image42.svg" ContentType="image/svg+xml"/>
  <Override PartName="/ppt/media/image43.svg" ContentType="image/svg+xml"/>
  <Override PartName="/ppt/media/image44.svg" ContentType="image/svg+xml"/>
  <Override PartName="/ppt/media/image45.svg" ContentType="image/svg+xml"/>
  <Override PartName="/ppt/media/image46.svg" ContentType="image/svg+xml"/>
  <Override PartName="/ppt/media/image47.svg" ContentType="image/svg+xml"/>
  <Override PartName="/ppt/media/image48.svg" ContentType="image/svg+xml"/>
  <Override PartName="/ppt/media/image49.svg" ContentType="image/svg+xml"/>
  <Override PartName="/ppt/media/image50.svg" ContentType="image/svg+xml"/>
  <Override PartName="/ppt/media/image51.svg" ContentType="image/svg+xml"/>
  <Override PartName="/ppt/media/image52.svg" ContentType="image/svg+xml"/>
  <Override PartName="/ppt/media/image53.svg" ContentType="image/svg+xml"/>
  <Override PartName="/ppt/notesMasters/notesMaster1.xml" ContentType="application/vnd.openxmlformats-officedocument.presentationml.notesMaster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</p:sldMasterIdLst>
  <p:notesMasterIdLst>
    <p:notesMasterId r:id="rId29"/>
  </p:notesMasterIdLst>
  <p:handoutMasterIdLst>
    <p:handoutMasterId r:id="rId128"/>
  </p:handoutMasterIdLst>
  <p:sldIdLst>
    <p:sldId id="359" r:id="rId91"/>
    <p:sldId id="360" r:id="rId92"/>
    <p:sldId id="361" r:id="rId93"/>
    <p:sldId id="362" r:id="rId94"/>
    <p:sldId id="363" r:id="rId95"/>
    <p:sldId id="364" r:id="rId96"/>
    <p:sldId id="365" r:id="rId97"/>
    <p:sldId id="366" r:id="rId98"/>
    <p:sldId id="367" r:id="rId99"/>
    <p:sldId id="368" r:id="rId100"/>
    <p:sldId id="369" r:id="rId101"/>
    <p:sldId id="370" r:id="rId102"/>
    <p:sldId id="371" r:id="rId103"/>
    <p:sldId id="372" r:id="rId104"/>
    <p:sldId id="373" r:id="rId105"/>
    <p:sldId id="374" r:id="rId106"/>
    <p:sldId id="375" r:id="rId107"/>
    <p:sldId id="376" r:id="rId108"/>
    <p:sldId id="377" r:id="rId109"/>
    <p:sldId id="378" r:id="rId110"/>
    <p:sldId id="379" r:id="rId111"/>
    <p:sldId id="380" r:id="rId112"/>
    <p:sldId id="381" r:id="rId113"/>
    <p:sldId id="382" r:id="rId114"/>
    <p:sldId id="383" r:id="rId115"/>
    <p:sldId id="384" r:id="rId116"/>
    <p:sldId id="385" r:id="rId117"/>
    <p:sldId id="386" r:id="rId118"/>
    <p:sldId id="387" r:id="rId119"/>
    <p:sldId id="388" r:id="rId120"/>
    <p:sldId id="389" r:id="rId121"/>
    <p:sldId id="395" r:id="rId122"/>
    <p:sldId id="396" r:id="rId123"/>
    <p:sldId id="16669905" r:id="rId124"/>
    <p:sldId id="16669906" r:id="rId125"/>
    <p:sldId id="16669907" r:id="rId126"/>
    <p:sldId id="16669908" r:id="rId1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2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 showGuides="1">
      <p:cViewPr>
        <p:scale>
          <a:sx n="25" d="100"/>
          <a:sy n="25" d="100"/>
        </p:scale>
        <p:origin x="2204" y="808"/>
      </p:cViewPr>
      <p:guideLst>
        <p:guide orient="horz" pos="2208"/>
        <p:guide pos="385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412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29" Type="http://schemas.openxmlformats.org/officeDocument/2006/relationships/notesMaster" Target="notesMasters/notesMaster1.xml"/><Relationship Id="rId91" Type="http://schemas.openxmlformats.org/officeDocument/2006/relationships/slide" Target="slides/slide77.xml"/><Relationship Id="rId92" Type="http://schemas.openxmlformats.org/officeDocument/2006/relationships/slide" Target="slides/slide78.xml"/><Relationship Id="rId93" Type="http://schemas.openxmlformats.org/officeDocument/2006/relationships/slide" Target="slides/slide79.xml"/><Relationship Id="rId94" Type="http://schemas.openxmlformats.org/officeDocument/2006/relationships/slide" Target="slides/slide80.xml"/><Relationship Id="rId95" Type="http://schemas.openxmlformats.org/officeDocument/2006/relationships/slide" Target="slides/slide81.xml"/><Relationship Id="rId96" Type="http://schemas.openxmlformats.org/officeDocument/2006/relationships/slide" Target="slides/slide82.xml"/><Relationship Id="rId97" Type="http://schemas.openxmlformats.org/officeDocument/2006/relationships/slide" Target="slides/slide83.xml"/><Relationship Id="rId98" Type="http://schemas.openxmlformats.org/officeDocument/2006/relationships/slide" Target="slides/slide84.xml"/><Relationship Id="rId99" Type="http://schemas.openxmlformats.org/officeDocument/2006/relationships/slide" Target="slides/slide85.xml"/><Relationship Id="rId100" Type="http://schemas.openxmlformats.org/officeDocument/2006/relationships/slide" Target="slides/slide86.xml"/><Relationship Id="rId101" Type="http://schemas.openxmlformats.org/officeDocument/2006/relationships/slide" Target="slides/slide87.xml"/><Relationship Id="rId102" Type="http://schemas.openxmlformats.org/officeDocument/2006/relationships/slide" Target="slides/slide88.xml"/><Relationship Id="rId103" Type="http://schemas.openxmlformats.org/officeDocument/2006/relationships/slide" Target="slides/slide89.xml"/><Relationship Id="rId104" Type="http://schemas.openxmlformats.org/officeDocument/2006/relationships/slide" Target="slides/slide90.xml"/><Relationship Id="rId105" Type="http://schemas.openxmlformats.org/officeDocument/2006/relationships/slide" Target="slides/slide91.xml"/><Relationship Id="rId106" Type="http://schemas.openxmlformats.org/officeDocument/2006/relationships/slide" Target="slides/slide92.xml"/><Relationship Id="rId107" Type="http://schemas.openxmlformats.org/officeDocument/2006/relationships/slide" Target="slides/slide93.xml"/><Relationship Id="rId108" Type="http://schemas.openxmlformats.org/officeDocument/2006/relationships/slide" Target="slides/slide94.xml"/><Relationship Id="rId109" Type="http://schemas.openxmlformats.org/officeDocument/2006/relationships/slide" Target="slides/slide95.xml"/><Relationship Id="rId110" Type="http://schemas.openxmlformats.org/officeDocument/2006/relationships/slide" Target="slides/slide96.xml"/><Relationship Id="rId111" Type="http://schemas.openxmlformats.org/officeDocument/2006/relationships/slide" Target="slides/slide97.xml"/><Relationship Id="rId112" Type="http://schemas.openxmlformats.org/officeDocument/2006/relationships/slide" Target="slides/slide98.xml"/><Relationship Id="rId113" Type="http://schemas.openxmlformats.org/officeDocument/2006/relationships/slide" Target="slides/slide99.xml"/><Relationship Id="rId114" Type="http://schemas.openxmlformats.org/officeDocument/2006/relationships/slide" Target="slides/slide100.xml"/><Relationship Id="rId115" Type="http://schemas.openxmlformats.org/officeDocument/2006/relationships/slide" Target="slides/slide101.xml"/><Relationship Id="rId116" Type="http://schemas.openxmlformats.org/officeDocument/2006/relationships/slide" Target="slides/slide102.xml"/><Relationship Id="rId117" Type="http://schemas.openxmlformats.org/officeDocument/2006/relationships/slide" Target="slides/slide103.xml"/><Relationship Id="rId118" Type="http://schemas.openxmlformats.org/officeDocument/2006/relationships/slide" Target="slides/slide104.xml"/><Relationship Id="rId119" Type="http://schemas.openxmlformats.org/officeDocument/2006/relationships/slide" Target="slides/slide105.xml"/><Relationship Id="rId120" Type="http://schemas.openxmlformats.org/officeDocument/2006/relationships/slide" Target="slides/slide106.xml"/><Relationship Id="rId121" Type="http://schemas.openxmlformats.org/officeDocument/2006/relationships/slide" Target="slides/slide107.xml"/><Relationship Id="rId122" Type="http://schemas.openxmlformats.org/officeDocument/2006/relationships/slide" Target="slides/slide108.xml"/><Relationship Id="rId123" Type="http://schemas.openxmlformats.org/officeDocument/2006/relationships/slide" Target="slides/slide109.xml"/><Relationship Id="rId124" Type="http://schemas.openxmlformats.org/officeDocument/2006/relationships/slide" Target="slides/slide110.xml"/><Relationship Id="rId125" Type="http://schemas.openxmlformats.org/officeDocument/2006/relationships/slide" Target="slides/slide111.xml"/><Relationship Id="rId126" Type="http://schemas.openxmlformats.org/officeDocument/2006/relationships/slide" Target="slides/slide112.xml"/><Relationship Id="rId127" Type="http://schemas.openxmlformats.org/officeDocument/2006/relationships/slide" Target="slides/slide113.xml"/><Relationship Id="rId128" Type="http://schemas.openxmlformats.org/officeDocument/2006/relationships/handoutMaster" Target="handoutMasters/handoutMaster1.xml"/><Relationship Id="rId129" Type="http://schemas.openxmlformats.org/officeDocument/2006/relationships/presProps" Target="presProps.xml"/><Relationship Id="rId130" Type="http://schemas.openxmlformats.org/officeDocument/2006/relationships/viewProps" Target="viewProps.xml"/><Relationship Id="rId131" Type="http://schemas.openxmlformats.org/officeDocument/2006/relationships/tableStyles" Target="tableStyles.xml"/></Relationships>
</file>

<file path=ppt/charts/_rels/chart4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1.xlsx"/><Relationship Id="rId2" Type="http://schemas.microsoft.com/office/2011/relationships/chartStyle" Target="style39.xml"/><Relationship Id="rId3" Type="http://schemas.microsoft.com/office/2011/relationships/chartColorStyle" Target="colors39.xml"/></Relationships>
</file>

<file path=ppt/charts/_rels/chart4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2.xlsx"/><Relationship Id="rId2" Type="http://schemas.microsoft.com/office/2011/relationships/chartStyle" Target="style40.xml"/><Relationship Id="rId3" Type="http://schemas.microsoft.com/office/2011/relationships/chartColorStyle" Target="colors40.xml"/></Relationships>
</file>

<file path=ppt/charts/_rels/chart4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3.xlsx"/><Relationship Id="rId2" Type="http://schemas.microsoft.com/office/2011/relationships/chartStyle" Target="style41.xml"/><Relationship Id="rId3" Type="http://schemas.microsoft.com/office/2011/relationships/chartColorStyle" Target="colors41.xml"/></Relationships>
</file>

<file path=ppt/charts/_rels/chart4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4.xlsx"/><Relationship Id="rId2" Type="http://schemas.microsoft.com/office/2011/relationships/chartStyle" Target="style42.xml"/><Relationship Id="rId3" Type="http://schemas.microsoft.com/office/2011/relationships/chartColorStyle" Target="colors42.xml"/></Relationships>
</file>

<file path=ppt/charts/_rels/chart4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5.xlsx"/><Relationship Id="rId2" Type="http://schemas.microsoft.com/office/2011/relationships/chartStyle" Target="style43.xml"/><Relationship Id="rId3" Type="http://schemas.microsoft.com/office/2011/relationships/chartColorStyle" Target="colors43.xml"/></Relationships>
</file>

<file path=ppt/charts/_rels/chart4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6.xlsx"/><Relationship Id="rId2" Type="http://schemas.microsoft.com/office/2011/relationships/chartStyle" Target="style44.xml"/><Relationship Id="rId3" Type="http://schemas.microsoft.com/office/2011/relationships/chartColorStyle" Target="colors44.xml"/></Relationships>
</file>

<file path=ppt/charts/_rels/chart4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7.xlsx"/></Relationships>
</file>

<file path=ppt/charts/_rels/chart4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8.xlsx"/><Relationship Id="rId2" Type="http://schemas.microsoft.com/office/2011/relationships/chartStyle" Target="style45.xml"/><Relationship Id="rId3" Type="http://schemas.microsoft.com/office/2011/relationships/chartColorStyle" Target="colors45.xml"/></Relationships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GMV(万元)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280</c:v>
                </c:pt>
                <c:pt idx="1">
                  <c:v>500</c:v>
                </c:pt>
                <c:pt idx="2">
                  <c:v>320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1643389968"/>
        <c:axId val="1643391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同比增长率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diamond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elete val="1"/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0.15</c:v>
                </c:pt>
                <c:pt idx="1">
                  <c:v>0.35</c:v>
                </c:pt>
                <c:pt idx="2">
                  <c:v>0.22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1740597728"/>
        <c:axId val="1740596768"/>
      </c:lineChart>
      <c:dateAx>
        <c:axId val="16433899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  <c:crossAx val="1643391408"/>
        <c:crosses val="autoZero"/>
        <c:auto val="0"/>
        <c:lblAlgn val="ctr"/>
        <c:lblOffset val="100"/>
        <c:baseTimeUnit val="days"/>
      </c:dateAx>
      <c:valAx>
        <c:axId val="164339140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</a:p>
        </c:txPr>
        <c:crossAx val="1643389968"/>
        <c:crosses val="autoZero"/>
        <c:crossBetween val="between"/>
      </c:valAx>
      <c:catAx>
        <c:axId val="174059772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740596768"/>
        <c:crosses val="autoZero"/>
        <c:auto val="1"/>
        <c:lblAlgn val="ctr"/>
        <c:lblOffset val="100"/>
        <c:noMultiLvlLbl val="0"/>
      </c:catAx>
      <c:valAx>
        <c:axId val="1740596768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solidFill>
              <a:schemeClr val="accent1">
                <a:lumMod val="20000"/>
                <a:lumOff val="80000"/>
                <a:alpha val="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  <a:alpha val="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  <c:crossAx val="1740597728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商品点击率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0.08</c:v>
                </c:pt>
                <c:pt idx="1">
                  <c:v>0.12</c:v>
                </c:pt>
                <c:pt idx="2">
                  <c:v>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新客转化率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0.12</c:v>
                </c:pt>
                <c:pt idx="1">
                  <c:v>0.15</c:v>
                </c:pt>
                <c:pt idx="2">
                  <c:v>0.13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回头客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Sheet1!$D$2:$D$4</c:f>
              <c:numCache>
                <c:formatCode>0%</c:formatCode>
                <c:ptCount val="3"/>
                <c:pt idx="0">
                  <c:v>0.08</c:v>
                </c:pt>
                <c:pt idx="1">
                  <c:v>0.2</c:v>
                </c:pt>
                <c:pt idx="2">
                  <c:v>0.15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-27"/>
        <c:axId val="670971439"/>
        <c:axId val="670988719"/>
      </c:barChart>
      <c:catAx>
        <c:axId val="6709714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  <c:crossAx val="670988719"/>
        <c:crosses val="autoZero"/>
        <c:auto val="1"/>
        <c:lblAlgn val="ctr"/>
        <c:lblOffset val="100"/>
        <c:noMultiLvlLbl val="0"/>
      </c:catAx>
      <c:valAx>
        <c:axId val="670988719"/>
        <c:scaling>
          <c:orientation val="minMax"/>
          <c:max val="0.3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</a:p>
        </c:txPr>
        <c:crossAx val="6709714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51522054894587"/>
          <c:y val="0.128023791482117"/>
          <c:w val="0.50232461598815"/>
          <c:h val="0.7534867647198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公域 GMV </c:v>
                </c:pt>
                <c:pt idx="1">
                  <c:v>私域 GMV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0.82</c:v>
                </c:pt>
                <c:pt idx="1">
                  <c:v>0.18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9"/>
      </c:doughnut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年收入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Lbls>
            <c:dLbl>
              <c:idx val="0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195" b="0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6400</c:v>
                </c:pt>
                <c:pt idx="1">
                  <c:v>7200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-27"/>
        <c:axId val="1516112751"/>
        <c:axId val="1359424223"/>
      </c:barChart>
      <c:catAx>
        <c:axId val="15161127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  <c:crossAx val="1359424223"/>
        <c:crosses val="autoZero"/>
        <c:auto val="1"/>
        <c:lblAlgn val="ctr"/>
        <c:lblOffset val="100"/>
        <c:noMultiLvlLbl val="0"/>
      </c:catAx>
      <c:valAx>
        <c:axId val="1359424223"/>
        <c:scaling>
          <c:orientation val="minMax"/>
          <c:min val="2000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5161127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年收入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Lbls>
            <c:dLbl>
              <c:idx val="0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195" b="0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4900</c:v>
                </c:pt>
                <c:pt idx="1">
                  <c:v>5800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-27"/>
        <c:axId val="1516112751"/>
        <c:axId val="1359424223"/>
      </c:barChart>
      <c:catAx>
        <c:axId val="15161127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  <c:crossAx val="1359424223"/>
        <c:crosses val="autoZero"/>
        <c:auto val="1"/>
        <c:lblAlgn val="ctr"/>
        <c:lblOffset val="100"/>
        <c:noMultiLvlLbl val="0"/>
      </c:catAx>
      <c:valAx>
        <c:axId val="1359424223"/>
        <c:scaling>
          <c:orientation val="minMax"/>
          <c:max val="8000"/>
          <c:min val="2000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5161127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年收入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Lbls>
            <c:dLbl>
              <c:idx val="0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195" b="0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3481</c:v>
                </c:pt>
                <c:pt idx="1">
                  <c:v>5500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-27"/>
        <c:axId val="1516112751"/>
        <c:axId val="1359424223"/>
      </c:barChart>
      <c:catAx>
        <c:axId val="15161127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  <c:crossAx val="1359424223"/>
        <c:crosses val="autoZero"/>
        <c:auto val="1"/>
        <c:lblAlgn val="ctr"/>
        <c:lblOffset val="100"/>
        <c:noMultiLvlLbl val="0"/>
      </c:catAx>
      <c:valAx>
        <c:axId val="1359424223"/>
        <c:scaling>
          <c:orientation val="minMax"/>
          <c:max val="8000"/>
          <c:min val="2000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5161127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</c:spPr>
    </c:floor>
    <c:sideWall>
      <c:thickness val="0"/>
      <c:spPr>
        <a:noFill/>
        <a:ln>
          <a:noFill/>
        </a:ln>
        <a:effectLst/>
      </c:spPr>
    </c:sideWall>
    <c:backWall>
      <c:thickness val="0"/>
      <c:spPr>
        <a:noFill/>
        <a:ln>
          <a:noFill/>
        </a:ln>
        <a:effectLst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营收（万元）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</c:spPr>
          <c:explosion val="0"/>
          <c:dPt>
            <c:idx val="0"/>
            <c:bubble3D val="0"/>
            <c:spPr>
              <a:solidFill>
                <a:schemeClr val="accent1">
                  <a:lumMod val="75000"/>
                </a:schemeClr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</c:dPt>
          <c:dPt>
            <c:idx val="1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</c:dPt>
          <c:dPt>
            <c:idx val="2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</c:dPt>
          <c:dPt>
            <c:idx val="3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堂食业务</c:v>
                </c:pt>
                <c:pt idx="1">
                  <c:v>外卖业务</c:v>
                </c:pt>
                <c:pt idx="2">
                  <c:v>团餐业务</c:v>
                </c:pt>
                <c:pt idx="3">
                  <c:v>食材零售业务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4200</c:v>
                </c:pt>
                <c:pt idx="1">
                  <c:v>3800</c:v>
                </c:pt>
                <c:pt idx="2">
                  <c:v>1500</c:v>
                </c:pt>
                <c:pt idx="3">
                  <c:v>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占比</c:v>
                </c:pt>
              </c:strCache>
            </c:strRef>
          </c:tx>
          <c:explosion val="0"/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堂食业务</c:v>
                </c:pt>
                <c:pt idx="1">
                  <c:v>外卖业务</c:v>
                </c:pt>
                <c:pt idx="2">
                  <c:v>团餐业务</c:v>
                </c:pt>
                <c:pt idx="3">
                  <c:v>食材零售业务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0.42</c:v>
                </c:pt>
                <c:pt idx="1">
                  <c:v>0.38</c:v>
                </c:pt>
                <c:pt idx="2">
                  <c:v>0.15</c:v>
                </c:pt>
                <c:pt idx="3">
                  <c:v>0.05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 年营收（万元）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5"/>
              <c:layout>
                <c:manualLayout>
                  <c:x val="0"/>
                  <c:y val="-0.012208791483454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-6.80159125929055e-17"/>
                  <c:y val="-0.036626374450364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7"/>
              <c:layout>
                <c:manualLayout>
                  <c:x val="0"/>
                  <c:y val="0.030521978708636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1"/>
              <c:layout>
                <c:manualLayout>
                  <c:x val="0"/>
                  <c:y val="0.01831318722518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700" b="0" i="0" u="none" strike="noStrike" kern="1200" baseline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+mn-ea"/>
                    <a:ea typeface="+mn-ea"/>
                    <a:cs typeface="Roboto" panose="02000000000000000000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650</c:v>
                </c:pt>
                <c:pt idx="1">
                  <c:v>700</c:v>
                </c:pt>
                <c:pt idx="2">
                  <c:v>680</c:v>
                </c:pt>
                <c:pt idx="3">
                  <c:v>720</c:v>
                </c:pt>
                <c:pt idx="4">
                  <c:v>750</c:v>
                </c:pt>
                <c:pt idx="5">
                  <c:v>800</c:v>
                </c:pt>
                <c:pt idx="6">
                  <c:v>850</c:v>
                </c:pt>
                <c:pt idx="7">
                  <c:v>820</c:v>
                </c:pt>
                <c:pt idx="8">
                  <c:v>780</c:v>
                </c:pt>
                <c:pt idx="9">
                  <c:v>830</c:v>
                </c:pt>
                <c:pt idx="10">
                  <c:v>790</c:v>
                </c:pt>
                <c:pt idx="11">
                  <c:v>850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 年营收（万元）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700" b="0" i="0" u="none" strike="noStrike" kern="1200" baseline="0">
                    <a:solidFill>
                      <a:schemeClr val="accent1"/>
                    </a:solidFill>
                    <a:latin typeface="+mn-ea"/>
                    <a:ea typeface="+mn-ea"/>
                    <a:cs typeface="Roboto" panose="02000000000000000000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720</c:v>
                </c:pt>
                <c:pt idx="1">
                  <c:v>810</c:v>
                </c:pt>
                <c:pt idx="2">
                  <c:v>750</c:v>
                </c:pt>
                <c:pt idx="3">
                  <c:v>800</c:v>
                </c:pt>
                <c:pt idx="4">
                  <c:v>880</c:v>
                </c:pt>
                <c:pt idx="5">
                  <c:v>950</c:v>
                </c:pt>
                <c:pt idx="6">
                  <c:v>1020</c:v>
                </c:pt>
                <c:pt idx="7">
                  <c:v>980</c:v>
                </c:pt>
                <c:pt idx="8">
                  <c:v>900</c:v>
                </c:pt>
                <c:pt idx="9">
                  <c:v>960</c:v>
                </c:pt>
                <c:pt idx="10">
                  <c:v>920</c:v>
                </c:pt>
                <c:pt idx="11">
                  <c:v>1050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6"/>
        <c:axId val="254133184"/>
        <c:axId val="254132224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同比增长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1"/>
              <c:layout>
                <c:manualLayout>
                  <c:x val="-0.0361932126872528"/>
                  <c:y val="0.15483823831945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381346462111931"/>
                  <c:y val="0.075481093676999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415466774123229"/>
                  <c:y val="0.16445242128213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-0.0357223768405019"/>
                  <c:y val="0.16445242128213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-0.0376638103644423"/>
                  <c:y val="0.182765608507317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7"/>
              <c:layout>
                <c:manualLayout>
                  <c:x val="-0.0361932126872528"/>
                  <c:y val="0.19146461276981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8"/>
              <c:layout>
                <c:manualLayout>
                  <c:x val="-0.0361932126872528"/>
                  <c:y val="0.09989867664390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0"/>
              <c:layout>
                <c:manualLayout>
                  <c:x val="-0.0361932126872529"/>
                  <c:y val="0.112107468127364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1"/>
              <c:layout>
                <c:manualLayout>
                  <c:x val="-0.0268317841398303"/>
                  <c:y val="0.24640417444536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600" b="0" i="0" u="none" strike="noStrike" kern="1200" baseline="0">
                    <a:solidFill>
                      <a:schemeClr val="bg1"/>
                    </a:solidFill>
                    <a:latin typeface="+mn-ea"/>
                    <a:ea typeface="+mn-ea"/>
                    <a:cs typeface="Roboto" panose="02000000000000000000" charset="0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Sheet1!$D$2:$D$13</c:f>
              <c:numCache>
                <c:formatCode>0.00%</c:formatCode>
                <c:ptCount val="12"/>
                <c:pt idx="0">
                  <c:v>0.108</c:v>
                </c:pt>
                <c:pt idx="1">
                  <c:v>0.157</c:v>
                </c:pt>
                <c:pt idx="2">
                  <c:v>0.103</c:v>
                </c:pt>
                <c:pt idx="3">
                  <c:v>0.111</c:v>
                </c:pt>
                <c:pt idx="4">
                  <c:v>0.173</c:v>
                </c:pt>
                <c:pt idx="5">
                  <c:v>0.188</c:v>
                </c:pt>
                <c:pt idx="6">
                  <c:v>0.2</c:v>
                </c:pt>
                <c:pt idx="7">
                  <c:v>0.195</c:v>
                </c:pt>
                <c:pt idx="8">
                  <c:v>0.154</c:v>
                </c:pt>
                <c:pt idx="9">
                  <c:v>0.157</c:v>
                </c:pt>
                <c:pt idx="10">
                  <c:v>0.165</c:v>
                </c:pt>
                <c:pt idx="11">
                  <c:v>0.235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1"/>
        <c:axId val="1651380656"/>
        <c:axId val="1651390736"/>
      </c:lineChart>
      <c:catAx>
        <c:axId val="2541331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</a:p>
        </c:txPr>
        <c:crossAx val="254132224"/>
        <c:crosses val="autoZero"/>
        <c:auto val="1"/>
        <c:lblAlgn val="ctr"/>
        <c:lblOffset val="100"/>
        <c:noMultiLvlLbl val="0"/>
      </c:catAx>
      <c:valAx>
        <c:axId val="254132224"/>
        <c:scaling>
          <c:orientation val="minMax"/>
          <c:max val="1200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charset="0"/>
                <a:ea typeface="Roboto" panose="02000000000000000000" charset="0"/>
                <a:cs typeface="Roboto" panose="02000000000000000000" charset="0"/>
              </a:defRPr>
            </a:pPr>
          </a:p>
        </c:txPr>
        <c:crossAx val="254133184"/>
        <c:crosses val="autoZero"/>
        <c:crossBetween val="between"/>
        <c:majorUnit val="200"/>
      </c:valAx>
      <c:catAx>
        <c:axId val="165138065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651390736"/>
        <c:crosses val="autoZero"/>
        <c:auto val="1"/>
        <c:lblAlgn val="ctr"/>
        <c:lblOffset val="100"/>
        <c:noMultiLvlLbl val="0"/>
      </c:catAx>
      <c:valAx>
        <c:axId val="1651390736"/>
        <c:scaling>
          <c:orientation val="minMax"/>
        </c:scaling>
        <c:delete val="0"/>
        <c:axPos val="r"/>
        <c:numFmt formatCode="0.00%" sourceLinked="1"/>
        <c:majorTickMark val="out"/>
        <c:minorTickMark val="none"/>
        <c:tickLblPos val="nextTo"/>
        <c:spPr>
          <a:noFill/>
          <a:ln>
            <a:solidFill>
              <a:schemeClr val="accent1">
                <a:lumMod val="20000"/>
                <a:lumOff val="80000"/>
                <a:alpha val="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  <a:alpha val="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</a:p>
        </c:txPr>
        <c:crossAx val="1651380656"/>
        <c:crosses val="max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</a:p>
        </c:txPr>
      </c:legendEntry>
      <c:layout>
        <c:manualLayout>
          <c:xMode val="edge"/>
          <c:yMode val="edge"/>
          <c:x val="0.21096486628365"/>
          <c:y val="0.0854615403841828"/>
          <c:w val="0.566940262253303"/>
          <c:h val="0.10310324407777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  <a:cs typeface="Roboto" panose="02000000000000000000" charset="0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39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</a:fld>
            <a:endParaRPr lang="zh-CN" altLang="en-US"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</a:fld>
            <a:endParaRPr lang="zh-CN" altLang="en-US"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defRPr>
            </a:lvl1pPr>
          </a:lstStyle>
          <a:p>
            <a:fld id="{BC069971-B1BC-4B27-94D7-B118D9E800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defRPr>
            </a:lvl1pPr>
          </a:lstStyle>
          <a:p>
            <a:fld id="{A35B9FB7-9104-4377-ADBC-2A7A5FF4342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Heavy" panose="020B0A00000000000000" pitchFamily="34" charset="-122"/>
        <a:ea typeface="思源黑体 CN Heavy" panose="020B0A00000000000000" pitchFamily="34" charset="-122"/>
        <a:cs typeface="思源黑体 CN Heavy" panose="020B0A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Heavy" panose="020B0A00000000000000" pitchFamily="34" charset="-122"/>
        <a:ea typeface="思源黑体 CN Heavy" panose="020B0A00000000000000" pitchFamily="34" charset="-122"/>
        <a:cs typeface="思源黑体 CN Heavy" panose="020B0A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Heavy" panose="020B0A00000000000000" pitchFamily="34" charset="-122"/>
        <a:ea typeface="思源黑体 CN Heavy" panose="020B0A00000000000000" pitchFamily="34" charset="-122"/>
        <a:cs typeface="思源黑体 CN Heavy" panose="020B0A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Heavy" panose="020B0A00000000000000" pitchFamily="34" charset="-122"/>
        <a:ea typeface="思源黑体 CN Heavy" panose="020B0A00000000000000" pitchFamily="34" charset="-122"/>
        <a:cs typeface="思源黑体 CN Heavy" panose="020B0A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Heavy" panose="020B0A00000000000000" pitchFamily="34" charset="-122"/>
        <a:ea typeface="思源黑体 CN Heavy" panose="020B0A00000000000000" pitchFamily="34" charset="-122"/>
        <a:cs typeface="思源黑体 CN Heavy" panose="020B0A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77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78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79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0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1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2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3.xml"/><Relationship Id="rId2" Type="http://schemas.openxmlformats.org/officeDocument/2006/relationships/notesMaster" Target="../notesMasters/notesMaster1.xml"/></Relationship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indent="0" algn="l"/>
            <a:r>
              <a:rPr lang="en-US" altLang="zh-CN">
                <a:solidFill>
                  <a:schemeClr val="accent5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SWOT </a:t>
            </a:r>
            <a:r>
              <a:rPr lang="zh-CN" altLang="en-US">
                <a:solidFill>
                  <a:schemeClr val="accent5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分析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indent="0" algn="l"/>
            <a:r>
              <a:rPr lang="en-US" altLang="zh-CN">
                <a:solidFill>
                  <a:schemeClr val="accent5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SWOT </a:t>
            </a:r>
            <a:r>
              <a:rPr lang="zh-CN" altLang="en-US">
                <a:solidFill>
                  <a:schemeClr val="accent5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分析</a:t>
            </a:r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/>
          <p:nvPr userDrawn="1"/>
        </p:nvCxnSpPr>
        <p:spPr>
          <a:xfrm>
            <a:off x="0" y="616035"/>
            <a:ext cx="1218892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接连接符 15"/>
          <p:cNvCxnSpPr/>
          <p:nvPr userDrawn="1"/>
        </p:nvCxnSpPr>
        <p:spPr>
          <a:xfrm>
            <a:off x="238125" y="685800"/>
            <a:ext cx="116967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思源黑体 CN Bold" panose="020B0800000000000000" pitchFamily="34" charset="-122"/>
          <a:cs typeface="Roboto" panose="0200000000000000000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: 形状 6"/>
          <p:cNvSpPr/>
          <p:nvPr userDrawn="1">
            <p:custDataLst>
              <p:tags r:id="rId2"/>
            </p:custDataLst>
          </p:nvPr>
        </p:nvSpPr>
        <p:spPr>
          <a:xfrm>
            <a:off x="3035" y="4804824"/>
            <a:ext cx="12188965" cy="2053176"/>
          </a:xfrm>
          <a:custGeom>
            <a:avLst/>
            <a:gdLst>
              <a:gd name="connsiteX0" fmla="*/ 12163307 w 12188965"/>
              <a:gd name="connsiteY0" fmla="*/ 2001858 h 2053176"/>
              <a:gd name="connsiteX1" fmla="*/ 12188965 w 12188965"/>
              <a:gd name="connsiteY1" fmla="*/ 2027517 h 2053176"/>
              <a:gd name="connsiteX2" fmla="*/ 12163307 w 12188965"/>
              <a:gd name="connsiteY2" fmla="*/ 2053176 h 2053176"/>
              <a:gd name="connsiteX3" fmla="*/ 12137649 w 12188965"/>
              <a:gd name="connsiteY3" fmla="*/ 2027517 h 2053176"/>
              <a:gd name="connsiteX4" fmla="*/ 12163307 w 12188965"/>
              <a:gd name="connsiteY4" fmla="*/ 2001858 h 2053176"/>
              <a:gd name="connsiteX5" fmla="*/ 12099103 w 12188965"/>
              <a:gd name="connsiteY5" fmla="*/ 2001858 h 2053176"/>
              <a:gd name="connsiteX6" fmla="*/ 12124761 w 12188965"/>
              <a:gd name="connsiteY6" fmla="*/ 2027517 h 2053176"/>
              <a:gd name="connsiteX7" fmla="*/ 12099103 w 12188965"/>
              <a:gd name="connsiteY7" fmla="*/ 2053176 h 2053176"/>
              <a:gd name="connsiteX8" fmla="*/ 12073441 w 12188965"/>
              <a:gd name="connsiteY8" fmla="*/ 2027517 h 2053176"/>
              <a:gd name="connsiteX9" fmla="*/ 12099103 w 12188965"/>
              <a:gd name="connsiteY9" fmla="*/ 2001858 h 2053176"/>
              <a:gd name="connsiteX10" fmla="*/ 12034897 w 12188965"/>
              <a:gd name="connsiteY10" fmla="*/ 2001858 h 2053176"/>
              <a:gd name="connsiteX11" fmla="*/ 12060557 w 12188965"/>
              <a:gd name="connsiteY11" fmla="*/ 2027517 h 2053176"/>
              <a:gd name="connsiteX12" fmla="*/ 12034897 w 12188965"/>
              <a:gd name="connsiteY12" fmla="*/ 2053176 h 2053176"/>
              <a:gd name="connsiteX13" fmla="*/ 12009237 w 12188965"/>
              <a:gd name="connsiteY13" fmla="*/ 2027517 h 2053176"/>
              <a:gd name="connsiteX14" fmla="*/ 12034897 w 12188965"/>
              <a:gd name="connsiteY14" fmla="*/ 2001858 h 2053176"/>
              <a:gd name="connsiteX15" fmla="*/ 11970691 w 12188965"/>
              <a:gd name="connsiteY15" fmla="*/ 2001858 h 2053176"/>
              <a:gd name="connsiteX16" fmla="*/ 11996349 w 12188965"/>
              <a:gd name="connsiteY16" fmla="*/ 2027517 h 2053176"/>
              <a:gd name="connsiteX17" fmla="*/ 11970691 w 12188965"/>
              <a:gd name="connsiteY17" fmla="*/ 2053176 h 2053176"/>
              <a:gd name="connsiteX18" fmla="*/ 11945033 w 12188965"/>
              <a:gd name="connsiteY18" fmla="*/ 2027517 h 2053176"/>
              <a:gd name="connsiteX19" fmla="*/ 11970691 w 12188965"/>
              <a:gd name="connsiteY19" fmla="*/ 2001858 h 2053176"/>
              <a:gd name="connsiteX20" fmla="*/ 11906483 w 12188965"/>
              <a:gd name="connsiteY20" fmla="*/ 2001858 h 2053176"/>
              <a:gd name="connsiteX21" fmla="*/ 11932145 w 12188965"/>
              <a:gd name="connsiteY21" fmla="*/ 2027517 h 2053176"/>
              <a:gd name="connsiteX22" fmla="*/ 11906483 w 12188965"/>
              <a:gd name="connsiteY22" fmla="*/ 2053176 h 2053176"/>
              <a:gd name="connsiteX23" fmla="*/ 11880825 w 12188965"/>
              <a:gd name="connsiteY23" fmla="*/ 2027517 h 2053176"/>
              <a:gd name="connsiteX24" fmla="*/ 11906483 w 12188965"/>
              <a:gd name="connsiteY24" fmla="*/ 2001858 h 2053176"/>
              <a:gd name="connsiteX25" fmla="*/ 11842279 w 12188965"/>
              <a:gd name="connsiteY25" fmla="*/ 2001858 h 2053176"/>
              <a:gd name="connsiteX26" fmla="*/ 11867941 w 12188965"/>
              <a:gd name="connsiteY26" fmla="*/ 2027517 h 2053176"/>
              <a:gd name="connsiteX27" fmla="*/ 11842279 w 12188965"/>
              <a:gd name="connsiteY27" fmla="*/ 2053176 h 2053176"/>
              <a:gd name="connsiteX28" fmla="*/ 11816621 w 12188965"/>
              <a:gd name="connsiteY28" fmla="*/ 2027517 h 2053176"/>
              <a:gd name="connsiteX29" fmla="*/ 11842279 w 12188965"/>
              <a:gd name="connsiteY29" fmla="*/ 2001858 h 2053176"/>
              <a:gd name="connsiteX30" fmla="*/ 11775107 w 12188965"/>
              <a:gd name="connsiteY30" fmla="*/ 2001858 h 2053176"/>
              <a:gd name="connsiteX31" fmla="*/ 11800767 w 12188965"/>
              <a:gd name="connsiteY31" fmla="*/ 2027517 h 2053176"/>
              <a:gd name="connsiteX32" fmla="*/ 11775107 w 12188965"/>
              <a:gd name="connsiteY32" fmla="*/ 2053176 h 2053176"/>
              <a:gd name="connsiteX33" fmla="*/ 11749449 w 12188965"/>
              <a:gd name="connsiteY33" fmla="*/ 2027517 h 2053176"/>
              <a:gd name="connsiteX34" fmla="*/ 11775107 w 12188965"/>
              <a:gd name="connsiteY34" fmla="*/ 2001858 h 2053176"/>
              <a:gd name="connsiteX35" fmla="*/ 11710901 w 12188965"/>
              <a:gd name="connsiteY35" fmla="*/ 2001858 h 2053176"/>
              <a:gd name="connsiteX36" fmla="*/ 11736561 w 12188965"/>
              <a:gd name="connsiteY36" fmla="*/ 2027517 h 2053176"/>
              <a:gd name="connsiteX37" fmla="*/ 11710901 w 12188965"/>
              <a:gd name="connsiteY37" fmla="*/ 2053176 h 2053176"/>
              <a:gd name="connsiteX38" fmla="*/ 11685243 w 12188965"/>
              <a:gd name="connsiteY38" fmla="*/ 2027517 h 2053176"/>
              <a:gd name="connsiteX39" fmla="*/ 11710901 w 12188965"/>
              <a:gd name="connsiteY39" fmla="*/ 2001858 h 2053176"/>
              <a:gd name="connsiteX40" fmla="*/ 11646697 w 12188965"/>
              <a:gd name="connsiteY40" fmla="*/ 2001858 h 2053176"/>
              <a:gd name="connsiteX41" fmla="*/ 11672355 w 12188965"/>
              <a:gd name="connsiteY41" fmla="*/ 2027517 h 2053176"/>
              <a:gd name="connsiteX42" fmla="*/ 11646697 w 12188965"/>
              <a:gd name="connsiteY42" fmla="*/ 2053176 h 2053176"/>
              <a:gd name="connsiteX43" fmla="*/ 11621037 w 12188965"/>
              <a:gd name="connsiteY43" fmla="*/ 2027517 h 2053176"/>
              <a:gd name="connsiteX44" fmla="*/ 11646697 w 12188965"/>
              <a:gd name="connsiteY44" fmla="*/ 2001858 h 2053176"/>
              <a:gd name="connsiteX45" fmla="*/ 11582491 w 12188965"/>
              <a:gd name="connsiteY45" fmla="*/ 2001858 h 2053176"/>
              <a:gd name="connsiteX46" fmla="*/ 11608149 w 12188965"/>
              <a:gd name="connsiteY46" fmla="*/ 2027517 h 2053176"/>
              <a:gd name="connsiteX47" fmla="*/ 11582491 w 12188965"/>
              <a:gd name="connsiteY47" fmla="*/ 2053176 h 2053176"/>
              <a:gd name="connsiteX48" fmla="*/ 11556833 w 12188965"/>
              <a:gd name="connsiteY48" fmla="*/ 2027517 h 2053176"/>
              <a:gd name="connsiteX49" fmla="*/ 11582491 w 12188965"/>
              <a:gd name="connsiteY49" fmla="*/ 2001858 h 2053176"/>
              <a:gd name="connsiteX50" fmla="*/ 11518287 w 12188965"/>
              <a:gd name="connsiteY50" fmla="*/ 2001858 h 2053176"/>
              <a:gd name="connsiteX51" fmla="*/ 11543945 w 12188965"/>
              <a:gd name="connsiteY51" fmla="*/ 2027517 h 2053176"/>
              <a:gd name="connsiteX52" fmla="*/ 11518287 w 12188965"/>
              <a:gd name="connsiteY52" fmla="*/ 2053176 h 2053176"/>
              <a:gd name="connsiteX53" fmla="*/ 11492627 w 12188965"/>
              <a:gd name="connsiteY53" fmla="*/ 2027517 h 2053176"/>
              <a:gd name="connsiteX54" fmla="*/ 11518287 w 12188965"/>
              <a:gd name="connsiteY54" fmla="*/ 2001858 h 2053176"/>
              <a:gd name="connsiteX55" fmla="*/ 11454081 w 12188965"/>
              <a:gd name="connsiteY55" fmla="*/ 2001858 h 2053176"/>
              <a:gd name="connsiteX56" fmla="*/ 11479739 w 12188965"/>
              <a:gd name="connsiteY56" fmla="*/ 2027517 h 2053176"/>
              <a:gd name="connsiteX57" fmla="*/ 11454081 w 12188965"/>
              <a:gd name="connsiteY57" fmla="*/ 2053176 h 2053176"/>
              <a:gd name="connsiteX58" fmla="*/ 11428421 w 12188965"/>
              <a:gd name="connsiteY58" fmla="*/ 2027517 h 2053176"/>
              <a:gd name="connsiteX59" fmla="*/ 11454081 w 12188965"/>
              <a:gd name="connsiteY59" fmla="*/ 2001858 h 2053176"/>
              <a:gd name="connsiteX60" fmla="*/ 11389875 w 12188965"/>
              <a:gd name="connsiteY60" fmla="*/ 2001858 h 2053176"/>
              <a:gd name="connsiteX61" fmla="*/ 11415533 w 12188965"/>
              <a:gd name="connsiteY61" fmla="*/ 2027517 h 2053176"/>
              <a:gd name="connsiteX62" fmla="*/ 11389875 w 12188965"/>
              <a:gd name="connsiteY62" fmla="*/ 2053176 h 2053176"/>
              <a:gd name="connsiteX63" fmla="*/ 11364217 w 12188965"/>
              <a:gd name="connsiteY63" fmla="*/ 2027517 h 2053176"/>
              <a:gd name="connsiteX64" fmla="*/ 11389875 w 12188965"/>
              <a:gd name="connsiteY64" fmla="*/ 2001858 h 2053176"/>
              <a:gd name="connsiteX65" fmla="*/ 11325670 w 12188965"/>
              <a:gd name="connsiteY65" fmla="*/ 2001858 h 2053176"/>
              <a:gd name="connsiteX66" fmla="*/ 11351329 w 12188965"/>
              <a:gd name="connsiteY66" fmla="*/ 2027517 h 2053176"/>
              <a:gd name="connsiteX67" fmla="*/ 11325670 w 12188965"/>
              <a:gd name="connsiteY67" fmla="*/ 2053176 h 2053176"/>
              <a:gd name="connsiteX68" fmla="*/ 11300012 w 12188965"/>
              <a:gd name="connsiteY68" fmla="*/ 2027517 h 2053176"/>
              <a:gd name="connsiteX69" fmla="*/ 11325670 w 12188965"/>
              <a:gd name="connsiteY69" fmla="*/ 2001858 h 2053176"/>
              <a:gd name="connsiteX70" fmla="*/ 11261466 w 12188965"/>
              <a:gd name="connsiteY70" fmla="*/ 2001858 h 2053176"/>
              <a:gd name="connsiteX71" fmla="*/ 11287124 w 12188965"/>
              <a:gd name="connsiteY71" fmla="*/ 2027517 h 2053176"/>
              <a:gd name="connsiteX72" fmla="*/ 11261466 w 12188965"/>
              <a:gd name="connsiteY72" fmla="*/ 2053176 h 2053176"/>
              <a:gd name="connsiteX73" fmla="*/ 11235805 w 12188965"/>
              <a:gd name="connsiteY73" fmla="*/ 2027517 h 2053176"/>
              <a:gd name="connsiteX74" fmla="*/ 11261466 w 12188965"/>
              <a:gd name="connsiteY74" fmla="*/ 2001858 h 2053176"/>
              <a:gd name="connsiteX75" fmla="*/ 11197259 w 12188965"/>
              <a:gd name="connsiteY75" fmla="*/ 2001858 h 2053176"/>
              <a:gd name="connsiteX76" fmla="*/ 11222917 w 12188965"/>
              <a:gd name="connsiteY76" fmla="*/ 2027517 h 2053176"/>
              <a:gd name="connsiteX77" fmla="*/ 11197259 w 12188965"/>
              <a:gd name="connsiteY77" fmla="*/ 2053176 h 2053176"/>
              <a:gd name="connsiteX78" fmla="*/ 11171601 w 12188965"/>
              <a:gd name="connsiteY78" fmla="*/ 2027517 h 2053176"/>
              <a:gd name="connsiteX79" fmla="*/ 11197259 w 12188965"/>
              <a:gd name="connsiteY79" fmla="*/ 2001858 h 2053176"/>
              <a:gd name="connsiteX80" fmla="*/ 11133055 w 12188965"/>
              <a:gd name="connsiteY80" fmla="*/ 2001858 h 2053176"/>
              <a:gd name="connsiteX81" fmla="*/ 11158713 w 12188965"/>
              <a:gd name="connsiteY81" fmla="*/ 2027517 h 2053176"/>
              <a:gd name="connsiteX82" fmla="*/ 11133055 w 12188965"/>
              <a:gd name="connsiteY82" fmla="*/ 2053176 h 2053176"/>
              <a:gd name="connsiteX83" fmla="*/ 11107396 w 12188965"/>
              <a:gd name="connsiteY83" fmla="*/ 2027517 h 2053176"/>
              <a:gd name="connsiteX84" fmla="*/ 11133055 w 12188965"/>
              <a:gd name="connsiteY84" fmla="*/ 2001858 h 2053176"/>
              <a:gd name="connsiteX85" fmla="*/ 11068848 w 12188965"/>
              <a:gd name="connsiteY85" fmla="*/ 2001858 h 2053176"/>
              <a:gd name="connsiteX86" fmla="*/ 11094509 w 12188965"/>
              <a:gd name="connsiteY86" fmla="*/ 2027517 h 2053176"/>
              <a:gd name="connsiteX87" fmla="*/ 11068848 w 12188965"/>
              <a:gd name="connsiteY87" fmla="*/ 2053176 h 2053176"/>
              <a:gd name="connsiteX88" fmla="*/ 11043189 w 12188965"/>
              <a:gd name="connsiteY88" fmla="*/ 2027517 h 2053176"/>
              <a:gd name="connsiteX89" fmla="*/ 11068848 w 12188965"/>
              <a:gd name="connsiteY89" fmla="*/ 2001858 h 2053176"/>
              <a:gd name="connsiteX90" fmla="*/ 11004643 w 12188965"/>
              <a:gd name="connsiteY90" fmla="*/ 2001858 h 2053176"/>
              <a:gd name="connsiteX91" fmla="*/ 11030301 w 12188965"/>
              <a:gd name="connsiteY91" fmla="*/ 2027517 h 2053176"/>
              <a:gd name="connsiteX92" fmla="*/ 11004643 w 12188965"/>
              <a:gd name="connsiteY92" fmla="*/ 2053176 h 2053176"/>
              <a:gd name="connsiteX93" fmla="*/ 10978985 w 12188965"/>
              <a:gd name="connsiteY93" fmla="*/ 2027517 h 2053176"/>
              <a:gd name="connsiteX94" fmla="*/ 11004643 w 12188965"/>
              <a:gd name="connsiteY94" fmla="*/ 2001858 h 2053176"/>
              <a:gd name="connsiteX95" fmla="*/ 10940321 w 12188965"/>
              <a:gd name="connsiteY95" fmla="*/ 2001858 h 2053176"/>
              <a:gd name="connsiteX96" fmla="*/ 10965982 w 12188965"/>
              <a:gd name="connsiteY96" fmla="*/ 2027517 h 2053176"/>
              <a:gd name="connsiteX97" fmla="*/ 10940321 w 12188965"/>
              <a:gd name="connsiteY97" fmla="*/ 2053176 h 2053176"/>
              <a:gd name="connsiteX98" fmla="*/ 10914663 w 12188965"/>
              <a:gd name="connsiteY98" fmla="*/ 2027517 h 2053176"/>
              <a:gd name="connsiteX99" fmla="*/ 10940321 w 12188965"/>
              <a:gd name="connsiteY99" fmla="*/ 2001858 h 2053176"/>
              <a:gd name="connsiteX100" fmla="*/ 10876117 w 12188965"/>
              <a:gd name="connsiteY100" fmla="*/ 2001858 h 2053176"/>
              <a:gd name="connsiteX101" fmla="*/ 10901775 w 12188965"/>
              <a:gd name="connsiteY101" fmla="*/ 2027517 h 2053176"/>
              <a:gd name="connsiteX102" fmla="*/ 10876117 w 12188965"/>
              <a:gd name="connsiteY102" fmla="*/ 2053176 h 2053176"/>
              <a:gd name="connsiteX103" fmla="*/ 10850459 w 12188965"/>
              <a:gd name="connsiteY103" fmla="*/ 2027517 h 2053176"/>
              <a:gd name="connsiteX104" fmla="*/ 10876117 w 12188965"/>
              <a:gd name="connsiteY104" fmla="*/ 2001858 h 2053176"/>
              <a:gd name="connsiteX105" fmla="*/ 10811912 w 12188965"/>
              <a:gd name="connsiteY105" fmla="*/ 2001858 h 2053176"/>
              <a:gd name="connsiteX106" fmla="*/ 10837571 w 12188965"/>
              <a:gd name="connsiteY106" fmla="*/ 2027517 h 2053176"/>
              <a:gd name="connsiteX107" fmla="*/ 10811912 w 12188965"/>
              <a:gd name="connsiteY107" fmla="*/ 2053176 h 2053176"/>
              <a:gd name="connsiteX108" fmla="*/ 10786254 w 12188965"/>
              <a:gd name="connsiteY108" fmla="*/ 2027517 h 2053176"/>
              <a:gd name="connsiteX109" fmla="*/ 10811912 w 12188965"/>
              <a:gd name="connsiteY109" fmla="*/ 2001858 h 2053176"/>
              <a:gd name="connsiteX110" fmla="*/ 10747708 w 12188965"/>
              <a:gd name="connsiteY110" fmla="*/ 2001858 h 2053176"/>
              <a:gd name="connsiteX111" fmla="*/ 10773366 w 12188965"/>
              <a:gd name="connsiteY111" fmla="*/ 2027517 h 2053176"/>
              <a:gd name="connsiteX112" fmla="*/ 10747708 w 12188965"/>
              <a:gd name="connsiteY112" fmla="*/ 2053176 h 2053176"/>
              <a:gd name="connsiteX113" fmla="*/ 10722047 w 12188965"/>
              <a:gd name="connsiteY113" fmla="*/ 2027517 h 2053176"/>
              <a:gd name="connsiteX114" fmla="*/ 10747708 w 12188965"/>
              <a:gd name="connsiteY114" fmla="*/ 2001858 h 2053176"/>
              <a:gd name="connsiteX115" fmla="*/ 10683501 w 12188965"/>
              <a:gd name="connsiteY115" fmla="*/ 2001858 h 2053176"/>
              <a:gd name="connsiteX116" fmla="*/ 10709159 w 12188965"/>
              <a:gd name="connsiteY116" fmla="*/ 2027517 h 2053176"/>
              <a:gd name="connsiteX117" fmla="*/ 10683501 w 12188965"/>
              <a:gd name="connsiteY117" fmla="*/ 2053176 h 2053176"/>
              <a:gd name="connsiteX118" fmla="*/ 10657843 w 12188965"/>
              <a:gd name="connsiteY118" fmla="*/ 2027517 h 2053176"/>
              <a:gd name="connsiteX119" fmla="*/ 10683501 w 12188965"/>
              <a:gd name="connsiteY119" fmla="*/ 2001858 h 2053176"/>
              <a:gd name="connsiteX120" fmla="*/ 10619297 w 12188965"/>
              <a:gd name="connsiteY120" fmla="*/ 2001858 h 2053176"/>
              <a:gd name="connsiteX121" fmla="*/ 10644955 w 12188965"/>
              <a:gd name="connsiteY121" fmla="*/ 2027517 h 2053176"/>
              <a:gd name="connsiteX122" fmla="*/ 10619297 w 12188965"/>
              <a:gd name="connsiteY122" fmla="*/ 2053176 h 2053176"/>
              <a:gd name="connsiteX123" fmla="*/ 10593639 w 12188965"/>
              <a:gd name="connsiteY123" fmla="*/ 2027517 h 2053176"/>
              <a:gd name="connsiteX124" fmla="*/ 10619297 w 12188965"/>
              <a:gd name="connsiteY124" fmla="*/ 2001858 h 2053176"/>
              <a:gd name="connsiteX125" fmla="*/ 10555092 w 12188965"/>
              <a:gd name="connsiteY125" fmla="*/ 2001858 h 2053176"/>
              <a:gd name="connsiteX126" fmla="*/ 10580751 w 12188965"/>
              <a:gd name="connsiteY126" fmla="*/ 2027517 h 2053176"/>
              <a:gd name="connsiteX127" fmla="*/ 10555092 w 12188965"/>
              <a:gd name="connsiteY127" fmla="*/ 2053176 h 2053176"/>
              <a:gd name="connsiteX128" fmla="*/ 10529432 w 12188965"/>
              <a:gd name="connsiteY128" fmla="*/ 2027517 h 2053176"/>
              <a:gd name="connsiteX129" fmla="*/ 10555092 w 12188965"/>
              <a:gd name="connsiteY129" fmla="*/ 2001858 h 2053176"/>
              <a:gd name="connsiteX130" fmla="*/ 10490885 w 12188965"/>
              <a:gd name="connsiteY130" fmla="*/ 2001858 h 2053176"/>
              <a:gd name="connsiteX131" fmla="*/ 10516544 w 12188965"/>
              <a:gd name="connsiteY131" fmla="*/ 2027517 h 2053176"/>
              <a:gd name="connsiteX132" fmla="*/ 10490885 w 12188965"/>
              <a:gd name="connsiteY132" fmla="*/ 2053176 h 2053176"/>
              <a:gd name="connsiteX133" fmla="*/ 10465227 w 12188965"/>
              <a:gd name="connsiteY133" fmla="*/ 2027517 h 2053176"/>
              <a:gd name="connsiteX134" fmla="*/ 10490885 w 12188965"/>
              <a:gd name="connsiteY134" fmla="*/ 2001858 h 2053176"/>
              <a:gd name="connsiteX135" fmla="*/ 10426681 w 12188965"/>
              <a:gd name="connsiteY135" fmla="*/ 2001858 h 2053176"/>
              <a:gd name="connsiteX136" fmla="*/ 10452339 w 12188965"/>
              <a:gd name="connsiteY136" fmla="*/ 2027517 h 2053176"/>
              <a:gd name="connsiteX137" fmla="*/ 10426681 w 12188965"/>
              <a:gd name="connsiteY137" fmla="*/ 2053176 h 2053176"/>
              <a:gd name="connsiteX138" fmla="*/ 10401020 w 12188965"/>
              <a:gd name="connsiteY138" fmla="*/ 2027517 h 2053176"/>
              <a:gd name="connsiteX139" fmla="*/ 10426681 w 12188965"/>
              <a:gd name="connsiteY139" fmla="*/ 2001858 h 2053176"/>
              <a:gd name="connsiteX140" fmla="*/ 10362474 w 12188965"/>
              <a:gd name="connsiteY140" fmla="*/ 2001858 h 2053176"/>
              <a:gd name="connsiteX141" fmla="*/ 10388135 w 12188965"/>
              <a:gd name="connsiteY141" fmla="*/ 2027517 h 2053176"/>
              <a:gd name="connsiteX142" fmla="*/ 10362474 w 12188965"/>
              <a:gd name="connsiteY142" fmla="*/ 2053176 h 2053176"/>
              <a:gd name="connsiteX143" fmla="*/ 10336816 w 12188965"/>
              <a:gd name="connsiteY143" fmla="*/ 2027517 h 2053176"/>
              <a:gd name="connsiteX144" fmla="*/ 10362474 w 12188965"/>
              <a:gd name="connsiteY144" fmla="*/ 2001858 h 2053176"/>
              <a:gd name="connsiteX145" fmla="*/ 10298270 w 12188965"/>
              <a:gd name="connsiteY145" fmla="*/ 2001858 h 2053176"/>
              <a:gd name="connsiteX146" fmla="*/ 10323928 w 12188965"/>
              <a:gd name="connsiteY146" fmla="*/ 2027517 h 2053176"/>
              <a:gd name="connsiteX147" fmla="*/ 10298270 w 12188965"/>
              <a:gd name="connsiteY147" fmla="*/ 2053176 h 2053176"/>
              <a:gd name="connsiteX148" fmla="*/ 10272611 w 12188965"/>
              <a:gd name="connsiteY148" fmla="*/ 2027517 h 2053176"/>
              <a:gd name="connsiteX149" fmla="*/ 10298270 w 12188965"/>
              <a:gd name="connsiteY149" fmla="*/ 2001858 h 2053176"/>
              <a:gd name="connsiteX150" fmla="*/ 10234065 w 12188965"/>
              <a:gd name="connsiteY150" fmla="*/ 2001858 h 2053176"/>
              <a:gd name="connsiteX151" fmla="*/ 10259723 w 12188965"/>
              <a:gd name="connsiteY151" fmla="*/ 2027517 h 2053176"/>
              <a:gd name="connsiteX152" fmla="*/ 10234065 w 12188965"/>
              <a:gd name="connsiteY152" fmla="*/ 2053176 h 2053176"/>
              <a:gd name="connsiteX153" fmla="*/ 10208404 w 12188965"/>
              <a:gd name="connsiteY153" fmla="*/ 2027517 h 2053176"/>
              <a:gd name="connsiteX154" fmla="*/ 10234065 w 12188965"/>
              <a:gd name="connsiteY154" fmla="*/ 2001858 h 2053176"/>
              <a:gd name="connsiteX155" fmla="*/ 10169858 w 12188965"/>
              <a:gd name="connsiteY155" fmla="*/ 2001858 h 2053176"/>
              <a:gd name="connsiteX156" fmla="*/ 10195519 w 12188965"/>
              <a:gd name="connsiteY156" fmla="*/ 2027517 h 2053176"/>
              <a:gd name="connsiteX157" fmla="*/ 10169858 w 12188965"/>
              <a:gd name="connsiteY157" fmla="*/ 2053176 h 2053176"/>
              <a:gd name="connsiteX158" fmla="*/ 10144200 w 12188965"/>
              <a:gd name="connsiteY158" fmla="*/ 2027517 h 2053176"/>
              <a:gd name="connsiteX159" fmla="*/ 10169858 w 12188965"/>
              <a:gd name="connsiteY159" fmla="*/ 2001858 h 2053176"/>
              <a:gd name="connsiteX160" fmla="*/ 10105654 w 12188965"/>
              <a:gd name="connsiteY160" fmla="*/ 2001858 h 2053176"/>
              <a:gd name="connsiteX161" fmla="*/ 10131312 w 12188965"/>
              <a:gd name="connsiteY161" fmla="*/ 2027517 h 2053176"/>
              <a:gd name="connsiteX162" fmla="*/ 10105654 w 12188965"/>
              <a:gd name="connsiteY162" fmla="*/ 2053176 h 2053176"/>
              <a:gd name="connsiteX163" fmla="*/ 10079996 w 12188965"/>
              <a:gd name="connsiteY163" fmla="*/ 2027517 h 2053176"/>
              <a:gd name="connsiteX164" fmla="*/ 10105654 w 12188965"/>
              <a:gd name="connsiteY164" fmla="*/ 2001858 h 2053176"/>
              <a:gd name="connsiteX165" fmla="*/ 10041447 w 12188965"/>
              <a:gd name="connsiteY165" fmla="*/ 2001858 h 2053176"/>
              <a:gd name="connsiteX166" fmla="*/ 10067108 w 12188965"/>
              <a:gd name="connsiteY166" fmla="*/ 2027517 h 2053176"/>
              <a:gd name="connsiteX167" fmla="*/ 10041447 w 12188965"/>
              <a:gd name="connsiteY167" fmla="*/ 2053176 h 2053176"/>
              <a:gd name="connsiteX168" fmla="*/ 10015789 w 12188965"/>
              <a:gd name="connsiteY168" fmla="*/ 2027517 h 2053176"/>
              <a:gd name="connsiteX169" fmla="*/ 10041447 w 12188965"/>
              <a:gd name="connsiteY169" fmla="*/ 2001858 h 2053176"/>
              <a:gd name="connsiteX170" fmla="*/ 9977242 w 12188965"/>
              <a:gd name="connsiteY170" fmla="*/ 2001858 h 2053176"/>
              <a:gd name="connsiteX171" fmla="*/ 10002903 w 12188965"/>
              <a:gd name="connsiteY171" fmla="*/ 2027517 h 2053176"/>
              <a:gd name="connsiteX172" fmla="*/ 9977242 w 12188965"/>
              <a:gd name="connsiteY172" fmla="*/ 2053176 h 2053176"/>
              <a:gd name="connsiteX173" fmla="*/ 9951584 w 12188965"/>
              <a:gd name="connsiteY173" fmla="*/ 2027517 h 2053176"/>
              <a:gd name="connsiteX174" fmla="*/ 9977242 w 12188965"/>
              <a:gd name="connsiteY174" fmla="*/ 2001858 h 2053176"/>
              <a:gd name="connsiteX175" fmla="*/ 9913038 w 12188965"/>
              <a:gd name="connsiteY175" fmla="*/ 2001858 h 2053176"/>
              <a:gd name="connsiteX176" fmla="*/ 9938696 w 12188965"/>
              <a:gd name="connsiteY176" fmla="*/ 2027517 h 2053176"/>
              <a:gd name="connsiteX177" fmla="*/ 9913038 w 12188965"/>
              <a:gd name="connsiteY177" fmla="*/ 2053176 h 2053176"/>
              <a:gd name="connsiteX178" fmla="*/ 9887380 w 12188965"/>
              <a:gd name="connsiteY178" fmla="*/ 2027517 h 2053176"/>
              <a:gd name="connsiteX179" fmla="*/ 9913038 w 12188965"/>
              <a:gd name="connsiteY179" fmla="*/ 2001858 h 2053176"/>
              <a:gd name="connsiteX180" fmla="*/ 9848716 w 12188965"/>
              <a:gd name="connsiteY180" fmla="*/ 2001858 h 2053176"/>
              <a:gd name="connsiteX181" fmla="*/ 9874374 w 12188965"/>
              <a:gd name="connsiteY181" fmla="*/ 2027517 h 2053176"/>
              <a:gd name="connsiteX182" fmla="*/ 9848716 w 12188965"/>
              <a:gd name="connsiteY182" fmla="*/ 2053176 h 2053176"/>
              <a:gd name="connsiteX183" fmla="*/ 9823058 w 12188965"/>
              <a:gd name="connsiteY183" fmla="*/ 2027517 h 2053176"/>
              <a:gd name="connsiteX184" fmla="*/ 9848716 w 12188965"/>
              <a:gd name="connsiteY184" fmla="*/ 2001858 h 2053176"/>
              <a:gd name="connsiteX185" fmla="*/ 9784512 w 12188965"/>
              <a:gd name="connsiteY185" fmla="*/ 2001858 h 2053176"/>
              <a:gd name="connsiteX186" fmla="*/ 9810170 w 12188965"/>
              <a:gd name="connsiteY186" fmla="*/ 2027517 h 2053176"/>
              <a:gd name="connsiteX187" fmla="*/ 9784512 w 12188965"/>
              <a:gd name="connsiteY187" fmla="*/ 2053176 h 2053176"/>
              <a:gd name="connsiteX188" fmla="*/ 9758853 w 12188965"/>
              <a:gd name="connsiteY188" fmla="*/ 2027517 h 2053176"/>
              <a:gd name="connsiteX189" fmla="*/ 9784512 w 12188965"/>
              <a:gd name="connsiteY189" fmla="*/ 2001858 h 2053176"/>
              <a:gd name="connsiteX190" fmla="*/ 9720307 w 12188965"/>
              <a:gd name="connsiteY190" fmla="*/ 2001858 h 2053176"/>
              <a:gd name="connsiteX191" fmla="*/ 9745965 w 12188965"/>
              <a:gd name="connsiteY191" fmla="*/ 2027517 h 2053176"/>
              <a:gd name="connsiteX192" fmla="*/ 9720307 w 12188965"/>
              <a:gd name="connsiteY192" fmla="*/ 2053176 h 2053176"/>
              <a:gd name="connsiteX193" fmla="*/ 9694646 w 12188965"/>
              <a:gd name="connsiteY193" fmla="*/ 2027517 h 2053176"/>
              <a:gd name="connsiteX194" fmla="*/ 9720307 w 12188965"/>
              <a:gd name="connsiteY194" fmla="*/ 2001858 h 2053176"/>
              <a:gd name="connsiteX195" fmla="*/ 9656100 w 12188965"/>
              <a:gd name="connsiteY195" fmla="*/ 2001858 h 2053176"/>
              <a:gd name="connsiteX196" fmla="*/ 9681758 w 12188965"/>
              <a:gd name="connsiteY196" fmla="*/ 2027517 h 2053176"/>
              <a:gd name="connsiteX197" fmla="*/ 9656100 w 12188965"/>
              <a:gd name="connsiteY197" fmla="*/ 2053176 h 2053176"/>
              <a:gd name="connsiteX198" fmla="*/ 9630442 w 12188965"/>
              <a:gd name="connsiteY198" fmla="*/ 2027517 h 2053176"/>
              <a:gd name="connsiteX199" fmla="*/ 9656100 w 12188965"/>
              <a:gd name="connsiteY199" fmla="*/ 2001858 h 2053176"/>
              <a:gd name="connsiteX200" fmla="*/ 9591896 w 12188965"/>
              <a:gd name="connsiteY200" fmla="*/ 2001858 h 2053176"/>
              <a:gd name="connsiteX201" fmla="*/ 9617554 w 12188965"/>
              <a:gd name="connsiteY201" fmla="*/ 2027517 h 2053176"/>
              <a:gd name="connsiteX202" fmla="*/ 9591896 w 12188965"/>
              <a:gd name="connsiteY202" fmla="*/ 2053176 h 2053176"/>
              <a:gd name="connsiteX203" fmla="*/ 9566238 w 12188965"/>
              <a:gd name="connsiteY203" fmla="*/ 2027517 h 2053176"/>
              <a:gd name="connsiteX204" fmla="*/ 9591896 w 12188965"/>
              <a:gd name="connsiteY204" fmla="*/ 2001858 h 2053176"/>
              <a:gd name="connsiteX205" fmla="*/ 9527689 w 12188965"/>
              <a:gd name="connsiteY205" fmla="*/ 2001858 h 2053176"/>
              <a:gd name="connsiteX206" fmla="*/ 9553350 w 12188965"/>
              <a:gd name="connsiteY206" fmla="*/ 2027517 h 2053176"/>
              <a:gd name="connsiteX207" fmla="*/ 9527689 w 12188965"/>
              <a:gd name="connsiteY207" fmla="*/ 2053176 h 2053176"/>
              <a:gd name="connsiteX208" fmla="*/ 9502031 w 12188965"/>
              <a:gd name="connsiteY208" fmla="*/ 2027517 h 2053176"/>
              <a:gd name="connsiteX209" fmla="*/ 9527689 w 12188965"/>
              <a:gd name="connsiteY209" fmla="*/ 2001858 h 2053176"/>
              <a:gd name="connsiteX210" fmla="*/ 9463485 w 12188965"/>
              <a:gd name="connsiteY210" fmla="*/ 2001858 h 2053176"/>
              <a:gd name="connsiteX211" fmla="*/ 9489143 w 12188965"/>
              <a:gd name="connsiteY211" fmla="*/ 2027517 h 2053176"/>
              <a:gd name="connsiteX212" fmla="*/ 9463485 w 12188965"/>
              <a:gd name="connsiteY212" fmla="*/ 2053176 h 2053176"/>
              <a:gd name="connsiteX213" fmla="*/ 9437826 w 12188965"/>
              <a:gd name="connsiteY213" fmla="*/ 2027517 h 2053176"/>
              <a:gd name="connsiteX214" fmla="*/ 9463485 w 12188965"/>
              <a:gd name="connsiteY214" fmla="*/ 2001858 h 2053176"/>
              <a:gd name="connsiteX215" fmla="*/ 9399280 w 12188965"/>
              <a:gd name="connsiteY215" fmla="*/ 2001858 h 2053176"/>
              <a:gd name="connsiteX216" fmla="*/ 9424938 w 12188965"/>
              <a:gd name="connsiteY216" fmla="*/ 2027517 h 2053176"/>
              <a:gd name="connsiteX217" fmla="*/ 9399280 w 12188965"/>
              <a:gd name="connsiteY217" fmla="*/ 2053176 h 2053176"/>
              <a:gd name="connsiteX218" fmla="*/ 9373619 w 12188965"/>
              <a:gd name="connsiteY218" fmla="*/ 2027517 h 2053176"/>
              <a:gd name="connsiteX219" fmla="*/ 9399280 w 12188965"/>
              <a:gd name="connsiteY219" fmla="*/ 2001858 h 2053176"/>
              <a:gd name="connsiteX220" fmla="*/ 9335073 w 12188965"/>
              <a:gd name="connsiteY220" fmla="*/ 2001858 h 2053176"/>
              <a:gd name="connsiteX221" fmla="*/ 9360734 w 12188965"/>
              <a:gd name="connsiteY221" fmla="*/ 2027517 h 2053176"/>
              <a:gd name="connsiteX222" fmla="*/ 9335073 w 12188965"/>
              <a:gd name="connsiteY222" fmla="*/ 2053176 h 2053176"/>
              <a:gd name="connsiteX223" fmla="*/ 9309415 w 12188965"/>
              <a:gd name="connsiteY223" fmla="*/ 2027517 h 2053176"/>
              <a:gd name="connsiteX224" fmla="*/ 9335073 w 12188965"/>
              <a:gd name="connsiteY224" fmla="*/ 2001858 h 2053176"/>
              <a:gd name="connsiteX225" fmla="*/ 9270869 w 12188965"/>
              <a:gd name="connsiteY225" fmla="*/ 2001858 h 2053176"/>
              <a:gd name="connsiteX226" fmla="*/ 9296527 w 12188965"/>
              <a:gd name="connsiteY226" fmla="*/ 2027517 h 2053176"/>
              <a:gd name="connsiteX227" fmla="*/ 9270869 w 12188965"/>
              <a:gd name="connsiteY227" fmla="*/ 2053176 h 2053176"/>
              <a:gd name="connsiteX228" fmla="*/ 9245211 w 12188965"/>
              <a:gd name="connsiteY228" fmla="*/ 2027517 h 2053176"/>
              <a:gd name="connsiteX229" fmla="*/ 9270869 w 12188965"/>
              <a:gd name="connsiteY229" fmla="*/ 2001858 h 2053176"/>
              <a:gd name="connsiteX230" fmla="*/ 9206664 w 12188965"/>
              <a:gd name="connsiteY230" fmla="*/ 2001858 h 2053176"/>
              <a:gd name="connsiteX231" fmla="*/ 9232323 w 12188965"/>
              <a:gd name="connsiteY231" fmla="*/ 2027517 h 2053176"/>
              <a:gd name="connsiteX232" fmla="*/ 9206664 w 12188965"/>
              <a:gd name="connsiteY232" fmla="*/ 2053176 h 2053176"/>
              <a:gd name="connsiteX233" fmla="*/ 9181006 w 12188965"/>
              <a:gd name="connsiteY233" fmla="*/ 2027517 h 2053176"/>
              <a:gd name="connsiteX234" fmla="*/ 9206664 w 12188965"/>
              <a:gd name="connsiteY234" fmla="*/ 2001858 h 2053176"/>
              <a:gd name="connsiteX235" fmla="*/ 9142457 w 12188965"/>
              <a:gd name="connsiteY235" fmla="*/ 2001858 h 2053176"/>
              <a:gd name="connsiteX236" fmla="*/ 9168118 w 12188965"/>
              <a:gd name="connsiteY236" fmla="*/ 2027517 h 2053176"/>
              <a:gd name="connsiteX237" fmla="*/ 9142457 w 12188965"/>
              <a:gd name="connsiteY237" fmla="*/ 2053176 h 2053176"/>
              <a:gd name="connsiteX238" fmla="*/ 9116799 w 12188965"/>
              <a:gd name="connsiteY238" fmla="*/ 2027517 h 2053176"/>
              <a:gd name="connsiteX239" fmla="*/ 9142457 w 12188965"/>
              <a:gd name="connsiteY239" fmla="*/ 2001858 h 2053176"/>
              <a:gd name="connsiteX240" fmla="*/ 9078253 w 12188965"/>
              <a:gd name="connsiteY240" fmla="*/ 2001858 h 2053176"/>
              <a:gd name="connsiteX241" fmla="*/ 9103911 w 12188965"/>
              <a:gd name="connsiteY241" fmla="*/ 2027517 h 2053176"/>
              <a:gd name="connsiteX242" fmla="*/ 9078253 w 12188965"/>
              <a:gd name="connsiteY242" fmla="*/ 2053176 h 2053176"/>
              <a:gd name="connsiteX243" fmla="*/ 9052595 w 12188965"/>
              <a:gd name="connsiteY243" fmla="*/ 2027517 h 2053176"/>
              <a:gd name="connsiteX244" fmla="*/ 9078253 w 12188965"/>
              <a:gd name="connsiteY244" fmla="*/ 2001858 h 2053176"/>
              <a:gd name="connsiteX245" fmla="*/ 9014049 w 12188965"/>
              <a:gd name="connsiteY245" fmla="*/ 2001858 h 2053176"/>
              <a:gd name="connsiteX246" fmla="*/ 9039707 w 12188965"/>
              <a:gd name="connsiteY246" fmla="*/ 2027517 h 2053176"/>
              <a:gd name="connsiteX247" fmla="*/ 9014049 w 12188965"/>
              <a:gd name="connsiteY247" fmla="*/ 2053176 h 2053176"/>
              <a:gd name="connsiteX248" fmla="*/ 8988388 w 12188965"/>
              <a:gd name="connsiteY248" fmla="*/ 2027517 h 2053176"/>
              <a:gd name="connsiteX249" fmla="*/ 9014049 w 12188965"/>
              <a:gd name="connsiteY249" fmla="*/ 2001858 h 2053176"/>
              <a:gd name="connsiteX250" fmla="*/ 8949842 w 12188965"/>
              <a:gd name="connsiteY250" fmla="*/ 2001858 h 2053176"/>
              <a:gd name="connsiteX251" fmla="*/ 8975503 w 12188965"/>
              <a:gd name="connsiteY251" fmla="*/ 2027517 h 2053176"/>
              <a:gd name="connsiteX252" fmla="*/ 8949842 w 12188965"/>
              <a:gd name="connsiteY252" fmla="*/ 2053176 h 2053176"/>
              <a:gd name="connsiteX253" fmla="*/ 8924183 w 12188965"/>
              <a:gd name="connsiteY253" fmla="*/ 2027517 h 2053176"/>
              <a:gd name="connsiteX254" fmla="*/ 8949842 w 12188965"/>
              <a:gd name="connsiteY254" fmla="*/ 2001858 h 2053176"/>
              <a:gd name="connsiteX255" fmla="*/ 8885637 w 12188965"/>
              <a:gd name="connsiteY255" fmla="*/ 2001858 h 2053176"/>
              <a:gd name="connsiteX256" fmla="*/ 8911296 w 12188965"/>
              <a:gd name="connsiteY256" fmla="*/ 2027517 h 2053176"/>
              <a:gd name="connsiteX257" fmla="*/ 8885637 w 12188965"/>
              <a:gd name="connsiteY257" fmla="*/ 2053176 h 2053176"/>
              <a:gd name="connsiteX258" fmla="*/ 8859979 w 12188965"/>
              <a:gd name="connsiteY258" fmla="*/ 2027517 h 2053176"/>
              <a:gd name="connsiteX259" fmla="*/ 8885637 w 12188965"/>
              <a:gd name="connsiteY259" fmla="*/ 2001858 h 2053176"/>
              <a:gd name="connsiteX260" fmla="*/ 8821433 w 12188965"/>
              <a:gd name="connsiteY260" fmla="*/ 2001858 h 2053176"/>
              <a:gd name="connsiteX261" fmla="*/ 8847091 w 12188965"/>
              <a:gd name="connsiteY261" fmla="*/ 2027517 h 2053176"/>
              <a:gd name="connsiteX262" fmla="*/ 8821433 w 12188965"/>
              <a:gd name="connsiteY262" fmla="*/ 2053176 h 2053176"/>
              <a:gd name="connsiteX263" fmla="*/ 8795772 w 12188965"/>
              <a:gd name="connsiteY263" fmla="*/ 2027517 h 2053176"/>
              <a:gd name="connsiteX264" fmla="*/ 8821433 w 12188965"/>
              <a:gd name="connsiteY264" fmla="*/ 2001858 h 2053176"/>
              <a:gd name="connsiteX265" fmla="*/ 8757226 w 12188965"/>
              <a:gd name="connsiteY265" fmla="*/ 2001858 h 2053176"/>
              <a:gd name="connsiteX266" fmla="*/ 8782887 w 12188965"/>
              <a:gd name="connsiteY266" fmla="*/ 2027517 h 2053176"/>
              <a:gd name="connsiteX267" fmla="*/ 8757226 w 12188965"/>
              <a:gd name="connsiteY267" fmla="*/ 2053176 h 2053176"/>
              <a:gd name="connsiteX268" fmla="*/ 8731568 w 12188965"/>
              <a:gd name="connsiteY268" fmla="*/ 2027517 h 2053176"/>
              <a:gd name="connsiteX269" fmla="*/ 8757226 w 12188965"/>
              <a:gd name="connsiteY269" fmla="*/ 2001858 h 2053176"/>
              <a:gd name="connsiteX270" fmla="*/ 8692904 w 12188965"/>
              <a:gd name="connsiteY270" fmla="*/ 2001858 h 2053176"/>
              <a:gd name="connsiteX271" fmla="*/ 8718565 w 12188965"/>
              <a:gd name="connsiteY271" fmla="*/ 2027517 h 2053176"/>
              <a:gd name="connsiteX272" fmla="*/ 8692904 w 12188965"/>
              <a:gd name="connsiteY272" fmla="*/ 2053176 h 2053176"/>
              <a:gd name="connsiteX273" fmla="*/ 8667246 w 12188965"/>
              <a:gd name="connsiteY273" fmla="*/ 2027517 h 2053176"/>
              <a:gd name="connsiteX274" fmla="*/ 8692904 w 12188965"/>
              <a:gd name="connsiteY274" fmla="*/ 2001858 h 2053176"/>
              <a:gd name="connsiteX275" fmla="*/ 8628699 w 12188965"/>
              <a:gd name="connsiteY275" fmla="*/ 2001858 h 2053176"/>
              <a:gd name="connsiteX276" fmla="*/ 8654358 w 12188965"/>
              <a:gd name="connsiteY276" fmla="*/ 2027517 h 2053176"/>
              <a:gd name="connsiteX277" fmla="*/ 8628699 w 12188965"/>
              <a:gd name="connsiteY277" fmla="*/ 2053176 h 2053176"/>
              <a:gd name="connsiteX278" fmla="*/ 8603041 w 12188965"/>
              <a:gd name="connsiteY278" fmla="*/ 2027517 h 2053176"/>
              <a:gd name="connsiteX279" fmla="*/ 8628699 w 12188965"/>
              <a:gd name="connsiteY279" fmla="*/ 2001858 h 2053176"/>
              <a:gd name="connsiteX280" fmla="*/ 8564495 w 12188965"/>
              <a:gd name="connsiteY280" fmla="*/ 2001858 h 2053176"/>
              <a:gd name="connsiteX281" fmla="*/ 8590153 w 12188965"/>
              <a:gd name="connsiteY281" fmla="*/ 2027517 h 2053176"/>
              <a:gd name="connsiteX282" fmla="*/ 8564495 w 12188965"/>
              <a:gd name="connsiteY282" fmla="*/ 2053176 h 2053176"/>
              <a:gd name="connsiteX283" fmla="*/ 8538837 w 12188965"/>
              <a:gd name="connsiteY283" fmla="*/ 2027517 h 2053176"/>
              <a:gd name="connsiteX284" fmla="*/ 8564495 w 12188965"/>
              <a:gd name="connsiteY284" fmla="*/ 2001858 h 2053176"/>
              <a:gd name="connsiteX285" fmla="*/ 8500288 w 12188965"/>
              <a:gd name="connsiteY285" fmla="*/ 2001858 h 2053176"/>
              <a:gd name="connsiteX286" fmla="*/ 8525949 w 12188965"/>
              <a:gd name="connsiteY286" fmla="*/ 2027517 h 2053176"/>
              <a:gd name="connsiteX287" fmla="*/ 8500288 w 12188965"/>
              <a:gd name="connsiteY287" fmla="*/ 2053176 h 2053176"/>
              <a:gd name="connsiteX288" fmla="*/ 8474630 w 12188965"/>
              <a:gd name="connsiteY288" fmla="*/ 2027517 h 2053176"/>
              <a:gd name="connsiteX289" fmla="*/ 8500288 w 12188965"/>
              <a:gd name="connsiteY289" fmla="*/ 2001858 h 2053176"/>
              <a:gd name="connsiteX290" fmla="*/ 8436084 w 12188965"/>
              <a:gd name="connsiteY290" fmla="*/ 2001858 h 2053176"/>
              <a:gd name="connsiteX291" fmla="*/ 8461745 w 12188965"/>
              <a:gd name="connsiteY291" fmla="*/ 2027517 h 2053176"/>
              <a:gd name="connsiteX292" fmla="*/ 8436084 w 12188965"/>
              <a:gd name="connsiteY292" fmla="*/ 2053176 h 2053176"/>
              <a:gd name="connsiteX293" fmla="*/ 8410426 w 12188965"/>
              <a:gd name="connsiteY293" fmla="*/ 2027517 h 2053176"/>
              <a:gd name="connsiteX294" fmla="*/ 8436084 w 12188965"/>
              <a:gd name="connsiteY294" fmla="*/ 2001858 h 2053176"/>
              <a:gd name="connsiteX295" fmla="*/ 8371879 w 12188965"/>
              <a:gd name="connsiteY295" fmla="*/ 2001858 h 2053176"/>
              <a:gd name="connsiteX296" fmla="*/ 8397538 w 12188965"/>
              <a:gd name="connsiteY296" fmla="*/ 2027517 h 2053176"/>
              <a:gd name="connsiteX297" fmla="*/ 8371879 w 12188965"/>
              <a:gd name="connsiteY297" fmla="*/ 2053176 h 2053176"/>
              <a:gd name="connsiteX298" fmla="*/ 8346221 w 12188965"/>
              <a:gd name="connsiteY298" fmla="*/ 2027517 h 2053176"/>
              <a:gd name="connsiteX299" fmla="*/ 8371879 w 12188965"/>
              <a:gd name="connsiteY299" fmla="*/ 2001858 h 2053176"/>
              <a:gd name="connsiteX300" fmla="*/ 8307675 w 12188965"/>
              <a:gd name="connsiteY300" fmla="*/ 2001858 h 2053176"/>
              <a:gd name="connsiteX301" fmla="*/ 8333333 w 12188965"/>
              <a:gd name="connsiteY301" fmla="*/ 2027517 h 2053176"/>
              <a:gd name="connsiteX302" fmla="*/ 8307675 w 12188965"/>
              <a:gd name="connsiteY302" fmla="*/ 2053176 h 2053176"/>
              <a:gd name="connsiteX303" fmla="*/ 8282014 w 12188965"/>
              <a:gd name="connsiteY303" fmla="*/ 2027517 h 2053176"/>
              <a:gd name="connsiteX304" fmla="*/ 8307675 w 12188965"/>
              <a:gd name="connsiteY304" fmla="*/ 2001858 h 2053176"/>
              <a:gd name="connsiteX305" fmla="*/ 8243468 w 12188965"/>
              <a:gd name="connsiteY305" fmla="*/ 2001858 h 2053176"/>
              <a:gd name="connsiteX306" fmla="*/ 8269126 w 12188965"/>
              <a:gd name="connsiteY306" fmla="*/ 2027517 h 2053176"/>
              <a:gd name="connsiteX307" fmla="*/ 8243468 w 12188965"/>
              <a:gd name="connsiteY307" fmla="*/ 2053176 h 2053176"/>
              <a:gd name="connsiteX308" fmla="*/ 8217810 w 12188965"/>
              <a:gd name="connsiteY308" fmla="*/ 2027517 h 2053176"/>
              <a:gd name="connsiteX309" fmla="*/ 8243468 w 12188965"/>
              <a:gd name="connsiteY309" fmla="*/ 2001858 h 2053176"/>
              <a:gd name="connsiteX310" fmla="*/ 8179264 w 12188965"/>
              <a:gd name="connsiteY310" fmla="*/ 2001858 h 2053176"/>
              <a:gd name="connsiteX311" fmla="*/ 8204922 w 12188965"/>
              <a:gd name="connsiteY311" fmla="*/ 2027517 h 2053176"/>
              <a:gd name="connsiteX312" fmla="*/ 8179264 w 12188965"/>
              <a:gd name="connsiteY312" fmla="*/ 2053176 h 2053176"/>
              <a:gd name="connsiteX313" fmla="*/ 8153603 w 12188965"/>
              <a:gd name="connsiteY313" fmla="*/ 2027517 h 2053176"/>
              <a:gd name="connsiteX314" fmla="*/ 8179264 w 12188965"/>
              <a:gd name="connsiteY314" fmla="*/ 2001858 h 2053176"/>
              <a:gd name="connsiteX315" fmla="*/ 8115057 w 12188965"/>
              <a:gd name="connsiteY315" fmla="*/ 2001858 h 2053176"/>
              <a:gd name="connsiteX316" fmla="*/ 8140717 w 12188965"/>
              <a:gd name="connsiteY316" fmla="*/ 2027517 h 2053176"/>
              <a:gd name="connsiteX317" fmla="*/ 8115057 w 12188965"/>
              <a:gd name="connsiteY317" fmla="*/ 2053176 h 2053176"/>
              <a:gd name="connsiteX318" fmla="*/ 8089398 w 12188965"/>
              <a:gd name="connsiteY318" fmla="*/ 2027517 h 2053176"/>
              <a:gd name="connsiteX319" fmla="*/ 8115057 w 12188965"/>
              <a:gd name="connsiteY319" fmla="*/ 2001858 h 2053176"/>
              <a:gd name="connsiteX320" fmla="*/ 8050852 w 12188965"/>
              <a:gd name="connsiteY320" fmla="*/ 2001858 h 2053176"/>
              <a:gd name="connsiteX321" fmla="*/ 8076510 w 12188965"/>
              <a:gd name="connsiteY321" fmla="*/ 2027517 h 2053176"/>
              <a:gd name="connsiteX322" fmla="*/ 8050852 w 12188965"/>
              <a:gd name="connsiteY322" fmla="*/ 2053176 h 2053176"/>
              <a:gd name="connsiteX323" fmla="*/ 8025194 w 12188965"/>
              <a:gd name="connsiteY323" fmla="*/ 2027517 h 2053176"/>
              <a:gd name="connsiteX324" fmla="*/ 8050852 w 12188965"/>
              <a:gd name="connsiteY324" fmla="*/ 2001858 h 2053176"/>
              <a:gd name="connsiteX325" fmla="*/ 7986648 w 12188965"/>
              <a:gd name="connsiteY325" fmla="*/ 2001858 h 2053176"/>
              <a:gd name="connsiteX326" fmla="*/ 8012306 w 12188965"/>
              <a:gd name="connsiteY326" fmla="*/ 2027517 h 2053176"/>
              <a:gd name="connsiteX327" fmla="*/ 7986648 w 12188965"/>
              <a:gd name="connsiteY327" fmla="*/ 2053176 h 2053176"/>
              <a:gd name="connsiteX328" fmla="*/ 7960990 w 12188965"/>
              <a:gd name="connsiteY328" fmla="*/ 2027517 h 2053176"/>
              <a:gd name="connsiteX329" fmla="*/ 7986648 w 12188965"/>
              <a:gd name="connsiteY329" fmla="*/ 2001858 h 2053176"/>
              <a:gd name="connsiteX330" fmla="*/ 7922444 w 12188965"/>
              <a:gd name="connsiteY330" fmla="*/ 2001858 h 2053176"/>
              <a:gd name="connsiteX331" fmla="*/ 7948102 w 12188965"/>
              <a:gd name="connsiteY331" fmla="*/ 2027517 h 2053176"/>
              <a:gd name="connsiteX332" fmla="*/ 7922444 w 12188965"/>
              <a:gd name="connsiteY332" fmla="*/ 2053176 h 2053176"/>
              <a:gd name="connsiteX333" fmla="*/ 7896783 w 12188965"/>
              <a:gd name="connsiteY333" fmla="*/ 2027517 h 2053176"/>
              <a:gd name="connsiteX334" fmla="*/ 7922444 w 12188965"/>
              <a:gd name="connsiteY334" fmla="*/ 2001858 h 2053176"/>
              <a:gd name="connsiteX335" fmla="*/ 7858237 w 12188965"/>
              <a:gd name="connsiteY335" fmla="*/ 2001858 h 2053176"/>
              <a:gd name="connsiteX336" fmla="*/ 7883895 w 12188965"/>
              <a:gd name="connsiteY336" fmla="*/ 2027517 h 2053176"/>
              <a:gd name="connsiteX337" fmla="*/ 7858237 w 12188965"/>
              <a:gd name="connsiteY337" fmla="*/ 2053176 h 2053176"/>
              <a:gd name="connsiteX338" fmla="*/ 7832578 w 12188965"/>
              <a:gd name="connsiteY338" fmla="*/ 2027517 h 2053176"/>
              <a:gd name="connsiteX339" fmla="*/ 7858237 w 12188965"/>
              <a:gd name="connsiteY339" fmla="*/ 2001858 h 2053176"/>
              <a:gd name="connsiteX340" fmla="*/ 7794032 w 12188965"/>
              <a:gd name="connsiteY340" fmla="*/ 2001858 h 2053176"/>
              <a:gd name="connsiteX341" fmla="*/ 7819690 w 12188965"/>
              <a:gd name="connsiteY341" fmla="*/ 2027517 h 2053176"/>
              <a:gd name="connsiteX342" fmla="*/ 7794032 w 12188965"/>
              <a:gd name="connsiteY342" fmla="*/ 2053176 h 2053176"/>
              <a:gd name="connsiteX343" fmla="*/ 7768371 w 12188965"/>
              <a:gd name="connsiteY343" fmla="*/ 2027517 h 2053176"/>
              <a:gd name="connsiteX344" fmla="*/ 7794032 w 12188965"/>
              <a:gd name="connsiteY344" fmla="*/ 2001858 h 2053176"/>
              <a:gd name="connsiteX345" fmla="*/ 7729825 w 12188965"/>
              <a:gd name="connsiteY345" fmla="*/ 2001858 h 2053176"/>
              <a:gd name="connsiteX346" fmla="*/ 7755486 w 12188965"/>
              <a:gd name="connsiteY346" fmla="*/ 2027517 h 2053176"/>
              <a:gd name="connsiteX347" fmla="*/ 7729825 w 12188965"/>
              <a:gd name="connsiteY347" fmla="*/ 2053176 h 2053176"/>
              <a:gd name="connsiteX348" fmla="*/ 7704167 w 12188965"/>
              <a:gd name="connsiteY348" fmla="*/ 2027517 h 2053176"/>
              <a:gd name="connsiteX349" fmla="*/ 7729825 w 12188965"/>
              <a:gd name="connsiteY349" fmla="*/ 2001858 h 2053176"/>
              <a:gd name="connsiteX350" fmla="*/ 7665621 w 12188965"/>
              <a:gd name="connsiteY350" fmla="*/ 2001858 h 2053176"/>
              <a:gd name="connsiteX351" fmla="*/ 7691279 w 12188965"/>
              <a:gd name="connsiteY351" fmla="*/ 2027517 h 2053176"/>
              <a:gd name="connsiteX352" fmla="*/ 7665621 w 12188965"/>
              <a:gd name="connsiteY352" fmla="*/ 2053176 h 2053176"/>
              <a:gd name="connsiteX353" fmla="*/ 7639963 w 12188965"/>
              <a:gd name="connsiteY353" fmla="*/ 2027517 h 2053176"/>
              <a:gd name="connsiteX354" fmla="*/ 7665621 w 12188965"/>
              <a:gd name="connsiteY354" fmla="*/ 2001858 h 2053176"/>
              <a:gd name="connsiteX355" fmla="*/ 7601299 w 12188965"/>
              <a:gd name="connsiteY355" fmla="*/ 2001858 h 2053176"/>
              <a:gd name="connsiteX356" fmla="*/ 7626959 w 12188965"/>
              <a:gd name="connsiteY356" fmla="*/ 2027517 h 2053176"/>
              <a:gd name="connsiteX357" fmla="*/ 7601299 w 12188965"/>
              <a:gd name="connsiteY357" fmla="*/ 2053176 h 2053176"/>
              <a:gd name="connsiteX358" fmla="*/ 7575640 w 12188965"/>
              <a:gd name="connsiteY358" fmla="*/ 2027517 h 2053176"/>
              <a:gd name="connsiteX359" fmla="*/ 7601299 w 12188965"/>
              <a:gd name="connsiteY359" fmla="*/ 2001858 h 2053176"/>
              <a:gd name="connsiteX360" fmla="*/ 7537094 w 12188965"/>
              <a:gd name="connsiteY360" fmla="*/ 2001858 h 2053176"/>
              <a:gd name="connsiteX361" fmla="*/ 7562752 w 12188965"/>
              <a:gd name="connsiteY361" fmla="*/ 2027517 h 2053176"/>
              <a:gd name="connsiteX362" fmla="*/ 7537094 w 12188965"/>
              <a:gd name="connsiteY362" fmla="*/ 2053176 h 2053176"/>
              <a:gd name="connsiteX363" fmla="*/ 7511436 w 12188965"/>
              <a:gd name="connsiteY363" fmla="*/ 2027517 h 2053176"/>
              <a:gd name="connsiteX364" fmla="*/ 7537094 w 12188965"/>
              <a:gd name="connsiteY364" fmla="*/ 2001858 h 2053176"/>
              <a:gd name="connsiteX365" fmla="*/ 7472890 w 12188965"/>
              <a:gd name="connsiteY365" fmla="*/ 2001858 h 2053176"/>
              <a:gd name="connsiteX366" fmla="*/ 7498548 w 12188965"/>
              <a:gd name="connsiteY366" fmla="*/ 2027517 h 2053176"/>
              <a:gd name="connsiteX367" fmla="*/ 7472890 w 12188965"/>
              <a:gd name="connsiteY367" fmla="*/ 2053176 h 2053176"/>
              <a:gd name="connsiteX368" fmla="*/ 7447229 w 12188965"/>
              <a:gd name="connsiteY368" fmla="*/ 2027517 h 2053176"/>
              <a:gd name="connsiteX369" fmla="*/ 7472890 w 12188965"/>
              <a:gd name="connsiteY369" fmla="*/ 2001858 h 2053176"/>
              <a:gd name="connsiteX370" fmla="*/ 7408683 w 12188965"/>
              <a:gd name="connsiteY370" fmla="*/ 2001858 h 2053176"/>
              <a:gd name="connsiteX371" fmla="*/ 7434341 w 12188965"/>
              <a:gd name="connsiteY371" fmla="*/ 2027517 h 2053176"/>
              <a:gd name="connsiteX372" fmla="*/ 7408683 w 12188965"/>
              <a:gd name="connsiteY372" fmla="*/ 2053176 h 2053176"/>
              <a:gd name="connsiteX373" fmla="*/ 7383025 w 12188965"/>
              <a:gd name="connsiteY373" fmla="*/ 2027517 h 2053176"/>
              <a:gd name="connsiteX374" fmla="*/ 7408683 w 12188965"/>
              <a:gd name="connsiteY374" fmla="*/ 2001858 h 2053176"/>
              <a:gd name="connsiteX375" fmla="*/ 7344479 w 12188965"/>
              <a:gd name="connsiteY375" fmla="*/ 2001858 h 2053176"/>
              <a:gd name="connsiteX376" fmla="*/ 7370137 w 12188965"/>
              <a:gd name="connsiteY376" fmla="*/ 2027517 h 2053176"/>
              <a:gd name="connsiteX377" fmla="*/ 7344479 w 12188965"/>
              <a:gd name="connsiteY377" fmla="*/ 2053176 h 2053176"/>
              <a:gd name="connsiteX378" fmla="*/ 7318820 w 12188965"/>
              <a:gd name="connsiteY378" fmla="*/ 2027517 h 2053176"/>
              <a:gd name="connsiteX379" fmla="*/ 7344479 w 12188965"/>
              <a:gd name="connsiteY379" fmla="*/ 2001858 h 2053176"/>
              <a:gd name="connsiteX380" fmla="*/ 7280274 w 12188965"/>
              <a:gd name="connsiteY380" fmla="*/ 2001858 h 2053176"/>
              <a:gd name="connsiteX381" fmla="*/ 7305932 w 12188965"/>
              <a:gd name="connsiteY381" fmla="*/ 2027517 h 2053176"/>
              <a:gd name="connsiteX382" fmla="*/ 7280274 w 12188965"/>
              <a:gd name="connsiteY382" fmla="*/ 2053176 h 2053176"/>
              <a:gd name="connsiteX383" fmla="*/ 7254613 w 12188965"/>
              <a:gd name="connsiteY383" fmla="*/ 2027517 h 2053176"/>
              <a:gd name="connsiteX384" fmla="*/ 7280274 w 12188965"/>
              <a:gd name="connsiteY384" fmla="*/ 2001858 h 2053176"/>
              <a:gd name="connsiteX385" fmla="*/ 7216067 w 12188965"/>
              <a:gd name="connsiteY385" fmla="*/ 2001858 h 2053176"/>
              <a:gd name="connsiteX386" fmla="*/ 7241725 w 12188965"/>
              <a:gd name="connsiteY386" fmla="*/ 2027517 h 2053176"/>
              <a:gd name="connsiteX387" fmla="*/ 7216067 w 12188965"/>
              <a:gd name="connsiteY387" fmla="*/ 2053176 h 2053176"/>
              <a:gd name="connsiteX388" fmla="*/ 7190409 w 12188965"/>
              <a:gd name="connsiteY388" fmla="*/ 2027517 h 2053176"/>
              <a:gd name="connsiteX389" fmla="*/ 7216067 w 12188965"/>
              <a:gd name="connsiteY389" fmla="*/ 2001858 h 2053176"/>
              <a:gd name="connsiteX390" fmla="*/ 7151863 w 12188965"/>
              <a:gd name="connsiteY390" fmla="*/ 2001858 h 2053176"/>
              <a:gd name="connsiteX391" fmla="*/ 7177521 w 12188965"/>
              <a:gd name="connsiteY391" fmla="*/ 2027517 h 2053176"/>
              <a:gd name="connsiteX392" fmla="*/ 7151863 w 12188965"/>
              <a:gd name="connsiteY392" fmla="*/ 2053176 h 2053176"/>
              <a:gd name="connsiteX393" fmla="*/ 7126205 w 12188965"/>
              <a:gd name="connsiteY393" fmla="*/ 2027517 h 2053176"/>
              <a:gd name="connsiteX394" fmla="*/ 7151863 w 12188965"/>
              <a:gd name="connsiteY394" fmla="*/ 2001858 h 2053176"/>
              <a:gd name="connsiteX395" fmla="*/ 7087658 w 12188965"/>
              <a:gd name="connsiteY395" fmla="*/ 2001858 h 2053176"/>
              <a:gd name="connsiteX396" fmla="*/ 7113317 w 12188965"/>
              <a:gd name="connsiteY396" fmla="*/ 2027517 h 2053176"/>
              <a:gd name="connsiteX397" fmla="*/ 7087658 w 12188965"/>
              <a:gd name="connsiteY397" fmla="*/ 2053176 h 2053176"/>
              <a:gd name="connsiteX398" fmla="*/ 7061998 w 12188965"/>
              <a:gd name="connsiteY398" fmla="*/ 2027517 h 2053176"/>
              <a:gd name="connsiteX399" fmla="*/ 7087658 w 12188965"/>
              <a:gd name="connsiteY399" fmla="*/ 2001858 h 2053176"/>
              <a:gd name="connsiteX400" fmla="*/ 7023451 w 12188965"/>
              <a:gd name="connsiteY400" fmla="*/ 2001858 h 2053176"/>
              <a:gd name="connsiteX401" fmla="*/ 7049112 w 12188965"/>
              <a:gd name="connsiteY401" fmla="*/ 2027517 h 2053176"/>
              <a:gd name="connsiteX402" fmla="*/ 7023451 w 12188965"/>
              <a:gd name="connsiteY402" fmla="*/ 2053176 h 2053176"/>
              <a:gd name="connsiteX403" fmla="*/ 6997793 w 12188965"/>
              <a:gd name="connsiteY403" fmla="*/ 2027517 h 2053176"/>
              <a:gd name="connsiteX404" fmla="*/ 7023451 w 12188965"/>
              <a:gd name="connsiteY404" fmla="*/ 2001858 h 2053176"/>
              <a:gd name="connsiteX405" fmla="*/ 6959247 w 12188965"/>
              <a:gd name="connsiteY405" fmla="*/ 2001858 h 2053176"/>
              <a:gd name="connsiteX406" fmla="*/ 6984905 w 12188965"/>
              <a:gd name="connsiteY406" fmla="*/ 2027517 h 2053176"/>
              <a:gd name="connsiteX407" fmla="*/ 6959247 w 12188965"/>
              <a:gd name="connsiteY407" fmla="*/ 2053176 h 2053176"/>
              <a:gd name="connsiteX408" fmla="*/ 6933589 w 12188965"/>
              <a:gd name="connsiteY408" fmla="*/ 2027517 h 2053176"/>
              <a:gd name="connsiteX409" fmla="*/ 6959247 w 12188965"/>
              <a:gd name="connsiteY409" fmla="*/ 2001858 h 2053176"/>
              <a:gd name="connsiteX410" fmla="*/ 6895043 w 12188965"/>
              <a:gd name="connsiteY410" fmla="*/ 2001858 h 2053176"/>
              <a:gd name="connsiteX411" fmla="*/ 6920701 w 12188965"/>
              <a:gd name="connsiteY411" fmla="*/ 2027517 h 2053176"/>
              <a:gd name="connsiteX412" fmla="*/ 6895043 w 12188965"/>
              <a:gd name="connsiteY412" fmla="*/ 2053176 h 2053176"/>
              <a:gd name="connsiteX413" fmla="*/ 6869382 w 12188965"/>
              <a:gd name="connsiteY413" fmla="*/ 2027517 h 2053176"/>
              <a:gd name="connsiteX414" fmla="*/ 6895043 w 12188965"/>
              <a:gd name="connsiteY414" fmla="*/ 2001858 h 2053176"/>
              <a:gd name="connsiteX415" fmla="*/ 6830836 w 12188965"/>
              <a:gd name="connsiteY415" fmla="*/ 2001858 h 2053176"/>
              <a:gd name="connsiteX416" fmla="*/ 6856494 w 12188965"/>
              <a:gd name="connsiteY416" fmla="*/ 2027517 h 2053176"/>
              <a:gd name="connsiteX417" fmla="*/ 6830836 w 12188965"/>
              <a:gd name="connsiteY417" fmla="*/ 2053176 h 2053176"/>
              <a:gd name="connsiteX418" fmla="*/ 6805178 w 12188965"/>
              <a:gd name="connsiteY418" fmla="*/ 2027517 h 2053176"/>
              <a:gd name="connsiteX419" fmla="*/ 6830836 w 12188965"/>
              <a:gd name="connsiteY419" fmla="*/ 2001858 h 2053176"/>
              <a:gd name="connsiteX420" fmla="*/ 6766631 w 12188965"/>
              <a:gd name="connsiteY420" fmla="*/ 2001858 h 2053176"/>
              <a:gd name="connsiteX421" fmla="*/ 6792290 w 12188965"/>
              <a:gd name="connsiteY421" fmla="*/ 2027517 h 2053176"/>
              <a:gd name="connsiteX422" fmla="*/ 6766631 w 12188965"/>
              <a:gd name="connsiteY422" fmla="*/ 2053176 h 2053176"/>
              <a:gd name="connsiteX423" fmla="*/ 6740973 w 12188965"/>
              <a:gd name="connsiteY423" fmla="*/ 2027517 h 2053176"/>
              <a:gd name="connsiteX424" fmla="*/ 6766631 w 12188965"/>
              <a:gd name="connsiteY424" fmla="*/ 2001858 h 2053176"/>
              <a:gd name="connsiteX425" fmla="*/ 6702427 w 12188965"/>
              <a:gd name="connsiteY425" fmla="*/ 2001858 h 2053176"/>
              <a:gd name="connsiteX426" fmla="*/ 6728085 w 12188965"/>
              <a:gd name="connsiteY426" fmla="*/ 2027517 h 2053176"/>
              <a:gd name="connsiteX427" fmla="*/ 6702427 w 12188965"/>
              <a:gd name="connsiteY427" fmla="*/ 2053176 h 2053176"/>
              <a:gd name="connsiteX428" fmla="*/ 6676766 w 12188965"/>
              <a:gd name="connsiteY428" fmla="*/ 2027517 h 2053176"/>
              <a:gd name="connsiteX429" fmla="*/ 6702427 w 12188965"/>
              <a:gd name="connsiteY429" fmla="*/ 2001858 h 2053176"/>
              <a:gd name="connsiteX430" fmla="*/ 6638220 w 12188965"/>
              <a:gd name="connsiteY430" fmla="*/ 2001858 h 2053176"/>
              <a:gd name="connsiteX431" fmla="*/ 6663881 w 12188965"/>
              <a:gd name="connsiteY431" fmla="*/ 2027517 h 2053176"/>
              <a:gd name="connsiteX432" fmla="*/ 6638220 w 12188965"/>
              <a:gd name="connsiteY432" fmla="*/ 2053176 h 2053176"/>
              <a:gd name="connsiteX433" fmla="*/ 6612562 w 12188965"/>
              <a:gd name="connsiteY433" fmla="*/ 2027517 h 2053176"/>
              <a:gd name="connsiteX434" fmla="*/ 6638220 w 12188965"/>
              <a:gd name="connsiteY434" fmla="*/ 2001858 h 2053176"/>
              <a:gd name="connsiteX435" fmla="*/ 6574016 w 12188965"/>
              <a:gd name="connsiteY435" fmla="*/ 2001858 h 2053176"/>
              <a:gd name="connsiteX436" fmla="*/ 6599674 w 12188965"/>
              <a:gd name="connsiteY436" fmla="*/ 2027517 h 2053176"/>
              <a:gd name="connsiteX437" fmla="*/ 6574016 w 12188965"/>
              <a:gd name="connsiteY437" fmla="*/ 2053176 h 2053176"/>
              <a:gd name="connsiteX438" fmla="*/ 6548357 w 12188965"/>
              <a:gd name="connsiteY438" fmla="*/ 2027517 h 2053176"/>
              <a:gd name="connsiteX439" fmla="*/ 6574016 w 12188965"/>
              <a:gd name="connsiteY439" fmla="*/ 2001858 h 2053176"/>
              <a:gd name="connsiteX440" fmla="*/ 6509693 w 12188965"/>
              <a:gd name="connsiteY440" fmla="*/ 2001858 h 2053176"/>
              <a:gd name="connsiteX441" fmla="*/ 6535352 w 12188965"/>
              <a:gd name="connsiteY441" fmla="*/ 2027517 h 2053176"/>
              <a:gd name="connsiteX442" fmla="*/ 6509693 w 12188965"/>
              <a:gd name="connsiteY442" fmla="*/ 2053176 h 2053176"/>
              <a:gd name="connsiteX443" fmla="*/ 6484035 w 12188965"/>
              <a:gd name="connsiteY443" fmla="*/ 2027517 h 2053176"/>
              <a:gd name="connsiteX444" fmla="*/ 6509693 w 12188965"/>
              <a:gd name="connsiteY444" fmla="*/ 2001858 h 2053176"/>
              <a:gd name="connsiteX445" fmla="*/ 6445489 w 12188965"/>
              <a:gd name="connsiteY445" fmla="*/ 2001858 h 2053176"/>
              <a:gd name="connsiteX446" fmla="*/ 6471147 w 12188965"/>
              <a:gd name="connsiteY446" fmla="*/ 2027517 h 2053176"/>
              <a:gd name="connsiteX447" fmla="*/ 6445489 w 12188965"/>
              <a:gd name="connsiteY447" fmla="*/ 2053176 h 2053176"/>
              <a:gd name="connsiteX448" fmla="*/ 6419831 w 12188965"/>
              <a:gd name="connsiteY448" fmla="*/ 2027517 h 2053176"/>
              <a:gd name="connsiteX449" fmla="*/ 6445489 w 12188965"/>
              <a:gd name="connsiteY449" fmla="*/ 2001858 h 2053176"/>
              <a:gd name="connsiteX450" fmla="*/ 6381282 w 12188965"/>
              <a:gd name="connsiteY450" fmla="*/ 2001858 h 2053176"/>
              <a:gd name="connsiteX451" fmla="*/ 6406943 w 12188965"/>
              <a:gd name="connsiteY451" fmla="*/ 2027517 h 2053176"/>
              <a:gd name="connsiteX452" fmla="*/ 6381282 w 12188965"/>
              <a:gd name="connsiteY452" fmla="*/ 2053176 h 2053176"/>
              <a:gd name="connsiteX453" fmla="*/ 6355624 w 12188965"/>
              <a:gd name="connsiteY453" fmla="*/ 2027517 h 2053176"/>
              <a:gd name="connsiteX454" fmla="*/ 6381282 w 12188965"/>
              <a:gd name="connsiteY454" fmla="*/ 2001858 h 2053176"/>
              <a:gd name="connsiteX455" fmla="*/ 6317078 w 12188965"/>
              <a:gd name="connsiteY455" fmla="*/ 2001858 h 2053176"/>
              <a:gd name="connsiteX456" fmla="*/ 6342736 w 12188965"/>
              <a:gd name="connsiteY456" fmla="*/ 2027517 h 2053176"/>
              <a:gd name="connsiteX457" fmla="*/ 6317078 w 12188965"/>
              <a:gd name="connsiteY457" fmla="*/ 2053176 h 2053176"/>
              <a:gd name="connsiteX458" fmla="*/ 6291420 w 12188965"/>
              <a:gd name="connsiteY458" fmla="*/ 2027517 h 2053176"/>
              <a:gd name="connsiteX459" fmla="*/ 6317078 w 12188965"/>
              <a:gd name="connsiteY459" fmla="*/ 2001858 h 2053176"/>
              <a:gd name="connsiteX460" fmla="*/ 6252873 w 12188965"/>
              <a:gd name="connsiteY460" fmla="*/ 2001858 h 2053176"/>
              <a:gd name="connsiteX461" fmla="*/ 6278532 w 12188965"/>
              <a:gd name="connsiteY461" fmla="*/ 2027517 h 2053176"/>
              <a:gd name="connsiteX462" fmla="*/ 6252873 w 12188965"/>
              <a:gd name="connsiteY462" fmla="*/ 2053176 h 2053176"/>
              <a:gd name="connsiteX463" fmla="*/ 6227213 w 12188965"/>
              <a:gd name="connsiteY463" fmla="*/ 2027517 h 2053176"/>
              <a:gd name="connsiteX464" fmla="*/ 6252873 w 12188965"/>
              <a:gd name="connsiteY464" fmla="*/ 2001858 h 2053176"/>
              <a:gd name="connsiteX465" fmla="*/ 6188666 w 12188965"/>
              <a:gd name="connsiteY465" fmla="*/ 2001858 h 2053176"/>
              <a:gd name="connsiteX466" fmla="*/ 6214327 w 12188965"/>
              <a:gd name="connsiteY466" fmla="*/ 2027517 h 2053176"/>
              <a:gd name="connsiteX467" fmla="*/ 6188666 w 12188965"/>
              <a:gd name="connsiteY467" fmla="*/ 2053176 h 2053176"/>
              <a:gd name="connsiteX468" fmla="*/ 6163008 w 12188965"/>
              <a:gd name="connsiteY468" fmla="*/ 2027517 h 2053176"/>
              <a:gd name="connsiteX469" fmla="*/ 6188666 w 12188965"/>
              <a:gd name="connsiteY469" fmla="*/ 2001858 h 2053176"/>
              <a:gd name="connsiteX470" fmla="*/ 6124462 w 12188965"/>
              <a:gd name="connsiteY470" fmla="*/ 2001858 h 2053176"/>
              <a:gd name="connsiteX471" fmla="*/ 6150123 w 12188965"/>
              <a:gd name="connsiteY471" fmla="*/ 2027517 h 2053176"/>
              <a:gd name="connsiteX472" fmla="*/ 6124462 w 12188965"/>
              <a:gd name="connsiteY472" fmla="*/ 2053176 h 2053176"/>
              <a:gd name="connsiteX473" fmla="*/ 6098804 w 12188965"/>
              <a:gd name="connsiteY473" fmla="*/ 2027517 h 2053176"/>
              <a:gd name="connsiteX474" fmla="*/ 6124462 w 12188965"/>
              <a:gd name="connsiteY474" fmla="*/ 2001858 h 2053176"/>
              <a:gd name="connsiteX475" fmla="*/ 6064505 w 12188965"/>
              <a:gd name="connsiteY475" fmla="*/ 2001858 h 2053176"/>
              <a:gd name="connsiteX476" fmla="*/ 6090163 w 12188965"/>
              <a:gd name="connsiteY476" fmla="*/ 2027517 h 2053176"/>
              <a:gd name="connsiteX477" fmla="*/ 6064505 w 12188965"/>
              <a:gd name="connsiteY477" fmla="*/ 2053176 h 2053176"/>
              <a:gd name="connsiteX478" fmla="*/ 6038844 w 12188965"/>
              <a:gd name="connsiteY478" fmla="*/ 2027517 h 2053176"/>
              <a:gd name="connsiteX479" fmla="*/ 6064505 w 12188965"/>
              <a:gd name="connsiteY479" fmla="*/ 2001858 h 2053176"/>
              <a:gd name="connsiteX480" fmla="*/ 6000298 w 12188965"/>
              <a:gd name="connsiteY480" fmla="*/ 2001858 h 2053176"/>
              <a:gd name="connsiteX481" fmla="*/ 6025956 w 12188965"/>
              <a:gd name="connsiteY481" fmla="*/ 2027517 h 2053176"/>
              <a:gd name="connsiteX482" fmla="*/ 6000298 w 12188965"/>
              <a:gd name="connsiteY482" fmla="*/ 2053176 h 2053176"/>
              <a:gd name="connsiteX483" fmla="*/ 5974639 w 12188965"/>
              <a:gd name="connsiteY483" fmla="*/ 2027517 h 2053176"/>
              <a:gd name="connsiteX484" fmla="*/ 6000298 w 12188965"/>
              <a:gd name="connsiteY484" fmla="*/ 2001858 h 2053176"/>
              <a:gd name="connsiteX485" fmla="*/ 5936092 w 12188965"/>
              <a:gd name="connsiteY485" fmla="*/ 2001858 h 2053176"/>
              <a:gd name="connsiteX486" fmla="*/ 5961751 w 12188965"/>
              <a:gd name="connsiteY486" fmla="*/ 2027517 h 2053176"/>
              <a:gd name="connsiteX487" fmla="*/ 5936092 w 12188965"/>
              <a:gd name="connsiteY487" fmla="*/ 2053176 h 2053176"/>
              <a:gd name="connsiteX488" fmla="*/ 5910435 w 12188965"/>
              <a:gd name="connsiteY488" fmla="*/ 2027517 h 2053176"/>
              <a:gd name="connsiteX489" fmla="*/ 5936092 w 12188965"/>
              <a:gd name="connsiteY489" fmla="*/ 2001858 h 2053176"/>
              <a:gd name="connsiteX490" fmla="*/ 5871887 w 12188965"/>
              <a:gd name="connsiteY490" fmla="*/ 2001858 h 2053176"/>
              <a:gd name="connsiteX491" fmla="*/ 5897547 w 12188965"/>
              <a:gd name="connsiteY491" fmla="*/ 2027517 h 2053176"/>
              <a:gd name="connsiteX492" fmla="*/ 5871887 w 12188965"/>
              <a:gd name="connsiteY492" fmla="*/ 2053176 h 2053176"/>
              <a:gd name="connsiteX493" fmla="*/ 5846228 w 12188965"/>
              <a:gd name="connsiteY493" fmla="*/ 2027517 h 2053176"/>
              <a:gd name="connsiteX494" fmla="*/ 5871887 w 12188965"/>
              <a:gd name="connsiteY494" fmla="*/ 2001858 h 2053176"/>
              <a:gd name="connsiteX495" fmla="*/ 5807683 w 12188965"/>
              <a:gd name="connsiteY495" fmla="*/ 2001858 h 2053176"/>
              <a:gd name="connsiteX496" fmla="*/ 5833341 w 12188965"/>
              <a:gd name="connsiteY496" fmla="*/ 2027517 h 2053176"/>
              <a:gd name="connsiteX497" fmla="*/ 5807683 w 12188965"/>
              <a:gd name="connsiteY497" fmla="*/ 2053176 h 2053176"/>
              <a:gd name="connsiteX498" fmla="*/ 5782024 w 12188965"/>
              <a:gd name="connsiteY498" fmla="*/ 2027517 h 2053176"/>
              <a:gd name="connsiteX499" fmla="*/ 5807683 w 12188965"/>
              <a:gd name="connsiteY499" fmla="*/ 2001858 h 2053176"/>
              <a:gd name="connsiteX500" fmla="*/ 5743477 w 12188965"/>
              <a:gd name="connsiteY500" fmla="*/ 2001858 h 2053176"/>
              <a:gd name="connsiteX501" fmla="*/ 5769136 w 12188965"/>
              <a:gd name="connsiteY501" fmla="*/ 2027517 h 2053176"/>
              <a:gd name="connsiteX502" fmla="*/ 5743477 w 12188965"/>
              <a:gd name="connsiteY502" fmla="*/ 2053176 h 2053176"/>
              <a:gd name="connsiteX503" fmla="*/ 5717818 w 12188965"/>
              <a:gd name="connsiteY503" fmla="*/ 2027517 h 2053176"/>
              <a:gd name="connsiteX504" fmla="*/ 5743477 w 12188965"/>
              <a:gd name="connsiteY504" fmla="*/ 2001858 h 2053176"/>
              <a:gd name="connsiteX505" fmla="*/ 5679272 w 12188965"/>
              <a:gd name="connsiteY505" fmla="*/ 2001858 h 2053176"/>
              <a:gd name="connsiteX506" fmla="*/ 5704930 w 12188965"/>
              <a:gd name="connsiteY506" fmla="*/ 2027517 h 2053176"/>
              <a:gd name="connsiteX507" fmla="*/ 5679272 w 12188965"/>
              <a:gd name="connsiteY507" fmla="*/ 2053176 h 2053176"/>
              <a:gd name="connsiteX508" fmla="*/ 5653614 w 12188965"/>
              <a:gd name="connsiteY508" fmla="*/ 2027517 h 2053176"/>
              <a:gd name="connsiteX509" fmla="*/ 5679272 w 12188965"/>
              <a:gd name="connsiteY509" fmla="*/ 2001858 h 2053176"/>
              <a:gd name="connsiteX510" fmla="*/ 5615066 w 12188965"/>
              <a:gd name="connsiteY510" fmla="*/ 2001858 h 2053176"/>
              <a:gd name="connsiteX511" fmla="*/ 5640726 w 12188965"/>
              <a:gd name="connsiteY511" fmla="*/ 2027517 h 2053176"/>
              <a:gd name="connsiteX512" fmla="*/ 5615066 w 12188965"/>
              <a:gd name="connsiteY512" fmla="*/ 2053176 h 2053176"/>
              <a:gd name="connsiteX513" fmla="*/ 5589407 w 12188965"/>
              <a:gd name="connsiteY513" fmla="*/ 2027517 h 2053176"/>
              <a:gd name="connsiteX514" fmla="*/ 5615066 w 12188965"/>
              <a:gd name="connsiteY514" fmla="*/ 2001858 h 2053176"/>
              <a:gd name="connsiteX515" fmla="*/ 5550862 w 12188965"/>
              <a:gd name="connsiteY515" fmla="*/ 2001858 h 2053176"/>
              <a:gd name="connsiteX516" fmla="*/ 5576520 w 12188965"/>
              <a:gd name="connsiteY516" fmla="*/ 2027517 h 2053176"/>
              <a:gd name="connsiteX517" fmla="*/ 5550862 w 12188965"/>
              <a:gd name="connsiteY517" fmla="*/ 2053176 h 2053176"/>
              <a:gd name="connsiteX518" fmla="*/ 5525203 w 12188965"/>
              <a:gd name="connsiteY518" fmla="*/ 2027517 h 2053176"/>
              <a:gd name="connsiteX519" fmla="*/ 5550862 w 12188965"/>
              <a:gd name="connsiteY519" fmla="*/ 2001858 h 2053176"/>
              <a:gd name="connsiteX520" fmla="*/ 5486655 w 12188965"/>
              <a:gd name="connsiteY520" fmla="*/ 2001858 h 2053176"/>
              <a:gd name="connsiteX521" fmla="*/ 5512316 w 12188965"/>
              <a:gd name="connsiteY521" fmla="*/ 2027517 h 2053176"/>
              <a:gd name="connsiteX522" fmla="*/ 5486655 w 12188965"/>
              <a:gd name="connsiteY522" fmla="*/ 2053176 h 2053176"/>
              <a:gd name="connsiteX523" fmla="*/ 5460997 w 12188965"/>
              <a:gd name="connsiteY523" fmla="*/ 2027517 h 2053176"/>
              <a:gd name="connsiteX524" fmla="*/ 5486655 w 12188965"/>
              <a:gd name="connsiteY524" fmla="*/ 2001858 h 2053176"/>
              <a:gd name="connsiteX525" fmla="*/ 5422451 w 12188965"/>
              <a:gd name="connsiteY525" fmla="*/ 2001858 h 2053176"/>
              <a:gd name="connsiteX526" fmla="*/ 5448109 w 12188965"/>
              <a:gd name="connsiteY526" fmla="*/ 2027517 h 2053176"/>
              <a:gd name="connsiteX527" fmla="*/ 5422451 w 12188965"/>
              <a:gd name="connsiteY527" fmla="*/ 2053176 h 2053176"/>
              <a:gd name="connsiteX528" fmla="*/ 5396791 w 12188965"/>
              <a:gd name="connsiteY528" fmla="*/ 2027517 h 2053176"/>
              <a:gd name="connsiteX529" fmla="*/ 5422451 w 12188965"/>
              <a:gd name="connsiteY529" fmla="*/ 2001858 h 2053176"/>
              <a:gd name="connsiteX530" fmla="*/ 5358245 w 12188965"/>
              <a:gd name="connsiteY530" fmla="*/ 2001858 h 2053176"/>
              <a:gd name="connsiteX531" fmla="*/ 5383904 w 12188965"/>
              <a:gd name="connsiteY531" fmla="*/ 2027517 h 2053176"/>
              <a:gd name="connsiteX532" fmla="*/ 5358245 w 12188965"/>
              <a:gd name="connsiteY532" fmla="*/ 2053176 h 2053176"/>
              <a:gd name="connsiteX533" fmla="*/ 5332587 w 12188965"/>
              <a:gd name="connsiteY533" fmla="*/ 2027517 h 2053176"/>
              <a:gd name="connsiteX534" fmla="*/ 5358245 w 12188965"/>
              <a:gd name="connsiteY534" fmla="*/ 2001858 h 2053176"/>
              <a:gd name="connsiteX535" fmla="*/ 5294040 w 12188965"/>
              <a:gd name="connsiteY535" fmla="*/ 2001858 h 2053176"/>
              <a:gd name="connsiteX536" fmla="*/ 5319699 w 12188965"/>
              <a:gd name="connsiteY536" fmla="*/ 2027517 h 2053176"/>
              <a:gd name="connsiteX537" fmla="*/ 5294040 w 12188965"/>
              <a:gd name="connsiteY537" fmla="*/ 2053176 h 2053176"/>
              <a:gd name="connsiteX538" fmla="*/ 5268382 w 12188965"/>
              <a:gd name="connsiteY538" fmla="*/ 2027517 h 2053176"/>
              <a:gd name="connsiteX539" fmla="*/ 5294040 w 12188965"/>
              <a:gd name="connsiteY539" fmla="*/ 2001858 h 2053176"/>
              <a:gd name="connsiteX540" fmla="*/ 5229719 w 12188965"/>
              <a:gd name="connsiteY540" fmla="*/ 2001858 h 2053176"/>
              <a:gd name="connsiteX541" fmla="*/ 5255377 w 12188965"/>
              <a:gd name="connsiteY541" fmla="*/ 2027517 h 2053176"/>
              <a:gd name="connsiteX542" fmla="*/ 5229719 w 12188965"/>
              <a:gd name="connsiteY542" fmla="*/ 2053176 h 2053176"/>
              <a:gd name="connsiteX543" fmla="*/ 5204058 w 12188965"/>
              <a:gd name="connsiteY543" fmla="*/ 2027517 h 2053176"/>
              <a:gd name="connsiteX544" fmla="*/ 5229719 w 12188965"/>
              <a:gd name="connsiteY544" fmla="*/ 2001858 h 2053176"/>
              <a:gd name="connsiteX545" fmla="*/ 5165514 w 12188965"/>
              <a:gd name="connsiteY545" fmla="*/ 2001858 h 2053176"/>
              <a:gd name="connsiteX546" fmla="*/ 5191171 w 12188965"/>
              <a:gd name="connsiteY546" fmla="*/ 2027517 h 2053176"/>
              <a:gd name="connsiteX547" fmla="*/ 5165514 w 12188965"/>
              <a:gd name="connsiteY547" fmla="*/ 2053176 h 2053176"/>
              <a:gd name="connsiteX548" fmla="*/ 5139855 w 12188965"/>
              <a:gd name="connsiteY548" fmla="*/ 2027517 h 2053176"/>
              <a:gd name="connsiteX549" fmla="*/ 5165514 w 12188965"/>
              <a:gd name="connsiteY549" fmla="*/ 2001858 h 2053176"/>
              <a:gd name="connsiteX550" fmla="*/ 5101309 w 12188965"/>
              <a:gd name="connsiteY550" fmla="*/ 2001858 h 2053176"/>
              <a:gd name="connsiteX551" fmla="*/ 5126967 w 12188965"/>
              <a:gd name="connsiteY551" fmla="*/ 2027517 h 2053176"/>
              <a:gd name="connsiteX552" fmla="*/ 5101309 w 12188965"/>
              <a:gd name="connsiteY552" fmla="*/ 2053176 h 2053176"/>
              <a:gd name="connsiteX553" fmla="*/ 5075649 w 12188965"/>
              <a:gd name="connsiteY553" fmla="*/ 2027517 h 2053176"/>
              <a:gd name="connsiteX554" fmla="*/ 5101309 w 12188965"/>
              <a:gd name="connsiteY554" fmla="*/ 2001858 h 2053176"/>
              <a:gd name="connsiteX555" fmla="*/ 5037104 w 12188965"/>
              <a:gd name="connsiteY555" fmla="*/ 2001858 h 2053176"/>
              <a:gd name="connsiteX556" fmla="*/ 5062762 w 12188965"/>
              <a:gd name="connsiteY556" fmla="*/ 2027517 h 2053176"/>
              <a:gd name="connsiteX557" fmla="*/ 5037104 w 12188965"/>
              <a:gd name="connsiteY557" fmla="*/ 2053176 h 2053176"/>
              <a:gd name="connsiteX558" fmla="*/ 5011445 w 12188965"/>
              <a:gd name="connsiteY558" fmla="*/ 2027517 h 2053176"/>
              <a:gd name="connsiteX559" fmla="*/ 5037104 w 12188965"/>
              <a:gd name="connsiteY559" fmla="*/ 2001858 h 2053176"/>
              <a:gd name="connsiteX560" fmla="*/ 4972896 w 12188965"/>
              <a:gd name="connsiteY560" fmla="*/ 2001858 h 2053176"/>
              <a:gd name="connsiteX561" fmla="*/ 4998557 w 12188965"/>
              <a:gd name="connsiteY561" fmla="*/ 2027517 h 2053176"/>
              <a:gd name="connsiteX562" fmla="*/ 4972896 w 12188965"/>
              <a:gd name="connsiteY562" fmla="*/ 2053176 h 2053176"/>
              <a:gd name="connsiteX563" fmla="*/ 4947240 w 12188965"/>
              <a:gd name="connsiteY563" fmla="*/ 2027517 h 2053176"/>
              <a:gd name="connsiteX564" fmla="*/ 4972896 w 12188965"/>
              <a:gd name="connsiteY564" fmla="*/ 2001858 h 2053176"/>
              <a:gd name="connsiteX565" fmla="*/ 4908693 w 12188965"/>
              <a:gd name="connsiteY565" fmla="*/ 2001858 h 2053176"/>
              <a:gd name="connsiteX566" fmla="*/ 4934352 w 12188965"/>
              <a:gd name="connsiteY566" fmla="*/ 2027517 h 2053176"/>
              <a:gd name="connsiteX567" fmla="*/ 4908693 w 12188965"/>
              <a:gd name="connsiteY567" fmla="*/ 2053176 h 2053176"/>
              <a:gd name="connsiteX568" fmla="*/ 4883033 w 12188965"/>
              <a:gd name="connsiteY568" fmla="*/ 2027517 h 2053176"/>
              <a:gd name="connsiteX569" fmla="*/ 4908693 w 12188965"/>
              <a:gd name="connsiteY569" fmla="*/ 2001858 h 2053176"/>
              <a:gd name="connsiteX570" fmla="*/ 4844487 w 12188965"/>
              <a:gd name="connsiteY570" fmla="*/ 2001858 h 2053176"/>
              <a:gd name="connsiteX571" fmla="*/ 4870146 w 12188965"/>
              <a:gd name="connsiteY571" fmla="*/ 2027517 h 2053176"/>
              <a:gd name="connsiteX572" fmla="*/ 4844487 w 12188965"/>
              <a:gd name="connsiteY572" fmla="*/ 2053176 h 2053176"/>
              <a:gd name="connsiteX573" fmla="*/ 4818828 w 12188965"/>
              <a:gd name="connsiteY573" fmla="*/ 2027517 h 2053176"/>
              <a:gd name="connsiteX574" fmla="*/ 4844487 w 12188965"/>
              <a:gd name="connsiteY574" fmla="*/ 2001858 h 2053176"/>
              <a:gd name="connsiteX575" fmla="*/ 4780282 w 12188965"/>
              <a:gd name="connsiteY575" fmla="*/ 2001858 h 2053176"/>
              <a:gd name="connsiteX576" fmla="*/ 4805941 w 12188965"/>
              <a:gd name="connsiteY576" fmla="*/ 2027517 h 2053176"/>
              <a:gd name="connsiteX577" fmla="*/ 4780282 w 12188965"/>
              <a:gd name="connsiteY577" fmla="*/ 2053176 h 2053176"/>
              <a:gd name="connsiteX578" fmla="*/ 4754622 w 12188965"/>
              <a:gd name="connsiteY578" fmla="*/ 2027517 h 2053176"/>
              <a:gd name="connsiteX579" fmla="*/ 4780282 w 12188965"/>
              <a:gd name="connsiteY579" fmla="*/ 2001858 h 2053176"/>
              <a:gd name="connsiteX580" fmla="*/ 4716077 w 12188965"/>
              <a:gd name="connsiteY580" fmla="*/ 2001858 h 2053176"/>
              <a:gd name="connsiteX581" fmla="*/ 4741736 w 12188965"/>
              <a:gd name="connsiteY581" fmla="*/ 2027517 h 2053176"/>
              <a:gd name="connsiteX582" fmla="*/ 4716077 w 12188965"/>
              <a:gd name="connsiteY582" fmla="*/ 2053176 h 2053176"/>
              <a:gd name="connsiteX583" fmla="*/ 4690417 w 12188965"/>
              <a:gd name="connsiteY583" fmla="*/ 2027517 h 2053176"/>
              <a:gd name="connsiteX584" fmla="*/ 4716077 w 12188965"/>
              <a:gd name="connsiteY584" fmla="*/ 2001858 h 2053176"/>
              <a:gd name="connsiteX585" fmla="*/ 4651872 w 12188965"/>
              <a:gd name="connsiteY585" fmla="*/ 2001858 h 2053176"/>
              <a:gd name="connsiteX586" fmla="*/ 4677531 w 12188965"/>
              <a:gd name="connsiteY586" fmla="*/ 2027517 h 2053176"/>
              <a:gd name="connsiteX587" fmla="*/ 4651872 w 12188965"/>
              <a:gd name="connsiteY587" fmla="*/ 2053176 h 2053176"/>
              <a:gd name="connsiteX588" fmla="*/ 4626213 w 12188965"/>
              <a:gd name="connsiteY588" fmla="*/ 2027517 h 2053176"/>
              <a:gd name="connsiteX589" fmla="*/ 4651872 w 12188965"/>
              <a:gd name="connsiteY589" fmla="*/ 2001858 h 2053176"/>
              <a:gd name="connsiteX590" fmla="*/ 4587666 w 12188965"/>
              <a:gd name="connsiteY590" fmla="*/ 2001858 h 2053176"/>
              <a:gd name="connsiteX591" fmla="*/ 4613324 w 12188965"/>
              <a:gd name="connsiteY591" fmla="*/ 2027517 h 2053176"/>
              <a:gd name="connsiteX592" fmla="*/ 4587666 w 12188965"/>
              <a:gd name="connsiteY592" fmla="*/ 2053176 h 2053176"/>
              <a:gd name="connsiteX593" fmla="*/ 4562007 w 12188965"/>
              <a:gd name="connsiteY593" fmla="*/ 2027517 h 2053176"/>
              <a:gd name="connsiteX594" fmla="*/ 4587666 w 12188965"/>
              <a:gd name="connsiteY594" fmla="*/ 2001858 h 2053176"/>
              <a:gd name="connsiteX595" fmla="*/ 4523461 w 12188965"/>
              <a:gd name="connsiteY595" fmla="*/ 2001858 h 2053176"/>
              <a:gd name="connsiteX596" fmla="*/ 4549121 w 12188965"/>
              <a:gd name="connsiteY596" fmla="*/ 2027517 h 2053176"/>
              <a:gd name="connsiteX597" fmla="*/ 4523461 w 12188965"/>
              <a:gd name="connsiteY597" fmla="*/ 2053176 h 2053176"/>
              <a:gd name="connsiteX598" fmla="*/ 4497802 w 12188965"/>
              <a:gd name="connsiteY598" fmla="*/ 2027517 h 2053176"/>
              <a:gd name="connsiteX599" fmla="*/ 4523461 w 12188965"/>
              <a:gd name="connsiteY599" fmla="*/ 2001858 h 2053176"/>
              <a:gd name="connsiteX600" fmla="*/ 4459256 w 12188965"/>
              <a:gd name="connsiteY600" fmla="*/ 2001858 h 2053176"/>
              <a:gd name="connsiteX601" fmla="*/ 4484914 w 12188965"/>
              <a:gd name="connsiteY601" fmla="*/ 2027517 h 2053176"/>
              <a:gd name="connsiteX602" fmla="*/ 4459256 w 12188965"/>
              <a:gd name="connsiteY602" fmla="*/ 2053176 h 2053176"/>
              <a:gd name="connsiteX603" fmla="*/ 4433596 w 12188965"/>
              <a:gd name="connsiteY603" fmla="*/ 2027517 h 2053176"/>
              <a:gd name="connsiteX604" fmla="*/ 4459256 w 12188965"/>
              <a:gd name="connsiteY604" fmla="*/ 2001858 h 2053176"/>
              <a:gd name="connsiteX605" fmla="*/ 4395050 w 12188965"/>
              <a:gd name="connsiteY605" fmla="*/ 2001858 h 2053176"/>
              <a:gd name="connsiteX606" fmla="*/ 4420710 w 12188965"/>
              <a:gd name="connsiteY606" fmla="*/ 2027517 h 2053176"/>
              <a:gd name="connsiteX607" fmla="*/ 4395050 w 12188965"/>
              <a:gd name="connsiteY607" fmla="*/ 2053176 h 2053176"/>
              <a:gd name="connsiteX608" fmla="*/ 4369391 w 12188965"/>
              <a:gd name="connsiteY608" fmla="*/ 2027517 h 2053176"/>
              <a:gd name="connsiteX609" fmla="*/ 4395050 w 12188965"/>
              <a:gd name="connsiteY609" fmla="*/ 2001858 h 2053176"/>
              <a:gd name="connsiteX610" fmla="*/ 4330845 w 12188965"/>
              <a:gd name="connsiteY610" fmla="*/ 2001858 h 2053176"/>
              <a:gd name="connsiteX611" fmla="*/ 4356504 w 12188965"/>
              <a:gd name="connsiteY611" fmla="*/ 2027517 h 2053176"/>
              <a:gd name="connsiteX612" fmla="*/ 4330845 w 12188965"/>
              <a:gd name="connsiteY612" fmla="*/ 2053176 h 2053176"/>
              <a:gd name="connsiteX613" fmla="*/ 4305185 w 12188965"/>
              <a:gd name="connsiteY613" fmla="*/ 2027517 h 2053176"/>
              <a:gd name="connsiteX614" fmla="*/ 4330845 w 12188965"/>
              <a:gd name="connsiteY614" fmla="*/ 2001858 h 2053176"/>
              <a:gd name="connsiteX615" fmla="*/ 4266640 w 12188965"/>
              <a:gd name="connsiteY615" fmla="*/ 2001858 h 2053176"/>
              <a:gd name="connsiteX616" fmla="*/ 4292298 w 12188965"/>
              <a:gd name="connsiteY616" fmla="*/ 2027517 h 2053176"/>
              <a:gd name="connsiteX617" fmla="*/ 4266640 w 12188965"/>
              <a:gd name="connsiteY617" fmla="*/ 2053176 h 2053176"/>
              <a:gd name="connsiteX618" fmla="*/ 4240981 w 12188965"/>
              <a:gd name="connsiteY618" fmla="*/ 2027517 h 2053176"/>
              <a:gd name="connsiteX619" fmla="*/ 4266640 w 12188965"/>
              <a:gd name="connsiteY619" fmla="*/ 2001858 h 2053176"/>
              <a:gd name="connsiteX620" fmla="*/ 4202435 w 12188965"/>
              <a:gd name="connsiteY620" fmla="*/ 2001858 h 2053176"/>
              <a:gd name="connsiteX621" fmla="*/ 4228093 w 12188965"/>
              <a:gd name="connsiteY621" fmla="*/ 2027517 h 2053176"/>
              <a:gd name="connsiteX622" fmla="*/ 4202435 w 12188965"/>
              <a:gd name="connsiteY622" fmla="*/ 2053176 h 2053176"/>
              <a:gd name="connsiteX623" fmla="*/ 4176776 w 12188965"/>
              <a:gd name="connsiteY623" fmla="*/ 2027517 h 2053176"/>
              <a:gd name="connsiteX624" fmla="*/ 4202435 w 12188965"/>
              <a:gd name="connsiteY624" fmla="*/ 2001858 h 2053176"/>
              <a:gd name="connsiteX625" fmla="*/ 4138112 w 12188965"/>
              <a:gd name="connsiteY625" fmla="*/ 2001858 h 2053176"/>
              <a:gd name="connsiteX626" fmla="*/ 4163773 w 12188965"/>
              <a:gd name="connsiteY626" fmla="*/ 2027517 h 2053176"/>
              <a:gd name="connsiteX627" fmla="*/ 4138112 w 12188965"/>
              <a:gd name="connsiteY627" fmla="*/ 2053176 h 2053176"/>
              <a:gd name="connsiteX628" fmla="*/ 4112454 w 12188965"/>
              <a:gd name="connsiteY628" fmla="*/ 2027517 h 2053176"/>
              <a:gd name="connsiteX629" fmla="*/ 4138112 w 12188965"/>
              <a:gd name="connsiteY629" fmla="*/ 2001858 h 2053176"/>
              <a:gd name="connsiteX630" fmla="*/ 4073908 w 12188965"/>
              <a:gd name="connsiteY630" fmla="*/ 2001858 h 2053176"/>
              <a:gd name="connsiteX631" fmla="*/ 4099565 w 12188965"/>
              <a:gd name="connsiteY631" fmla="*/ 2027517 h 2053176"/>
              <a:gd name="connsiteX632" fmla="*/ 4073908 w 12188965"/>
              <a:gd name="connsiteY632" fmla="*/ 2053176 h 2053176"/>
              <a:gd name="connsiteX633" fmla="*/ 4048248 w 12188965"/>
              <a:gd name="connsiteY633" fmla="*/ 2027517 h 2053176"/>
              <a:gd name="connsiteX634" fmla="*/ 4073908 w 12188965"/>
              <a:gd name="connsiteY634" fmla="*/ 2001858 h 2053176"/>
              <a:gd name="connsiteX635" fmla="*/ 4009702 w 12188965"/>
              <a:gd name="connsiteY635" fmla="*/ 2001858 h 2053176"/>
              <a:gd name="connsiteX636" fmla="*/ 4035362 w 12188965"/>
              <a:gd name="connsiteY636" fmla="*/ 2027517 h 2053176"/>
              <a:gd name="connsiteX637" fmla="*/ 4009702 w 12188965"/>
              <a:gd name="connsiteY637" fmla="*/ 2053176 h 2053176"/>
              <a:gd name="connsiteX638" fmla="*/ 3984043 w 12188965"/>
              <a:gd name="connsiteY638" fmla="*/ 2027517 h 2053176"/>
              <a:gd name="connsiteX639" fmla="*/ 4009702 w 12188965"/>
              <a:gd name="connsiteY639" fmla="*/ 2001858 h 2053176"/>
              <a:gd name="connsiteX640" fmla="*/ 3945497 w 12188965"/>
              <a:gd name="connsiteY640" fmla="*/ 2001858 h 2053176"/>
              <a:gd name="connsiteX641" fmla="*/ 3971155 w 12188965"/>
              <a:gd name="connsiteY641" fmla="*/ 2027517 h 2053176"/>
              <a:gd name="connsiteX642" fmla="*/ 3945497 w 12188965"/>
              <a:gd name="connsiteY642" fmla="*/ 2053176 h 2053176"/>
              <a:gd name="connsiteX643" fmla="*/ 3919838 w 12188965"/>
              <a:gd name="connsiteY643" fmla="*/ 2027517 h 2053176"/>
              <a:gd name="connsiteX644" fmla="*/ 3945497 w 12188965"/>
              <a:gd name="connsiteY644" fmla="*/ 2001858 h 2053176"/>
              <a:gd name="connsiteX645" fmla="*/ 3881291 w 12188965"/>
              <a:gd name="connsiteY645" fmla="*/ 2001858 h 2053176"/>
              <a:gd name="connsiteX646" fmla="*/ 3906950 w 12188965"/>
              <a:gd name="connsiteY646" fmla="*/ 2027517 h 2053176"/>
              <a:gd name="connsiteX647" fmla="*/ 3881291 w 12188965"/>
              <a:gd name="connsiteY647" fmla="*/ 2053176 h 2053176"/>
              <a:gd name="connsiteX648" fmla="*/ 3855633 w 12188965"/>
              <a:gd name="connsiteY648" fmla="*/ 2027517 h 2053176"/>
              <a:gd name="connsiteX649" fmla="*/ 3881291 w 12188965"/>
              <a:gd name="connsiteY649" fmla="*/ 2001858 h 2053176"/>
              <a:gd name="connsiteX650" fmla="*/ 3817085 w 12188965"/>
              <a:gd name="connsiteY650" fmla="*/ 2001858 h 2053176"/>
              <a:gd name="connsiteX651" fmla="*/ 3842745 w 12188965"/>
              <a:gd name="connsiteY651" fmla="*/ 2027517 h 2053176"/>
              <a:gd name="connsiteX652" fmla="*/ 3817085 w 12188965"/>
              <a:gd name="connsiteY652" fmla="*/ 2053176 h 2053176"/>
              <a:gd name="connsiteX653" fmla="*/ 3791427 w 12188965"/>
              <a:gd name="connsiteY653" fmla="*/ 2027517 h 2053176"/>
              <a:gd name="connsiteX654" fmla="*/ 3817085 w 12188965"/>
              <a:gd name="connsiteY654" fmla="*/ 2001858 h 2053176"/>
              <a:gd name="connsiteX655" fmla="*/ 3752882 w 12188965"/>
              <a:gd name="connsiteY655" fmla="*/ 2001858 h 2053176"/>
              <a:gd name="connsiteX656" fmla="*/ 3778539 w 12188965"/>
              <a:gd name="connsiteY656" fmla="*/ 2027517 h 2053176"/>
              <a:gd name="connsiteX657" fmla="*/ 3752882 w 12188965"/>
              <a:gd name="connsiteY657" fmla="*/ 2053176 h 2053176"/>
              <a:gd name="connsiteX658" fmla="*/ 3727221 w 12188965"/>
              <a:gd name="connsiteY658" fmla="*/ 2027517 h 2053176"/>
              <a:gd name="connsiteX659" fmla="*/ 3752882 w 12188965"/>
              <a:gd name="connsiteY659" fmla="*/ 2001858 h 2053176"/>
              <a:gd name="connsiteX660" fmla="*/ 3688674 w 12188965"/>
              <a:gd name="connsiteY660" fmla="*/ 2001858 h 2053176"/>
              <a:gd name="connsiteX661" fmla="*/ 3714335 w 12188965"/>
              <a:gd name="connsiteY661" fmla="*/ 2027517 h 2053176"/>
              <a:gd name="connsiteX662" fmla="*/ 3688674 w 12188965"/>
              <a:gd name="connsiteY662" fmla="*/ 2053176 h 2053176"/>
              <a:gd name="connsiteX663" fmla="*/ 3663017 w 12188965"/>
              <a:gd name="connsiteY663" fmla="*/ 2027517 h 2053176"/>
              <a:gd name="connsiteX664" fmla="*/ 3688674 w 12188965"/>
              <a:gd name="connsiteY664" fmla="*/ 2001858 h 2053176"/>
              <a:gd name="connsiteX665" fmla="*/ 3624471 w 12188965"/>
              <a:gd name="connsiteY665" fmla="*/ 2001858 h 2053176"/>
              <a:gd name="connsiteX666" fmla="*/ 3650129 w 12188965"/>
              <a:gd name="connsiteY666" fmla="*/ 2027517 h 2053176"/>
              <a:gd name="connsiteX667" fmla="*/ 3624471 w 12188965"/>
              <a:gd name="connsiteY667" fmla="*/ 2053176 h 2053176"/>
              <a:gd name="connsiteX668" fmla="*/ 3598810 w 12188965"/>
              <a:gd name="connsiteY668" fmla="*/ 2027517 h 2053176"/>
              <a:gd name="connsiteX669" fmla="*/ 3624471 w 12188965"/>
              <a:gd name="connsiteY669" fmla="*/ 2001858 h 2053176"/>
              <a:gd name="connsiteX670" fmla="*/ 3560264 w 12188965"/>
              <a:gd name="connsiteY670" fmla="*/ 2001858 h 2053176"/>
              <a:gd name="connsiteX671" fmla="*/ 3585923 w 12188965"/>
              <a:gd name="connsiteY671" fmla="*/ 2027517 h 2053176"/>
              <a:gd name="connsiteX672" fmla="*/ 3560264 w 12188965"/>
              <a:gd name="connsiteY672" fmla="*/ 2053176 h 2053176"/>
              <a:gd name="connsiteX673" fmla="*/ 3534607 w 12188965"/>
              <a:gd name="connsiteY673" fmla="*/ 2027517 h 2053176"/>
              <a:gd name="connsiteX674" fmla="*/ 3560264 w 12188965"/>
              <a:gd name="connsiteY674" fmla="*/ 2001858 h 2053176"/>
              <a:gd name="connsiteX675" fmla="*/ 3496060 w 12188965"/>
              <a:gd name="connsiteY675" fmla="*/ 2001858 h 2053176"/>
              <a:gd name="connsiteX676" fmla="*/ 3521719 w 12188965"/>
              <a:gd name="connsiteY676" fmla="*/ 2027517 h 2053176"/>
              <a:gd name="connsiteX677" fmla="*/ 3496060 w 12188965"/>
              <a:gd name="connsiteY677" fmla="*/ 2053176 h 2053176"/>
              <a:gd name="connsiteX678" fmla="*/ 3470400 w 12188965"/>
              <a:gd name="connsiteY678" fmla="*/ 2027517 h 2053176"/>
              <a:gd name="connsiteX679" fmla="*/ 3496060 w 12188965"/>
              <a:gd name="connsiteY679" fmla="*/ 2001858 h 2053176"/>
              <a:gd name="connsiteX680" fmla="*/ 3431855 w 12188965"/>
              <a:gd name="connsiteY680" fmla="*/ 2001858 h 2053176"/>
              <a:gd name="connsiteX681" fmla="*/ 3457512 w 12188965"/>
              <a:gd name="connsiteY681" fmla="*/ 2027517 h 2053176"/>
              <a:gd name="connsiteX682" fmla="*/ 3431855 w 12188965"/>
              <a:gd name="connsiteY682" fmla="*/ 2053176 h 2053176"/>
              <a:gd name="connsiteX683" fmla="*/ 3406196 w 12188965"/>
              <a:gd name="connsiteY683" fmla="*/ 2027517 h 2053176"/>
              <a:gd name="connsiteX684" fmla="*/ 3431855 w 12188965"/>
              <a:gd name="connsiteY684" fmla="*/ 2001858 h 2053176"/>
              <a:gd name="connsiteX685" fmla="*/ 3367649 w 12188965"/>
              <a:gd name="connsiteY685" fmla="*/ 2001858 h 2053176"/>
              <a:gd name="connsiteX686" fmla="*/ 3393308 w 12188965"/>
              <a:gd name="connsiteY686" fmla="*/ 2027517 h 2053176"/>
              <a:gd name="connsiteX687" fmla="*/ 3367649 w 12188965"/>
              <a:gd name="connsiteY687" fmla="*/ 2053176 h 2053176"/>
              <a:gd name="connsiteX688" fmla="*/ 3341990 w 12188965"/>
              <a:gd name="connsiteY688" fmla="*/ 2027517 h 2053176"/>
              <a:gd name="connsiteX689" fmla="*/ 3367649 w 12188965"/>
              <a:gd name="connsiteY689" fmla="*/ 2001858 h 2053176"/>
              <a:gd name="connsiteX690" fmla="*/ 3303444 w 12188965"/>
              <a:gd name="connsiteY690" fmla="*/ 2001858 h 2053176"/>
              <a:gd name="connsiteX691" fmla="*/ 3329102 w 12188965"/>
              <a:gd name="connsiteY691" fmla="*/ 2027517 h 2053176"/>
              <a:gd name="connsiteX692" fmla="*/ 3303444 w 12188965"/>
              <a:gd name="connsiteY692" fmla="*/ 2053176 h 2053176"/>
              <a:gd name="connsiteX693" fmla="*/ 3277785 w 12188965"/>
              <a:gd name="connsiteY693" fmla="*/ 2027517 h 2053176"/>
              <a:gd name="connsiteX694" fmla="*/ 3303444 w 12188965"/>
              <a:gd name="connsiteY694" fmla="*/ 2001858 h 2053176"/>
              <a:gd name="connsiteX695" fmla="*/ 3239238 w 12188965"/>
              <a:gd name="connsiteY695" fmla="*/ 2001858 h 2053176"/>
              <a:gd name="connsiteX696" fmla="*/ 3264898 w 12188965"/>
              <a:gd name="connsiteY696" fmla="*/ 2027517 h 2053176"/>
              <a:gd name="connsiteX697" fmla="*/ 3239238 w 12188965"/>
              <a:gd name="connsiteY697" fmla="*/ 2053176 h 2053176"/>
              <a:gd name="connsiteX698" fmla="*/ 3213580 w 12188965"/>
              <a:gd name="connsiteY698" fmla="*/ 2027517 h 2053176"/>
              <a:gd name="connsiteX699" fmla="*/ 3239238 w 12188965"/>
              <a:gd name="connsiteY699" fmla="*/ 2001858 h 2053176"/>
              <a:gd name="connsiteX700" fmla="*/ 3175034 w 12188965"/>
              <a:gd name="connsiteY700" fmla="*/ 2001858 h 2053176"/>
              <a:gd name="connsiteX701" fmla="*/ 3200692 w 12188965"/>
              <a:gd name="connsiteY701" fmla="*/ 2027517 h 2053176"/>
              <a:gd name="connsiteX702" fmla="*/ 3175034 w 12188965"/>
              <a:gd name="connsiteY702" fmla="*/ 2053176 h 2053176"/>
              <a:gd name="connsiteX703" fmla="*/ 3149375 w 12188965"/>
              <a:gd name="connsiteY703" fmla="*/ 2027517 h 2053176"/>
              <a:gd name="connsiteX704" fmla="*/ 3175034 w 12188965"/>
              <a:gd name="connsiteY704" fmla="*/ 2001858 h 2053176"/>
              <a:gd name="connsiteX705" fmla="*/ 3110828 w 12188965"/>
              <a:gd name="connsiteY705" fmla="*/ 2001858 h 2053176"/>
              <a:gd name="connsiteX706" fmla="*/ 3136487 w 12188965"/>
              <a:gd name="connsiteY706" fmla="*/ 2027517 h 2053176"/>
              <a:gd name="connsiteX707" fmla="*/ 3110828 w 12188965"/>
              <a:gd name="connsiteY707" fmla="*/ 2053176 h 2053176"/>
              <a:gd name="connsiteX708" fmla="*/ 3085170 w 12188965"/>
              <a:gd name="connsiteY708" fmla="*/ 2027517 h 2053176"/>
              <a:gd name="connsiteX709" fmla="*/ 3110828 w 12188965"/>
              <a:gd name="connsiteY709" fmla="*/ 2001858 h 2053176"/>
              <a:gd name="connsiteX710" fmla="*/ 3046623 w 12188965"/>
              <a:gd name="connsiteY710" fmla="*/ 2001858 h 2053176"/>
              <a:gd name="connsiteX711" fmla="*/ 3072282 w 12188965"/>
              <a:gd name="connsiteY711" fmla="*/ 2027517 h 2053176"/>
              <a:gd name="connsiteX712" fmla="*/ 3046623 w 12188965"/>
              <a:gd name="connsiteY712" fmla="*/ 2053176 h 2053176"/>
              <a:gd name="connsiteX713" fmla="*/ 3020964 w 12188965"/>
              <a:gd name="connsiteY713" fmla="*/ 2027517 h 2053176"/>
              <a:gd name="connsiteX714" fmla="*/ 3046623 w 12188965"/>
              <a:gd name="connsiteY714" fmla="*/ 2001858 h 2053176"/>
              <a:gd name="connsiteX715" fmla="*/ 2982301 w 12188965"/>
              <a:gd name="connsiteY715" fmla="*/ 2001858 h 2053176"/>
              <a:gd name="connsiteX716" fmla="*/ 3007960 w 12188965"/>
              <a:gd name="connsiteY716" fmla="*/ 2027517 h 2053176"/>
              <a:gd name="connsiteX717" fmla="*/ 2982301 w 12188965"/>
              <a:gd name="connsiteY717" fmla="*/ 2053176 h 2053176"/>
              <a:gd name="connsiteX718" fmla="*/ 2956642 w 12188965"/>
              <a:gd name="connsiteY718" fmla="*/ 2027517 h 2053176"/>
              <a:gd name="connsiteX719" fmla="*/ 2982301 w 12188965"/>
              <a:gd name="connsiteY719" fmla="*/ 2001858 h 2053176"/>
              <a:gd name="connsiteX720" fmla="*/ 2918096 w 12188965"/>
              <a:gd name="connsiteY720" fmla="*/ 2001858 h 2053176"/>
              <a:gd name="connsiteX721" fmla="*/ 2943755 w 12188965"/>
              <a:gd name="connsiteY721" fmla="*/ 2027517 h 2053176"/>
              <a:gd name="connsiteX722" fmla="*/ 2918096 w 12188965"/>
              <a:gd name="connsiteY722" fmla="*/ 2053176 h 2053176"/>
              <a:gd name="connsiteX723" fmla="*/ 2892438 w 12188965"/>
              <a:gd name="connsiteY723" fmla="*/ 2027517 h 2053176"/>
              <a:gd name="connsiteX724" fmla="*/ 2918096 w 12188965"/>
              <a:gd name="connsiteY724" fmla="*/ 2001858 h 2053176"/>
              <a:gd name="connsiteX725" fmla="*/ 2853890 w 12188965"/>
              <a:gd name="connsiteY725" fmla="*/ 2001858 h 2053176"/>
              <a:gd name="connsiteX726" fmla="*/ 2879550 w 12188965"/>
              <a:gd name="connsiteY726" fmla="*/ 2027517 h 2053176"/>
              <a:gd name="connsiteX727" fmla="*/ 2853890 w 12188965"/>
              <a:gd name="connsiteY727" fmla="*/ 2053176 h 2053176"/>
              <a:gd name="connsiteX728" fmla="*/ 2828231 w 12188965"/>
              <a:gd name="connsiteY728" fmla="*/ 2027517 h 2053176"/>
              <a:gd name="connsiteX729" fmla="*/ 2853890 w 12188965"/>
              <a:gd name="connsiteY729" fmla="*/ 2001858 h 2053176"/>
              <a:gd name="connsiteX730" fmla="*/ 2789686 w 12188965"/>
              <a:gd name="connsiteY730" fmla="*/ 2001858 h 2053176"/>
              <a:gd name="connsiteX731" fmla="*/ 2815344 w 12188965"/>
              <a:gd name="connsiteY731" fmla="*/ 2027517 h 2053176"/>
              <a:gd name="connsiteX732" fmla="*/ 2789686 w 12188965"/>
              <a:gd name="connsiteY732" fmla="*/ 2053176 h 2053176"/>
              <a:gd name="connsiteX733" fmla="*/ 2764027 w 12188965"/>
              <a:gd name="connsiteY733" fmla="*/ 2027517 h 2053176"/>
              <a:gd name="connsiteX734" fmla="*/ 2789686 w 12188965"/>
              <a:gd name="connsiteY734" fmla="*/ 2001858 h 2053176"/>
              <a:gd name="connsiteX735" fmla="*/ 2725480 w 12188965"/>
              <a:gd name="connsiteY735" fmla="*/ 2001858 h 2053176"/>
              <a:gd name="connsiteX736" fmla="*/ 2751140 w 12188965"/>
              <a:gd name="connsiteY736" fmla="*/ 2027517 h 2053176"/>
              <a:gd name="connsiteX737" fmla="*/ 2725480 w 12188965"/>
              <a:gd name="connsiteY737" fmla="*/ 2053176 h 2053176"/>
              <a:gd name="connsiteX738" fmla="*/ 2699821 w 12188965"/>
              <a:gd name="connsiteY738" fmla="*/ 2027517 h 2053176"/>
              <a:gd name="connsiteX739" fmla="*/ 2725480 w 12188965"/>
              <a:gd name="connsiteY739" fmla="*/ 2001858 h 2053176"/>
              <a:gd name="connsiteX740" fmla="*/ 2661276 w 12188965"/>
              <a:gd name="connsiteY740" fmla="*/ 2001858 h 2053176"/>
              <a:gd name="connsiteX741" fmla="*/ 2686933 w 12188965"/>
              <a:gd name="connsiteY741" fmla="*/ 2027517 h 2053176"/>
              <a:gd name="connsiteX742" fmla="*/ 2661276 w 12188965"/>
              <a:gd name="connsiteY742" fmla="*/ 2053176 h 2053176"/>
              <a:gd name="connsiteX743" fmla="*/ 2635616 w 12188965"/>
              <a:gd name="connsiteY743" fmla="*/ 2027517 h 2053176"/>
              <a:gd name="connsiteX744" fmla="*/ 2661276 w 12188965"/>
              <a:gd name="connsiteY744" fmla="*/ 2001858 h 2053176"/>
              <a:gd name="connsiteX745" fmla="*/ 2597069 w 12188965"/>
              <a:gd name="connsiteY745" fmla="*/ 2001858 h 2053176"/>
              <a:gd name="connsiteX746" fmla="*/ 2622729 w 12188965"/>
              <a:gd name="connsiteY746" fmla="*/ 2027517 h 2053176"/>
              <a:gd name="connsiteX747" fmla="*/ 2597069 w 12188965"/>
              <a:gd name="connsiteY747" fmla="*/ 2053176 h 2053176"/>
              <a:gd name="connsiteX748" fmla="*/ 2571410 w 12188965"/>
              <a:gd name="connsiteY748" fmla="*/ 2027517 h 2053176"/>
              <a:gd name="connsiteX749" fmla="*/ 2597069 w 12188965"/>
              <a:gd name="connsiteY749" fmla="*/ 2001858 h 2053176"/>
              <a:gd name="connsiteX750" fmla="*/ 2532865 w 12188965"/>
              <a:gd name="connsiteY750" fmla="*/ 2001858 h 2053176"/>
              <a:gd name="connsiteX751" fmla="*/ 2558523 w 12188965"/>
              <a:gd name="connsiteY751" fmla="*/ 2027517 h 2053176"/>
              <a:gd name="connsiteX752" fmla="*/ 2532865 w 12188965"/>
              <a:gd name="connsiteY752" fmla="*/ 2053176 h 2053176"/>
              <a:gd name="connsiteX753" fmla="*/ 2507205 w 12188965"/>
              <a:gd name="connsiteY753" fmla="*/ 2027517 h 2053176"/>
              <a:gd name="connsiteX754" fmla="*/ 2532865 w 12188965"/>
              <a:gd name="connsiteY754" fmla="*/ 2001858 h 2053176"/>
              <a:gd name="connsiteX755" fmla="*/ 2468659 w 12188965"/>
              <a:gd name="connsiteY755" fmla="*/ 2001858 h 2053176"/>
              <a:gd name="connsiteX756" fmla="*/ 2494318 w 12188965"/>
              <a:gd name="connsiteY756" fmla="*/ 2027517 h 2053176"/>
              <a:gd name="connsiteX757" fmla="*/ 2468659 w 12188965"/>
              <a:gd name="connsiteY757" fmla="*/ 2053176 h 2053176"/>
              <a:gd name="connsiteX758" fmla="*/ 2443000 w 12188965"/>
              <a:gd name="connsiteY758" fmla="*/ 2027517 h 2053176"/>
              <a:gd name="connsiteX759" fmla="*/ 2468659 w 12188965"/>
              <a:gd name="connsiteY759" fmla="*/ 2001858 h 2053176"/>
              <a:gd name="connsiteX760" fmla="*/ 2404454 w 12188965"/>
              <a:gd name="connsiteY760" fmla="*/ 2001858 h 2053176"/>
              <a:gd name="connsiteX761" fmla="*/ 2430112 w 12188965"/>
              <a:gd name="connsiteY761" fmla="*/ 2027517 h 2053176"/>
              <a:gd name="connsiteX762" fmla="*/ 2404454 w 12188965"/>
              <a:gd name="connsiteY762" fmla="*/ 2053176 h 2053176"/>
              <a:gd name="connsiteX763" fmla="*/ 2378795 w 12188965"/>
              <a:gd name="connsiteY763" fmla="*/ 2027517 h 2053176"/>
              <a:gd name="connsiteX764" fmla="*/ 2404454 w 12188965"/>
              <a:gd name="connsiteY764" fmla="*/ 2001858 h 2053176"/>
              <a:gd name="connsiteX765" fmla="*/ 2340249 w 12188965"/>
              <a:gd name="connsiteY765" fmla="*/ 2001858 h 2053176"/>
              <a:gd name="connsiteX766" fmla="*/ 2365908 w 12188965"/>
              <a:gd name="connsiteY766" fmla="*/ 2027517 h 2053176"/>
              <a:gd name="connsiteX767" fmla="*/ 2340249 w 12188965"/>
              <a:gd name="connsiteY767" fmla="*/ 2053176 h 2053176"/>
              <a:gd name="connsiteX768" fmla="*/ 2314590 w 12188965"/>
              <a:gd name="connsiteY768" fmla="*/ 2027517 h 2053176"/>
              <a:gd name="connsiteX769" fmla="*/ 2340249 w 12188965"/>
              <a:gd name="connsiteY769" fmla="*/ 2001858 h 2053176"/>
              <a:gd name="connsiteX770" fmla="*/ 2276044 w 12188965"/>
              <a:gd name="connsiteY770" fmla="*/ 2001858 h 2053176"/>
              <a:gd name="connsiteX771" fmla="*/ 2301702 w 12188965"/>
              <a:gd name="connsiteY771" fmla="*/ 2027517 h 2053176"/>
              <a:gd name="connsiteX772" fmla="*/ 2276044 w 12188965"/>
              <a:gd name="connsiteY772" fmla="*/ 2053176 h 2053176"/>
              <a:gd name="connsiteX773" fmla="*/ 2250385 w 12188965"/>
              <a:gd name="connsiteY773" fmla="*/ 2027517 h 2053176"/>
              <a:gd name="connsiteX774" fmla="*/ 2276044 w 12188965"/>
              <a:gd name="connsiteY774" fmla="*/ 2001858 h 2053176"/>
              <a:gd name="connsiteX775" fmla="*/ 2211838 w 12188965"/>
              <a:gd name="connsiteY775" fmla="*/ 2001858 h 2053176"/>
              <a:gd name="connsiteX776" fmla="*/ 2237497 w 12188965"/>
              <a:gd name="connsiteY776" fmla="*/ 2027517 h 2053176"/>
              <a:gd name="connsiteX777" fmla="*/ 2211838 w 12188965"/>
              <a:gd name="connsiteY777" fmla="*/ 2053176 h 2053176"/>
              <a:gd name="connsiteX778" fmla="*/ 2186178 w 12188965"/>
              <a:gd name="connsiteY778" fmla="*/ 2027517 h 2053176"/>
              <a:gd name="connsiteX779" fmla="*/ 2211838 w 12188965"/>
              <a:gd name="connsiteY779" fmla="*/ 2001858 h 2053176"/>
              <a:gd name="connsiteX780" fmla="*/ 2147633 w 12188965"/>
              <a:gd name="connsiteY780" fmla="*/ 2001858 h 2053176"/>
              <a:gd name="connsiteX781" fmla="*/ 2173293 w 12188965"/>
              <a:gd name="connsiteY781" fmla="*/ 2027517 h 2053176"/>
              <a:gd name="connsiteX782" fmla="*/ 2147633 w 12188965"/>
              <a:gd name="connsiteY782" fmla="*/ 2053176 h 2053176"/>
              <a:gd name="connsiteX783" fmla="*/ 2121975 w 12188965"/>
              <a:gd name="connsiteY783" fmla="*/ 2027517 h 2053176"/>
              <a:gd name="connsiteX784" fmla="*/ 2147633 w 12188965"/>
              <a:gd name="connsiteY784" fmla="*/ 2001858 h 2053176"/>
              <a:gd name="connsiteX785" fmla="*/ 2083427 w 12188965"/>
              <a:gd name="connsiteY785" fmla="*/ 2001858 h 2053176"/>
              <a:gd name="connsiteX786" fmla="*/ 2109087 w 12188965"/>
              <a:gd name="connsiteY786" fmla="*/ 2027517 h 2053176"/>
              <a:gd name="connsiteX787" fmla="*/ 2083427 w 12188965"/>
              <a:gd name="connsiteY787" fmla="*/ 2053176 h 2053176"/>
              <a:gd name="connsiteX788" fmla="*/ 2057768 w 12188965"/>
              <a:gd name="connsiteY788" fmla="*/ 2027517 h 2053176"/>
              <a:gd name="connsiteX789" fmla="*/ 2083427 w 12188965"/>
              <a:gd name="connsiteY789" fmla="*/ 2001858 h 2053176"/>
              <a:gd name="connsiteX790" fmla="*/ 2019222 w 12188965"/>
              <a:gd name="connsiteY790" fmla="*/ 2001858 h 2053176"/>
              <a:gd name="connsiteX791" fmla="*/ 2044880 w 12188965"/>
              <a:gd name="connsiteY791" fmla="*/ 2027517 h 2053176"/>
              <a:gd name="connsiteX792" fmla="*/ 2019222 w 12188965"/>
              <a:gd name="connsiteY792" fmla="*/ 2053176 h 2053176"/>
              <a:gd name="connsiteX793" fmla="*/ 1993563 w 12188965"/>
              <a:gd name="connsiteY793" fmla="*/ 2027517 h 2053176"/>
              <a:gd name="connsiteX794" fmla="*/ 2019222 w 12188965"/>
              <a:gd name="connsiteY794" fmla="*/ 2001858 h 2053176"/>
              <a:gd name="connsiteX795" fmla="*/ 1955016 w 12188965"/>
              <a:gd name="connsiteY795" fmla="*/ 2001858 h 2053176"/>
              <a:gd name="connsiteX796" fmla="*/ 1980676 w 12188965"/>
              <a:gd name="connsiteY796" fmla="*/ 2027517 h 2053176"/>
              <a:gd name="connsiteX797" fmla="*/ 1955016 w 12188965"/>
              <a:gd name="connsiteY797" fmla="*/ 2053176 h 2053176"/>
              <a:gd name="connsiteX798" fmla="*/ 1929358 w 12188965"/>
              <a:gd name="connsiteY798" fmla="*/ 2027517 h 2053176"/>
              <a:gd name="connsiteX799" fmla="*/ 1955016 w 12188965"/>
              <a:gd name="connsiteY799" fmla="*/ 2001858 h 2053176"/>
              <a:gd name="connsiteX800" fmla="*/ 1890696 w 12188965"/>
              <a:gd name="connsiteY800" fmla="*/ 2001858 h 2053176"/>
              <a:gd name="connsiteX801" fmla="*/ 1916355 w 12188965"/>
              <a:gd name="connsiteY801" fmla="*/ 2027517 h 2053176"/>
              <a:gd name="connsiteX802" fmla="*/ 1890696 w 12188965"/>
              <a:gd name="connsiteY802" fmla="*/ 2053176 h 2053176"/>
              <a:gd name="connsiteX803" fmla="*/ 1865037 w 12188965"/>
              <a:gd name="connsiteY803" fmla="*/ 2027517 h 2053176"/>
              <a:gd name="connsiteX804" fmla="*/ 1890696 w 12188965"/>
              <a:gd name="connsiteY804" fmla="*/ 2001858 h 2053176"/>
              <a:gd name="connsiteX805" fmla="*/ 1826490 w 12188965"/>
              <a:gd name="connsiteY805" fmla="*/ 2001858 h 2053176"/>
              <a:gd name="connsiteX806" fmla="*/ 1852149 w 12188965"/>
              <a:gd name="connsiteY806" fmla="*/ 2027517 h 2053176"/>
              <a:gd name="connsiteX807" fmla="*/ 1826490 w 12188965"/>
              <a:gd name="connsiteY807" fmla="*/ 2053176 h 2053176"/>
              <a:gd name="connsiteX808" fmla="*/ 1800830 w 12188965"/>
              <a:gd name="connsiteY808" fmla="*/ 2027517 h 2053176"/>
              <a:gd name="connsiteX809" fmla="*/ 1826490 w 12188965"/>
              <a:gd name="connsiteY809" fmla="*/ 2001858 h 2053176"/>
              <a:gd name="connsiteX810" fmla="*/ 1762285 w 12188965"/>
              <a:gd name="connsiteY810" fmla="*/ 2001858 h 2053176"/>
              <a:gd name="connsiteX811" fmla="*/ 1787944 w 12188965"/>
              <a:gd name="connsiteY811" fmla="*/ 2027517 h 2053176"/>
              <a:gd name="connsiteX812" fmla="*/ 1762285 w 12188965"/>
              <a:gd name="connsiteY812" fmla="*/ 2053176 h 2053176"/>
              <a:gd name="connsiteX813" fmla="*/ 1736626 w 12188965"/>
              <a:gd name="connsiteY813" fmla="*/ 2027517 h 2053176"/>
              <a:gd name="connsiteX814" fmla="*/ 1762285 w 12188965"/>
              <a:gd name="connsiteY814" fmla="*/ 2001858 h 2053176"/>
              <a:gd name="connsiteX815" fmla="*/ 1698080 w 12188965"/>
              <a:gd name="connsiteY815" fmla="*/ 2001858 h 2053176"/>
              <a:gd name="connsiteX816" fmla="*/ 1723738 w 12188965"/>
              <a:gd name="connsiteY816" fmla="*/ 2027517 h 2053176"/>
              <a:gd name="connsiteX817" fmla="*/ 1698080 w 12188965"/>
              <a:gd name="connsiteY817" fmla="*/ 2053176 h 2053176"/>
              <a:gd name="connsiteX818" fmla="*/ 1672420 w 12188965"/>
              <a:gd name="connsiteY818" fmla="*/ 2027517 h 2053176"/>
              <a:gd name="connsiteX819" fmla="*/ 1698080 w 12188965"/>
              <a:gd name="connsiteY819" fmla="*/ 2001858 h 2053176"/>
              <a:gd name="connsiteX820" fmla="*/ 1633874 w 12188965"/>
              <a:gd name="connsiteY820" fmla="*/ 2001858 h 2053176"/>
              <a:gd name="connsiteX821" fmla="*/ 1659533 w 12188965"/>
              <a:gd name="connsiteY821" fmla="*/ 2027517 h 2053176"/>
              <a:gd name="connsiteX822" fmla="*/ 1633874 w 12188965"/>
              <a:gd name="connsiteY822" fmla="*/ 2053176 h 2053176"/>
              <a:gd name="connsiteX823" fmla="*/ 1608216 w 12188965"/>
              <a:gd name="connsiteY823" fmla="*/ 2027517 h 2053176"/>
              <a:gd name="connsiteX824" fmla="*/ 1633874 w 12188965"/>
              <a:gd name="connsiteY824" fmla="*/ 2001858 h 2053176"/>
              <a:gd name="connsiteX825" fmla="*/ 1569669 w 12188965"/>
              <a:gd name="connsiteY825" fmla="*/ 2001858 h 2053176"/>
              <a:gd name="connsiteX826" fmla="*/ 1595328 w 12188965"/>
              <a:gd name="connsiteY826" fmla="*/ 2027517 h 2053176"/>
              <a:gd name="connsiteX827" fmla="*/ 1569669 w 12188965"/>
              <a:gd name="connsiteY827" fmla="*/ 2053176 h 2053176"/>
              <a:gd name="connsiteX828" fmla="*/ 1544010 w 12188965"/>
              <a:gd name="connsiteY828" fmla="*/ 2027517 h 2053176"/>
              <a:gd name="connsiteX829" fmla="*/ 1569669 w 12188965"/>
              <a:gd name="connsiteY829" fmla="*/ 2001858 h 2053176"/>
              <a:gd name="connsiteX830" fmla="*/ 1505464 w 12188965"/>
              <a:gd name="connsiteY830" fmla="*/ 2001858 h 2053176"/>
              <a:gd name="connsiteX831" fmla="*/ 1531123 w 12188965"/>
              <a:gd name="connsiteY831" fmla="*/ 2027517 h 2053176"/>
              <a:gd name="connsiteX832" fmla="*/ 1505464 w 12188965"/>
              <a:gd name="connsiteY832" fmla="*/ 2053176 h 2053176"/>
              <a:gd name="connsiteX833" fmla="*/ 1479806 w 12188965"/>
              <a:gd name="connsiteY833" fmla="*/ 2027517 h 2053176"/>
              <a:gd name="connsiteX834" fmla="*/ 1505464 w 12188965"/>
              <a:gd name="connsiteY834" fmla="*/ 2001858 h 2053176"/>
              <a:gd name="connsiteX835" fmla="*/ 1441258 w 12188965"/>
              <a:gd name="connsiteY835" fmla="*/ 2001858 h 2053176"/>
              <a:gd name="connsiteX836" fmla="*/ 1466917 w 12188965"/>
              <a:gd name="connsiteY836" fmla="*/ 2027517 h 2053176"/>
              <a:gd name="connsiteX837" fmla="*/ 1441258 w 12188965"/>
              <a:gd name="connsiteY837" fmla="*/ 2053176 h 2053176"/>
              <a:gd name="connsiteX838" fmla="*/ 1415599 w 12188965"/>
              <a:gd name="connsiteY838" fmla="*/ 2027517 h 2053176"/>
              <a:gd name="connsiteX839" fmla="*/ 1441258 w 12188965"/>
              <a:gd name="connsiteY839" fmla="*/ 2001858 h 2053176"/>
              <a:gd name="connsiteX840" fmla="*/ 1377053 w 12188965"/>
              <a:gd name="connsiteY840" fmla="*/ 2001858 h 2053176"/>
              <a:gd name="connsiteX841" fmla="*/ 1402712 w 12188965"/>
              <a:gd name="connsiteY841" fmla="*/ 2027517 h 2053176"/>
              <a:gd name="connsiteX842" fmla="*/ 1377053 w 12188965"/>
              <a:gd name="connsiteY842" fmla="*/ 2053176 h 2053176"/>
              <a:gd name="connsiteX843" fmla="*/ 1351395 w 12188965"/>
              <a:gd name="connsiteY843" fmla="*/ 2027517 h 2053176"/>
              <a:gd name="connsiteX844" fmla="*/ 1377053 w 12188965"/>
              <a:gd name="connsiteY844" fmla="*/ 2001858 h 2053176"/>
              <a:gd name="connsiteX845" fmla="*/ 1312848 w 12188965"/>
              <a:gd name="connsiteY845" fmla="*/ 2001858 h 2053176"/>
              <a:gd name="connsiteX846" fmla="*/ 1338507 w 12188965"/>
              <a:gd name="connsiteY846" fmla="*/ 2027517 h 2053176"/>
              <a:gd name="connsiteX847" fmla="*/ 1312848 w 12188965"/>
              <a:gd name="connsiteY847" fmla="*/ 2053176 h 2053176"/>
              <a:gd name="connsiteX848" fmla="*/ 1287190 w 12188965"/>
              <a:gd name="connsiteY848" fmla="*/ 2027517 h 2053176"/>
              <a:gd name="connsiteX849" fmla="*/ 1312848 w 12188965"/>
              <a:gd name="connsiteY849" fmla="*/ 2001858 h 2053176"/>
              <a:gd name="connsiteX850" fmla="*/ 1248643 w 12188965"/>
              <a:gd name="connsiteY850" fmla="*/ 2001858 h 2053176"/>
              <a:gd name="connsiteX851" fmla="*/ 1274302 w 12188965"/>
              <a:gd name="connsiteY851" fmla="*/ 2027517 h 2053176"/>
              <a:gd name="connsiteX852" fmla="*/ 1248643 w 12188965"/>
              <a:gd name="connsiteY852" fmla="*/ 2053176 h 2053176"/>
              <a:gd name="connsiteX853" fmla="*/ 1222984 w 12188965"/>
              <a:gd name="connsiteY853" fmla="*/ 2027517 h 2053176"/>
              <a:gd name="connsiteX854" fmla="*/ 1248643 w 12188965"/>
              <a:gd name="connsiteY854" fmla="*/ 2001858 h 2053176"/>
              <a:gd name="connsiteX855" fmla="*/ 1184437 w 12188965"/>
              <a:gd name="connsiteY855" fmla="*/ 2001858 h 2053176"/>
              <a:gd name="connsiteX856" fmla="*/ 1210096 w 12188965"/>
              <a:gd name="connsiteY856" fmla="*/ 2027517 h 2053176"/>
              <a:gd name="connsiteX857" fmla="*/ 1184437 w 12188965"/>
              <a:gd name="connsiteY857" fmla="*/ 2053176 h 2053176"/>
              <a:gd name="connsiteX858" fmla="*/ 1158780 w 12188965"/>
              <a:gd name="connsiteY858" fmla="*/ 2027517 h 2053176"/>
              <a:gd name="connsiteX859" fmla="*/ 1184437 w 12188965"/>
              <a:gd name="connsiteY859" fmla="*/ 2001858 h 2053176"/>
              <a:gd name="connsiteX860" fmla="*/ 1120233 w 12188965"/>
              <a:gd name="connsiteY860" fmla="*/ 2001858 h 2053176"/>
              <a:gd name="connsiteX861" fmla="*/ 1145892 w 12188965"/>
              <a:gd name="connsiteY861" fmla="*/ 2027517 h 2053176"/>
              <a:gd name="connsiteX862" fmla="*/ 1120233 w 12188965"/>
              <a:gd name="connsiteY862" fmla="*/ 2053176 h 2053176"/>
              <a:gd name="connsiteX863" fmla="*/ 1094573 w 12188965"/>
              <a:gd name="connsiteY863" fmla="*/ 2027517 h 2053176"/>
              <a:gd name="connsiteX864" fmla="*/ 1120233 w 12188965"/>
              <a:gd name="connsiteY864" fmla="*/ 2001858 h 2053176"/>
              <a:gd name="connsiteX865" fmla="*/ 1056027 w 12188965"/>
              <a:gd name="connsiteY865" fmla="*/ 2001858 h 2053176"/>
              <a:gd name="connsiteX866" fmla="*/ 1081685 w 12188965"/>
              <a:gd name="connsiteY866" fmla="*/ 2027517 h 2053176"/>
              <a:gd name="connsiteX867" fmla="*/ 1056027 w 12188965"/>
              <a:gd name="connsiteY867" fmla="*/ 2053176 h 2053176"/>
              <a:gd name="connsiteX868" fmla="*/ 1030369 w 12188965"/>
              <a:gd name="connsiteY868" fmla="*/ 2027517 h 2053176"/>
              <a:gd name="connsiteX869" fmla="*/ 1056027 w 12188965"/>
              <a:gd name="connsiteY869" fmla="*/ 2001858 h 2053176"/>
              <a:gd name="connsiteX870" fmla="*/ 991823 w 12188965"/>
              <a:gd name="connsiteY870" fmla="*/ 2001858 h 2053176"/>
              <a:gd name="connsiteX871" fmla="*/ 1017481 w 12188965"/>
              <a:gd name="connsiteY871" fmla="*/ 2027517 h 2053176"/>
              <a:gd name="connsiteX872" fmla="*/ 991823 w 12188965"/>
              <a:gd name="connsiteY872" fmla="*/ 2053176 h 2053176"/>
              <a:gd name="connsiteX873" fmla="*/ 966162 w 12188965"/>
              <a:gd name="connsiteY873" fmla="*/ 2027517 h 2053176"/>
              <a:gd name="connsiteX874" fmla="*/ 991823 w 12188965"/>
              <a:gd name="connsiteY874" fmla="*/ 2001858 h 2053176"/>
              <a:gd name="connsiteX875" fmla="*/ 927616 w 12188965"/>
              <a:gd name="connsiteY875" fmla="*/ 2001858 h 2053176"/>
              <a:gd name="connsiteX876" fmla="*/ 953275 w 12188965"/>
              <a:gd name="connsiteY876" fmla="*/ 2027517 h 2053176"/>
              <a:gd name="connsiteX877" fmla="*/ 927616 w 12188965"/>
              <a:gd name="connsiteY877" fmla="*/ 2053176 h 2053176"/>
              <a:gd name="connsiteX878" fmla="*/ 901957 w 12188965"/>
              <a:gd name="connsiteY878" fmla="*/ 2027517 h 2053176"/>
              <a:gd name="connsiteX879" fmla="*/ 927616 w 12188965"/>
              <a:gd name="connsiteY879" fmla="*/ 2001858 h 2053176"/>
              <a:gd name="connsiteX880" fmla="*/ 863411 w 12188965"/>
              <a:gd name="connsiteY880" fmla="*/ 2001858 h 2053176"/>
              <a:gd name="connsiteX881" fmla="*/ 889071 w 12188965"/>
              <a:gd name="connsiteY881" fmla="*/ 2027517 h 2053176"/>
              <a:gd name="connsiteX882" fmla="*/ 863411 w 12188965"/>
              <a:gd name="connsiteY882" fmla="*/ 2053176 h 2053176"/>
              <a:gd name="connsiteX883" fmla="*/ 837752 w 12188965"/>
              <a:gd name="connsiteY883" fmla="*/ 2027517 h 2053176"/>
              <a:gd name="connsiteX884" fmla="*/ 863411 w 12188965"/>
              <a:gd name="connsiteY884" fmla="*/ 2001858 h 2053176"/>
              <a:gd name="connsiteX885" fmla="*/ 799089 w 12188965"/>
              <a:gd name="connsiteY885" fmla="*/ 2001858 h 2053176"/>
              <a:gd name="connsiteX886" fmla="*/ 824748 w 12188965"/>
              <a:gd name="connsiteY886" fmla="*/ 2027517 h 2053176"/>
              <a:gd name="connsiteX887" fmla="*/ 799089 w 12188965"/>
              <a:gd name="connsiteY887" fmla="*/ 2053176 h 2053176"/>
              <a:gd name="connsiteX888" fmla="*/ 773432 w 12188965"/>
              <a:gd name="connsiteY888" fmla="*/ 2027517 h 2053176"/>
              <a:gd name="connsiteX889" fmla="*/ 799089 w 12188965"/>
              <a:gd name="connsiteY889" fmla="*/ 2001858 h 2053176"/>
              <a:gd name="connsiteX890" fmla="*/ 734885 w 12188965"/>
              <a:gd name="connsiteY890" fmla="*/ 2001858 h 2053176"/>
              <a:gd name="connsiteX891" fmla="*/ 760544 w 12188965"/>
              <a:gd name="connsiteY891" fmla="*/ 2027517 h 2053176"/>
              <a:gd name="connsiteX892" fmla="*/ 734885 w 12188965"/>
              <a:gd name="connsiteY892" fmla="*/ 2053176 h 2053176"/>
              <a:gd name="connsiteX893" fmla="*/ 709225 w 12188965"/>
              <a:gd name="connsiteY893" fmla="*/ 2027517 h 2053176"/>
              <a:gd name="connsiteX894" fmla="*/ 734885 w 12188965"/>
              <a:gd name="connsiteY894" fmla="*/ 2001858 h 2053176"/>
              <a:gd name="connsiteX895" fmla="*/ 670679 w 12188965"/>
              <a:gd name="connsiteY895" fmla="*/ 2001858 h 2053176"/>
              <a:gd name="connsiteX896" fmla="*/ 696338 w 12188965"/>
              <a:gd name="connsiteY896" fmla="*/ 2027517 h 2053176"/>
              <a:gd name="connsiteX897" fmla="*/ 670679 w 12188965"/>
              <a:gd name="connsiteY897" fmla="*/ 2053176 h 2053176"/>
              <a:gd name="connsiteX898" fmla="*/ 645020 w 12188965"/>
              <a:gd name="connsiteY898" fmla="*/ 2027517 h 2053176"/>
              <a:gd name="connsiteX899" fmla="*/ 670679 w 12188965"/>
              <a:gd name="connsiteY899" fmla="*/ 2001858 h 2053176"/>
              <a:gd name="connsiteX900" fmla="*/ 606475 w 12188965"/>
              <a:gd name="connsiteY900" fmla="*/ 2001858 h 2053176"/>
              <a:gd name="connsiteX901" fmla="*/ 632134 w 12188965"/>
              <a:gd name="connsiteY901" fmla="*/ 2027517 h 2053176"/>
              <a:gd name="connsiteX902" fmla="*/ 606475 w 12188965"/>
              <a:gd name="connsiteY902" fmla="*/ 2053176 h 2053176"/>
              <a:gd name="connsiteX903" fmla="*/ 580815 w 12188965"/>
              <a:gd name="connsiteY903" fmla="*/ 2027517 h 2053176"/>
              <a:gd name="connsiteX904" fmla="*/ 606475 w 12188965"/>
              <a:gd name="connsiteY904" fmla="*/ 2001858 h 2053176"/>
              <a:gd name="connsiteX905" fmla="*/ 542268 w 12188965"/>
              <a:gd name="connsiteY905" fmla="*/ 2001858 h 2053176"/>
              <a:gd name="connsiteX906" fmla="*/ 567927 w 12188965"/>
              <a:gd name="connsiteY906" fmla="*/ 2027517 h 2053176"/>
              <a:gd name="connsiteX907" fmla="*/ 542268 w 12188965"/>
              <a:gd name="connsiteY907" fmla="*/ 2053176 h 2053176"/>
              <a:gd name="connsiteX908" fmla="*/ 516610 w 12188965"/>
              <a:gd name="connsiteY908" fmla="*/ 2027517 h 2053176"/>
              <a:gd name="connsiteX909" fmla="*/ 542268 w 12188965"/>
              <a:gd name="connsiteY909" fmla="*/ 2001858 h 2053176"/>
              <a:gd name="connsiteX910" fmla="*/ 478063 w 12188965"/>
              <a:gd name="connsiteY910" fmla="*/ 2001858 h 2053176"/>
              <a:gd name="connsiteX911" fmla="*/ 503724 w 12188965"/>
              <a:gd name="connsiteY911" fmla="*/ 2027517 h 2053176"/>
              <a:gd name="connsiteX912" fmla="*/ 478063 w 12188965"/>
              <a:gd name="connsiteY912" fmla="*/ 2053176 h 2053176"/>
              <a:gd name="connsiteX913" fmla="*/ 452404 w 12188965"/>
              <a:gd name="connsiteY913" fmla="*/ 2027517 h 2053176"/>
              <a:gd name="connsiteX914" fmla="*/ 478063 w 12188965"/>
              <a:gd name="connsiteY914" fmla="*/ 2001858 h 2053176"/>
              <a:gd name="connsiteX915" fmla="*/ 413858 w 12188965"/>
              <a:gd name="connsiteY915" fmla="*/ 2001858 h 2053176"/>
              <a:gd name="connsiteX916" fmla="*/ 439517 w 12188965"/>
              <a:gd name="connsiteY916" fmla="*/ 2027517 h 2053176"/>
              <a:gd name="connsiteX917" fmla="*/ 413858 w 12188965"/>
              <a:gd name="connsiteY917" fmla="*/ 2053176 h 2053176"/>
              <a:gd name="connsiteX918" fmla="*/ 388200 w 12188965"/>
              <a:gd name="connsiteY918" fmla="*/ 2027517 h 2053176"/>
              <a:gd name="connsiteX919" fmla="*/ 413858 w 12188965"/>
              <a:gd name="connsiteY919" fmla="*/ 2001858 h 2053176"/>
              <a:gd name="connsiteX920" fmla="*/ 346686 w 12188965"/>
              <a:gd name="connsiteY920" fmla="*/ 2001858 h 2053176"/>
              <a:gd name="connsiteX921" fmla="*/ 372344 w 12188965"/>
              <a:gd name="connsiteY921" fmla="*/ 2027517 h 2053176"/>
              <a:gd name="connsiteX922" fmla="*/ 346686 w 12188965"/>
              <a:gd name="connsiteY922" fmla="*/ 2053176 h 2053176"/>
              <a:gd name="connsiteX923" fmla="*/ 321027 w 12188965"/>
              <a:gd name="connsiteY923" fmla="*/ 2027517 h 2053176"/>
              <a:gd name="connsiteX924" fmla="*/ 346686 w 12188965"/>
              <a:gd name="connsiteY924" fmla="*/ 2001858 h 2053176"/>
              <a:gd name="connsiteX925" fmla="*/ 282480 w 12188965"/>
              <a:gd name="connsiteY925" fmla="*/ 2001858 h 2053176"/>
              <a:gd name="connsiteX926" fmla="*/ 308138 w 12188965"/>
              <a:gd name="connsiteY926" fmla="*/ 2027517 h 2053176"/>
              <a:gd name="connsiteX927" fmla="*/ 282480 w 12188965"/>
              <a:gd name="connsiteY927" fmla="*/ 2053176 h 2053176"/>
              <a:gd name="connsiteX928" fmla="*/ 256820 w 12188965"/>
              <a:gd name="connsiteY928" fmla="*/ 2027517 h 2053176"/>
              <a:gd name="connsiteX929" fmla="*/ 282480 w 12188965"/>
              <a:gd name="connsiteY929" fmla="*/ 2001858 h 2053176"/>
              <a:gd name="connsiteX930" fmla="*/ 218274 w 12188965"/>
              <a:gd name="connsiteY930" fmla="*/ 2001858 h 2053176"/>
              <a:gd name="connsiteX931" fmla="*/ 243932 w 12188965"/>
              <a:gd name="connsiteY931" fmla="*/ 2027517 h 2053176"/>
              <a:gd name="connsiteX932" fmla="*/ 218274 w 12188965"/>
              <a:gd name="connsiteY932" fmla="*/ 2053176 h 2053176"/>
              <a:gd name="connsiteX933" fmla="*/ 192615 w 12188965"/>
              <a:gd name="connsiteY933" fmla="*/ 2027517 h 2053176"/>
              <a:gd name="connsiteX934" fmla="*/ 218274 w 12188965"/>
              <a:gd name="connsiteY934" fmla="*/ 2001858 h 2053176"/>
              <a:gd name="connsiteX935" fmla="*/ 154069 w 12188965"/>
              <a:gd name="connsiteY935" fmla="*/ 2001858 h 2053176"/>
              <a:gd name="connsiteX936" fmla="*/ 179727 w 12188965"/>
              <a:gd name="connsiteY936" fmla="*/ 2027517 h 2053176"/>
              <a:gd name="connsiteX937" fmla="*/ 154069 w 12188965"/>
              <a:gd name="connsiteY937" fmla="*/ 2053176 h 2053176"/>
              <a:gd name="connsiteX938" fmla="*/ 128410 w 12188965"/>
              <a:gd name="connsiteY938" fmla="*/ 2027517 h 2053176"/>
              <a:gd name="connsiteX939" fmla="*/ 154069 w 12188965"/>
              <a:gd name="connsiteY939" fmla="*/ 2001858 h 2053176"/>
              <a:gd name="connsiteX940" fmla="*/ 89864 w 12188965"/>
              <a:gd name="connsiteY940" fmla="*/ 2001858 h 2053176"/>
              <a:gd name="connsiteX941" fmla="*/ 115522 w 12188965"/>
              <a:gd name="connsiteY941" fmla="*/ 2027517 h 2053176"/>
              <a:gd name="connsiteX942" fmla="*/ 89864 w 12188965"/>
              <a:gd name="connsiteY942" fmla="*/ 2053176 h 2053176"/>
              <a:gd name="connsiteX943" fmla="*/ 64205 w 12188965"/>
              <a:gd name="connsiteY943" fmla="*/ 2027517 h 2053176"/>
              <a:gd name="connsiteX944" fmla="*/ 89864 w 12188965"/>
              <a:gd name="connsiteY944" fmla="*/ 2001858 h 2053176"/>
              <a:gd name="connsiteX945" fmla="*/ 25659 w 12188965"/>
              <a:gd name="connsiteY945" fmla="*/ 2001858 h 2053176"/>
              <a:gd name="connsiteX946" fmla="*/ 51317 w 12188965"/>
              <a:gd name="connsiteY946" fmla="*/ 2027517 h 2053176"/>
              <a:gd name="connsiteX947" fmla="*/ 25659 w 12188965"/>
              <a:gd name="connsiteY947" fmla="*/ 2053176 h 2053176"/>
              <a:gd name="connsiteX948" fmla="*/ 0 w 12188965"/>
              <a:gd name="connsiteY948" fmla="*/ 2027517 h 2053176"/>
              <a:gd name="connsiteX949" fmla="*/ 25659 w 12188965"/>
              <a:gd name="connsiteY949" fmla="*/ 2001858 h 2053176"/>
              <a:gd name="connsiteX950" fmla="*/ 12163307 w 12188965"/>
              <a:gd name="connsiteY950" fmla="*/ 1934634 h 2053176"/>
              <a:gd name="connsiteX951" fmla="*/ 12188965 w 12188965"/>
              <a:gd name="connsiteY951" fmla="*/ 1960293 h 2053176"/>
              <a:gd name="connsiteX952" fmla="*/ 12163307 w 12188965"/>
              <a:gd name="connsiteY952" fmla="*/ 1985952 h 2053176"/>
              <a:gd name="connsiteX953" fmla="*/ 12137649 w 12188965"/>
              <a:gd name="connsiteY953" fmla="*/ 1960293 h 2053176"/>
              <a:gd name="connsiteX954" fmla="*/ 12163307 w 12188965"/>
              <a:gd name="connsiteY954" fmla="*/ 1934634 h 2053176"/>
              <a:gd name="connsiteX955" fmla="*/ 12099103 w 12188965"/>
              <a:gd name="connsiteY955" fmla="*/ 1934634 h 2053176"/>
              <a:gd name="connsiteX956" fmla="*/ 12124761 w 12188965"/>
              <a:gd name="connsiteY956" fmla="*/ 1960293 h 2053176"/>
              <a:gd name="connsiteX957" fmla="*/ 12099103 w 12188965"/>
              <a:gd name="connsiteY957" fmla="*/ 1985952 h 2053176"/>
              <a:gd name="connsiteX958" fmla="*/ 12073441 w 12188965"/>
              <a:gd name="connsiteY958" fmla="*/ 1960293 h 2053176"/>
              <a:gd name="connsiteX959" fmla="*/ 12099103 w 12188965"/>
              <a:gd name="connsiteY959" fmla="*/ 1934634 h 2053176"/>
              <a:gd name="connsiteX960" fmla="*/ 12034897 w 12188965"/>
              <a:gd name="connsiteY960" fmla="*/ 1934634 h 2053176"/>
              <a:gd name="connsiteX961" fmla="*/ 12060557 w 12188965"/>
              <a:gd name="connsiteY961" fmla="*/ 1960293 h 2053176"/>
              <a:gd name="connsiteX962" fmla="*/ 12034897 w 12188965"/>
              <a:gd name="connsiteY962" fmla="*/ 1985952 h 2053176"/>
              <a:gd name="connsiteX963" fmla="*/ 12009237 w 12188965"/>
              <a:gd name="connsiteY963" fmla="*/ 1960293 h 2053176"/>
              <a:gd name="connsiteX964" fmla="*/ 12034897 w 12188965"/>
              <a:gd name="connsiteY964" fmla="*/ 1934634 h 2053176"/>
              <a:gd name="connsiteX965" fmla="*/ 11970691 w 12188965"/>
              <a:gd name="connsiteY965" fmla="*/ 1934634 h 2053176"/>
              <a:gd name="connsiteX966" fmla="*/ 11996349 w 12188965"/>
              <a:gd name="connsiteY966" fmla="*/ 1960293 h 2053176"/>
              <a:gd name="connsiteX967" fmla="*/ 11970691 w 12188965"/>
              <a:gd name="connsiteY967" fmla="*/ 1985952 h 2053176"/>
              <a:gd name="connsiteX968" fmla="*/ 11945033 w 12188965"/>
              <a:gd name="connsiteY968" fmla="*/ 1960293 h 2053176"/>
              <a:gd name="connsiteX969" fmla="*/ 11970691 w 12188965"/>
              <a:gd name="connsiteY969" fmla="*/ 1934634 h 2053176"/>
              <a:gd name="connsiteX970" fmla="*/ 11906483 w 12188965"/>
              <a:gd name="connsiteY970" fmla="*/ 1934634 h 2053176"/>
              <a:gd name="connsiteX971" fmla="*/ 11932145 w 12188965"/>
              <a:gd name="connsiteY971" fmla="*/ 1960293 h 2053176"/>
              <a:gd name="connsiteX972" fmla="*/ 11906483 w 12188965"/>
              <a:gd name="connsiteY972" fmla="*/ 1985952 h 2053176"/>
              <a:gd name="connsiteX973" fmla="*/ 11880825 w 12188965"/>
              <a:gd name="connsiteY973" fmla="*/ 1960293 h 2053176"/>
              <a:gd name="connsiteX974" fmla="*/ 11906483 w 12188965"/>
              <a:gd name="connsiteY974" fmla="*/ 1934634 h 2053176"/>
              <a:gd name="connsiteX975" fmla="*/ 11842279 w 12188965"/>
              <a:gd name="connsiteY975" fmla="*/ 1934634 h 2053176"/>
              <a:gd name="connsiteX976" fmla="*/ 11867941 w 12188965"/>
              <a:gd name="connsiteY976" fmla="*/ 1960293 h 2053176"/>
              <a:gd name="connsiteX977" fmla="*/ 11842279 w 12188965"/>
              <a:gd name="connsiteY977" fmla="*/ 1985952 h 2053176"/>
              <a:gd name="connsiteX978" fmla="*/ 11816621 w 12188965"/>
              <a:gd name="connsiteY978" fmla="*/ 1960293 h 2053176"/>
              <a:gd name="connsiteX979" fmla="*/ 11842279 w 12188965"/>
              <a:gd name="connsiteY979" fmla="*/ 1934634 h 2053176"/>
              <a:gd name="connsiteX980" fmla="*/ 11775107 w 12188965"/>
              <a:gd name="connsiteY980" fmla="*/ 1934634 h 2053176"/>
              <a:gd name="connsiteX981" fmla="*/ 11800767 w 12188965"/>
              <a:gd name="connsiteY981" fmla="*/ 1960293 h 2053176"/>
              <a:gd name="connsiteX982" fmla="*/ 11775107 w 12188965"/>
              <a:gd name="connsiteY982" fmla="*/ 1985952 h 2053176"/>
              <a:gd name="connsiteX983" fmla="*/ 11749449 w 12188965"/>
              <a:gd name="connsiteY983" fmla="*/ 1960293 h 2053176"/>
              <a:gd name="connsiteX984" fmla="*/ 11775107 w 12188965"/>
              <a:gd name="connsiteY984" fmla="*/ 1934634 h 2053176"/>
              <a:gd name="connsiteX985" fmla="*/ 11710901 w 12188965"/>
              <a:gd name="connsiteY985" fmla="*/ 1934634 h 2053176"/>
              <a:gd name="connsiteX986" fmla="*/ 11736561 w 12188965"/>
              <a:gd name="connsiteY986" fmla="*/ 1960293 h 2053176"/>
              <a:gd name="connsiteX987" fmla="*/ 11710901 w 12188965"/>
              <a:gd name="connsiteY987" fmla="*/ 1985952 h 2053176"/>
              <a:gd name="connsiteX988" fmla="*/ 11685243 w 12188965"/>
              <a:gd name="connsiteY988" fmla="*/ 1960293 h 2053176"/>
              <a:gd name="connsiteX989" fmla="*/ 11710901 w 12188965"/>
              <a:gd name="connsiteY989" fmla="*/ 1934634 h 2053176"/>
              <a:gd name="connsiteX990" fmla="*/ 11646697 w 12188965"/>
              <a:gd name="connsiteY990" fmla="*/ 1934634 h 2053176"/>
              <a:gd name="connsiteX991" fmla="*/ 11672355 w 12188965"/>
              <a:gd name="connsiteY991" fmla="*/ 1960293 h 2053176"/>
              <a:gd name="connsiteX992" fmla="*/ 11646697 w 12188965"/>
              <a:gd name="connsiteY992" fmla="*/ 1985952 h 2053176"/>
              <a:gd name="connsiteX993" fmla="*/ 11621037 w 12188965"/>
              <a:gd name="connsiteY993" fmla="*/ 1960293 h 2053176"/>
              <a:gd name="connsiteX994" fmla="*/ 11646697 w 12188965"/>
              <a:gd name="connsiteY994" fmla="*/ 1934634 h 2053176"/>
              <a:gd name="connsiteX995" fmla="*/ 11582491 w 12188965"/>
              <a:gd name="connsiteY995" fmla="*/ 1934634 h 2053176"/>
              <a:gd name="connsiteX996" fmla="*/ 11608149 w 12188965"/>
              <a:gd name="connsiteY996" fmla="*/ 1960293 h 2053176"/>
              <a:gd name="connsiteX997" fmla="*/ 11582491 w 12188965"/>
              <a:gd name="connsiteY997" fmla="*/ 1985952 h 2053176"/>
              <a:gd name="connsiteX998" fmla="*/ 11556833 w 12188965"/>
              <a:gd name="connsiteY998" fmla="*/ 1960293 h 2053176"/>
              <a:gd name="connsiteX999" fmla="*/ 11582491 w 12188965"/>
              <a:gd name="connsiteY999" fmla="*/ 1934634 h 2053176"/>
              <a:gd name="connsiteX1000" fmla="*/ 11518287 w 12188965"/>
              <a:gd name="connsiteY1000" fmla="*/ 1934634 h 2053176"/>
              <a:gd name="connsiteX1001" fmla="*/ 11543945 w 12188965"/>
              <a:gd name="connsiteY1001" fmla="*/ 1960293 h 2053176"/>
              <a:gd name="connsiteX1002" fmla="*/ 11518287 w 12188965"/>
              <a:gd name="connsiteY1002" fmla="*/ 1985952 h 2053176"/>
              <a:gd name="connsiteX1003" fmla="*/ 11492627 w 12188965"/>
              <a:gd name="connsiteY1003" fmla="*/ 1960293 h 2053176"/>
              <a:gd name="connsiteX1004" fmla="*/ 11518287 w 12188965"/>
              <a:gd name="connsiteY1004" fmla="*/ 1934634 h 2053176"/>
              <a:gd name="connsiteX1005" fmla="*/ 11454081 w 12188965"/>
              <a:gd name="connsiteY1005" fmla="*/ 1934634 h 2053176"/>
              <a:gd name="connsiteX1006" fmla="*/ 11479739 w 12188965"/>
              <a:gd name="connsiteY1006" fmla="*/ 1960293 h 2053176"/>
              <a:gd name="connsiteX1007" fmla="*/ 11454081 w 12188965"/>
              <a:gd name="connsiteY1007" fmla="*/ 1985952 h 2053176"/>
              <a:gd name="connsiteX1008" fmla="*/ 11428421 w 12188965"/>
              <a:gd name="connsiteY1008" fmla="*/ 1960293 h 2053176"/>
              <a:gd name="connsiteX1009" fmla="*/ 11454081 w 12188965"/>
              <a:gd name="connsiteY1009" fmla="*/ 1934634 h 2053176"/>
              <a:gd name="connsiteX1010" fmla="*/ 11389875 w 12188965"/>
              <a:gd name="connsiteY1010" fmla="*/ 1934634 h 2053176"/>
              <a:gd name="connsiteX1011" fmla="*/ 11415533 w 12188965"/>
              <a:gd name="connsiteY1011" fmla="*/ 1960293 h 2053176"/>
              <a:gd name="connsiteX1012" fmla="*/ 11389875 w 12188965"/>
              <a:gd name="connsiteY1012" fmla="*/ 1985952 h 2053176"/>
              <a:gd name="connsiteX1013" fmla="*/ 11364217 w 12188965"/>
              <a:gd name="connsiteY1013" fmla="*/ 1960293 h 2053176"/>
              <a:gd name="connsiteX1014" fmla="*/ 11389875 w 12188965"/>
              <a:gd name="connsiteY1014" fmla="*/ 1934634 h 2053176"/>
              <a:gd name="connsiteX1015" fmla="*/ 11325670 w 12188965"/>
              <a:gd name="connsiteY1015" fmla="*/ 1934634 h 2053176"/>
              <a:gd name="connsiteX1016" fmla="*/ 11351329 w 12188965"/>
              <a:gd name="connsiteY1016" fmla="*/ 1960293 h 2053176"/>
              <a:gd name="connsiteX1017" fmla="*/ 11325670 w 12188965"/>
              <a:gd name="connsiteY1017" fmla="*/ 1985952 h 2053176"/>
              <a:gd name="connsiteX1018" fmla="*/ 11300012 w 12188965"/>
              <a:gd name="connsiteY1018" fmla="*/ 1960293 h 2053176"/>
              <a:gd name="connsiteX1019" fmla="*/ 11325670 w 12188965"/>
              <a:gd name="connsiteY1019" fmla="*/ 1934634 h 2053176"/>
              <a:gd name="connsiteX1020" fmla="*/ 11261466 w 12188965"/>
              <a:gd name="connsiteY1020" fmla="*/ 1934634 h 2053176"/>
              <a:gd name="connsiteX1021" fmla="*/ 11287124 w 12188965"/>
              <a:gd name="connsiteY1021" fmla="*/ 1960293 h 2053176"/>
              <a:gd name="connsiteX1022" fmla="*/ 11261466 w 12188965"/>
              <a:gd name="connsiteY1022" fmla="*/ 1985952 h 2053176"/>
              <a:gd name="connsiteX1023" fmla="*/ 11235805 w 12188965"/>
              <a:gd name="connsiteY1023" fmla="*/ 1960293 h 2053176"/>
              <a:gd name="connsiteX1024" fmla="*/ 11261466 w 12188965"/>
              <a:gd name="connsiteY1024" fmla="*/ 1934634 h 2053176"/>
              <a:gd name="connsiteX1025" fmla="*/ 11197259 w 12188965"/>
              <a:gd name="connsiteY1025" fmla="*/ 1934634 h 2053176"/>
              <a:gd name="connsiteX1026" fmla="*/ 11222917 w 12188965"/>
              <a:gd name="connsiteY1026" fmla="*/ 1960293 h 2053176"/>
              <a:gd name="connsiteX1027" fmla="*/ 11197259 w 12188965"/>
              <a:gd name="connsiteY1027" fmla="*/ 1985952 h 2053176"/>
              <a:gd name="connsiteX1028" fmla="*/ 11171601 w 12188965"/>
              <a:gd name="connsiteY1028" fmla="*/ 1960293 h 2053176"/>
              <a:gd name="connsiteX1029" fmla="*/ 11197259 w 12188965"/>
              <a:gd name="connsiteY1029" fmla="*/ 1934634 h 2053176"/>
              <a:gd name="connsiteX1030" fmla="*/ 11133055 w 12188965"/>
              <a:gd name="connsiteY1030" fmla="*/ 1934634 h 2053176"/>
              <a:gd name="connsiteX1031" fmla="*/ 11158713 w 12188965"/>
              <a:gd name="connsiteY1031" fmla="*/ 1960293 h 2053176"/>
              <a:gd name="connsiteX1032" fmla="*/ 11133055 w 12188965"/>
              <a:gd name="connsiteY1032" fmla="*/ 1985952 h 2053176"/>
              <a:gd name="connsiteX1033" fmla="*/ 11107396 w 12188965"/>
              <a:gd name="connsiteY1033" fmla="*/ 1960293 h 2053176"/>
              <a:gd name="connsiteX1034" fmla="*/ 11133055 w 12188965"/>
              <a:gd name="connsiteY1034" fmla="*/ 1934634 h 2053176"/>
              <a:gd name="connsiteX1035" fmla="*/ 11068848 w 12188965"/>
              <a:gd name="connsiteY1035" fmla="*/ 1934634 h 2053176"/>
              <a:gd name="connsiteX1036" fmla="*/ 11094509 w 12188965"/>
              <a:gd name="connsiteY1036" fmla="*/ 1960293 h 2053176"/>
              <a:gd name="connsiteX1037" fmla="*/ 11068848 w 12188965"/>
              <a:gd name="connsiteY1037" fmla="*/ 1985952 h 2053176"/>
              <a:gd name="connsiteX1038" fmla="*/ 11043189 w 12188965"/>
              <a:gd name="connsiteY1038" fmla="*/ 1960293 h 2053176"/>
              <a:gd name="connsiteX1039" fmla="*/ 11068848 w 12188965"/>
              <a:gd name="connsiteY1039" fmla="*/ 1934634 h 2053176"/>
              <a:gd name="connsiteX1040" fmla="*/ 11004643 w 12188965"/>
              <a:gd name="connsiteY1040" fmla="*/ 1934634 h 2053176"/>
              <a:gd name="connsiteX1041" fmla="*/ 11030301 w 12188965"/>
              <a:gd name="connsiteY1041" fmla="*/ 1960293 h 2053176"/>
              <a:gd name="connsiteX1042" fmla="*/ 11004643 w 12188965"/>
              <a:gd name="connsiteY1042" fmla="*/ 1985952 h 2053176"/>
              <a:gd name="connsiteX1043" fmla="*/ 10978985 w 12188965"/>
              <a:gd name="connsiteY1043" fmla="*/ 1960293 h 2053176"/>
              <a:gd name="connsiteX1044" fmla="*/ 11004643 w 12188965"/>
              <a:gd name="connsiteY1044" fmla="*/ 1934634 h 2053176"/>
              <a:gd name="connsiteX1045" fmla="*/ 10940321 w 12188965"/>
              <a:gd name="connsiteY1045" fmla="*/ 1934634 h 2053176"/>
              <a:gd name="connsiteX1046" fmla="*/ 10965982 w 12188965"/>
              <a:gd name="connsiteY1046" fmla="*/ 1960293 h 2053176"/>
              <a:gd name="connsiteX1047" fmla="*/ 10940321 w 12188965"/>
              <a:gd name="connsiteY1047" fmla="*/ 1985952 h 2053176"/>
              <a:gd name="connsiteX1048" fmla="*/ 10914663 w 12188965"/>
              <a:gd name="connsiteY1048" fmla="*/ 1960293 h 2053176"/>
              <a:gd name="connsiteX1049" fmla="*/ 10940321 w 12188965"/>
              <a:gd name="connsiteY1049" fmla="*/ 1934634 h 2053176"/>
              <a:gd name="connsiteX1050" fmla="*/ 10876117 w 12188965"/>
              <a:gd name="connsiteY1050" fmla="*/ 1934634 h 2053176"/>
              <a:gd name="connsiteX1051" fmla="*/ 10901775 w 12188965"/>
              <a:gd name="connsiteY1051" fmla="*/ 1960293 h 2053176"/>
              <a:gd name="connsiteX1052" fmla="*/ 10876117 w 12188965"/>
              <a:gd name="connsiteY1052" fmla="*/ 1985952 h 2053176"/>
              <a:gd name="connsiteX1053" fmla="*/ 10850459 w 12188965"/>
              <a:gd name="connsiteY1053" fmla="*/ 1960293 h 2053176"/>
              <a:gd name="connsiteX1054" fmla="*/ 10876117 w 12188965"/>
              <a:gd name="connsiteY1054" fmla="*/ 1934634 h 2053176"/>
              <a:gd name="connsiteX1055" fmla="*/ 10811912 w 12188965"/>
              <a:gd name="connsiteY1055" fmla="*/ 1934634 h 2053176"/>
              <a:gd name="connsiteX1056" fmla="*/ 10837571 w 12188965"/>
              <a:gd name="connsiteY1056" fmla="*/ 1960293 h 2053176"/>
              <a:gd name="connsiteX1057" fmla="*/ 10811912 w 12188965"/>
              <a:gd name="connsiteY1057" fmla="*/ 1985952 h 2053176"/>
              <a:gd name="connsiteX1058" fmla="*/ 10786254 w 12188965"/>
              <a:gd name="connsiteY1058" fmla="*/ 1960293 h 2053176"/>
              <a:gd name="connsiteX1059" fmla="*/ 10811912 w 12188965"/>
              <a:gd name="connsiteY1059" fmla="*/ 1934634 h 2053176"/>
              <a:gd name="connsiteX1060" fmla="*/ 10747708 w 12188965"/>
              <a:gd name="connsiteY1060" fmla="*/ 1934634 h 2053176"/>
              <a:gd name="connsiteX1061" fmla="*/ 10773366 w 12188965"/>
              <a:gd name="connsiteY1061" fmla="*/ 1960293 h 2053176"/>
              <a:gd name="connsiteX1062" fmla="*/ 10747708 w 12188965"/>
              <a:gd name="connsiteY1062" fmla="*/ 1985952 h 2053176"/>
              <a:gd name="connsiteX1063" fmla="*/ 10722047 w 12188965"/>
              <a:gd name="connsiteY1063" fmla="*/ 1960293 h 2053176"/>
              <a:gd name="connsiteX1064" fmla="*/ 10747708 w 12188965"/>
              <a:gd name="connsiteY1064" fmla="*/ 1934634 h 2053176"/>
              <a:gd name="connsiteX1065" fmla="*/ 10683501 w 12188965"/>
              <a:gd name="connsiteY1065" fmla="*/ 1934634 h 2053176"/>
              <a:gd name="connsiteX1066" fmla="*/ 10709159 w 12188965"/>
              <a:gd name="connsiteY1066" fmla="*/ 1960293 h 2053176"/>
              <a:gd name="connsiteX1067" fmla="*/ 10683501 w 12188965"/>
              <a:gd name="connsiteY1067" fmla="*/ 1985952 h 2053176"/>
              <a:gd name="connsiteX1068" fmla="*/ 10657843 w 12188965"/>
              <a:gd name="connsiteY1068" fmla="*/ 1960293 h 2053176"/>
              <a:gd name="connsiteX1069" fmla="*/ 10683501 w 12188965"/>
              <a:gd name="connsiteY1069" fmla="*/ 1934634 h 2053176"/>
              <a:gd name="connsiteX1070" fmla="*/ 10619297 w 12188965"/>
              <a:gd name="connsiteY1070" fmla="*/ 1934634 h 2053176"/>
              <a:gd name="connsiteX1071" fmla="*/ 10644955 w 12188965"/>
              <a:gd name="connsiteY1071" fmla="*/ 1960293 h 2053176"/>
              <a:gd name="connsiteX1072" fmla="*/ 10619297 w 12188965"/>
              <a:gd name="connsiteY1072" fmla="*/ 1985952 h 2053176"/>
              <a:gd name="connsiteX1073" fmla="*/ 10593639 w 12188965"/>
              <a:gd name="connsiteY1073" fmla="*/ 1960293 h 2053176"/>
              <a:gd name="connsiteX1074" fmla="*/ 10619297 w 12188965"/>
              <a:gd name="connsiteY1074" fmla="*/ 1934634 h 2053176"/>
              <a:gd name="connsiteX1075" fmla="*/ 10555092 w 12188965"/>
              <a:gd name="connsiteY1075" fmla="*/ 1934634 h 2053176"/>
              <a:gd name="connsiteX1076" fmla="*/ 10580751 w 12188965"/>
              <a:gd name="connsiteY1076" fmla="*/ 1960293 h 2053176"/>
              <a:gd name="connsiteX1077" fmla="*/ 10555092 w 12188965"/>
              <a:gd name="connsiteY1077" fmla="*/ 1985952 h 2053176"/>
              <a:gd name="connsiteX1078" fmla="*/ 10529432 w 12188965"/>
              <a:gd name="connsiteY1078" fmla="*/ 1960293 h 2053176"/>
              <a:gd name="connsiteX1079" fmla="*/ 10555092 w 12188965"/>
              <a:gd name="connsiteY1079" fmla="*/ 1934634 h 2053176"/>
              <a:gd name="connsiteX1080" fmla="*/ 10490885 w 12188965"/>
              <a:gd name="connsiteY1080" fmla="*/ 1934634 h 2053176"/>
              <a:gd name="connsiteX1081" fmla="*/ 10516544 w 12188965"/>
              <a:gd name="connsiteY1081" fmla="*/ 1960293 h 2053176"/>
              <a:gd name="connsiteX1082" fmla="*/ 10490885 w 12188965"/>
              <a:gd name="connsiteY1082" fmla="*/ 1985952 h 2053176"/>
              <a:gd name="connsiteX1083" fmla="*/ 10465227 w 12188965"/>
              <a:gd name="connsiteY1083" fmla="*/ 1960293 h 2053176"/>
              <a:gd name="connsiteX1084" fmla="*/ 10490885 w 12188965"/>
              <a:gd name="connsiteY1084" fmla="*/ 1934634 h 2053176"/>
              <a:gd name="connsiteX1085" fmla="*/ 10426681 w 12188965"/>
              <a:gd name="connsiteY1085" fmla="*/ 1934634 h 2053176"/>
              <a:gd name="connsiteX1086" fmla="*/ 10452339 w 12188965"/>
              <a:gd name="connsiteY1086" fmla="*/ 1960293 h 2053176"/>
              <a:gd name="connsiteX1087" fmla="*/ 10426681 w 12188965"/>
              <a:gd name="connsiteY1087" fmla="*/ 1985952 h 2053176"/>
              <a:gd name="connsiteX1088" fmla="*/ 10401023 w 12188965"/>
              <a:gd name="connsiteY1088" fmla="*/ 1960293 h 2053176"/>
              <a:gd name="connsiteX1089" fmla="*/ 10426681 w 12188965"/>
              <a:gd name="connsiteY1089" fmla="*/ 1934634 h 2053176"/>
              <a:gd name="connsiteX1090" fmla="*/ 10362474 w 12188965"/>
              <a:gd name="connsiteY1090" fmla="*/ 1934634 h 2053176"/>
              <a:gd name="connsiteX1091" fmla="*/ 10388135 w 12188965"/>
              <a:gd name="connsiteY1091" fmla="*/ 1960293 h 2053176"/>
              <a:gd name="connsiteX1092" fmla="*/ 10362474 w 12188965"/>
              <a:gd name="connsiteY1092" fmla="*/ 1985952 h 2053176"/>
              <a:gd name="connsiteX1093" fmla="*/ 10336816 w 12188965"/>
              <a:gd name="connsiteY1093" fmla="*/ 1960293 h 2053176"/>
              <a:gd name="connsiteX1094" fmla="*/ 10362474 w 12188965"/>
              <a:gd name="connsiteY1094" fmla="*/ 1934634 h 2053176"/>
              <a:gd name="connsiteX1095" fmla="*/ 10298270 w 12188965"/>
              <a:gd name="connsiteY1095" fmla="*/ 1934634 h 2053176"/>
              <a:gd name="connsiteX1096" fmla="*/ 10323928 w 12188965"/>
              <a:gd name="connsiteY1096" fmla="*/ 1960293 h 2053176"/>
              <a:gd name="connsiteX1097" fmla="*/ 10298270 w 12188965"/>
              <a:gd name="connsiteY1097" fmla="*/ 1985952 h 2053176"/>
              <a:gd name="connsiteX1098" fmla="*/ 10272611 w 12188965"/>
              <a:gd name="connsiteY1098" fmla="*/ 1960293 h 2053176"/>
              <a:gd name="connsiteX1099" fmla="*/ 10298270 w 12188965"/>
              <a:gd name="connsiteY1099" fmla="*/ 1934634 h 2053176"/>
              <a:gd name="connsiteX1100" fmla="*/ 10234065 w 12188965"/>
              <a:gd name="connsiteY1100" fmla="*/ 1934634 h 2053176"/>
              <a:gd name="connsiteX1101" fmla="*/ 10259723 w 12188965"/>
              <a:gd name="connsiteY1101" fmla="*/ 1960293 h 2053176"/>
              <a:gd name="connsiteX1102" fmla="*/ 10234065 w 12188965"/>
              <a:gd name="connsiteY1102" fmla="*/ 1985952 h 2053176"/>
              <a:gd name="connsiteX1103" fmla="*/ 10208404 w 12188965"/>
              <a:gd name="connsiteY1103" fmla="*/ 1960293 h 2053176"/>
              <a:gd name="connsiteX1104" fmla="*/ 10234065 w 12188965"/>
              <a:gd name="connsiteY1104" fmla="*/ 1934634 h 2053176"/>
              <a:gd name="connsiteX1105" fmla="*/ 10169858 w 12188965"/>
              <a:gd name="connsiteY1105" fmla="*/ 1934634 h 2053176"/>
              <a:gd name="connsiteX1106" fmla="*/ 10195519 w 12188965"/>
              <a:gd name="connsiteY1106" fmla="*/ 1960293 h 2053176"/>
              <a:gd name="connsiteX1107" fmla="*/ 10169858 w 12188965"/>
              <a:gd name="connsiteY1107" fmla="*/ 1985952 h 2053176"/>
              <a:gd name="connsiteX1108" fmla="*/ 10144200 w 12188965"/>
              <a:gd name="connsiteY1108" fmla="*/ 1960293 h 2053176"/>
              <a:gd name="connsiteX1109" fmla="*/ 10169858 w 12188965"/>
              <a:gd name="connsiteY1109" fmla="*/ 1934634 h 2053176"/>
              <a:gd name="connsiteX1110" fmla="*/ 10105654 w 12188965"/>
              <a:gd name="connsiteY1110" fmla="*/ 1934634 h 2053176"/>
              <a:gd name="connsiteX1111" fmla="*/ 10131312 w 12188965"/>
              <a:gd name="connsiteY1111" fmla="*/ 1960293 h 2053176"/>
              <a:gd name="connsiteX1112" fmla="*/ 10105654 w 12188965"/>
              <a:gd name="connsiteY1112" fmla="*/ 1985952 h 2053176"/>
              <a:gd name="connsiteX1113" fmla="*/ 10079996 w 12188965"/>
              <a:gd name="connsiteY1113" fmla="*/ 1960293 h 2053176"/>
              <a:gd name="connsiteX1114" fmla="*/ 10105654 w 12188965"/>
              <a:gd name="connsiteY1114" fmla="*/ 1934634 h 2053176"/>
              <a:gd name="connsiteX1115" fmla="*/ 10041450 w 12188965"/>
              <a:gd name="connsiteY1115" fmla="*/ 1934634 h 2053176"/>
              <a:gd name="connsiteX1116" fmla="*/ 10067108 w 12188965"/>
              <a:gd name="connsiteY1116" fmla="*/ 1960293 h 2053176"/>
              <a:gd name="connsiteX1117" fmla="*/ 10041450 w 12188965"/>
              <a:gd name="connsiteY1117" fmla="*/ 1985952 h 2053176"/>
              <a:gd name="connsiteX1118" fmla="*/ 10015789 w 12188965"/>
              <a:gd name="connsiteY1118" fmla="*/ 1960293 h 2053176"/>
              <a:gd name="connsiteX1119" fmla="*/ 10041450 w 12188965"/>
              <a:gd name="connsiteY1119" fmla="*/ 1934634 h 2053176"/>
              <a:gd name="connsiteX1120" fmla="*/ 9977242 w 12188965"/>
              <a:gd name="connsiteY1120" fmla="*/ 1934634 h 2053176"/>
              <a:gd name="connsiteX1121" fmla="*/ 10002903 w 12188965"/>
              <a:gd name="connsiteY1121" fmla="*/ 1960293 h 2053176"/>
              <a:gd name="connsiteX1122" fmla="*/ 9977242 w 12188965"/>
              <a:gd name="connsiteY1122" fmla="*/ 1985952 h 2053176"/>
              <a:gd name="connsiteX1123" fmla="*/ 9951584 w 12188965"/>
              <a:gd name="connsiteY1123" fmla="*/ 1960293 h 2053176"/>
              <a:gd name="connsiteX1124" fmla="*/ 9977242 w 12188965"/>
              <a:gd name="connsiteY1124" fmla="*/ 1934634 h 2053176"/>
              <a:gd name="connsiteX1125" fmla="*/ 9913038 w 12188965"/>
              <a:gd name="connsiteY1125" fmla="*/ 1934634 h 2053176"/>
              <a:gd name="connsiteX1126" fmla="*/ 9938696 w 12188965"/>
              <a:gd name="connsiteY1126" fmla="*/ 1960293 h 2053176"/>
              <a:gd name="connsiteX1127" fmla="*/ 9913038 w 12188965"/>
              <a:gd name="connsiteY1127" fmla="*/ 1985952 h 2053176"/>
              <a:gd name="connsiteX1128" fmla="*/ 9887380 w 12188965"/>
              <a:gd name="connsiteY1128" fmla="*/ 1960293 h 2053176"/>
              <a:gd name="connsiteX1129" fmla="*/ 9913038 w 12188965"/>
              <a:gd name="connsiteY1129" fmla="*/ 1934634 h 2053176"/>
              <a:gd name="connsiteX1130" fmla="*/ 9848716 w 12188965"/>
              <a:gd name="connsiteY1130" fmla="*/ 1934634 h 2053176"/>
              <a:gd name="connsiteX1131" fmla="*/ 9874374 w 12188965"/>
              <a:gd name="connsiteY1131" fmla="*/ 1960293 h 2053176"/>
              <a:gd name="connsiteX1132" fmla="*/ 9848716 w 12188965"/>
              <a:gd name="connsiteY1132" fmla="*/ 1985952 h 2053176"/>
              <a:gd name="connsiteX1133" fmla="*/ 9823058 w 12188965"/>
              <a:gd name="connsiteY1133" fmla="*/ 1960293 h 2053176"/>
              <a:gd name="connsiteX1134" fmla="*/ 9848716 w 12188965"/>
              <a:gd name="connsiteY1134" fmla="*/ 1934634 h 2053176"/>
              <a:gd name="connsiteX1135" fmla="*/ 9784512 w 12188965"/>
              <a:gd name="connsiteY1135" fmla="*/ 1934634 h 2053176"/>
              <a:gd name="connsiteX1136" fmla="*/ 9810170 w 12188965"/>
              <a:gd name="connsiteY1136" fmla="*/ 1960293 h 2053176"/>
              <a:gd name="connsiteX1137" fmla="*/ 9784512 w 12188965"/>
              <a:gd name="connsiteY1137" fmla="*/ 1985952 h 2053176"/>
              <a:gd name="connsiteX1138" fmla="*/ 9758853 w 12188965"/>
              <a:gd name="connsiteY1138" fmla="*/ 1960293 h 2053176"/>
              <a:gd name="connsiteX1139" fmla="*/ 9784512 w 12188965"/>
              <a:gd name="connsiteY1139" fmla="*/ 1934634 h 2053176"/>
              <a:gd name="connsiteX1140" fmla="*/ 9720307 w 12188965"/>
              <a:gd name="connsiteY1140" fmla="*/ 1934634 h 2053176"/>
              <a:gd name="connsiteX1141" fmla="*/ 9745965 w 12188965"/>
              <a:gd name="connsiteY1141" fmla="*/ 1960293 h 2053176"/>
              <a:gd name="connsiteX1142" fmla="*/ 9720307 w 12188965"/>
              <a:gd name="connsiteY1142" fmla="*/ 1985952 h 2053176"/>
              <a:gd name="connsiteX1143" fmla="*/ 9694646 w 12188965"/>
              <a:gd name="connsiteY1143" fmla="*/ 1960293 h 2053176"/>
              <a:gd name="connsiteX1144" fmla="*/ 9720307 w 12188965"/>
              <a:gd name="connsiteY1144" fmla="*/ 1934634 h 2053176"/>
              <a:gd name="connsiteX1145" fmla="*/ 9656100 w 12188965"/>
              <a:gd name="connsiteY1145" fmla="*/ 1934634 h 2053176"/>
              <a:gd name="connsiteX1146" fmla="*/ 9681758 w 12188965"/>
              <a:gd name="connsiteY1146" fmla="*/ 1960293 h 2053176"/>
              <a:gd name="connsiteX1147" fmla="*/ 9656100 w 12188965"/>
              <a:gd name="connsiteY1147" fmla="*/ 1985952 h 2053176"/>
              <a:gd name="connsiteX1148" fmla="*/ 9630442 w 12188965"/>
              <a:gd name="connsiteY1148" fmla="*/ 1960293 h 2053176"/>
              <a:gd name="connsiteX1149" fmla="*/ 9656100 w 12188965"/>
              <a:gd name="connsiteY1149" fmla="*/ 1934634 h 2053176"/>
              <a:gd name="connsiteX1150" fmla="*/ 9591896 w 12188965"/>
              <a:gd name="connsiteY1150" fmla="*/ 1934634 h 2053176"/>
              <a:gd name="connsiteX1151" fmla="*/ 9617554 w 12188965"/>
              <a:gd name="connsiteY1151" fmla="*/ 1960293 h 2053176"/>
              <a:gd name="connsiteX1152" fmla="*/ 9591896 w 12188965"/>
              <a:gd name="connsiteY1152" fmla="*/ 1985952 h 2053176"/>
              <a:gd name="connsiteX1153" fmla="*/ 9566238 w 12188965"/>
              <a:gd name="connsiteY1153" fmla="*/ 1960293 h 2053176"/>
              <a:gd name="connsiteX1154" fmla="*/ 9591896 w 12188965"/>
              <a:gd name="connsiteY1154" fmla="*/ 1934634 h 2053176"/>
              <a:gd name="connsiteX1155" fmla="*/ 9527689 w 12188965"/>
              <a:gd name="connsiteY1155" fmla="*/ 1934634 h 2053176"/>
              <a:gd name="connsiteX1156" fmla="*/ 9553350 w 12188965"/>
              <a:gd name="connsiteY1156" fmla="*/ 1960293 h 2053176"/>
              <a:gd name="connsiteX1157" fmla="*/ 9527689 w 12188965"/>
              <a:gd name="connsiteY1157" fmla="*/ 1985952 h 2053176"/>
              <a:gd name="connsiteX1158" fmla="*/ 9502031 w 12188965"/>
              <a:gd name="connsiteY1158" fmla="*/ 1960293 h 2053176"/>
              <a:gd name="connsiteX1159" fmla="*/ 9527689 w 12188965"/>
              <a:gd name="connsiteY1159" fmla="*/ 1934634 h 2053176"/>
              <a:gd name="connsiteX1160" fmla="*/ 9463485 w 12188965"/>
              <a:gd name="connsiteY1160" fmla="*/ 1934634 h 2053176"/>
              <a:gd name="connsiteX1161" fmla="*/ 9489143 w 12188965"/>
              <a:gd name="connsiteY1161" fmla="*/ 1960293 h 2053176"/>
              <a:gd name="connsiteX1162" fmla="*/ 9463485 w 12188965"/>
              <a:gd name="connsiteY1162" fmla="*/ 1985952 h 2053176"/>
              <a:gd name="connsiteX1163" fmla="*/ 9437826 w 12188965"/>
              <a:gd name="connsiteY1163" fmla="*/ 1960293 h 2053176"/>
              <a:gd name="connsiteX1164" fmla="*/ 9463485 w 12188965"/>
              <a:gd name="connsiteY1164" fmla="*/ 1934634 h 2053176"/>
              <a:gd name="connsiteX1165" fmla="*/ 9399280 w 12188965"/>
              <a:gd name="connsiteY1165" fmla="*/ 1934634 h 2053176"/>
              <a:gd name="connsiteX1166" fmla="*/ 9424938 w 12188965"/>
              <a:gd name="connsiteY1166" fmla="*/ 1960293 h 2053176"/>
              <a:gd name="connsiteX1167" fmla="*/ 9399280 w 12188965"/>
              <a:gd name="connsiteY1167" fmla="*/ 1985952 h 2053176"/>
              <a:gd name="connsiteX1168" fmla="*/ 9373619 w 12188965"/>
              <a:gd name="connsiteY1168" fmla="*/ 1960293 h 2053176"/>
              <a:gd name="connsiteX1169" fmla="*/ 9399280 w 12188965"/>
              <a:gd name="connsiteY1169" fmla="*/ 1934634 h 2053176"/>
              <a:gd name="connsiteX1170" fmla="*/ 9335073 w 12188965"/>
              <a:gd name="connsiteY1170" fmla="*/ 1934634 h 2053176"/>
              <a:gd name="connsiteX1171" fmla="*/ 9360734 w 12188965"/>
              <a:gd name="connsiteY1171" fmla="*/ 1960293 h 2053176"/>
              <a:gd name="connsiteX1172" fmla="*/ 9335073 w 12188965"/>
              <a:gd name="connsiteY1172" fmla="*/ 1985952 h 2053176"/>
              <a:gd name="connsiteX1173" fmla="*/ 9309415 w 12188965"/>
              <a:gd name="connsiteY1173" fmla="*/ 1960293 h 2053176"/>
              <a:gd name="connsiteX1174" fmla="*/ 9335073 w 12188965"/>
              <a:gd name="connsiteY1174" fmla="*/ 1934634 h 2053176"/>
              <a:gd name="connsiteX1175" fmla="*/ 9270869 w 12188965"/>
              <a:gd name="connsiteY1175" fmla="*/ 1934634 h 2053176"/>
              <a:gd name="connsiteX1176" fmla="*/ 9296527 w 12188965"/>
              <a:gd name="connsiteY1176" fmla="*/ 1960293 h 2053176"/>
              <a:gd name="connsiteX1177" fmla="*/ 9270869 w 12188965"/>
              <a:gd name="connsiteY1177" fmla="*/ 1985952 h 2053176"/>
              <a:gd name="connsiteX1178" fmla="*/ 9245211 w 12188965"/>
              <a:gd name="connsiteY1178" fmla="*/ 1960293 h 2053176"/>
              <a:gd name="connsiteX1179" fmla="*/ 9270869 w 12188965"/>
              <a:gd name="connsiteY1179" fmla="*/ 1934634 h 2053176"/>
              <a:gd name="connsiteX1180" fmla="*/ 9206664 w 12188965"/>
              <a:gd name="connsiteY1180" fmla="*/ 1934634 h 2053176"/>
              <a:gd name="connsiteX1181" fmla="*/ 9232323 w 12188965"/>
              <a:gd name="connsiteY1181" fmla="*/ 1960293 h 2053176"/>
              <a:gd name="connsiteX1182" fmla="*/ 9206664 w 12188965"/>
              <a:gd name="connsiteY1182" fmla="*/ 1985952 h 2053176"/>
              <a:gd name="connsiteX1183" fmla="*/ 9181006 w 12188965"/>
              <a:gd name="connsiteY1183" fmla="*/ 1960293 h 2053176"/>
              <a:gd name="connsiteX1184" fmla="*/ 9206664 w 12188965"/>
              <a:gd name="connsiteY1184" fmla="*/ 1934634 h 2053176"/>
              <a:gd name="connsiteX1185" fmla="*/ 9142457 w 12188965"/>
              <a:gd name="connsiteY1185" fmla="*/ 1934634 h 2053176"/>
              <a:gd name="connsiteX1186" fmla="*/ 9168118 w 12188965"/>
              <a:gd name="connsiteY1186" fmla="*/ 1960293 h 2053176"/>
              <a:gd name="connsiteX1187" fmla="*/ 9142457 w 12188965"/>
              <a:gd name="connsiteY1187" fmla="*/ 1985952 h 2053176"/>
              <a:gd name="connsiteX1188" fmla="*/ 9116799 w 12188965"/>
              <a:gd name="connsiteY1188" fmla="*/ 1960293 h 2053176"/>
              <a:gd name="connsiteX1189" fmla="*/ 9142457 w 12188965"/>
              <a:gd name="connsiteY1189" fmla="*/ 1934634 h 2053176"/>
              <a:gd name="connsiteX1190" fmla="*/ 9078253 w 12188965"/>
              <a:gd name="connsiteY1190" fmla="*/ 1934634 h 2053176"/>
              <a:gd name="connsiteX1191" fmla="*/ 9103911 w 12188965"/>
              <a:gd name="connsiteY1191" fmla="*/ 1960293 h 2053176"/>
              <a:gd name="connsiteX1192" fmla="*/ 9078253 w 12188965"/>
              <a:gd name="connsiteY1192" fmla="*/ 1985952 h 2053176"/>
              <a:gd name="connsiteX1193" fmla="*/ 9052595 w 12188965"/>
              <a:gd name="connsiteY1193" fmla="*/ 1960293 h 2053176"/>
              <a:gd name="connsiteX1194" fmla="*/ 9078253 w 12188965"/>
              <a:gd name="connsiteY1194" fmla="*/ 1934634 h 2053176"/>
              <a:gd name="connsiteX1195" fmla="*/ 9014049 w 12188965"/>
              <a:gd name="connsiteY1195" fmla="*/ 1934634 h 2053176"/>
              <a:gd name="connsiteX1196" fmla="*/ 9039707 w 12188965"/>
              <a:gd name="connsiteY1196" fmla="*/ 1960293 h 2053176"/>
              <a:gd name="connsiteX1197" fmla="*/ 9014049 w 12188965"/>
              <a:gd name="connsiteY1197" fmla="*/ 1985952 h 2053176"/>
              <a:gd name="connsiteX1198" fmla="*/ 8988388 w 12188965"/>
              <a:gd name="connsiteY1198" fmla="*/ 1960293 h 2053176"/>
              <a:gd name="connsiteX1199" fmla="*/ 9014049 w 12188965"/>
              <a:gd name="connsiteY1199" fmla="*/ 1934634 h 2053176"/>
              <a:gd name="connsiteX1200" fmla="*/ 8949842 w 12188965"/>
              <a:gd name="connsiteY1200" fmla="*/ 1934634 h 2053176"/>
              <a:gd name="connsiteX1201" fmla="*/ 8975503 w 12188965"/>
              <a:gd name="connsiteY1201" fmla="*/ 1960293 h 2053176"/>
              <a:gd name="connsiteX1202" fmla="*/ 8949842 w 12188965"/>
              <a:gd name="connsiteY1202" fmla="*/ 1985952 h 2053176"/>
              <a:gd name="connsiteX1203" fmla="*/ 8924183 w 12188965"/>
              <a:gd name="connsiteY1203" fmla="*/ 1960293 h 2053176"/>
              <a:gd name="connsiteX1204" fmla="*/ 8949842 w 12188965"/>
              <a:gd name="connsiteY1204" fmla="*/ 1934634 h 2053176"/>
              <a:gd name="connsiteX1205" fmla="*/ 8885637 w 12188965"/>
              <a:gd name="connsiteY1205" fmla="*/ 1934634 h 2053176"/>
              <a:gd name="connsiteX1206" fmla="*/ 8911296 w 12188965"/>
              <a:gd name="connsiteY1206" fmla="*/ 1960293 h 2053176"/>
              <a:gd name="connsiteX1207" fmla="*/ 8885637 w 12188965"/>
              <a:gd name="connsiteY1207" fmla="*/ 1985952 h 2053176"/>
              <a:gd name="connsiteX1208" fmla="*/ 8859979 w 12188965"/>
              <a:gd name="connsiteY1208" fmla="*/ 1960293 h 2053176"/>
              <a:gd name="connsiteX1209" fmla="*/ 8885637 w 12188965"/>
              <a:gd name="connsiteY1209" fmla="*/ 1934634 h 2053176"/>
              <a:gd name="connsiteX1210" fmla="*/ 8821433 w 12188965"/>
              <a:gd name="connsiteY1210" fmla="*/ 1934634 h 2053176"/>
              <a:gd name="connsiteX1211" fmla="*/ 8847091 w 12188965"/>
              <a:gd name="connsiteY1211" fmla="*/ 1960293 h 2053176"/>
              <a:gd name="connsiteX1212" fmla="*/ 8821433 w 12188965"/>
              <a:gd name="connsiteY1212" fmla="*/ 1985952 h 2053176"/>
              <a:gd name="connsiteX1213" fmla="*/ 8795772 w 12188965"/>
              <a:gd name="connsiteY1213" fmla="*/ 1960293 h 2053176"/>
              <a:gd name="connsiteX1214" fmla="*/ 8821433 w 12188965"/>
              <a:gd name="connsiteY1214" fmla="*/ 1934634 h 2053176"/>
              <a:gd name="connsiteX1215" fmla="*/ 8757226 w 12188965"/>
              <a:gd name="connsiteY1215" fmla="*/ 1934634 h 2053176"/>
              <a:gd name="connsiteX1216" fmla="*/ 8782887 w 12188965"/>
              <a:gd name="connsiteY1216" fmla="*/ 1960293 h 2053176"/>
              <a:gd name="connsiteX1217" fmla="*/ 8757226 w 12188965"/>
              <a:gd name="connsiteY1217" fmla="*/ 1985952 h 2053176"/>
              <a:gd name="connsiteX1218" fmla="*/ 8731568 w 12188965"/>
              <a:gd name="connsiteY1218" fmla="*/ 1960293 h 2053176"/>
              <a:gd name="connsiteX1219" fmla="*/ 8757226 w 12188965"/>
              <a:gd name="connsiteY1219" fmla="*/ 1934634 h 2053176"/>
              <a:gd name="connsiteX1220" fmla="*/ 8692904 w 12188965"/>
              <a:gd name="connsiteY1220" fmla="*/ 1934634 h 2053176"/>
              <a:gd name="connsiteX1221" fmla="*/ 8718565 w 12188965"/>
              <a:gd name="connsiteY1221" fmla="*/ 1960293 h 2053176"/>
              <a:gd name="connsiteX1222" fmla="*/ 8692904 w 12188965"/>
              <a:gd name="connsiteY1222" fmla="*/ 1985952 h 2053176"/>
              <a:gd name="connsiteX1223" fmla="*/ 8667246 w 12188965"/>
              <a:gd name="connsiteY1223" fmla="*/ 1960293 h 2053176"/>
              <a:gd name="connsiteX1224" fmla="*/ 8692904 w 12188965"/>
              <a:gd name="connsiteY1224" fmla="*/ 1934634 h 2053176"/>
              <a:gd name="connsiteX1225" fmla="*/ 8628699 w 12188965"/>
              <a:gd name="connsiteY1225" fmla="*/ 1934634 h 2053176"/>
              <a:gd name="connsiteX1226" fmla="*/ 8654358 w 12188965"/>
              <a:gd name="connsiteY1226" fmla="*/ 1960293 h 2053176"/>
              <a:gd name="connsiteX1227" fmla="*/ 8628699 w 12188965"/>
              <a:gd name="connsiteY1227" fmla="*/ 1985952 h 2053176"/>
              <a:gd name="connsiteX1228" fmla="*/ 8603041 w 12188965"/>
              <a:gd name="connsiteY1228" fmla="*/ 1960293 h 2053176"/>
              <a:gd name="connsiteX1229" fmla="*/ 8628699 w 12188965"/>
              <a:gd name="connsiteY1229" fmla="*/ 1934634 h 2053176"/>
              <a:gd name="connsiteX1230" fmla="*/ 8564495 w 12188965"/>
              <a:gd name="connsiteY1230" fmla="*/ 1934634 h 2053176"/>
              <a:gd name="connsiteX1231" fmla="*/ 8590153 w 12188965"/>
              <a:gd name="connsiteY1231" fmla="*/ 1960293 h 2053176"/>
              <a:gd name="connsiteX1232" fmla="*/ 8564495 w 12188965"/>
              <a:gd name="connsiteY1232" fmla="*/ 1985952 h 2053176"/>
              <a:gd name="connsiteX1233" fmla="*/ 8538837 w 12188965"/>
              <a:gd name="connsiteY1233" fmla="*/ 1960293 h 2053176"/>
              <a:gd name="connsiteX1234" fmla="*/ 8564495 w 12188965"/>
              <a:gd name="connsiteY1234" fmla="*/ 1934634 h 2053176"/>
              <a:gd name="connsiteX1235" fmla="*/ 8500288 w 12188965"/>
              <a:gd name="connsiteY1235" fmla="*/ 1934634 h 2053176"/>
              <a:gd name="connsiteX1236" fmla="*/ 8525949 w 12188965"/>
              <a:gd name="connsiteY1236" fmla="*/ 1960293 h 2053176"/>
              <a:gd name="connsiteX1237" fmla="*/ 8500288 w 12188965"/>
              <a:gd name="connsiteY1237" fmla="*/ 1985952 h 2053176"/>
              <a:gd name="connsiteX1238" fmla="*/ 8474630 w 12188965"/>
              <a:gd name="connsiteY1238" fmla="*/ 1960293 h 2053176"/>
              <a:gd name="connsiteX1239" fmla="*/ 8500288 w 12188965"/>
              <a:gd name="connsiteY1239" fmla="*/ 1934634 h 2053176"/>
              <a:gd name="connsiteX1240" fmla="*/ 8436084 w 12188965"/>
              <a:gd name="connsiteY1240" fmla="*/ 1934634 h 2053176"/>
              <a:gd name="connsiteX1241" fmla="*/ 8461745 w 12188965"/>
              <a:gd name="connsiteY1241" fmla="*/ 1960293 h 2053176"/>
              <a:gd name="connsiteX1242" fmla="*/ 8436084 w 12188965"/>
              <a:gd name="connsiteY1242" fmla="*/ 1985952 h 2053176"/>
              <a:gd name="connsiteX1243" fmla="*/ 8410426 w 12188965"/>
              <a:gd name="connsiteY1243" fmla="*/ 1960293 h 2053176"/>
              <a:gd name="connsiteX1244" fmla="*/ 8436084 w 12188965"/>
              <a:gd name="connsiteY1244" fmla="*/ 1934634 h 2053176"/>
              <a:gd name="connsiteX1245" fmla="*/ 8371879 w 12188965"/>
              <a:gd name="connsiteY1245" fmla="*/ 1934634 h 2053176"/>
              <a:gd name="connsiteX1246" fmla="*/ 8397538 w 12188965"/>
              <a:gd name="connsiteY1246" fmla="*/ 1960293 h 2053176"/>
              <a:gd name="connsiteX1247" fmla="*/ 8371879 w 12188965"/>
              <a:gd name="connsiteY1247" fmla="*/ 1985952 h 2053176"/>
              <a:gd name="connsiteX1248" fmla="*/ 8346221 w 12188965"/>
              <a:gd name="connsiteY1248" fmla="*/ 1960293 h 2053176"/>
              <a:gd name="connsiteX1249" fmla="*/ 8371879 w 12188965"/>
              <a:gd name="connsiteY1249" fmla="*/ 1934634 h 2053176"/>
              <a:gd name="connsiteX1250" fmla="*/ 8307675 w 12188965"/>
              <a:gd name="connsiteY1250" fmla="*/ 1934634 h 2053176"/>
              <a:gd name="connsiteX1251" fmla="*/ 8333333 w 12188965"/>
              <a:gd name="connsiteY1251" fmla="*/ 1960293 h 2053176"/>
              <a:gd name="connsiteX1252" fmla="*/ 8307675 w 12188965"/>
              <a:gd name="connsiteY1252" fmla="*/ 1985952 h 2053176"/>
              <a:gd name="connsiteX1253" fmla="*/ 8282014 w 12188965"/>
              <a:gd name="connsiteY1253" fmla="*/ 1960293 h 2053176"/>
              <a:gd name="connsiteX1254" fmla="*/ 8307675 w 12188965"/>
              <a:gd name="connsiteY1254" fmla="*/ 1934634 h 2053176"/>
              <a:gd name="connsiteX1255" fmla="*/ 8243468 w 12188965"/>
              <a:gd name="connsiteY1255" fmla="*/ 1934634 h 2053176"/>
              <a:gd name="connsiteX1256" fmla="*/ 8269126 w 12188965"/>
              <a:gd name="connsiteY1256" fmla="*/ 1960293 h 2053176"/>
              <a:gd name="connsiteX1257" fmla="*/ 8243468 w 12188965"/>
              <a:gd name="connsiteY1257" fmla="*/ 1985952 h 2053176"/>
              <a:gd name="connsiteX1258" fmla="*/ 8217810 w 12188965"/>
              <a:gd name="connsiteY1258" fmla="*/ 1960293 h 2053176"/>
              <a:gd name="connsiteX1259" fmla="*/ 8243468 w 12188965"/>
              <a:gd name="connsiteY1259" fmla="*/ 1934634 h 2053176"/>
              <a:gd name="connsiteX1260" fmla="*/ 8179264 w 12188965"/>
              <a:gd name="connsiteY1260" fmla="*/ 1934634 h 2053176"/>
              <a:gd name="connsiteX1261" fmla="*/ 8204922 w 12188965"/>
              <a:gd name="connsiteY1261" fmla="*/ 1960293 h 2053176"/>
              <a:gd name="connsiteX1262" fmla="*/ 8179264 w 12188965"/>
              <a:gd name="connsiteY1262" fmla="*/ 1985952 h 2053176"/>
              <a:gd name="connsiteX1263" fmla="*/ 8153603 w 12188965"/>
              <a:gd name="connsiteY1263" fmla="*/ 1960293 h 2053176"/>
              <a:gd name="connsiteX1264" fmla="*/ 8179264 w 12188965"/>
              <a:gd name="connsiteY1264" fmla="*/ 1934634 h 2053176"/>
              <a:gd name="connsiteX1265" fmla="*/ 8115057 w 12188965"/>
              <a:gd name="connsiteY1265" fmla="*/ 1934634 h 2053176"/>
              <a:gd name="connsiteX1266" fmla="*/ 8140717 w 12188965"/>
              <a:gd name="connsiteY1266" fmla="*/ 1960293 h 2053176"/>
              <a:gd name="connsiteX1267" fmla="*/ 8115057 w 12188965"/>
              <a:gd name="connsiteY1267" fmla="*/ 1985952 h 2053176"/>
              <a:gd name="connsiteX1268" fmla="*/ 8089398 w 12188965"/>
              <a:gd name="connsiteY1268" fmla="*/ 1960293 h 2053176"/>
              <a:gd name="connsiteX1269" fmla="*/ 8115057 w 12188965"/>
              <a:gd name="connsiteY1269" fmla="*/ 1934634 h 2053176"/>
              <a:gd name="connsiteX1270" fmla="*/ 8050852 w 12188965"/>
              <a:gd name="connsiteY1270" fmla="*/ 1934634 h 2053176"/>
              <a:gd name="connsiteX1271" fmla="*/ 8076510 w 12188965"/>
              <a:gd name="connsiteY1271" fmla="*/ 1960293 h 2053176"/>
              <a:gd name="connsiteX1272" fmla="*/ 8050852 w 12188965"/>
              <a:gd name="connsiteY1272" fmla="*/ 1985952 h 2053176"/>
              <a:gd name="connsiteX1273" fmla="*/ 8025194 w 12188965"/>
              <a:gd name="connsiteY1273" fmla="*/ 1960293 h 2053176"/>
              <a:gd name="connsiteX1274" fmla="*/ 8050852 w 12188965"/>
              <a:gd name="connsiteY1274" fmla="*/ 1934634 h 2053176"/>
              <a:gd name="connsiteX1275" fmla="*/ 7986648 w 12188965"/>
              <a:gd name="connsiteY1275" fmla="*/ 1934634 h 2053176"/>
              <a:gd name="connsiteX1276" fmla="*/ 8012306 w 12188965"/>
              <a:gd name="connsiteY1276" fmla="*/ 1960293 h 2053176"/>
              <a:gd name="connsiteX1277" fmla="*/ 7986648 w 12188965"/>
              <a:gd name="connsiteY1277" fmla="*/ 1985952 h 2053176"/>
              <a:gd name="connsiteX1278" fmla="*/ 7960990 w 12188965"/>
              <a:gd name="connsiteY1278" fmla="*/ 1960293 h 2053176"/>
              <a:gd name="connsiteX1279" fmla="*/ 7986648 w 12188965"/>
              <a:gd name="connsiteY1279" fmla="*/ 1934634 h 2053176"/>
              <a:gd name="connsiteX1280" fmla="*/ 7922444 w 12188965"/>
              <a:gd name="connsiteY1280" fmla="*/ 1934634 h 2053176"/>
              <a:gd name="connsiteX1281" fmla="*/ 7948102 w 12188965"/>
              <a:gd name="connsiteY1281" fmla="*/ 1960293 h 2053176"/>
              <a:gd name="connsiteX1282" fmla="*/ 7922444 w 12188965"/>
              <a:gd name="connsiteY1282" fmla="*/ 1985952 h 2053176"/>
              <a:gd name="connsiteX1283" fmla="*/ 7896783 w 12188965"/>
              <a:gd name="connsiteY1283" fmla="*/ 1960293 h 2053176"/>
              <a:gd name="connsiteX1284" fmla="*/ 7922444 w 12188965"/>
              <a:gd name="connsiteY1284" fmla="*/ 1934634 h 2053176"/>
              <a:gd name="connsiteX1285" fmla="*/ 7858237 w 12188965"/>
              <a:gd name="connsiteY1285" fmla="*/ 1934634 h 2053176"/>
              <a:gd name="connsiteX1286" fmla="*/ 7883895 w 12188965"/>
              <a:gd name="connsiteY1286" fmla="*/ 1960293 h 2053176"/>
              <a:gd name="connsiteX1287" fmla="*/ 7858237 w 12188965"/>
              <a:gd name="connsiteY1287" fmla="*/ 1985952 h 2053176"/>
              <a:gd name="connsiteX1288" fmla="*/ 7832578 w 12188965"/>
              <a:gd name="connsiteY1288" fmla="*/ 1960293 h 2053176"/>
              <a:gd name="connsiteX1289" fmla="*/ 7858237 w 12188965"/>
              <a:gd name="connsiteY1289" fmla="*/ 1934634 h 2053176"/>
              <a:gd name="connsiteX1290" fmla="*/ 7794032 w 12188965"/>
              <a:gd name="connsiteY1290" fmla="*/ 1934634 h 2053176"/>
              <a:gd name="connsiteX1291" fmla="*/ 7819690 w 12188965"/>
              <a:gd name="connsiteY1291" fmla="*/ 1960293 h 2053176"/>
              <a:gd name="connsiteX1292" fmla="*/ 7794032 w 12188965"/>
              <a:gd name="connsiteY1292" fmla="*/ 1985952 h 2053176"/>
              <a:gd name="connsiteX1293" fmla="*/ 7768371 w 12188965"/>
              <a:gd name="connsiteY1293" fmla="*/ 1960293 h 2053176"/>
              <a:gd name="connsiteX1294" fmla="*/ 7794032 w 12188965"/>
              <a:gd name="connsiteY1294" fmla="*/ 1934634 h 2053176"/>
              <a:gd name="connsiteX1295" fmla="*/ 7729825 w 12188965"/>
              <a:gd name="connsiteY1295" fmla="*/ 1934634 h 2053176"/>
              <a:gd name="connsiteX1296" fmla="*/ 7755486 w 12188965"/>
              <a:gd name="connsiteY1296" fmla="*/ 1960293 h 2053176"/>
              <a:gd name="connsiteX1297" fmla="*/ 7729825 w 12188965"/>
              <a:gd name="connsiteY1297" fmla="*/ 1985952 h 2053176"/>
              <a:gd name="connsiteX1298" fmla="*/ 7704167 w 12188965"/>
              <a:gd name="connsiteY1298" fmla="*/ 1960293 h 2053176"/>
              <a:gd name="connsiteX1299" fmla="*/ 7729825 w 12188965"/>
              <a:gd name="connsiteY1299" fmla="*/ 1934634 h 2053176"/>
              <a:gd name="connsiteX1300" fmla="*/ 7665621 w 12188965"/>
              <a:gd name="connsiteY1300" fmla="*/ 1934634 h 2053176"/>
              <a:gd name="connsiteX1301" fmla="*/ 7691279 w 12188965"/>
              <a:gd name="connsiteY1301" fmla="*/ 1960293 h 2053176"/>
              <a:gd name="connsiteX1302" fmla="*/ 7665621 w 12188965"/>
              <a:gd name="connsiteY1302" fmla="*/ 1985952 h 2053176"/>
              <a:gd name="connsiteX1303" fmla="*/ 7639963 w 12188965"/>
              <a:gd name="connsiteY1303" fmla="*/ 1960293 h 2053176"/>
              <a:gd name="connsiteX1304" fmla="*/ 7665621 w 12188965"/>
              <a:gd name="connsiteY1304" fmla="*/ 1934634 h 2053176"/>
              <a:gd name="connsiteX1305" fmla="*/ 7601299 w 12188965"/>
              <a:gd name="connsiteY1305" fmla="*/ 1934634 h 2053176"/>
              <a:gd name="connsiteX1306" fmla="*/ 7626959 w 12188965"/>
              <a:gd name="connsiteY1306" fmla="*/ 1960293 h 2053176"/>
              <a:gd name="connsiteX1307" fmla="*/ 7601299 w 12188965"/>
              <a:gd name="connsiteY1307" fmla="*/ 1985952 h 2053176"/>
              <a:gd name="connsiteX1308" fmla="*/ 7575640 w 12188965"/>
              <a:gd name="connsiteY1308" fmla="*/ 1960293 h 2053176"/>
              <a:gd name="connsiteX1309" fmla="*/ 7601299 w 12188965"/>
              <a:gd name="connsiteY1309" fmla="*/ 1934634 h 2053176"/>
              <a:gd name="connsiteX1310" fmla="*/ 7537094 w 12188965"/>
              <a:gd name="connsiteY1310" fmla="*/ 1934634 h 2053176"/>
              <a:gd name="connsiteX1311" fmla="*/ 7562752 w 12188965"/>
              <a:gd name="connsiteY1311" fmla="*/ 1960293 h 2053176"/>
              <a:gd name="connsiteX1312" fmla="*/ 7537094 w 12188965"/>
              <a:gd name="connsiteY1312" fmla="*/ 1985952 h 2053176"/>
              <a:gd name="connsiteX1313" fmla="*/ 7511436 w 12188965"/>
              <a:gd name="connsiteY1313" fmla="*/ 1960293 h 2053176"/>
              <a:gd name="connsiteX1314" fmla="*/ 7537094 w 12188965"/>
              <a:gd name="connsiteY1314" fmla="*/ 1934634 h 2053176"/>
              <a:gd name="connsiteX1315" fmla="*/ 7472890 w 12188965"/>
              <a:gd name="connsiteY1315" fmla="*/ 1934634 h 2053176"/>
              <a:gd name="connsiteX1316" fmla="*/ 7498548 w 12188965"/>
              <a:gd name="connsiteY1316" fmla="*/ 1960293 h 2053176"/>
              <a:gd name="connsiteX1317" fmla="*/ 7472890 w 12188965"/>
              <a:gd name="connsiteY1317" fmla="*/ 1985952 h 2053176"/>
              <a:gd name="connsiteX1318" fmla="*/ 7447229 w 12188965"/>
              <a:gd name="connsiteY1318" fmla="*/ 1960293 h 2053176"/>
              <a:gd name="connsiteX1319" fmla="*/ 7472890 w 12188965"/>
              <a:gd name="connsiteY1319" fmla="*/ 1934634 h 2053176"/>
              <a:gd name="connsiteX1320" fmla="*/ 7408683 w 12188965"/>
              <a:gd name="connsiteY1320" fmla="*/ 1934634 h 2053176"/>
              <a:gd name="connsiteX1321" fmla="*/ 7434341 w 12188965"/>
              <a:gd name="connsiteY1321" fmla="*/ 1960293 h 2053176"/>
              <a:gd name="connsiteX1322" fmla="*/ 7408683 w 12188965"/>
              <a:gd name="connsiteY1322" fmla="*/ 1985952 h 2053176"/>
              <a:gd name="connsiteX1323" fmla="*/ 7383025 w 12188965"/>
              <a:gd name="connsiteY1323" fmla="*/ 1960293 h 2053176"/>
              <a:gd name="connsiteX1324" fmla="*/ 7408683 w 12188965"/>
              <a:gd name="connsiteY1324" fmla="*/ 1934634 h 2053176"/>
              <a:gd name="connsiteX1325" fmla="*/ 7344479 w 12188965"/>
              <a:gd name="connsiteY1325" fmla="*/ 1934634 h 2053176"/>
              <a:gd name="connsiteX1326" fmla="*/ 7370137 w 12188965"/>
              <a:gd name="connsiteY1326" fmla="*/ 1960293 h 2053176"/>
              <a:gd name="connsiteX1327" fmla="*/ 7344479 w 12188965"/>
              <a:gd name="connsiteY1327" fmla="*/ 1985952 h 2053176"/>
              <a:gd name="connsiteX1328" fmla="*/ 7318820 w 12188965"/>
              <a:gd name="connsiteY1328" fmla="*/ 1960293 h 2053176"/>
              <a:gd name="connsiteX1329" fmla="*/ 7344479 w 12188965"/>
              <a:gd name="connsiteY1329" fmla="*/ 1934634 h 2053176"/>
              <a:gd name="connsiteX1330" fmla="*/ 7280274 w 12188965"/>
              <a:gd name="connsiteY1330" fmla="*/ 1934634 h 2053176"/>
              <a:gd name="connsiteX1331" fmla="*/ 7305932 w 12188965"/>
              <a:gd name="connsiteY1331" fmla="*/ 1960293 h 2053176"/>
              <a:gd name="connsiteX1332" fmla="*/ 7280274 w 12188965"/>
              <a:gd name="connsiteY1332" fmla="*/ 1985952 h 2053176"/>
              <a:gd name="connsiteX1333" fmla="*/ 7254613 w 12188965"/>
              <a:gd name="connsiteY1333" fmla="*/ 1960293 h 2053176"/>
              <a:gd name="connsiteX1334" fmla="*/ 7280274 w 12188965"/>
              <a:gd name="connsiteY1334" fmla="*/ 1934634 h 2053176"/>
              <a:gd name="connsiteX1335" fmla="*/ 7216067 w 12188965"/>
              <a:gd name="connsiteY1335" fmla="*/ 1934634 h 2053176"/>
              <a:gd name="connsiteX1336" fmla="*/ 7241725 w 12188965"/>
              <a:gd name="connsiteY1336" fmla="*/ 1960293 h 2053176"/>
              <a:gd name="connsiteX1337" fmla="*/ 7216067 w 12188965"/>
              <a:gd name="connsiteY1337" fmla="*/ 1985952 h 2053176"/>
              <a:gd name="connsiteX1338" fmla="*/ 7190409 w 12188965"/>
              <a:gd name="connsiteY1338" fmla="*/ 1960293 h 2053176"/>
              <a:gd name="connsiteX1339" fmla="*/ 7216067 w 12188965"/>
              <a:gd name="connsiteY1339" fmla="*/ 1934634 h 2053176"/>
              <a:gd name="connsiteX1340" fmla="*/ 7151863 w 12188965"/>
              <a:gd name="connsiteY1340" fmla="*/ 1934634 h 2053176"/>
              <a:gd name="connsiteX1341" fmla="*/ 7177521 w 12188965"/>
              <a:gd name="connsiteY1341" fmla="*/ 1960293 h 2053176"/>
              <a:gd name="connsiteX1342" fmla="*/ 7151863 w 12188965"/>
              <a:gd name="connsiteY1342" fmla="*/ 1985952 h 2053176"/>
              <a:gd name="connsiteX1343" fmla="*/ 7126205 w 12188965"/>
              <a:gd name="connsiteY1343" fmla="*/ 1960293 h 2053176"/>
              <a:gd name="connsiteX1344" fmla="*/ 7151863 w 12188965"/>
              <a:gd name="connsiteY1344" fmla="*/ 1934634 h 2053176"/>
              <a:gd name="connsiteX1345" fmla="*/ 7087658 w 12188965"/>
              <a:gd name="connsiteY1345" fmla="*/ 1934634 h 2053176"/>
              <a:gd name="connsiteX1346" fmla="*/ 7113317 w 12188965"/>
              <a:gd name="connsiteY1346" fmla="*/ 1960293 h 2053176"/>
              <a:gd name="connsiteX1347" fmla="*/ 7087658 w 12188965"/>
              <a:gd name="connsiteY1347" fmla="*/ 1985952 h 2053176"/>
              <a:gd name="connsiteX1348" fmla="*/ 7061998 w 12188965"/>
              <a:gd name="connsiteY1348" fmla="*/ 1960293 h 2053176"/>
              <a:gd name="connsiteX1349" fmla="*/ 7087658 w 12188965"/>
              <a:gd name="connsiteY1349" fmla="*/ 1934634 h 2053176"/>
              <a:gd name="connsiteX1350" fmla="*/ 7023451 w 12188965"/>
              <a:gd name="connsiteY1350" fmla="*/ 1934634 h 2053176"/>
              <a:gd name="connsiteX1351" fmla="*/ 7049112 w 12188965"/>
              <a:gd name="connsiteY1351" fmla="*/ 1960293 h 2053176"/>
              <a:gd name="connsiteX1352" fmla="*/ 7023451 w 12188965"/>
              <a:gd name="connsiteY1352" fmla="*/ 1985952 h 2053176"/>
              <a:gd name="connsiteX1353" fmla="*/ 6997793 w 12188965"/>
              <a:gd name="connsiteY1353" fmla="*/ 1960293 h 2053176"/>
              <a:gd name="connsiteX1354" fmla="*/ 7023451 w 12188965"/>
              <a:gd name="connsiteY1354" fmla="*/ 1934634 h 2053176"/>
              <a:gd name="connsiteX1355" fmla="*/ 6959247 w 12188965"/>
              <a:gd name="connsiteY1355" fmla="*/ 1934634 h 2053176"/>
              <a:gd name="connsiteX1356" fmla="*/ 6984905 w 12188965"/>
              <a:gd name="connsiteY1356" fmla="*/ 1960293 h 2053176"/>
              <a:gd name="connsiteX1357" fmla="*/ 6959247 w 12188965"/>
              <a:gd name="connsiteY1357" fmla="*/ 1985952 h 2053176"/>
              <a:gd name="connsiteX1358" fmla="*/ 6933589 w 12188965"/>
              <a:gd name="connsiteY1358" fmla="*/ 1960293 h 2053176"/>
              <a:gd name="connsiteX1359" fmla="*/ 6959247 w 12188965"/>
              <a:gd name="connsiteY1359" fmla="*/ 1934634 h 2053176"/>
              <a:gd name="connsiteX1360" fmla="*/ 6895043 w 12188965"/>
              <a:gd name="connsiteY1360" fmla="*/ 1934634 h 2053176"/>
              <a:gd name="connsiteX1361" fmla="*/ 6920701 w 12188965"/>
              <a:gd name="connsiteY1361" fmla="*/ 1960293 h 2053176"/>
              <a:gd name="connsiteX1362" fmla="*/ 6895043 w 12188965"/>
              <a:gd name="connsiteY1362" fmla="*/ 1985952 h 2053176"/>
              <a:gd name="connsiteX1363" fmla="*/ 6869382 w 12188965"/>
              <a:gd name="connsiteY1363" fmla="*/ 1960293 h 2053176"/>
              <a:gd name="connsiteX1364" fmla="*/ 6895043 w 12188965"/>
              <a:gd name="connsiteY1364" fmla="*/ 1934634 h 2053176"/>
              <a:gd name="connsiteX1365" fmla="*/ 6830836 w 12188965"/>
              <a:gd name="connsiteY1365" fmla="*/ 1934634 h 2053176"/>
              <a:gd name="connsiteX1366" fmla="*/ 6856494 w 12188965"/>
              <a:gd name="connsiteY1366" fmla="*/ 1960293 h 2053176"/>
              <a:gd name="connsiteX1367" fmla="*/ 6830836 w 12188965"/>
              <a:gd name="connsiteY1367" fmla="*/ 1985952 h 2053176"/>
              <a:gd name="connsiteX1368" fmla="*/ 6805178 w 12188965"/>
              <a:gd name="connsiteY1368" fmla="*/ 1960293 h 2053176"/>
              <a:gd name="connsiteX1369" fmla="*/ 6830836 w 12188965"/>
              <a:gd name="connsiteY1369" fmla="*/ 1934634 h 2053176"/>
              <a:gd name="connsiteX1370" fmla="*/ 6766631 w 12188965"/>
              <a:gd name="connsiteY1370" fmla="*/ 1934634 h 2053176"/>
              <a:gd name="connsiteX1371" fmla="*/ 6792290 w 12188965"/>
              <a:gd name="connsiteY1371" fmla="*/ 1960293 h 2053176"/>
              <a:gd name="connsiteX1372" fmla="*/ 6766631 w 12188965"/>
              <a:gd name="connsiteY1372" fmla="*/ 1985952 h 2053176"/>
              <a:gd name="connsiteX1373" fmla="*/ 6740973 w 12188965"/>
              <a:gd name="connsiteY1373" fmla="*/ 1960293 h 2053176"/>
              <a:gd name="connsiteX1374" fmla="*/ 6766631 w 12188965"/>
              <a:gd name="connsiteY1374" fmla="*/ 1934634 h 2053176"/>
              <a:gd name="connsiteX1375" fmla="*/ 6702427 w 12188965"/>
              <a:gd name="connsiteY1375" fmla="*/ 1934634 h 2053176"/>
              <a:gd name="connsiteX1376" fmla="*/ 6728085 w 12188965"/>
              <a:gd name="connsiteY1376" fmla="*/ 1960293 h 2053176"/>
              <a:gd name="connsiteX1377" fmla="*/ 6702427 w 12188965"/>
              <a:gd name="connsiteY1377" fmla="*/ 1985952 h 2053176"/>
              <a:gd name="connsiteX1378" fmla="*/ 6676766 w 12188965"/>
              <a:gd name="connsiteY1378" fmla="*/ 1960293 h 2053176"/>
              <a:gd name="connsiteX1379" fmla="*/ 6702427 w 12188965"/>
              <a:gd name="connsiteY1379" fmla="*/ 1934634 h 2053176"/>
              <a:gd name="connsiteX1380" fmla="*/ 6638220 w 12188965"/>
              <a:gd name="connsiteY1380" fmla="*/ 1934634 h 2053176"/>
              <a:gd name="connsiteX1381" fmla="*/ 6663881 w 12188965"/>
              <a:gd name="connsiteY1381" fmla="*/ 1960293 h 2053176"/>
              <a:gd name="connsiteX1382" fmla="*/ 6638220 w 12188965"/>
              <a:gd name="connsiteY1382" fmla="*/ 1985952 h 2053176"/>
              <a:gd name="connsiteX1383" fmla="*/ 6612562 w 12188965"/>
              <a:gd name="connsiteY1383" fmla="*/ 1960293 h 2053176"/>
              <a:gd name="connsiteX1384" fmla="*/ 6638220 w 12188965"/>
              <a:gd name="connsiteY1384" fmla="*/ 1934634 h 2053176"/>
              <a:gd name="connsiteX1385" fmla="*/ 6574016 w 12188965"/>
              <a:gd name="connsiteY1385" fmla="*/ 1934634 h 2053176"/>
              <a:gd name="connsiteX1386" fmla="*/ 6599674 w 12188965"/>
              <a:gd name="connsiteY1386" fmla="*/ 1960293 h 2053176"/>
              <a:gd name="connsiteX1387" fmla="*/ 6574016 w 12188965"/>
              <a:gd name="connsiteY1387" fmla="*/ 1985952 h 2053176"/>
              <a:gd name="connsiteX1388" fmla="*/ 6548357 w 12188965"/>
              <a:gd name="connsiteY1388" fmla="*/ 1960293 h 2053176"/>
              <a:gd name="connsiteX1389" fmla="*/ 6574016 w 12188965"/>
              <a:gd name="connsiteY1389" fmla="*/ 1934634 h 2053176"/>
              <a:gd name="connsiteX1390" fmla="*/ 6509693 w 12188965"/>
              <a:gd name="connsiteY1390" fmla="*/ 1934634 h 2053176"/>
              <a:gd name="connsiteX1391" fmla="*/ 6535352 w 12188965"/>
              <a:gd name="connsiteY1391" fmla="*/ 1960293 h 2053176"/>
              <a:gd name="connsiteX1392" fmla="*/ 6509693 w 12188965"/>
              <a:gd name="connsiteY1392" fmla="*/ 1985952 h 2053176"/>
              <a:gd name="connsiteX1393" fmla="*/ 6484035 w 12188965"/>
              <a:gd name="connsiteY1393" fmla="*/ 1960293 h 2053176"/>
              <a:gd name="connsiteX1394" fmla="*/ 6509693 w 12188965"/>
              <a:gd name="connsiteY1394" fmla="*/ 1934634 h 2053176"/>
              <a:gd name="connsiteX1395" fmla="*/ 6445489 w 12188965"/>
              <a:gd name="connsiteY1395" fmla="*/ 1934634 h 2053176"/>
              <a:gd name="connsiteX1396" fmla="*/ 6471147 w 12188965"/>
              <a:gd name="connsiteY1396" fmla="*/ 1960293 h 2053176"/>
              <a:gd name="connsiteX1397" fmla="*/ 6445489 w 12188965"/>
              <a:gd name="connsiteY1397" fmla="*/ 1985952 h 2053176"/>
              <a:gd name="connsiteX1398" fmla="*/ 6419831 w 12188965"/>
              <a:gd name="connsiteY1398" fmla="*/ 1960293 h 2053176"/>
              <a:gd name="connsiteX1399" fmla="*/ 6445489 w 12188965"/>
              <a:gd name="connsiteY1399" fmla="*/ 1934634 h 2053176"/>
              <a:gd name="connsiteX1400" fmla="*/ 6381282 w 12188965"/>
              <a:gd name="connsiteY1400" fmla="*/ 1934634 h 2053176"/>
              <a:gd name="connsiteX1401" fmla="*/ 6406943 w 12188965"/>
              <a:gd name="connsiteY1401" fmla="*/ 1960293 h 2053176"/>
              <a:gd name="connsiteX1402" fmla="*/ 6381282 w 12188965"/>
              <a:gd name="connsiteY1402" fmla="*/ 1985952 h 2053176"/>
              <a:gd name="connsiteX1403" fmla="*/ 6355624 w 12188965"/>
              <a:gd name="connsiteY1403" fmla="*/ 1960293 h 2053176"/>
              <a:gd name="connsiteX1404" fmla="*/ 6381282 w 12188965"/>
              <a:gd name="connsiteY1404" fmla="*/ 1934634 h 2053176"/>
              <a:gd name="connsiteX1405" fmla="*/ 6317078 w 12188965"/>
              <a:gd name="connsiteY1405" fmla="*/ 1934634 h 2053176"/>
              <a:gd name="connsiteX1406" fmla="*/ 6342736 w 12188965"/>
              <a:gd name="connsiteY1406" fmla="*/ 1960293 h 2053176"/>
              <a:gd name="connsiteX1407" fmla="*/ 6317078 w 12188965"/>
              <a:gd name="connsiteY1407" fmla="*/ 1985952 h 2053176"/>
              <a:gd name="connsiteX1408" fmla="*/ 6291420 w 12188965"/>
              <a:gd name="connsiteY1408" fmla="*/ 1960293 h 2053176"/>
              <a:gd name="connsiteX1409" fmla="*/ 6317078 w 12188965"/>
              <a:gd name="connsiteY1409" fmla="*/ 1934634 h 2053176"/>
              <a:gd name="connsiteX1410" fmla="*/ 6252873 w 12188965"/>
              <a:gd name="connsiteY1410" fmla="*/ 1934634 h 2053176"/>
              <a:gd name="connsiteX1411" fmla="*/ 6278532 w 12188965"/>
              <a:gd name="connsiteY1411" fmla="*/ 1960293 h 2053176"/>
              <a:gd name="connsiteX1412" fmla="*/ 6252873 w 12188965"/>
              <a:gd name="connsiteY1412" fmla="*/ 1985952 h 2053176"/>
              <a:gd name="connsiteX1413" fmla="*/ 6227213 w 12188965"/>
              <a:gd name="connsiteY1413" fmla="*/ 1960293 h 2053176"/>
              <a:gd name="connsiteX1414" fmla="*/ 6252873 w 12188965"/>
              <a:gd name="connsiteY1414" fmla="*/ 1934634 h 2053176"/>
              <a:gd name="connsiteX1415" fmla="*/ 6188666 w 12188965"/>
              <a:gd name="connsiteY1415" fmla="*/ 1934634 h 2053176"/>
              <a:gd name="connsiteX1416" fmla="*/ 6214327 w 12188965"/>
              <a:gd name="connsiteY1416" fmla="*/ 1960293 h 2053176"/>
              <a:gd name="connsiteX1417" fmla="*/ 6188666 w 12188965"/>
              <a:gd name="connsiteY1417" fmla="*/ 1985952 h 2053176"/>
              <a:gd name="connsiteX1418" fmla="*/ 6163008 w 12188965"/>
              <a:gd name="connsiteY1418" fmla="*/ 1960293 h 2053176"/>
              <a:gd name="connsiteX1419" fmla="*/ 6188666 w 12188965"/>
              <a:gd name="connsiteY1419" fmla="*/ 1934634 h 2053176"/>
              <a:gd name="connsiteX1420" fmla="*/ 6124462 w 12188965"/>
              <a:gd name="connsiteY1420" fmla="*/ 1934634 h 2053176"/>
              <a:gd name="connsiteX1421" fmla="*/ 6150123 w 12188965"/>
              <a:gd name="connsiteY1421" fmla="*/ 1960293 h 2053176"/>
              <a:gd name="connsiteX1422" fmla="*/ 6124462 w 12188965"/>
              <a:gd name="connsiteY1422" fmla="*/ 1985952 h 2053176"/>
              <a:gd name="connsiteX1423" fmla="*/ 6098804 w 12188965"/>
              <a:gd name="connsiteY1423" fmla="*/ 1960293 h 2053176"/>
              <a:gd name="connsiteX1424" fmla="*/ 6124462 w 12188965"/>
              <a:gd name="connsiteY1424" fmla="*/ 1934634 h 2053176"/>
              <a:gd name="connsiteX1425" fmla="*/ 6064505 w 12188965"/>
              <a:gd name="connsiteY1425" fmla="*/ 1934634 h 2053176"/>
              <a:gd name="connsiteX1426" fmla="*/ 6090163 w 12188965"/>
              <a:gd name="connsiteY1426" fmla="*/ 1960293 h 2053176"/>
              <a:gd name="connsiteX1427" fmla="*/ 6064505 w 12188965"/>
              <a:gd name="connsiteY1427" fmla="*/ 1985952 h 2053176"/>
              <a:gd name="connsiteX1428" fmla="*/ 6038844 w 12188965"/>
              <a:gd name="connsiteY1428" fmla="*/ 1960293 h 2053176"/>
              <a:gd name="connsiteX1429" fmla="*/ 6064505 w 12188965"/>
              <a:gd name="connsiteY1429" fmla="*/ 1934634 h 2053176"/>
              <a:gd name="connsiteX1430" fmla="*/ 6000298 w 12188965"/>
              <a:gd name="connsiteY1430" fmla="*/ 1934634 h 2053176"/>
              <a:gd name="connsiteX1431" fmla="*/ 6025956 w 12188965"/>
              <a:gd name="connsiteY1431" fmla="*/ 1960293 h 2053176"/>
              <a:gd name="connsiteX1432" fmla="*/ 6000298 w 12188965"/>
              <a:gd name="connsiteY1432" fmla="*/ 1985952 h 2053176"/>
              <a:gd name="connsiteX1433" fmla="*/ 5974639 w 12188965"/>
              <a:gd name="connsiteY1433" fmla="*/ 1960293 h 2053176"/>
              <a:gd name="connsiteX1434" fmla="*/ 6000298 w 12188965"/>
              <a:gd name="connsiteY1434" fmla="*/ 1934634 h 2053176"/>
              <a:gd name="connsiteX1435" fmla="*/ 5936092 w 12188965"/>
              <a:gd name="connsiteY1435" fmla="*/ 1934634 h 2053176"/>
              <a:gd name="connsiteX1436" fmla="*/ 5961751 w 12188965"/>
              <a:gd name="connsiteY1436" fmla="*/ 1960293 h 2053176"/>
              <a:gd name="connsiteX1437" fmla="*/ 5936092 w 12188965"/>
              <a:gd name="connsiteY1437" fmla="*/ 1985952 h 2053176"/>
              <a:gd name="connsiteX1438" fmla="*/ 5910435 w 12188965"/>
              <a:gd name="connsiteY1438" fmla="*/ 1960293 h 2053176"/>
              <a:gd name="connsiteX1439" fmla="*/ 5936092 w 12188965"/>
              <a:gd name="connsiteY1439" fmla="*/ 1934634 h 2053176"/>
              <a:gd name="connsiteX1440" fmla="*/ 5871887 w 12188965"/>
              <a:gd name="connsiteY1440" fmla="*/ 1934634 h 2053176"/>
              <a:gd name="connsiteX1441" fmla="*/ 5897547 w 12188965"/>
              <a:gd name="connsiteY1441" fmla="*/ 1960293 h 2053176"/>
              <a:gd name="connsiteX1442" fmla="*/ 5871887 w 12188965"/>
              <a:gd name="connsiteY1442" fmla="*/ 1985952 h 2053176"/>
              <a:gd name="connsiteX1443" fmla="*/ 5846228 w 12188965"/>
              <a:gd name="connsiteY1443" fmla="*/ 1960293 h 2053176"/>
              <a:gd name="connsiteX1444" fmla="*/ 5871887 w 12188965"/>
              <a:gd name="connsiteY1444" fmla="*/ 1934634 h 2053176"/>
              <a:gd name="connsiteX1445" fmla="*/ 5807683 w 12188965"/>
              <a:gd name="connsiteY1445" fmla="*/ 1934634 h 2053176"/>
              <a:gd name="connsiteX1446" fmla="*/ 5833341 w 12188965"/>
              <a:gd name="connsiteY1446" fmla="*/ 1960293 h 2053176"/>
              <a:gd name="connsiteX1447" fmla="*/ 5807683 w 12188965"/>
              <a:gd name="connsiteY1447" fmla="*/ 1985952 h 2053176"/>
              <a:gd name="connsiteX1448" fmla="*/ 5782024 w 12188965"/>
              <a:gd name="connsiteY1448" fmla="*/ 1960293 h 2053176"/>
              <a:gd name="connsiteX1449" fmla="*/ 5807683 w 12188965"/>
              <a:gd name="connsiteY1449" fmla="*/ 1934634 h 2053176"/>
              <a:gd name="connsiteX1450" fmla="*/ 5743477 w 12188965"/>
              <a:gd name="connsiteY1450" fmla="*/ 1934634 h 2053176"/>
              <a:gd name="connsiteX1451" fmla="*/ 5769136 w 12188965"/>
              <a:gd name="connsiteY1451" fmla="*/ 1960293 h 2053176"/>
              <a:gd name="connsiteX1452" fmla="*/ 5743477 w 12188965"/>
              <a:gd name="connsiteY1452" fmla="*/ 1985952 h 2053176"/>
              <a:gd name="connsiteX1453" fmla="*/ 5717818 w 12188965"/>
              <a:gd name="connsiteY1453" fmla="*/ 1960293 h 2053176"/>
              <a:gd name="connsiteX1454" fmla="*/ 5743477 w 12188965"/>
              <a:gd name="connsiteY1454" fmla="*/ 1934634 h 2053176"/>
              <a:gd name="connsiteX1455" fmla="*/ 5679272 w 12188965"/>
              <a:gd name="connsiteY1455" fmla="*/ 1934634 h 2053176"/>
              <a:gd name="connsiteX1456" fmla="*/ 5704930 w 12188965"/>
              <a:gd name="connsiteY1456" fmla="*/ 1960293 h 2053176"/>
              <a:gd name="connsiteX1457" fmla="*/ 5679272 w 12188965"/>
              <a:gd name="connsiteY1457" fmla="*/ 1985952 h 2053176"/>
              <a:gd name="connsiteX1458" fmla="*/ 5653614 w 12188965"/>
              <a:gd name="connsiteY1458" fmla="*/ 1960293 h 2053176"/>
              <a:gd name="connsiteX1459" fmla="*/ 5679272 w 12188965"/>
              <a:gd name="connsiteY1459" fmla="*/ 1934634 h 2053176"/>
              <a:gd name="connsiteX1460" fmla="*/ 5615066 w 12188965"/>
              <a:gd name="connsiteY1460" fmla="*/ 1934634 h 2053176"/>
              <a:gd name="connsiteX1461" fmla="*/ 5640726 w 12188965"/>
              <a:gd name="connsiteY1461" fmla="*/ 1960293 h 2053176"/>
              <a:gd name="connsiteX1462" fmla="*/ 5615066 w 12188965"/>
              <a:gd name="connsiteY1462" fmla="*/ 1985952 h 2053176"/>
              <a:gd name="connsiteX1463" fmla="*/ 5589407 w 12188965"/>
              <a:gd name="connsiteY1463" fmla="*/ 1960293 h 2053176"/>
              <a:gd name="connsiteX1464" fmla="*/ 5615066 w 12188965"/>
              <a:gd name="connsiteY1464" fmla="*/ 1934634 h 2053176"/>
              <a:gd name="connsiteX1465" fmla="*/ 5550862 w 12188965"/>
              <a:gd name="connsiteY1465" fmla="*/ 1934634 h 2053176"/>
              <a:gd name="connsiteX1466" fmla="*/ 5576520 w 12188965"/>
              <a:gd name="connsiteY1466" fmla="*/ 1960293 h 2053176"/>
              <a:gd name="connsiteX1467" fmla="*/ 5550862 w 12188965"/>
              <a:gd name="connsiteY1467" fmla="*/ 1985952 h 2053176"/>
              <a:gd name="connsiteX1468" fmla="*/ 5525203 w 12188965"/>
              <a:gd name="connsiteY1468" fmla="*/ 1960293 h 2053176"/>
              <a:gd name="connsiteX1469" fmla="*/ 5550862 w 12188965"/>
              <a:gd name="connsiteY1469" fmla="*/ 1934634 h 2053176"/>
              <a:gd name="connsiteX1470" fmla="*/ 5486655 w 12188965"/>
              <a:gd name="connsiteY1470" fmla="*/ 1934634 h 2053176"/>
              <a:gd name="connsiteX1471" fmla="*/ 5512316 w 12188965"/>
              <a:gd name="connsiteY1471" fmla="*/ 1960293 h 2053176"/>
              <a:gd name="connsiteX1472" fmla="*/ 5486655 w 12188965"/>
              <a:gd name="connsiteY1472" fmla="*/ 1985952 h 2053176"/>
              <a:gd name="connsiteX1473" fmla="*/ 5460997 w 12188965"/>
              <a:gd name="connsiteY1473" fmla="*/ 1960293 h 2053176"/>
              <a:gd name="connsiteX1474" fmla="*/ 5486655 w 12188965"/>
              <a:gd name="connsiteY1474" fmla="*/ 1934634 h 2053176"/>
              <a:gd name="connsiteX1475" fmla="*/ 5422451 w 12188965"/>
              <a:gd name="connsiteY1475" fmla="*/ 1934634 h 2053176"/>
              <a:gd name="connsiteX1476" fmla="*/ 5448109 w 12188965"/>
              <a:gd name="connsiteY1476" fmla="*/ 1960293 h 2053176"/>
              <a:gd name="connsiteX1477" fmla="*/ 5422451 w 12188965"/>
              <a:gd name="connsiteY1477" fmla="*/ 1985952 h 2053176"/>
              <a:gd name="connsiteX1478" fmla="*/ 5396791 w 12188965"/>
              <a:gd name="connsiteY1478" fmla="*/ 1960293 h 2053176"/>
              <a:gd name="connsiteX1479" fmla="*/ 5422451 w 12188965"/>
              <a:gd name="connsiteY1479" fmla="*/ 1934634 h 2053176"/>
              <a:gd name="connsiteX1480" fmla="*/ 5358245 w 12188965"/>
              <a:gd name="connsiteY1480" fmla="*/ 1934634 h 2053176"/>
              <a:gd name="connsiteX1481" fmla="*/ 5383904 w 12188965"/>
              <a:gd name="connsiteY1481" fmla="*/ 1960293 h 2053176"/>
              <a:gd name="connsiteX1482" fmla="*/ 5358245 w 12188965"/>
              <a:gd name="connsiteY1482" fmla="*/ 1985952 h 2053176"/>
              <a:gd name="connsiteX1483" fmla="*/ 5332587 w 12188965"/>
              <a:gd name="connsiteY1483" fmla="*/ 1960293 h 2053176"/>
              <a:gd name="connsiteX1484" fmla="*/ 5358245 w 12188965"/>
              <a:gd name="connsiteY1484" fmla="*/ 1934634 h 2053176"/>
              <a:gd name="connsiteX1485" fmla="*/ 5294040 w 12188965"/>
              <a:gd name="connsiteY1485" fmla="*/ 1934634 h 2053176"/>
              <a:gd name="connsiteX1486" fmla="*/ 5319699 w 12188965"/>
              <a:gd name="connsiteY1486" fmla="*/ 1960293 h 2053176"/>
              <a:gd name="connsiteX1487" fmla="*/ 5294040 w 12188965"/>
              <a:gd name="connsiteY1487" fmla="*/ 1985952 h 2053176"/>
              <a:gd name="connsiteX1488" fmla="*/ 5268382 w 12188965"/>
              <a:gd name="connsiteY1488" fmla="*/ 1960293 h 2053176"/>
              <a:gd name="connsiteX1489" fmla="*/ 5294040 w 12188965"/>
              <a:gd name="connsiteY1489" fmla="*/ 1934634 h 2053176"/>
              <a:gd name="connsiteX1490" fmla="*/ 5229719 w 12188965"/>
              <a:gd name="connsiteY1490" fmla="*/ 1934634 h 2053176"/>
              <a:gd name="connsiteX1491" fmla="*/ 5255377 w 12188965"/>
              <a:gd name="connsiteY1491" fmla="*/ 1960293 h 2053176"/>
              <a:gd name="connsiteX1492" fmla="*/ 5229719 w 12188965"/>
              <a:gd name="connsiteY1492" fmla="*/ 1985952 h 2053176"/>
              <a:gd name="connsiteX1493" fmla="*/ 5204058 w 12188965"/>
              <a:gd name="connsiteY1493" fmla="*/ 1960293 h 2053176"/>
              <a:gd name="connsiteX1494" fmla="*/ 5229719 w 12188965"/>
              <a:gd name="connsiteY1494" fmla="*/ 1934634 h 2053176"/>
              <a:gd name="connsiteX1495" fmla="*/ 5165514 w 12188965"/>
              <a:gd name="connsiteY1495" fmla="*/ 1934634 h 2053176"/>
              <a:gd name="connsiteX1496" fmla="*/ 5191171 w 12188965"/>
              <a:gd name="connsiteY1496" fmla="*/ 1960293 h 2053176"/>
              <a:gd name="connsiteX1497" fmla="*/ 5165514 w 12188965"/>
              <a:gd name="connsiteY1497" fmla="*/ 1985952 h 2053176"/>
              <a:gd name="connsiteX1498" fmla="*/ 5139855 w 12188965"/>
              <a:gd name="connsiteY1498" fmla="*/ 1960293 h 2053176"/>
              <a:gd name="connsiteX1499" fmla="*/ 5165514 w 12188965"/>
              <a:gd name="connsiteY1499" fmla="*/ 1934634 h 2053176"/>
              <a:gd name="connsiteX1500" fmla="*/ 5101309 w 12188965"/>
              <a:gd name="connsiteY1500" fmla="*/ 1934634 h 2053176"/>
              <a:gd name="connsiteX1501" fmla="*/ 5126967 w 12188965"/>
              <a:gd name="connsiteY1501" fmla="*/ 1960293 h 2053176"/>
              <a:gd name="connsiteX1502" fmla="*/ 5101309 w 12188965"/>
              <a:gd name="connsiteY1502" fmla="*/ 1985952 h 2053176"/>
              <a:gd name="connsiteX1503" fmla="*/ 5075649 w 12188965"/>
              <a:gd name="connsiteY1503" fmla="*/ 1960293 h 2053176"/>
              <a:gd name="connsiteX1504" fmla="*/ 5101309 w 12188965"/>
              <a:gd name="connsiteY1504" fmla="*/ 1934634 h 2053176"/>
              <a:gd name="connsiteX1505" fmla="*/ 5037104 w 12188965"/>
              <a:gd name="connsiteY1505" fmla="*/ 1934634 h 2053176"/>
              <a:gd name="connsiteX1506" fmla="*/ 5062762 w 12188965"/>
              <a:gd name="connsiteY1506" fmla="*/ 1960293 h 2053176"/>
              <a:gd name="connsiteX1507" fmla="*/ 5037104 w 12188965"/>
              <a:gd name="connsiteY1507" fmla="*/ 1985952 h 2053176"/>
              <a:gd name="connsiteX1508" fmla="*/ 5011444 w 12188965"/>
              <a:gd name="connsiteY1508" fmla="*/ 1960293 h 2053176"/>
              <a:gd name="connsiteX1509" fmla="*/ 5037104 w 12188965"/>
              <a:gd name="connsiteY1509" fmla="*/ 1934634 h 2053176"/>
              <a:gd name="connsiteX1510" fmla="*/ 4972896 w 12188965"/>
              <a:gd name="connsiteY1510" fmla="*/ 1934634 h 2053176"/>
              <a:gd name="connsiteX1511" fmla="*/ 4998557 w 12188965"/>
              <a:gd name="connsiteY1511" fmla="*/ 1960293 h 2053176"/>
              <a:gd name="connsiteX1512" fmla="*/ 4972896 w 12188965"/>
              <a:gd name="connsiteY1512" fmla="*/ 1985952 h 2053176"/>
              <a:gd name="connsiteX1513" fmla="*/ 4947240 w 12188965"/>
              <a:gd name="connsiteY1513" fmla="*/ 1960293 h 2053176"/>
              <a:gd name="connsiteX1514" fmla="*/ 4972896 w 12188965"/>
              <a:gd name="connsiteY1514" fmla="*/ 1934634 h 2053176"/>
              <a:gd name="connsiteX1515" fmla="*/ 4908693 w 12188965"/>
              <a:gd name="connsiteY1515" fmla="*/ 1934634 h 2053176"/>
              <a:gd name="connsiteX1516" fmla="*/ 4934352 w 12188965"/>
              <a:gd name="connsiteY1516" fmla="*/ 1960293 h 2053176"/>
              <a:gd name="connsiteX1517" fmla="*/ 4908693 w 12188965"/>
              <a:gd name="connsiteY1517" fmla="*/ 1985952 h 2053176"/>
              <a:gd name="connsiteX1518" fmla="*/ 4883033 w 12188965"/>
              <a:gd name="connsiteY1518" fmla="*/ 1960293 h 2053176"/>
              <a:gd name="connsiteX1519" fmla="*/ 4908693 w 12188965"/>
              <a:gd name="connsiteY1519" fmla="*/ 1934634 h 2053176"/>
              <a:gd name="connsiteX1520" fmla="*/ 4844487 w 12188965"/>
              <a:gd name="connsiteY1520" fmla="*/ 1934634 h 2053176"/>
              <a:gd name="connsiteX1521" fmla="*/ 4870146 w 12188965"/>
              <a:gd name="connsiteY1521" fmla="*/ 1960293 h 2053176"/>
              <a:gd name="connsiteX1522" fmla="*/ 4844487 w 12188965"/>
              <a:gd name="connsiteY1522" fmla="*/ 1985952 h 2053176"/>
              <a:gd name="connsiteX1523" fmla="*/ 4818828 w 12188965"/>
              <a:gd name="connsiteY1523" fmla="*/ 1960293 h 2053176"/>
              <a:gd name="connsiteX1524" fmla="*/ 4844487 w 12188965"/>
              <a:gd name="connsiteY1524" fmla="*/ 1934634 h 2053176"/>
              <a:gd name="connsiteX1525" fmla="*/ 4780282 w 12188965"/>
              <a:gd name="connsiteY1525" fmla="*/ 1934634 h 2053176"/>
              <a:gd name="connsiteX1526" fmla="*/ 4805941 w 12188965"/>
              <a:gd name="connsiteY1526" fmla="*/ 1960293 h 2053176"/>
              <a:gd name="connsiteX1527" fmla="*/ 4780282 w 12188965"/>
              <a:gd name="connsiteY1527" fmla="*/ 1985952 h 2053176"/>
              <a:gd name="connsiteX1528" fmla="*/ 4754622 w 12188965"/>
              <a:gd name="connsiteY1528" fmla="*/ 1960293 h 2053176"/>
              <a:gd name="connsiteX1529" fmla="*/ 4780282 w 12188965"/>
              <a:gd name="connsiteY1529" fmla="*/ 1934634 h 2053176"/>
              <a:gd name="connsiteX1530" fmla="*/ 4716077 w 12188965"/>
              <a:gd name="connsiteY1530" fmla="*/ 1934634 h 2053176"/>
              <a:gd name="connsiteX1531" fmla="*/ 4741736 w 12188965"/>
              <a:gd name="connsiteY1531" fmla="*/ 1960293 h 2053176"/>
              <a:gd name="connsiteX1532" fmla="*/ 4716077 w 12188965"/>
              <a:gd name="connsiteY1532" fmla="*/ 1985952 h 2053176"/>
              <a:gd name="connsiteX1533" fmla="*/ 4690419 w 12188965"/>
              <a:gd name="connsiteY1533" fmla="*/ 1960293 h 2053176"/>
              <a:gd name="connsiteX1534" fmla="*/ 4716077 w 12188965"/>
              <a:gd name="connsiteY1534" fmla="*/ 1934634 h 2053176"/>
              <a:gd name="connsiteX1535" fmla="*/ 4651872 w 12188965"/>
              <a:gd name="connsiteY1535" fmla="*/ 1934634 h 2053176"/>
              <a:gd name="connsiteX1536" fmla="*/ 4677531 w 12188965"/>
              <a:gd name="connsiteY1536" fmla="*/ 1960293 h 2053176"/>
              <a:gd name="connsiteX1537" fmla="*/ 4651872 w 12188965"/>
              <a:gd name="connsiteY1537" fmla="*/ 1985952 h 2053176"/>
              <a:gd name="connsiteX1538" fmla="*/ 4626213 w 12188965"/>
              <a:gd name="connsiteY1538" fmla="*/ 1960293 h 2053176"/>
              <a:gd name="connsiteX1539" fmla="*/ 4651872 w 12188965"/>
              <a:gd name="connsiteY1539" fmla="*/ 1934634 h 2053176"/>
              <a:gd name="connsiteX1540" fmla="*/ 4587666 w 12188965"/>
              <a:gd name="connsiteY1540" fmla="*/ 1934634 h 2053176"/>
              <a:gd name="connsiteX1541" fmla="*/ 4613324 w 12188965"/>
              <a:gd name="connsiteY1541" fmla="*/ 1960293 h 2053176"/>
              <a:gd name="connsiteX1542" fmla="*/ 4587666 w 12188965"/>
              <a:gd name="connsiteY1542" fmla="*/ 1985952 h 2053176"/>
              <a:gd name="connsiteX1543" fmla="*/ 4562007 w 12188965"/>
              <a:gd name="connsiteY1543" fmla="*/ 1960293 h 2053176"/>
              <a:gd name="connsiteX1544" fmla="*/ 4587666 w 12188965"/>
              <a:gd name="connsiteY1544" fmla="*/ 1934634 h 2053176"/>
              <a:gd name="connsiteX1545" fmla="*/ 4523461 w 12188965"/>
              <a:gd name="connsiteY1545" fmla="*/ 1934634 h 2053176"/>
              <a:gd name="connsiteX1546" fmla="*/ 4549121 w 12188965"/>
              <a:gd name="connsiteY1546" fmla="*/ 1960293 h 2053176"/>
              <a:gd name="connsiteX1547" fmla="*/ 4523461 w 12188965"/>
              <a:gd name="connsiteY1547" fmla="*/ 1985952 h 2053176"/>
              <a:gd name="connsiteX1548" fmla="*/ 4497802 w 12188965"/>
              <a:gd name="connsiteY1548" fmla="*/ 1960293 h 2053176"/>
              <a:gd name="connsiteX1549" fmla="*/ 4523461 w 12188965"/>
              <a:gd name="connsiteY1549" fmla="*/ 1934634 h 2053176"/>
              <a:gd name="connsiteX1550" fmla="*/ 4459256 w 12188965"/>
              <a:gd name="connsiteY1550" fmla="*/ 1934634 h 2053176"/>
              <a:gd name="connsiteX1551" fmla="*/ 4484914 w 12188965"/>
              <a:gd name="connsiteY1551" fmla="*/ 1960293 h 2053176"/>
              <a:gd name="connsiteX1552" fmla="*/ 4459256 w 12188965"/>
              <a:gd name="connsiteY1552" fmla="*/ 1985952 h 2053176"/>
              <a:gd name="connsiteX1553" fmla="*/ 4433596 w 12188965"/>
              <a:gd name="connsiteY1553" fmla="*/ 1960293 h 2053176"/>
              <a:gd name="connsiteX1554" fmla="*/ 4459256 w 12188965"/>
              <a:gd name="connsiteY1554" fmla="*/ 1934634 h 2053176"/>
              <a:gd name="connsiteX1555" fmla="*/ 4395050 w 12188965"/>
              <a:gd name="connsiteY1555" fmla="*/ 1934634 h 2053176"/>
              <a:gd name="connsiteX1556" fmla="*/ 4420710 w 12188965"/>
              <a:gd name="connsiteY1556" fmla="*/ 1960293 h 2053176"/>
              <a:gd name="connsiteX1557" fmla="*/ 4395050 w 12188965"/>
              <a:gd name="connsiteY1557" fmla="*/ 1985952 h 2053176"/>
              <a:gd name="connsiteX1558" fmla="*/ 4369391 w 12188965"/>
              <a:gd name="connsiteY1558" fmla="*/ 1960293 h 2053176"/>
              <a:gd name="connsiteX1559" fmla="*/ 4395050 w 12188965"/>
              <a:gd name="connsiteY1559" fmla="*/ 1934634 h 2053176"/>
              <a:gd name="connsiteX1560" fmla="*/ 4330845 w 12188965"/>
              <a:gd name="connsiteY1560" fmla="*/ 1934634 h 2053176"/>
              <a:gd name="connsiteX1561" fmla="*/ 4356504 w 12188965"/>
              <a:gd name="connsiteY1561" fmla="*/ 1960293 h 2053176"/>
              <a:gd name="connsiteX1562" fmla="*/ 4330845 w 12188965"/>
              <a:gd name="connsiteY1562" fmla="*/ 1985952 h 2053176"/>
              <a:gd name="connsiteX1563" fmla="*/ 4305186 w 12188965"/>
              <a:gd name="connsiteY1563" fmla="*/ 1960293 h 2053176"/>
              <a:gd name="connsiteX1564" fmla="*/ 4330845 w 12188965"/>
              <a:gd name="connsiteY1564" fmla="*/ 1934634 h 2053176"/>
              <a:gd name="connsiteX1565" fmla="*/ 4266640 w 12188965"/>
              <a:gd name="connsiteY1565" fmla="*/ 1934634 h 2053176"/>
              <a:gd name="connsiteX1566" fmla="*/ 4292298 w 12188965"/>
              <a:gd name="connsiteY1566" fmla="*/ 1960293 h 2053176"/>
              <a:gd name="connsiteX1567" fmla="*/ 4266640 w 12188965"/>
              <a:gd name="connsiteY1567" fmla="*/ 1985952 h 2053176"/>
              <a:gd name="connsiteX1568" fmla="*/ 4240981 w 12188965"/>
              <a:gd name="connsiteY1568" fmla="*/ 1960293 h 2053176"/>
              <a:gd name="connsiteX1569" fmla="*/ 4266640 w 12188965"/>
              <a:gd name="connsiteY1569" fmla="*/ 1934634 h 2053176"/>
              <a:gd name="connsiteX1570" fmla="*/ 4202435 w 12188965"/>
              <a:gd name="connsiteY1570" fmla="*/ 1934634 h 2053176"/>
              <a:gd name="connsiteX1571" fmla="*/ 4228093 w 12188965"/>
              <a:gd name="connsiteY1571" fmla="*/ 1960293 h 2053176"/>
              <a:gd name="connsiteX1572" fmla="*/ 4202435 w 12188965"/>
              <a:gd name="connsiteY1572" fmla="*/ 1985952 h 2053176"/>
              <a:gd name="connsiteX1573" fmla="*/ 4176776 w 12188965"/>
              <a:gd name="connsiteY1573" fmla="*/ 1960293 h 2053176"/>
              <a:gd name="connsiteX1574" fmla="*/ 4202435 w 12188965"/>
              <a:gd name="connsiteY1574" fmla="*/ 1934634 h 2053176"/>
              <a:gd name="connsiteX1575" fmla="*/ 4138112 w 12188965"/>
              <a:gd name="connsiteY1575" fmla="*/ 1934634 h 2053176"/>
              <a:gd name="connsiteX1576" fmla="*/ 4163773 w 12188965"/>
              <a:gd name="connsiteY1576" fmla="*/ 1960293 h 2053176"/>
              <a:gd name="connsiteX1577" fmla="*/ 4138112 w 12188965"/>
              <a:gd name="connsiteY1577" fmla="*/ 1985952 h 2053176"/>
              <a:gd name="connsiteX1578" fmla="*/ 4112454 w 12188965"/>
              <a:gd name="connsiteY1578" fmla="*/ 1960293 h 2053176"/>
              <a:gd name="connsiteX1579" fmla="*/ 4138112 w 12188965"/>
              <a:gd name="connsiteY1579" fmla="*/ 1934634 h 2053176"/>
              <a:gd name="connsiteX1580" fmla="*/ 4073908 w 12188965"/>
              <a:gd name="connsiteY1580" fmla="*/ 1934634 h 2053176"/>
              <a:gd name="connsiteX1581" fmla="*/ 4099565 w 12188965"/>
              <a:gd name="connsiteY1581" fmla="*/ 1960293 h 2053176"/>
              <a:gd name="connsiteX1582" fmla="*/ 4073908 w 12188965"/>
              <a:gd name="connsiteY1582" fmla="*/ 1985952 h 2053176"/>
              <a:gd name="connsiteX1583" fmla="*/ 4048248 w 12188965"/>
              <a:gd name="connsiteY1583" fmla="*/ 1960293 h 2053176"/>
              <a:gd name="connsiteX1584" fmla="*/ 4073908 w 12188965"/>
              <a:gd name="connsiteY1584" fmla="*/ 1934634 h 2053176"/>
              <a:gd name="connsiteX1585" fmla="*/ 4009702 w 12188965"/>
              <a:gd name="connsiteY1585" fmla="*/ 1934634 h 2053176"/>
              <a:gd name="connsiteX1586" fmla="*/ 4035362 w 12188965"/>
              <a:gd name="connsiteY1586" fmla="*/ 1960293 h 2053176"/>
              <a:gd name="connsiteX1587" fmla="*/ 4009702 w 12188965"/>
              <a:gd name="connsiteY1587" fmla="*/ 1985952 h 2053176"/>
              <a:gd name="connsiteX1588" fmla="*/ 3984043 w 12188965"/>
              <a:gd name="connsiteY1588" fmla="*/ 1960293 h 2053176"/>
              <a:gd name="connsiteX1589" fmla="*/ 4009702 w 12188965"/>
              <a:gd name="connsiteY1589" fmla="*/ 1934634 h 2053176"/>
              <a:gd name="connsiteX1590" fmla="*/ 3945497 w 12188965"/>
              <a:gd name="connsiteY1590" fmla="*/ 1934634 h 2053176"/>
              <a:gd name="connsiteX1591" fmla="*/ 3971155 w 12188965"/>
              <a:gd name="connsiteY1591" fmla="*/ 1960293 h 2053176"/>
              <a:gd name="connsiteX1592" fmla="*/ 3945497 w 12188965"/>
              <a:gd name="connsiteY1592" fmla="*/ 1985952 h 2053176"/>
              <a:gd name="connsiteX1593" fmla="*/ 3919838 w 12188965"/>
              <a:gd name="connsiteY1593" fmla="*/ 1960293 h 2053176"/>
              <a:gd name="connsiteX1594" fmla="*/ 3945497 w 12188965"/>
              <a:gd name="connsiteY1594" fmla="*/ 1934634 h 2053176"/>
              <a:gd name="connsiteX1595" fmla="*/ 3881291 w 12188965"/>
              <a:gd name="connsiteY1595" fmla="*/ 1934634 h 2053176"/>
              <a:gd name="connsiteX1596" fmla="*/ 3906950 w 12188965"/>
              <a:gd name="connsiteY1596" fmla="*/ 1960293 h 2053176"/>
              <a:gd name="connsiteX1597" fmla="*/ 3881291 w 12188965"/>
              <a:gd name="connsiteY1597" fmla="*/ 1985952 h 2053176"/>
              <a:gd name="connsiteX1598" fmla="*/ 3855633 w 12188965"/>
              <a:gd name="connsiteY1598" fmla="*/ 1960293 h 2053176"/>
              <a:gd name="connsiteX1599" fmla="*/ 3881291 w 12188965"/>
              <a:gd name="connsiteY1599" fmla="*/ 1934634 h 2053176"/>
              <a:gd name="connsiteX1600" fmla="*/ 3817085 w 12188965"/>
              <a:gd name="connsiteY1600" fmla="*/ 1934634 h 2053176"/>
              <a:gd name="connsiteX1601" fmla="*/ 3842745 w 12188965"/>
              <a:gd name="connsiteY1601" fmla="*/ 1960293 h 2053176"/>
              <a:gd name="connsiteX1602" fmla="*/ 3817085 w 12188965"/>
              <a:gd name="connsiteY1602" fmla="*/ 1985952 h 2053176"/>
              <a:gd name="connsiteX1603" fmla="*/ 3791427 w 12188965"/>
              <a:gd name="connsiteY1603" fmla="*/ 1960293 h 2053176"/>
              <a:gd name="connsiteX1604" fmla="*/ 3817085 w 12188965"/>
              <a:gd name="connsiteY1604" fmla="*/ 1934634 h 2053176"/>
              <a:gd name="connsiteX1605" fmla="*/ 3752882 w 12188965"/>
              <a:gd name="connsiteY1605" fmla="*/ 1934634 h 2053176"/>
              <a:gd name="connsiteX1606" fmla="*/ 3778539 w 12188965"/>
              <a:gd name="connsiteY1606" fmla="*/ 1960293 h 2053176"/>
              <a:gd name="connsiteX1607" fmla="*/ 3752882 w 12188965"/>
              <a:gd name="connsiteY1607" fmla="*/ 1985952 h 2053176"/>
              <a:gd name="connsiteX1608" fmla="*/ 3727221 w 12188965"/>
              <a:gd name="connsiteY1608" fmla="*/ 1960293 h 2053176"/>
              <a:gd name="connsiteX1609" fmla="*/ 3752882 w 12188965"/>
              <a:gd name="connsiteY1609" fmla="*/ 1934634 h 2053176"/>
              <a:gd name="connsiteX1610" fmla="*/ 3688674 w 12188965"/>
              <a:gd name="connsiteY1610" fmla="*/ 1934634 h 2053176"/>
              <a:gd name="connsiteX1611" fmla="*/ 3714335 w 12188965"/>
              <a:gd name="connsiteY1611" fmla="*/ 1960293 h 2053176"/>
              <a:gd name="connsiteX1612" fmla="*/ 3688674 w 12188965"/>
              <a:gd name="connsiteY1612" fmla="*/ 1985952 h 2053176"/>
              <a:gd name="connsiteX1613" fmla="*/ 3663017 w 12188965"/>
              <a:gd name="connsiteY1613" fmla="*/ 1960293 h 2053176"/>
              <a:gd name="connsiteX1614" fmla="*/ 3688674 w 12188965"/>
              <a:gd name="connsiteY1614" fmla="*/ 1934634 h 2053176"/>
              <a:gd name="connsiteX1615" fmla="*/ 3624472 w 12188965"/>
              <a:gd name="connsiteY1615" fmla="*/ 1934634 h 2053176"/>
              <a:gd name="connsiteX1616" fmla="*/ 3650129 w 12188965"/>
              <a:gd name="connsiteY1616" fmla="*/ 1960293 h 2053176"/>
              <a:gd name="connsiteX1617" fmla="*/ 3624472 w 12188965"/>
              <a:gd name="connsiteY1617" fmla="*/ 1985952 h 2053176"/>
              <a:gd name="connsiteX1618" fmla="*/ 3598810 w 12188965"/>
              <a:gd name="connsiteY1618" fmla="*/ 1960293 h 2053176"/>
              <a:gd name="connsiteX1619" fmla="*/ 3624472 w 12188965"/>
              <a:gd name="connsiteY1619" fmla="*/ 1934634 h 2053176"/>
              <a:gd name="connsiteX1620" fmla="*/ 3560264 w 12188965"/>
              <a:gd name="connsiteY1620" fmla="*/ 1934634 h 2053176"/>
              <a:gd name="connsiteX1621" fmla="*/ 3585923 w 12188965"/>
              <a:gd name="connsiteY1621" fmla="*/ 1960293 h 2053176"/>
              <a:gd name="connsiteX1622" fmla="*/ 3560264 w 12188965"/>
              <a:gd name="connsiteY1622" fmla="*/ 1985952 h 2053176"/>
              <a:gd name="connsiteX1623" fmla="*/ 3534607 w 12188965"/>
              <a:gd name="connsiteY1623" fmla="*/ 1960293 h 2053176"/>
              <a:gd name="connsiteX1624" fmla="*/ 3560264 w 12188965"/>
              <a:gd name="connsiteY1624" fmla="*/ 1934634 h 2053176"/>
              <a:gd name="connsiteX1625" fmla="*/ 3496060 w 12188965"/>
              <a:gd name="connsiteY1625" fmla="*/ 1934634 h 2053176"/>
              <a:gd name="connsiteX1626" fmla="*/ 3521719 w 12188965"/>
              <a:gd name="connsiteY1626" fmla="*/ 1960293 h 2053176"/>
              <a:gd name="connsiteX1627" fmla="*/ 3496060 w 12188965"/>
              <a:gd name="connsiteY1627" fmla="*/ 1985952 h 2053176"/>
              <a:gd name="connsiteX1628" fmla="*/ 3470400 w 12188965"/>
              <a:gd name="connsiteY1628" fmla="*/ 1960293 h 2053176"/>
              <a:gd name="connsiteX1629" fmla="*/ 3496060 w 12188965"/>
              <a:gd name="connsiteY1629" fmla="*/ 1934634 h 2053176"/>
              <a:gd name="connsiteX1630" fmla="*/ 3431855 w 12188965"/>
              <a:gd name="connsiteY1630" fmla="*/ 1934634 h 2053176"/>
              <a:gd name="connsiteX1631" fmla="*/ 3457512 w 12188965"/>
              <a:gd name="connsiteY1631" fmla="*/ 1960293 h 2053176"/>
              <a:gd name="connsiteX1632" fmla="*/ 3431855 w 12188965"/>
              <a:gd name="connsiteY1632" fmla="*/ 1985952 h 2053176"/>
              <a:gd name="connsiteX1633" fmla="*/ 3406196 w 12188965"/>
              <a:gd name="connsiteY1633" fmla="*/ 1960293 h 2053176"/>
              <a:gd name="connsiteX1634" fmla="*/ 3431855 w 12188965"/>
              <a:gd name="connsiteY1634" fmla="*/ 1934634 h 2053176"/>
              <a:gd name="connsiteX1635" fmla="*/ 3367649 w 12188965"/>
              <a:gd name="connsiteY1635" fmla="*/ 1934634 h 2053176"/>
              <a:gd name="connsiteX1636" fmla="*/ 3393308 w 12188965"/>
              <a:gd name="connsiteY1636" fmla="*/ 1960293 h 2053176"/>
              <a:gd name="connsiteX1637" fmla="*/ 3367649 w 12188965"/>
              <a:gd name="connsiteY1637" fmla="*/ 1985952 h 2053176"/>
              <a:gd name="connsiteX1638" fmla="*/ 3341990 w 12188965"/>
              <a:gd name="connsiteY1638" fmla="*/ 1960293 h 2053176"/>
              <a:gd name="connsiteX1639" fmla="*/ 3367649 w 12188965"/>
              <a:gd name="connsiteY1639" fmla="*/ 1934634 h 2053176"/>
              <a:gd name="connsiteX1640" fmla="*/ 3303444 w 12188965"/>
              <a:gd name="connsiteY1640" fmla="*/ 1934634 h 2053176"/>
              <a:gd name="connsiteX1641" fmla="*/ 3329102 w 12188965"/>
              <a:gd name="connsiteY1641" fmla="*/ 1960293 h 2053176"/>
              <a:gd name="connsiteX1642" fmla="*/ 3303444 w 12188965"/>
              <a:gd name="connsiteY1642" fmla="*/ 1985952 h 2053176"/>
              <a:gd name="connsiteX1643" fmla="*/ 3277785 w 12188965"/>
              <a:gd name="connsiteY1643" fmla="*/ 1960293 h 2053176"/>
              <a:gd name="connsiteX1644" fmla="*/ 3303444 w 12188965"/>
              <a:gd name="connsiteY1644" fmla="*/ 1934634 h 2053176"/>
              <a:gd name="connsiteX1645" fmla="*/ 3239238 w 12188965"/>
              <a:gd name="connsiteY1645" fmla="*/ 1934634 h 2053176"/>
              <a:gd name="connsiteX1646" fmla="*/ 3264898 w 12188965"/>
              <a:gd name="connsiteY1646" fmla="*/ 1960293 h 2053176"/>
              <a:gd name="connsiteX1647" fmla="*/ 3239238 w 12188965"/>
              <a:gd name="connsiteY1647" fmla="*/ 1985952 h 2053176"/>
              <a:gd name="connsiteX1648" fmla="*/ 3213580 w 12188965"/>
              <a:gd name="connsiteY1648" fmla="*/ 1960293 h 2053176"/>
              <a:gd name="connsiteX1649" fmla="*/ 3239238 w 12188965"/>
              <a:gd name="connsiteY1649" fmla="*/ 1934634 h 2053176"/>
              <a:gd name="connsiteX1650" fmla="*/ 3175034 w 12188965"/>
              <a:gd name="connsiteY1650" fmla="*/ 1934634 h 2053176"/>
              <a:gd name="connsiteX1651" fmla="*/ 3200692 w 12188965"/>
              <a:gd name="connsiteY1651" fmla="*/ 1960293 h 2053176"/>
              <a:gd name="connsiteX1652" fmla="*/ 3175034 w 12188965"/>
              <a:gd name="connsiteY1652" fmla="*/ 1985952 h 2053176"/>
              <a:gd name="connsiteX1653" fmla="*/ 3149375 w 12188965"/>
              <a:gd name="connsiteY1653" fmla="*/ 1960293 h 2053176"/>
              <a:gd name="connsiteX1654" fmla="*/ 3175034 w 12188965"/>
              <a:gd name="connsiteY1654" fmla="*/ 1934634 h 2053176"/>
              <a:gd name="connsiteX1655" fmla="*/ 3110828 w 12188965"/>
              <a:gd name="connsiteY1655" fmla="*/ 1934634 h 2053176"/>
              <a:gd name="connsiteX1656" fmla="*/ 3136487 w 12188965"/>
              <a:gd name="connsiteY1656" fmla="*/ 1960293 h 2053176"/>
              <a:gd name="connsiteX1657" fmla="*/ 3110828 w 12188965"/>
              <a:gd name="connsiteY1657" fmla="*/ 1985952 h 2053176"/>
              <a:gd name="connsiteX1658" fmla="*/ 3085170 w 12188965"/>
              <a:gd name="connsiteY1658" fmla="*/ 1960293 h 2053176"/>
              <a:gd name="connsiteX1659" fmla="*/ 3110828 w 12188965"/>
              <a:gd name="connsiteY1659" fmla="*/ 1934634 h 2053176"/>
              <a:gd name="connsiteX1660" fmla="*/ 3046623 w 12188965"/>
              <a:gd name="connsiteY1660" fmla="*/ 1934634 h 2053176"/>
              <a:gd name="connsiteX1661" fmla="*/ 3072282 w 12188965"/>
              <a:gd name="connsiteY1661" fmla="*/ 1960293 h 2053176"/>
              <a:gd name="connsiteX1662" fmla="*/ 3046623 w 12188965"/>
              <a:gd name="connsiteY1662" fmla="*/ 1985952 h 2053176"/>
              <a:gd name="connsiteX1663" fmla="*/ 3020964 w 12188965"/>
              <a:gd name="connsiteY1663" fmla="*/ 1960293 h 2053176"/>
              <a:gd name="connsiteX1664" fmla="*/ 3046623 w 12188965"/>
              <a:gd name="connsiteY1664" fmla="*/ 1934634 h 2053176"/>
              <a:gd name="connsiteX1665" fmla="*/ 2982301 w 12188965"/>
              <a:gd name="connsiteY1665" fmla="*/ 1934634 h 2053176"/>
              <a:gd name="connsiteX1666" fmla="*/ 3007960 w 12188965"/>
              <a:gd name="connsiteY1666" fmla="*/ 1960293 h 2053176"/>
              <a:gd name="connsiteX1667" fmla="*/ 2982301 w 12188965"/>
              <a:gd name="connsiteY1667" fmla="*/ 1985952 h 2053176"/>
              <a:gd name="connsiteX1668" fmla="*/ 2956642 w 12188965"/>
              <a:gd name="connsiteY1668" fmla="*/ 1960293 h 2053176"/>
              <a:gd name="connsiteX1669" fmla="*/ 2982301 w 12188965"/>
              <a:gd name="connsiteY1669" fmla="*/ 1934634 h 2053176"/>
              <a:gd name="connsiteX1670" fmla="*/ 2918096 w 12188965"/>
              <a:gd name="connsiteY1670" fmla="*/ 1934634 h 2053176"/>
              <a:gd name="connsiteX1671" fmla="*/ 2943755 w 12188965"/>
              <a:gd name="connsiteY1671" fmla="*/ 1960293 h 2053176"/>
              <a:gd name="connsiteX1672" fmla="*/ 2918096 w 12188965"/>
              <a:gd name="connsiteY1672" fmla="*/ 1985952 h 2053176"/>
              <a:gd name="connsiteX1673" fmla="*/ 2892438 w 12188965"/>
              <a:gd name="connsiteY1673" fmla="*/ 1960293 h 2053176"/>
              <a:gd name="connsiteX1674" fmla="*/ 2918096 w 12188965"/>
              <a:gd name="connsiteY1674" fmla="*/ 1934634 h 2053176"/>
              <a:gd name="connsiteX1675" fmla="*/ 2853890 w 12188965"/>
              <a:gd name="connsiteY1675" fmla="*/ 1934634 h 2053176"/>
              <a:gd name="connsiteX1676" fmla="*/ 2879550 w 12188965"/>
              <a:gd name="connsiteY1676" fmla="*/ 1960293 h 2053176"/>
              <a:gd name="connsiteX1677" fmla="*/ 2853890 w 12188965"/>
              <a:gd name="connsiteY1677" fmla="*/ 1985952 h 2053176"/>
              <a:gd name="connsiteX1678" fmla="*/ 2828231 w 12188965"/>
              <a:gd name="connsiteY1678" fmla="*/ 1960293 h 2053176"/>
              <a:gd name="connsiteX1679" fmla="*/ 2853890 w 12188965"/>
              <a:gd name="connsiteY1679" fmla="*/ 1934634 h 2053176"/>
              <a:gd name="connsiteX1680" fmla="*/ 2789686 w 12188965"/>
              <a:gd name="connsiteY1680" fmla="*/ 1934634 h 2053176"/>
              <a:gd name="connsiteX1681" fmla="*/ 2815344 w 12188965"/>
              <a:gd name="connsiteY1681" fmla="*/ 1960293 h 2053176"/>
              <a:gd name="connsiteX1682" fmla="*/ 2789686 w 12188965"/>
              <a:gd name="connsiteY1682" fmla="*/ 1985952 h 2053176"/>
              <a:gd name="connsiteX1683" fmla="*/ 2764027 w 12188965"/>
              <a:gd name="connsiteY1683" fmla="*/ 1960293 h 2053176"/>
              <a:gd name="connsiteX1684" fmla="*/ 2789686 w 12188965"/>
              <a:gd name="connsiteY1684" fmla="*/ 1934634 h 2053176"/>
              <a:gd name="connsiteX1685" fmla="*/ 2725480 w 12188965"/>
              <a:gd name="connsiteY1685" fmla="*/ 1934634 h 2053176"/>
              <a:gd name="connsiteX1686" fmla="*/ 2751140 w 12188965"/>
              <a:gd name="connsiteY1686" fmla="*/ 1960293 h 2053176"/>
              <a:gd name="connsiteX1687" fmla="*/ 2725480 w 12188965"/>
              <a:gd name="connsiteY1687" fmla="*/ 1985952 h 2053176"/>
              <a:gd name="connsiteX1688" fmla="*/ 2699821 w 12188965"/>
              <a:gd name="connsiteY1688" fmla="*/ 1960293 h 2053176"/>
              <a:gd name="connsiteX1689" fmla="*/ 2725480 w 12188965"/>
              <a:gd name="connsiteY1689" fmla="*/ 1934634 h 2053176"/>
              <a:gd name="connsiteX1690" fmla="*/ 2661276 w 12188965"/>
              <a:gd name="connsiteY1690" fmla="*/ 1934634 h 2053176"/>
              <a:gd name="connsiteX1691" fmla="*/ 2686933 w 12188965"/>
              <a:gd name="connsiteY1691" fmla="*/ 1960293 h 2053176"/>
              <a:gd name="connsiteX1692" fmla="*/ 2661276 w 12188965"/>
              <a:gd name="connsiteY1692" fmla="*/ 1985952 h 2053176"/>
              <a:gd name="connsiteX1693" fmla="*/ 2635616 w 12188965"/>
              <a:gd name="connsiteY1693" fmla="*/ 1960293 h 2053176"/>
              <a:gd name="connsiteX1694" fmla="*/ 2661276 w 12188965"/>
              <a:gd name="connsiteY1694" fmla="*/ 1934634 h 2053176"/>
              <a:gd name="connsiteX1695" fmla="*/ 2597069 w 12188965"/>
              <a:gd name="connsiteY1695" fmla="*/ 1934634 h 2053176"/>
              <a:gd name="connsiteX1696" fmla="*/ 2622729 w 12188965"/>
              <a:gd name="connsiteY1696" fmla="*/ 1960293 h 2053176"/>
              <a:gd name="connsiteX1697" fmla="*/ 2597069 w 12188965"/>
              <a:gd name="connsiteY1697" fmla="*/ 1985952 h 2053176"/>
              <a:gd name="connsiteX1698" fmla="*/ 2571410 w 12188965"/>
              <a:gd name="connsiteY1698" fmla="*/ 1960293 h 2053176"/>
              <a:gd name="connsiteX1699" fmla="*/ 2597069 w 12188965"/>
              <a:gd name="connsiteY1699" fmla="*/ 1934634 h 2053176"/>
              <a:gd name="connsiteX1700" fmla="*/ 2532865 w 12188965"/>
              <a:gd name="connsiteY1700" fmla="*/ 1934634 h 2053176"/>
              <a:gd name="connsiteX1701" fmla="*/ 2558523 w 12188965"/>
              <a:gd name="connsiteY1701" fmla="*/ 1960293 h 2053176"/>
              <a:gd name="connsiteX1702" fmla="*/ 2532865 w 12188965"/>
              <a:gd name="connsiteY1702" fmla="*/ 1985952 h 2053176"/>
              <a:gd name="connsiteX1703" fmla="*/ 2507205 w 12188965"/>
              <a:gd name="connsiteY1703" fmla="*/ 1960293 h 2053176"/>
              <a:gd name="connsiteX1704" fmla="*/ 2532865 w 12188965"/>
              <a:gd name="connsiteY1704" fmla="*/ 1934634 h 2053176"/>
              <a:gd name="connsiteX1705" fmla="*/ 2468658 w 12188965"/>
              <a:gd name="connsiteY1705" fmla="*/ 1934634 h 2053176"/>
              <a:gd name="connsiteX1706" fmla="*/ 2494318 w 12188965"/>
              <a:gd name="connsiteY1706" fmla="*/ 1960293 h 2053176"/>
              <a:gd name="connsiteX1707" fmla="*/ 2468658 w 12188965"/>
              <a:gd name="connsiteY1707" fmla="*/ 1985952 h 2053176"/>
              <a:gd name="connsiteX1708" fmla="*/ 2443000 w 12188965"/>
              <a:gd name="connsiteY1708" fmla="*/ 1960293 h 2053176"/>
              <a:gd name="connsiteX1709" fmla="*/ 2468658 w 12188965"/>
              <a:gd name="connsiteY1709" fmla="*/ 1934634 h 2053176"/>
              <a:gd name="connsiteX1710" fmla="*/ 2404454 w 12188965"/>
              <a:gd name="connsiteY1710" fmla="*/ 1934634 h 2053176"/>
              <a:gd name="connsiteX1711" fmla="*/ 2430112 w 12188965"/>
              <a:gd name="connsiteY1711" fmla="*/ 1960293 h 2053176"/>
              <a:gd name="connsiteX1712" fmla="*/ 2404454 w 12188965"/>
              <a:gd name="connsiteY1712" fmla="*/ 1985952 h 2053176"/>
              <a:gd name="connsiteX1713" fmla="*/ 2378795 w 12188965"/>
              <a:gd name="connsiteY1713" fmla="*/ 1960293 h 2053176"/>
              <a:gd name="connsiteX1714" fmla="*/ 2404454 w 12188965"/>
              <a:gd name="connsiteY1714" fmla="*/ 1934634 h 2053176"/>
              <a:gd name="connsiteX1715" fmla="*/ 2340249 w 12188965"/>
              <a:gd name="connsiteY1715" fmla="*/ 1934634 h 2053176"/>
              <a:gd name="connsiteX1716" fmla="*/ 2365908 w 12188965"/>
              <a:gd name="connsiteY1716" fmla="*/ 1960293 h 2053176"/>
              <a:gd name="connsiteX1717" fmla="*/ 2340249 w 12188965"/>
              <a:gd name="connsiteY1717" fmla="*/ 1985952 h 2053176"/>
              <a:gd name="connsiteX1718" fmla="*/ 2314590 w 12188965"/>
              <a:gd name="connsiteY1718" fmla="*/ 1960293 h 2053176"/>
              <a:gd name="connsiteX1719" fmla="*/ 2340249 w 12188965"/>
              <a:gd name="connsiteY1719" fmla="*/ 1934634 h 2053176"/>
              <a:gd name="connsiteX1720" fmla="*/ 2276044 w 12188965"/>
              <a:gd name="connsiteY1720" fmla="*/ 1934634 h 2053176"/>
              <a:gd name="connsiteX1721" fmla="*/ 2301702 w 12188965"/>
              <a:gd name="connsiteY1721" fmla="*/ 1960293 h 2053176"/>
              <a:gd name="connsiteX1722" fmla="*/ 2276044 w 12188965"/>
              <a:gd name="connsiteY1722" fmla="*/ 1985952 h 2053176"/>
              <a:gd name="connsiteX1723" fmla="*/ 2250385 w 12188965"/>
              <a:gd name="connsiteY1723" fmla="*/ 1960293 h 2053176"/>
              <a:gd name="connsiteX1724" fmla="*/ 2276044 w 12188965"/>
              <a:gd name="connsiteY1724" fmla="*/ 1934634 h 2053176"/>
              <a:gd name="connsiteX1725" fmla="*/ 2211838 w 12188965"/>
              <a:gd name="connsiteY1725" fmla="*/ 1934634 h 2053176"/>
              <a:gd name="connsiteX1726" fmla="*/ 2237497 w 12188965"/>
              <a:gd name="connsiteY1726" fmla="*/ 1960293 h 2053176"/>
              <a:gd name="connsiteX1727" fmla="*/ 2211838 w 12188965"/>
              <a:gd name="connsiteY1727" fmla="*/ 1985952 h 2053176"/>
              <a:gd name="connsiteX1728" fmla="*/ 2186178 w 12188965"/>
              <a:gd name="connsiteY1728" fmla="*/ 1960293 h 2053176"/>
              <a:gd name="connsiteX1729" fmla="*/ 2211838 w 12188965"/>
              <a:gd name="connsiteY1729" fmla="*/ 1934634 h 2053176"/>
              <a:gd name="connsiteX1730" fmla="*/ 2147633 w 12188965"/>
              <a:gd name="connsiteY1730" fmla="*/ 1934634 h 2053176"/>
              <a:gd name="connsiteX1731" fmla="*/ 2173293 w 12188965"/>
              <a:gd name="connsiteY1731" fmla="*/ 1960293 h 2053176"/>
              <a:gd name="connsiteX1732" fmla="*/ 2147633 w 12188965"/>
              <a:gd name="connsiteY1732" fmla="*/ 1985952 h 2053176"/>
              <a:gd name="connsiteX1733" fmla="*/ 2121975 w 12188965"/>
              <a:gd name="connsiteY1733" fmla="*/ 1960293 h 2053176"/>
              <a:gd name="connsiteX1734" fmla="*/ 2147633 w 12188965"/>
              <a:gd name="connsiteY1734" fmla="*/ 1934634 h 2053176"/>
              <a:gd name="connsiteX1735" fmla="*/ 2083427 w 12188965"/>
              <a:gd name="connsiteY1735" fmla="*/ 1934634 h 2053176"/>
              <a:gd name="connsiteX1736" fmla="*/ 2109087 w 12188965"/>
              <a:gd name="connsiteY1736" fmla="*/ 1960293 h 2053176"/>
              <a:gd name="connsiteX1737" fmla="*/ 2083427 w 12188965"/>
              <a:gd name="connsiteY1737" fmla="*/ 1985952 h 2053176"/>
              <a:gd name="connsiteX1738" fmla="*/ 2057768 w 12188965"/>
              <a:gd name="connsiteY1738" fmla="*/ 1960293 h 2053176"/>
              <a:gd name="connsiteX1739" fmla="*/ 2083427 w 12188965"/>
              <a:gd name="connsiteY1739" fmla="*/ 1934634 h 2053176"/>
              <a:gd name="connsiteX1740" fmla="*/ 2019222 w 12188965"/>
              <a:gd name="connsiteY1740" fmla="*/ 1934634 h 2053176"/>
              <a:gd name="connsiteX1741" fmla="*/ 2044880 w 12188965"/>
              <a:gd name="connsiteY1741" fmla="*/ 1960293 h 2053176"/>
              <a:gd name="connsiteX1742" fmla="*/ 2019222 w 12188965"/>
              <a:gd name="connsiteY1742" fmla="*/ 1985952 h 2053176"/>
              <a:gd name="connsiteX1743" fmla="*/ 1993563 w 12188965"/>
              <a:gd name="connsiteY1743" fmla="*/ 1960293 h 2053176"/>
              <a:gd name="connsiteX1744" fmla="*/ 2019222 w 12188965"/>
              <a:gd name="connsiteY1744" fmla="*/ 1934634 h 2053176"/>
              <a:gd name="connsiteX1745" fmla="*/ 1955016 w 12188965"/>
              <a:gd name="connsiteY1745" fmla="*/ 1934634 h 2053176"/>
              <a:gd name="connsiteX1746" fmla="*/ 1980676 w 12188965"/>
              <a:gd name="connsiteY1746" fmla="*/ 1960293 h 2053176"/>
              <a:gd name="connsiteX1747" fmla="*/ 1955016 w 12188965"/>
              <a:gd name="connsiteY1747" fmla="*/ 1985952 h 2053176"/>
              <a:gd name="connsiteX1748" fmla="*/ 1929358 w 12188965"/>
              <a:gd name="connsiteY1748" fmla="*/ 1960293 h 2053176"/>
              <a:gd name="connsiteX1749" fmla="*/ 1955016 w 12188965"/>
              <a:gd name="connsiteY1749" fmla="*/ 1934634 h 2053176"/>
              <a:gd name="connsiteX1750" fmla="*/ 1890696 w 12188965"/>
              <a:gd name="connsiteY1750" fmla="*/ 1934634 h 2053176"/>
              <a:gd name="connsiteX1751" fmla="*/ 1916355 w 12188965"/>
              <a:gd name="connsiteY1751" fmla="*/ 1960293 h 2053176"/>
              <a:gd name="connsiteX1752" fmla="*/ 1890696 w 12188965"/>
              <a:gd name="connsiteY1752" fmla="*/ 1985952 h 2053176"/>
              <a:gd name="connsiteX1753" fmla="*/ 1865037 w 12188965"/>
              <a:gd name="connsiteY1753" fmla="*/ 1960293 h 2053176"/>
              <a:gd name="connsiteX1754" fmla="*/ 1890696 w 12188965"/>
              <a:gd name="connsiteY1754" fmla="*/ 1934634 h 2053176"/>
              <a:gd name="connsiteX1755" fmla="*/ 1826490 w 12188965"/>
              <a:gd name="connsiteY1755" fmla="*/ 1934634 h 2053176"/>
              <a:gd name="connsiteX1756" fmla="*/ 1852149 w 12188965"/>
              <a:gd name="connsiteY1756" fmla="*/ 1960293 h 2053176"/>
              <a:gd name="connsiteX1757" fmla="*/ 1826490 w 12188965"/>
              <a:gd name="connsiteY1757" fmla="*/ 1985952 h 2053176"/>
              <a:gd name="connsiteX1758" fmla="*/ 1800830 w 12188965"/>
              <a:gd name="connsiteY1758" fmla="*/ 1960293 h 2053176"/>
              <a:gd name="connsiteX1759" fmla="*/ 1826490 w 12188965"/>
              <a:gd name="connsiteY1759" fmla="*/ 1934634 h 2053176"/>
              <a:gd name="connsiteX1760" fmla="*/ 1762285 w 12188965"/>
              <a:gd name="connsiteY1760" fmla="*/ 1934634 h 2053176"/>
              <a:gd name="connsiteX1761" fmla="*/ 1787944 w 12188965"/>
              <a:gd name="connsiteY1761" fmla="*/ 1960293 h 2053176"/>
              <a:gd name="connsiteX1762" fmla="*/ 1762285 w 12188965"/>
              <a:gd name="connsiteY1762" fmla="*/ 1985952 h 2053176"/>
              <a:gd name="connsiteX1763" fmla="*/ 1736626 w 12188965"/>
              <a:gd name="connsiteY1763" fmla="*/ 1960293 h 2053176"/>
              <a:gd name="connsiteX1764" fmla="*/ 1762285 w 12188965"/>
              <a:gd name="connsiteY1764" fmla="*/ 1934634 h 2053176"/>
              <a:gd name="connsiteX1765" fmla="*/ 1698080 w 12188965"/>
              <a:gd name="connsiteY1765" fmla="*/ 1934634 h 2053176"/>
              <a:gd name="connsiteX1766" fmla="*/ 1723738 w 12188965"/>
              <a:gd name="connsiteY1766" fmla="*/ 1960293 h 2053176"/>
              <a:gd name="connsiteX1767" fmla="*/ 1698080 w 12188965"/>
              <a:gd name="connsiteY1767" fmla="*/ 1985952 h 2053176"/>
              <a:gd name="connsiteX1768" fmla="*/ 1672420 w 12188965"/>
              <a:gd name="connsiteY1768" fmla="*/ 1960293 h 2053176"/>
              <a:gd name="connsiteX1769" fmla="*/ 1698080 w 12188965"/>
              <a:gd name="connsiteY1769" fmla="*/ 1934634 h 2053176"/>
              <a:gd name="connsiteX1770" fmla="*/ 1633874 w 12188965"/>
              <a:gd name="connsiteY1770" fmla="*/ 1934634 h 2053176"/>
              <a:gd name="connsiteX1771" fmla="*/ 1659533 w 12188965"/>
              <a:gd name="connsiteY1771" fmla="*/ 1960293 h 2053176"/>
              <a:gd name="connsiteX1772" fmla="*/ 1633874 w 12188965"/>
              <a:gd name="connsiteY1772" fmla="*/ 1985952 h 2053176"/>
              <a:gd name="connsiteX1773" fmla="*/ 1608216 w 12188965"/>
              <a:gd name="connsiteY1773" fmla="*/ 1960293 h 2053176"/>
              <a:gd name="connsiteX1774" fmla="*/ 1633874 w 12188965"/>
              <a:gd name="connsiteY1774" fmla="*/ 1934634 h 2053176"/>
              <a:gd name="connsiteX1775" fmla="*/ 1569669 w 12188965"/>
              <a:gd name="connsiteY1775" fmla="*/ 1934634 h 2053176"/>
              <a:gd name="connsiteX1776" fmla="*/ 1595328 w 12188965"/>
              <a:gd name="connsiteY1776" fmla="*/ 1960293 h 2053176"/>
              <a:gd name="connsiteX1777" fmla="*/ 1569669 w 12188965"/>
              <a:gd name="connsiteY1777" fmla="*/ 1985952 h 2053176"/>
              <a:gd name="connsiteX1778" fmla="*/ 1544010 w 12188965"/>
              <a:gd name="connsiteY1778" fmla="*/ 1960293 h 2053176"/>
              <a:gd name="connsiteX1779" fmla="*/ 1569669 w 12188965"/>
              <a:gd name="connsiteY1779" fmla="*/ 1934634 h 2053176"/>
              <a:gd name="connsiteX1780" fmla="*/ 1505464 w 12188965"/>
              <a:gd name="connsiteY1780" fmla="*/ 1934634 h 2053176"/>
              <a:gd name="connsiteX1781" fmla="*/ 1531123 w 12188965"/>
              <a:gd name="connsiteY1781" fmla="*/ 1960293 h 2053176"/>
              <a:gd name="connsiteX1782" fmla="*/ 1505464 w 12188965"/>
              <a:gd name="connsiteY1782" fmla="*/ 1985952 h 2053176"/>
              <a:gd name="connsiteX1783" fmla="*/ 1479806 w 12188965"/>
              <a:gd name="connsiteY1783" fmla="*/ 1960293 h 2053176"/>
              <a:gd name="connsiteX1784" fmla="*/ 1505464 w 12188965"/>
              <a:gd name="connsiteY1784" fmla="*/ 1934634 h 2053176"/>
              <a:gd name="connsiteX1785" fmla="*/ 1441258 w 12188965"/>
              <a:gd name="connsiteY1785" fmla="*/ 1934634 h 2053176"/>
              <a:gd name="connsiteX1786" fmla="*/ 1466917 w 12188965"/>
              <a:gd name="connsiteY1786" fmla="*/ 1960293 h 2053176"/>
              <a:gd name="connsiteX1787" fmla="*/ 1441258 w 12188965"/>
              <a:gd name="connsiteY1787" fmla="*/ 1985952 h 2053176"/>
              <a:gd name="connsiteX1788" fmla="*/ 1415599 w 12188965"/>
              <a:gd name="connsiteY1788" fmla="*/ 1960293 h 2053176"/>
              <a:gd name="connsiteX1789" fmla="*/ 1441258 w 12188965"/>
              <a:gd name="connsiteY1789" fmla="*/ 1934634 h 2053176"/>
              <a:gd name="connsiteX1790" fmla="*/ 1377053 w 12188965"/>
              <a:gd name="connsiteY1790" fmla="*/ 1934634 h 2053176"/>
              <a:gd name="connsiteX1791" fmla="*/ 1402712 w 12188965"/>
              <a:gd name="connsiteY1791" fmla="*/ 1960293 h 2053176"/>
              <a:gd name="connsiteX1792" fmla="*/ 1377053 w 12188965"/>
              <a:gd name="connsiteY1792" fmla="*/ 1985952 h 2053176"/>
              <a:gd name="connsiteX1793" fmla="*/ 1351395 w 12188965"/>
              <a:gd name="connsiteY1793" fmla="*/ 1960293 h 2053176"/>
              <a:gd name="connsiteX1794" fmla="*/ 1377053 w 12188965"/>
              <a:gd name="connsiteY1794" fmla="*/ 1934634 h 2053176"/>
              <a:gd name="connsiteX1795" fmla="*/ 1312848 w 12188965"/>
              <a:gd name="connsiteY1795" fmla="*/ 1934634 h 2053176"/>
              <a:gd name="connsiteX1796" fmla="*/ 1338507 w 12188965"/>
              <a:gd name="connsiteY1796" fmla="*/ 1960293 h 2053176"/>
              <a:gd name="connsiteX1797" fmla="*/ 1312848 w 12188965"/>
              <a:gd name="connsiteY1797" fmla="*/ 1985952 h 2053176"/>
              <a:gd name="connsiteX1798" fmla="*/ 1287190 w 12188965"/>
              <a:gd name="connsiteY1798" fmla="*/ 1960293 h 2053176"/>
              <a:gd name="connsiteX1799" fmla="*/ 1312848 w 12188965"/>
              <a:gd name="connsiteY1799" fmla="*/ 1934634 h 2053176"/>
              <a:gd name="connsiteX1800" fmla="*/ 1248643 w 12188965"/>
              <a:gd name="connsiteY1800" fmla="*/ 1934634 h 2053176"/>
              <a:gd name="connsiteX1801" fmla="*/ 1274302 w 12188965"/>
              <a:gd name="connsiteY1801" fmla="*/ 1960293 h 2053176"/>
              <a:gd name="connsiteX1802" fmla="*/ 1248643 w 12188965"/>
              <a:gd name="connsiteY1802" fmla="*/ 1985952 h 2053176"/>
              <a:gd name="connsiteX1803" fmla="*/ 1222984 w 12188965"/>
              <a:gd name="connsiteY1803" fmla="*/ 1960293 h 2053176"/>
              <a:gd name="connsiteX1804" fmla="*/ 1248643 w 12188965"/>
              <a:gd name="connsiteY1804" fmla="*/ 1934634 h 2053176"/>
              <a:gd name="connsiteX1805" fmla="*/ 1184437 w 12188965"/>
              <a:gd name="connsiteY1805" fmla="*/ 1934634 h 2053176"/>
              <a:gd name="connsiteX1806" fmla="*/ 1210096 w 12188965"/>
              <a:gd name="connsiteY1806" fmla="*/ 1960293 h 2053176"/>
              <a:gd name="connsiteX1807" fmla="*/ 1184437 w 12188965"/>
              <a:gd name="connsiteY1807" fmla="*/ 1985952 h 2053176"/>
              <a:gd name="connsiteX1808" fmla="*/ 1158780 w 12188965"/>
              <a:gd name="connsiteY1808" fmla="*/ 1960293 h 2053176"/>
              <a:gd name="connsiteX1809" fmla="*/ 1184437 w 12188965"/>
              <a:gd name="connsiteY1809" fmla="*/ 1934634 h 2053176"/>
              <a:gd name="connsiteX1810" fmla="*/ 1120233 w 12188965"/>
              <a:gd name="connsiteY1810" fmla="*/ 1934634 h 2053176"/>
              <a:gd name="connsiteX1811" fmla="*/ 1145892 w 12188965"/>
              <a:gd name="connsiteY1811" fmla="*/ 1960293 h 2053176"/>
              <a:gd name="connsiteX1812" fmla="*/ 1120233 w 12188965"/>
              <a:gd name="connsiteY1812" fmla="*/ 1985952 h 2053176"/>
              <a:gd name="connsiteX1813" fmla="*/ 1094573 w 12188965"/>
              <a:gd name="connsiteY1813" fmla="*/ 1960293 h 2053176"/>
              <a:gd name="connsiteX1814" fmla="*/ 1120233 w 12188965"/>
              <a:gd name="connsiteY1814" fmla="*/ 1934634 h 2053176"/>
              <a:gd name="connsiteX1815" fmla="*/ 1056027 w 12188965"/>
              <a:gd name="connsiteY1815" fmla="*/ 1934634 h 2053176"/>
              <a:gd name="connsiteX1816" fmla="*/ 1081685 w 12188965"/>
              <a:gd name="connsiteY1816" fmla="*/ 1960293 h 2053176"/>
              <a:gd name="connsiteX1817" fmla="*/ 1056027 w 12188965"/>
              <a:gd name="connsiteY1817" fmla="*/ 1985952 h 2053176"/>
              <a:gd name="connsiteX1818" fmla="*/ 1030369 w 12188965"/>
              <a:gd name="connsiteY1818" fmla="*/ 1960293 h 2053176"/>
              <a:gd name="connsiteX1819" fmla="*/ 1056027 w 12188965"/>
              <a:gd name="connsiteY1819" fmla="*/ 1934634 h 2053176"/>
              <a:gd name="connsiteX1820" fmla="*/ 991823 w 12188965"/>
              <a:gd name="connsiteY1820" fmla="*/ 1934634 h 2053176"/>
              <a:gd name="connsiteX1821" fmla="*/ 1017481 w 12188965"/>
              <a:gd name="connsiteY1821" fmla="*/ 1960293 h 2053176"/>
              <a:gd name="connsiteX1822" fmla="*/ 991823 w 12188965"/>
              <a:gd name="connsiteY1822" fmla="*/ 1985952 h 2053176"/>
              <a:gd name="connsiteX1823" fmla="*/ 966162 w 12188965"/>
              <a:gd name="connsiteY1823" fmla="*/ 1960293 h 2053176"/>
              <a:gd name="connsiteX1824" fmla="*/ 991823 w 12188965"/>
              <a:gd name="connsiteY1824" fmla="*/ 1934634 h 2053176"/>
              <a:gd name="connsiteX1825" fmla="*/ 927616 w 12188965"/>
              <a:gd name="connsiteY1825" fmla="*/ 1934634 h 2053176"/>
              <a:gd name="connsiteX1826" fmla="*/ 953275 w 12188965"/>
              <a:gd name="connsiteY1826" fmla="*/ 1960293 h 2053176"/>
              <a:gd name="connsiteX1827" fmla="*/ 927616 w 12188965"/>
              <a:gd name="connsiteY1827" fmla="*/ 1985952 h 2053176"/>
              <a:gd name="connsiteX1828" fmla="*/ 901957 w 12188965"/>
              <a:gd name="connsiteY1828" fmla="*/ 1960293 h 2053176"/>
              <a:gd name="connsiteX1829" fmla="*/ 927616 w 12188965"/>
              <a:gd name="connsiteY1829" fmla="*/ 1934634 h 2053176"/>
              <a:gd name="connsiteX1830" fmla="*/ 863411 w 12188965"/>
              <a:gd name="connsiteY1830" fmla="*/ 1934634 h 2053176"/>
              <a:gd name="connsiteX1831" fmla="*/ 889071 w 12188965"/>
              <a:gd name="connsiteY1831" fmla="*/ 1960293 h 2053176"/>
              <a:gd name="connsiteX1832" fmla="*/ 863411 w 12188965"/>
              <a:gd name="connsiteY1832" fmla="*/ 1985952 h 2053176"/>
              <a:gd name="connsiteX1833" fmla="*/ 837752 w 12188965"/>
              <a:gd name="connsiteY1833" fmla="*/ 1960293 h 2053176"/>
              <a:gd name="connsiteX1834" fmla="*/ 863411 w 12188965"/>
              <a:gd name="connsiteY1834" fmla="*/ 1934634 h 2053176"/>
              <a:gd name="connsiteX1835" fmla="*/ 799089 w 12188965"/>
              <a:gd name="connsiteY1835" fmla="*/ 1934634 h 2053176"/>
              <a:gd name="connsiteX1836" fmla="*/ 824748 w 12188965"/>
              <a:gd name="connsiteY1836" fmla="*/ 1960293 h 2053176"/>
              <a:gd name="connsiteX1837" fmla="*/ 799089 w 12188965"/>
              <a:gd name="connsiteY1837" fmla="*/ 1985952 h 2053176"/>
              <a:gd name="connsiteX1838" fmla="*/ 773432 w 12188965"/>
              <a:gd name="connsiteY1838" fmla="*/ 1960293 h 2053176"/>
              <a:gd name="connsiteX1839" fmla="*/ 799089 w 12188965"/>
              <a:gd name="connsiteY1839" fmla="*/ 1934634 h 2053176"/>
              <a:gd name="connsiteX1840" fmla="*/ 734885 w 12188965"/>
              <a:gd name="connsiteY1840" fmla="*/ 1934634 h 2053176"/>
              <a:gd name="connsiteX1841" fmla="*/ 760544 w 12188965"/>
              <a:gd name="connsiteY1841" fmla="*/ 1960293 h 2053176"/>
              <a:gd name="connsiteX1842" fmla="*/ 734885 w 12188965"/>
              <a:gd name="connsiteY1842" fmla="*/ 1985952 h 2053176"/>
              <a:gd name="connsiteX1843" fmla="*/ 709225 w 12188965"/>
              <a:gd name="connsiteY1843" fmla="*/ 1960293 h 2053176"/>
              <a:gd name="connsiteX1844" fmla="*/ 734885 w 12188965"/>
              <a:gd name="connsiteY1844" fmla="*/ 1934634 h 2053176"/>
              <a:gd name="connsiteX1845" fmla="*/ 670679 w 12188965"/>
              <a:gd name="connsiteY1845" fmla="*/ 1934634 h 2053176"/>
              <a:gd name="connsiteX1846" fmla="*/ 696338 w 12188965"/>
              <a:gd name="connsiteY1846" fmla="*/ 1960293 h 2053176"/>
              <a:gd name="connsiteX1847" fmla="*/ 670679 w 12188965"/>
              <a:gd name="connsiteY1847" fmla="*/ 1985952 h 2053176"/>
              <a:gd name="connsiteX1848" fmla="*/ 645020 w 12188965"/>
              <a:gd name="connsiteY1848" fmla="*/ 1960293 h 2053176"/>
              <a:gd name="connsiteX1849" fmla="*/ 670679 w 12188965"/>
              <a:gd name="connsiteY1849" fmla="*/ 1934634 h 2053176"/>
              <a:gd name="connsiteX1850" fmla="*/ 606475 w 12188965"/>
              <a:gd name="connsiteY1850" fmla="*/ 1934634 h 2053176"/>
              <a:gd name="connsiteX1851" fmla="*/ 632134 w 12188965"/>
              <a:gd name="connsiteY1851" fmla="*/ 1960293 h 2053176"/>
              <a:gd name="connsiteX1852" fmla="*/ 606475 w 12188965"/>
              <a:gd name="connsiteY1852" fmla="*/ 1985952 h 2053176"/>
              <a:gd name="connsiteX1853" fmla="*/ 580815 w 12188965"/>
              <a:gd name="connsiteY1853" fmla="*/ 1960293 h 2053176"/>
              <a:gd name="connsiteX1854" fmla="*/ 606475 w 12188965"/>
              <a:gd name="connsiteY1854" fmla="*/ 1934634 h 2053176"/>
              <a:gd name="connsiteX1855" fmla="*/ 542268 w 12188965"/>
              <a:gd name="connsiteY1855" fmla="*/ 1934634 h 2053176"/>
              <a:gd name="connsiteX1856" fmla="*/ 567927 w 12188965"/>
              <a:gd name="connsiteY1856" fmla="*/ 1960293 h 2053176"/>
              <a:gd name="connsiteX1857" fmla="*/ 542268 w 12188965"/>
              <a:gd name="connsiteY1857" fmla="*/ 1985952 h 2053176"/>
              <a:gd name="connsiteX1858" fmla="*/ 516610 w 12188965"/>
              <a:gd name="connsiteY1858" fmla="*/ 1960293 h 2053176"/>
              <a:gd name="connsiteX1859" fmla="*/ 542268 w 12188965"/>
              <a:gd name="connsiteY1859" fmla="*/ 1934634 h 2053176"/>
              <a:gd name="connsiteX1860" fmla="*/ 478063 w 12188965"/>
              <a:gd name="connsiteY1860" fmla="*/ 1934634 h 2053176"/>
              <a:gd name="connsiteX1861" fmla="*/ 503724 w 12188965"/>
              <a:gd name="connsiteY1861" fmla="*/ 1960293 h 2053176"/>
              <a:gd name="connsiteX1862" fmla="*/ 478063 w 12188965"/>
              <a:gd name="connsiteY1862" fmla="*/ 1985952 h 2053176"/>
              <a:gd name="connsiteX1863" fmla="*/ 452404 w 12188965"/>
              <a:gd name="connsiteY1863" fmla="*/ 1960293 h 2053176"/>
              <a:gd name="connsiteX1864" fmla="*/ 478063 w 12188965"/>
              <a:gd name="connsiteY1864" fmla="*/ 1934634 h 2053176"/>
              <a:gd name="connsiteX1865" fmla="*/ 413858 w 12188965"/>
              <a:gd name="connsiteY1865" fmla="*/ 1934634 h 2053176"/>
              <a:gd name="connsiteX1866" fmla="*/ 439517 w 12188965"/>
              <a:gd name="connsiteY1866" fmla="*/ 1960293 h 2053176"/>
              <a:gd name="connsiteX1867" fmla="*/ 413858 w 12188965"/>
              <a:gd name="connsiteY1867" fmla="*/ 1985952 h 2053176"/>
              <a:gd name="connsiteX1868" fmla="*/ 388200 w 12188965"/>
              <a:gd name="connsiteY1868" fmla="*/ 1960293 h 2053176"/>
              <a:gd name="connsiteX1869" fmla="*/ 413858 w 12188965"/>
              <a:gd name="connsiteY1869" fmla="*/ 1934634 h 2053176"/>
              <a:gd name="connsiteX1870" fmla="*/ 346686 w 12188965"/>
              <a:gd name="connsiteY1870" fmla="*/ 1934634 h 2053176"/>
              <a:gd name="connsiteX1871" fmla="*/ 372344 w 12188965"/>
              <a:gd name="connsiteY1871" fmla="*/ 1960293 h 2053176"/>
              <a:gd name="connsiteX1872" fmla="*/ 346686 w 12188965"/>
              <a:gd name="connsiteY1872" fmla="*/ 1985952 h 2053176"/>
              <a:gd name="connsiteX1873" fmla="*/ 321027 w 12188965"/>
              <a:gd name="connsiteY1873" fmla="*/ 1960293 h 2053176"/>
              <a:gd name="connsiteX1874" fmla="*/ 346686 w 12188965"/>
              <a:gd name="connsiteY1874" fmla="*/ 1934634 h 2053176"/>
              <a:gd name="connsiteX1875" fmla="*/ 282480 w 12188965"/>
              <a:gd name="connsiteY1875" fmla="*/ 1934634 h 2053176"/>
              <a:gd name="connsiteX1876" fmla="*/ 308138 w 12188965"/>
              <a:gd name="connsiteY1876" fmla="*/ 1960293 h 2053176"/>
              <a:gd name="connsiteX1877" fmla="*/ 282480 w 12188965"/>
              <a:gd name="connsiteY1877" fmla="*/ 1985952 h 2053176"/>
              <a:gd name="connsiteX1878" fmla="*/ 256820 w 12188965"/>
              <a:gd name="connsiteY1878" fmla="*/ 1960293 h 2053176"/>
              <a:gd name="connsiteX1879" fmla="*/ 282480 w 12188965"/>
              <a:gd name="connsiteY1879" fmla="*/ 1934634 h 2053176"/>
              <a:gd name="connsiteX1880" fmla="*/ 218274 w 12188965"/>
              <a:gd name="connsiteY1880" fmla="*/ 1934634 h 2053176"/>
              <a:gd name="connsiteX1881" fmla="*/ 243932 w 12188965"/>
              <a:gd name="connsiteY1881" fmla="*/ 1960293 h 2053176"/>
              <a:gd name="connsiteX1882" fmla="*/ 218274 w 12188965"/>
              <a:gd name="connsiteY1882" fmla="*/ 1985952 h 2053176"/>
              <a:gd name="connsiteX1883" fmla="*/ 192615 w 12188965"/>
              <a:gd name="connsiteY1883" fmla="*/ 1960293 h 2053176"/>
              <a:gd name="connsiteX1884" fmla="*/ 218274 w 12188965"/>
              <a:gd name="connsiteY1884" fmla="*/ 1934634 h 2053176"/>
              <a:gd name="connsiteX1885" fmla="*/ 154069 w 12188965"/>
              <a:gd name="connsiteY1885" fmla="*/ 1934634 h 2053176"/>
              <a:gd name="connsiteX1886" fmla="*/ 179727 w 12188965"/>
              <a:gd name="connsiteY1886" fmla="*/ 1960293 h 2053176"/>
              <a:gd name="connsiteX1887" fmla="*/ 154069 w 12188965"/>
              <a:gd name="connsiteY1887" fmla="*/ 1985952 h 2053176"/>
              <a:gd name="connsiteX1888" fmla="*/ 128410 w 12188965"/>
              <a:gd name="connsiteY1888" fmla="*/ 1960293 h 2053176"/>
              <a:gd name="connsiteX1889" fmla="*/ 154069 w 12188965"/>
              <a:gd name="connsiteY1889" fmla="*/ 1934634 h 2053176"/>
              <a:gd name="connsiteX1890" fmla="*/ 89864 w 12188965"/>
              <a:gd name="connsiteY1890" fmla="*/ 1934634 h 2053176"/>
              <a:gd name="connsiteX1891" fmla="*/ 115522 w 12188965"/>
              <a:gd name="connsiteY1891" fmla="*/ 1960293 h 2053176"/>
              <a:gd name="connsiteX1892" fmla="*/ 89864 w 12188965"/>
              <a:gd name="connsiteY1892" fmla="*/ 1985952 h 2053176"/>
              <a:gd name="connsiteX1893" fmla="*/ 64205 w 12188965"/>
              <a:gd name="connsiteY1893" fmla="*/ 1960293 h 2053176"/>
              <a:gd name="connsiteX1894" fmla="*/ 89864 w 12188965"/>
              <a:gd name="connsiteY1894" fmla="*/ 1934634 h 2053176"/>
              <a:gd name="connsiteX1895" fmla="*/ 25659 w 12188965"/>
              <a:gd name="connsiteY1895" fmla="*/ 1934634 h 2053176"/>
              <a:gd name="connsiteX1896" fmla="*/ 51317 w 12188965"/>
              <a:gd name="connsiteY1896" fmla="*/ 1960293 h 2053176"/>
              <a:gd name="connsiteX1897" fmla="*/ 25659 w 12188965"/>
              <a:gd name="connsiteY1897" fmla="*/ 1985952 h 2053176"/>
              <a:gd name="connsiteX1898" fmla="*/ 0 w 12188965"/>
              <a:gd name="connsiteY1898" fmla="*/ 1960293 h 2053176"/>
              <a:gd name="connsiteX1899" fmla="*/ 25659 w 12188965"/>
              <a:gd name="connsiteY1899" fmla="*/ 1934634 h 2053176"/>
              <a:gd name="connsiteX1900" fmla="*/ 12163307 w 12188965"/>
              <a:gd name="connsiteY1900" fmla="*/ 1867527 h 2053176"/>
              <a:gd name="connsiteX1901" fmla="*/ 12188965 w 12188965"/>
              <a:gd name="connsiteY1901" fmla="*/ 1893185 h 2053176"/>
              <a:gd name="connsiteX1902" fmla="*/ 12163307 w 12188965"/>
              <a:gd name="connsiteY1902" fmla="*/ 1918844 h 2053176"/>
              <a:gd name="connsiteX1903" fmla="*/ 12137649 w 12188965"/>
              <a:gd name="connsiteY1903" fmla="*/ 1893185 h 2053176"/>
              <a:gd name="connsiteX1904" fmla="*/ 12163307 w 12188965"/>
              <a:gd name="connsiteY1904" fmla="*/ 1867527 h 2053176"/>
              <a:gd name="connsiteX1905" fmla="*/ 12099103 w 12188965"/>
              <a:gd name="connsiteY1905" fmla="*/ 1867527 h 2053176"/>
              <a:gd name="connsiteX1906" fmla="*/ 12124761 w 12188965"/>
              <a:gd name="connsiteY1906" fmla="*/ 1893185 h 2053176"/>
              <a:gd name="connsiteX1907" fmla="*/ 12099103 w 12188965"/>
              <a:gd name="connsiteY1907" fmla="*/ 1918844 h 2053176"/>
              <a:gd name="connsiteX1908" fmla="*/ 12073441 w 12188965"/>
              <a:gd name="connsiteY1908" fmla="*/ 1893185 h 2053176"/>
              <a:gd name="connsiteX1909" fmla="*/ 12099103 w 12188965"/>
              <a:gd name="connsiteY1909" fmla="*/ 1867527 h 2053176"/>
              <a:gd name="connsiteX1910" fmla="*/ 12034897 w 12188965"/>
              <a:gd name="connsiteY1910" fmla="*/ 1867527 h 2053176"/>
              <a:gd name="connsiteX1911" fmla="*/ 12060557 w 12188965"/>
              <a:gd name="connsiteY1911" fmla="*/ 1893185 h 2053176"/>
              <a:gd name="connsiteX1912" fmla="*/ 12034897 w 12188965"/>
              <a:gd name="connsiteY1912" fmla="*/ 1918844 h 2053176"/>
              <a:gd name="connsiteX1913" fmla="*/ 12009237 w 12188965"/>
              <a:gd name="connsiteY1913" fmla="*/ 1893185 h 2053176"/>
              <a:gd name="connsiteX1914" fmla="*/ 12034897 w 12188965"/>
              <a:gd name="connsiteY1914" fmla="*/ 1867527 h 2053176"/>
              <a:gd name="connsiteX1915" fmla="*/ 11970691 w 12188965"/>
              <a:gd name="connsiteY1915" fmla="*/ 1867527 h 2053176"/>
              <a:gd name="connsiteX1916" fmla="*/ 11996349 w 12188965"/>
              <a:gd name="connsiteY1916" fmla="*/ 1893185 h 2053176"/>
              <a:gd name="connsiteX1917" fmla="*/ 11970691 w 12188965"/>
              <a:gd name="connsiteY1917" fmla="*/ 1918844 h 2053176"/>
              <a:gd name="connsiteX1918" fmla="*/ 11945033 w 12188965"/>
              <a:gd name="connsiteY1918" fmla="*/ 1893185 h 2053176"/>
              <a:gd name="connsiteX1919" fmla="*/ 11970691 w 12188965"/>
              <a:gd name="connsiteY1919" fmla="*/ 1867527 h 2053176"/>
              <a:gd name="connsiteX1920" fmla="*/ 11906483 w 12188965"/>
              <a:gd name="connsiteY1920" fmla="*/ 1867527 h 2053176"/>
              <a:gd name="connsiteX1921" fmla="*/ 11932145 w 12188965"/>
              <a:gd name="connsiteY1921" fmla="*/ 1893185 h 2053176"/>
              <a:gd name="connsiteX1922" fmla="*/ 11906483 w 12188965"/>
              <a:gd name="connsiteY1922" fmla="*/ 1918844 h 2053176"/>
              <a:gd name="connsiteX1923" fmla="*/ 11880825 w 12188965"/>
              <a:gd name="connsiteY1923" fmla="*/ 1893185 h 2053176"/>
              <a:gd name="connsiteX1924" fmla="*/ 11906483 w 12188965"/>
              <a:gd name="connsiteY1924" fmla="*/ 1867527 h 2053176"/>
              <a:gd name="connsiteX1925" fmla="*/ 11842279 w 12188965"/>
              <a:gd name="connsiteY1925" fmla="*/ 1867527 h 2053176"/>
              <a:gd name="connsiteX1926" fmla="*/ 11867941 w 12188965"/>
              <a:gd name="connsiteY1926" fmla="*/ 1893185 h 2053176"/>
              <a:gd name="connsiteX1927" fmla="*/ 11842279 w 12188965"/>
              <a:gd name="connsiteY1927" fmla="*/ 1918844 h 2053176"/>
              <a:gd name="connsiteX1928" fmla="*/ 11816621 w 12188965"/>
              <a:gd name="connsiteY1928" fmla="*/ 1893185 h 2053176"/>
              <a:gd name="connsiteX1929" fmla="*/ 11842279 w 12188965"/>
              <a:gd name="connsiteY1929" fmla="*/ 1867527 h 2053176"/>
              <a:gd name="connsiteX1930" fmla="*/ 11775107 w 12188965"/>
              <a:gd name="connsiteY1930" fmla="*/ 1867527 h 2053176"/>
              <a:gd name="connsiteX1931" fmla="*/ 11800767 w 12188965"/>
              <a:gd name="connsiteY1931" fmla="*/ 1893185 h 2053176"/>
              <a:gd name="connsiteX1932" fmla="*/ 11775107 w 12188965"/>
              <a:gd name="connsiteY1932" fmla="*/ 1918844 h 2053176"/>
              <a:gd name="connsiteX1933" fmla="*/ 11749449 w 12188965"/>
              <a:gd name="connsiteY1933" fmla="*/ 1893185 h 2053176"/>
              <a:gd name="connsiteX1934" fmla="*/ 11775107 w 12188965"/>
              <a:gd name="connsiteY1934" fmla="*/ 1867527 h 2053176"/>
              <a:gd name="connsiteX1935" fmla="*/ 11710901 w 12188965"/>
              <a:gd name="connsiteY1935" fmla="*/ 1867527 h 2053176"/>
              <a:gd name="connsiteX1936" fmla="*/ 11736561 w 12188965"/>
              <a:gd name="connsiteY1936" fmla="*/ 1893185 h 2053176"/>
              <a:gd name="connsiteX1937" fmla="*/ 11710901 w 12188965"/>
              <a:gd name="connsiteY1937" fmla="*/ 1918844 h 2053176"/>
              <a:gd name="connsiteX1938" fmla="*/ 11685243 w 12188965"/>
              <a:gd name="connsiteY1938" fmla="*/ 1893185 h 2053176"/>
              <a:gd name="connsiteX1939" fmla="*/ 11710901 w 12188965"/>
              <a:gd name="connsiteY1939" fmla="*/ 1867527 h 2053176"/>
              <a:gd name="connsiteX1940" fmla="*/ 11646697 w 12188965"/>
              <a:gd name="connsiteY1940" fmla="*/ 1867527 h 2053176"/>
              <a:gd name="connsiteX1941" fmla="*/ 11672355 w 12188965"/>
              <a:gd name="connsiteY1941" fmla="*/ 1893185 h 2053176"/>
              <a:gd name="connsiteX1942" fmla="*/ 11646697 w 12188965"/>
              <a:gd name="connsiteY1942" fmla="*/ 1918844 h 2053176"/>
              <a:gd name="connsiteX1943" fmla="*/ 11621037 w 12188965"/>
              <a:gd name="connsiteY1943" fmla="*/ 1893185 h 2053176"/>
              <a:gd name="connsiteX1944" fmla="*/ 11646697 w 12188965"/>
              <a:gd name="connsiteY1944" fmla="*/ 1867527 h 2053176"/>
              <a:gd name="connsiteX1945" fmla="*/ 11582491 w 12188965"/>
              <a:gd name="connsiteY1945" fmla="*/ 1867527 h 2053176"/>
              <a:gd name="connsiteX1946" fmla="*/ 11608149 w 12188965"/>
              <a:gd name="connsiteY1946" fmla="*/ 1893185 h 2053176"/>
              <a:gd name="connsiteX1947" fmla="*/ 11582491 w 12188965"/>
              <a:gd name="connsiteY1947" fmla="*/ 1918844 h 2053176"/>
              <a:gd name="connsiteX1948" fmla="*/ 11556833 w 12188965"/>
              <a:gd name="connsiteY1948" fmla="*/ 1893185 h 2053176"/>
              <a:gd name="connsiteX1949" fmla="*/ 11582491 w 12188965"/>
              <a:gd name="connsiteY1949" fmla="*/ 1867527 h 2053176"/>
              <a:gd name="connsiteX1950" fmla="*/ 11518287 w 12188965"/>
              <a:gd name="connsiteY1950" fmla="*/ 1867527 h 2053176"/>
              <a:gd name="connsiteX1951" fmla="*/ 11543945 w 12188965"/>
              <a:gd name="connsiteY1951" fmla="*/ 1893185 h 2053176"/>
              <a:gd name="connsiteX1952" fmla="*/ 11518287 w 12188965"/>
              <a:gd name="connsiteY1952" fmla="*/ 1918844 h 2053176"/>
              <a:gd name="connsiteX1953" fmla="*/ 11492627 w 12188965"/>
              <a:gd name="connsiteY1953" fmla="*/ 1893185 h 2053176"/>
              <a:gd name="connsiteX1954" fmla="*/ 11518287 w 12188965"/>
              <a:gd name="connsiteY1954" fmla="*/ 1867527 h 2053176"/>
              <a:gd name="connsiteX1955" fmla="*/ 11454081 w 12188965"/>
              <a:gd name="connsiteY1955" fmla="*/ 1867527 h 2053176"/>
              <a:gd name="connsiteX1956" fmla="*/ 11479739 w 12188965"/>
              <a:gd name="connsiteY1956" fmla="*/ 1893185 h 2053176"/>
              <a:gd name="connsiteX1957" fmla="*/ 11454081 w 12188965"/>
              <a:gd name="connsiteY1957" fmla="*/ 1918844 h 2053176"/>
              <a:gd name="connsiteX1958" fmla="*/ 11428421 w 12188965"/>
              <a:gd name="connsiteY1958" fmla="*/ 1893185 h 2053176"/>
              <a:gd name="connsiteX1959" fmla="*/ 11454081 w 12188965"/>
              <a:gd name="connsiteY1959" fmla="*/ 1867527 h 2053176"/>
              <a:gd name="connsiteX1960" fmla="*/ 11389875 w 12188965"/>
              <a:gd name="connsiteY1960" fmla="*/ 1867527 h 2053176"/>
              <a:gd name="connsiteX1961" fmla="*/ 11415533 w 12188965"/>
              <a:gd name="connsiteY1961" fmla="*/ 1893185 h 2053176"/>
              <a:gd name="connsiteX1962" fmla="*/ 11389875 w 12188965"/>
              <a:gd name="connsiteY1962" fmla="*/ 1918844 h 2053176"/>
              <a:gd name="connsiteX1963" fmla="*/ 11364217 w 12188965"/>
              <a:gd name="connsiteY1963" fmla="*/ 1893185 h 2053176"/>
              <a:gd name="connsiteX1964" fmla="*/ 11389875 w 12188965"/>
              <a:gd name="connsiteY1964" fmla="*/ 1867527 h 2053176"/>
              <a:gd name="connsiteX1965" fmla="*/ 11325670 w 12188965"/>
              <a:gd name="connsiteY1965" fmla="*/ 1867527 h 2053176"/>
              <a:gd name="connsiteX1966" fmla="*/ 11351329 w 12188965"/>
              <a:gd name="connsiteY1966" fmla="*/ 1893185 h 2053176"/>
              <a:gd name="connsiteX1967" fmla="*/ 11325670 w 12188965"/>
              <a:gd name="connsiteY1967" fmla="*/ 1918844 h 2053176"/>
              <a:gd name="connsiteX1968" fmla="*/ 11300012 w 12188965"/>
              <a:gd name="connsiteY1968" fmla="*/ 1893185 h 2053176"/>
              <a:gd name="connsiteX1969" fmla="*/ 11325670 w 12188965"/>
              <a:gd name="connsiteY1969" fmla="*/ 1867527 h 2053176"/>
              <a:gd name="connsiteX1970" fmla="*/ 11261466 w 12188965"/>
              <a:gd name="connsiteY1970" fmla="*/ 1867527 h 2053176"/>
              <a:gd name="connsiteX1971" fmla="*/ 11287124 w 12188965"/>
              <a:gd name="connsiteY1971" fmla="*/ 1893185 h 2053176"/>
              <a:gd name="connsiteX1972" fmla="*/ 11261466 w 12188965"/>
              <a:gd name="connsiteY1972" fmla="*/ 1918844 h 2053176"/>
              <a:gd name="connsiteX1973" fmla="*/ 11235805 w 12188965"/>
              <a:gd name="connsiteY1973" fmla="*/ 1893185 h 2053176"/>
              <a:gd name="connsiteX1974" fmla="*/ 11261466 w 12188965"/>
              <a:gd name="connsiteY1974" fmla="*/ 1867527 h 2053176"/>
              <a:gd name="connsiteX1975" fmla="*/ 11197259 w 12188965"/>
              <a:gd name="connsiteY1975" fmla="*/ 1867527 h 2053176"/>
              <a:gd name="connsiteX1976" fmla="*/ 11222917 w 12188965"/>
              <a:gd name="connsiteY1976" fmla="*/ 1893185 h 2053176"/>
              <a:gd name="connsiteX1977" fmla="*/ 11197259 w 12188965"/>
              <a:gd name="connsiteY1977" fmla="*/ 1918844 h 2053176"/>
              <a:gd name="connsiteX1978" fmla="*/ 11171601 w 12188965"/>
              <a:gd name="connsiteY1978" fmla="*/ 1893185 h 2053176"/>
              <a:gd name="connsiteX1979" fmla="*/ 11197259 w 12188965"/>
              <a:gd name="connsiteY1979" fmla="*/ 1867527 h 2053176"/>
              <a:gd name="connsiteX1980" fmla="*/ 11133055 w 12188965"/>
              <a:gd name="connsiteY1980" fmla="*/ 1867527 h 2053176"/>
              <a:gd name="connsiteX1981" fmla="*/ 11158713 w 12188965"/>
              <a:gd name="connsiteY1981" fmla="*/ 1893185 h 2053176"/>
              <a:gd name="connsiteX1982" fmla="*/ 11133055 w 12188965"/>
              <a:gd name="connsiteY1982" fmla="*/ 1918844 h 2053176"/>
              <a:gd name="connsiteX1983" fmla="*/ 11107396 w 12188965"/>
              <a:gd name="connsiteY1983" fmla="*/ 1893185 h 2053176"/>
              <a:gd name="connsiteX1984" fmla="*/ 11133055 w 12188965"/>
              <a:gd name="connsiteY1984" fmla="*/ 1867527 h 2053176"/>
              <a:gd name="connsiteX1985" fmla="*/ 11068848 w 12188965"/>
              <a:gd name="connsiteY1985" fmla="*/ 1867527 h 2053176"/>
              <a:gd name="connsiteX1986" fmla="*/ 11094509 w 12188965"/>
              <a:gd name="connsiteY1986" fmla="*/ 1893185 h 2053176"/>
              <a:gd name="connsiteX1987" fmla="*/ 11068848 w 12188965"/>
              <a:gd name="connsiteY1987" fmla="*/ 1918844 h 2053176"/>
              <a:gd name="connsiteX1988" fmla="*/ 11043189 w 12188965"/>
              <a:gd name="connsiteY1988" fmla="*/ 1893185 h 2053176"/>
              <a:gd name="connsiteX1989" fmla="*/ 11068848 w 12188965"/>
              <a:gd name="connsiteY1989" fmla="*/ 1867527 h 2053176"/>
              <a:gd name="connsiteX1990" fmla="*/ 11004643 w 12188965"/>
              <a:gd name="connsiteY1990" fmla="*/ 1867527 h 2053176"/>
              <a:gd name="connsiteX1991" fmla="*/ 11030301 w 12188965"/>
              <a:gd name="connsiteY1991" fmla="*/ 1893185 h 2053176"/>
              <a:gd name="connsiteX1992" fmla="*/ 11004643 w 12188965"/>
              <a:gd name="connsiteY1992" fmla="*/ 1918844 h 2053176"/>
              <a:gd name="connsiteX1993" fmla="*/ 10978985 w 12188965"/>
              <a:gd name="connsiteY1993" fmla="*/ 1893185 h 2053176"/>
              <a:gd name="connsiteX1994" fmla="*/ 11004643 w 12188965"/>
              <a:gd name="connsiteY1994" fmla="*/ 1867527 h 2053176"/>
              <a:gd name="connsiteX1995" fmla="*/ 10940321 w 12188965"/>
              <a:gd name="connsiteY1995" fmla="*/ 1867527 h 2053176"/>
              <a:gd name="connsiteX1996" fmla="*/ 10965982 w 12188965"/>
              <a:gd name="connsiteY1996" fmla="*/ 1893185 h 2053176"/>
              <a:gd name="connsiteX1997" fmla="*/ 10940321 w 12188965"/>
              <a:gd name="connsiteY1997" fmla="*/ 1918844 h 2053176"/>
              <a:gd name="connsiteX1998" fmla="*/ 10914663 w 12188965"/>
              <a:gd name="connsiteY1998" fmla="*/ 1893185 h 2053176"/>
              <a:gd name="connsiteX1999" fmla="*/ 10940321 w 12188965"/>
              <a:gd name="connsiteY1999" fmla="*/ 1867527 h 2053176"/>
              <a:gd name="connsiteX2000" fmla="*/ 10876117 w 12188965"/>
              <a:gd name="connsiteY2000" fmla="*/ 1867527 h 2053176"/>
              <a:gd name="connsiteX2001" fmla="*/ 10901775 w 12188965"/>
              <a:gd name="connsiteY2001" fmla="*/ 1893185 h 2053176"/>
              <a:gd name="connsiteX2002" fmla="*/ 10876117 w 12188965"/>
              <a:gd name="connsiteY2002" fmla="*/ 1918844 h 2053176"/>
              <a:gd name="connsiteX2003" fmla="*/ 10850459 w 12188965"/>
              <a:gd name="connsiteY2003" fmla="*/ 1893185 h 2053176"/>
              <a:gd name="connsiteX2004" fmla="*/ 10876117 w 12188965"/>
              <a:gd name="connsiteY2004" fmla="*/ 1867527 h 2053176"/>
              <a:gd name="connsiteX2005" fmla="*/ 10811912 w 12188965"/>
              <a:gd name="connsiteY2005" fmla="*/ 1867527 h 2053176"/>
              <a:gd name="connsiteX2006" fmla="*/ 10837571 w 12188965"/>
              <a:gd name="connsiteY2006" fmla="*/ 1893185 h 2053176"/>
              <a:gd name="connsiteX2007" fmla="*/ 10811912 w 12188965"/>
              <a:gd name="connsiteY2007" fmla="*/ 1918844 h 2053176"/>
              <a:gd name="connsiteX2008" fmla="*/ 10786254 w 12188965"/>
              <a:gd name="connsiteY2008" fmla="*/ 1893185 h 2053176"/>
              <a:gd name="connsiteX2009" fmla="*/ 10811912 w 12188965"/>
              <a:gd name="connsiteY2009" fmla="*/ 1867527 h 2053176"/>
              <a:gd name="connsiteX2010" fmla="*/ 10747708 w 12188965"/>
              <a:gd name="connsiteY2010" fmla="*/ 1867527 h 2053176"/>
              <a:gd name="connsiteX2011" fmla="*/ 10773366 w 12188965"/>
              <a:gd name="connsiteY2011" fmla="*/ 1893185 h 2053176"/>
              <a:gd name="connsiteX2012" fmla="*/ 10747708 w 12188965"/>
              <a:gd name="connsiteY2012" fmla="*/ 1918844 h 2053176"/>
              <a:gd name="connsiteX2013" fmla="*/ 10722047 w 12188965"/>
              <a:gd name="connsiteY2013" fmla="*/ 1893185 h 2053176"/>
              <a:gd name="connsiteX2014" fmla="*/ 10747708 w 12188965"/>
              <a:gd name="connsiteY2014" fmla="*/ 1867527 h 2053176"/>
              <a:gd name="connsiteX2015" fmla="*/ 10683501 w 12188965"/>
              <a:gd name="connsiteY2015" fmla="*/ 1867527 h 2053176"/>
              <a:gd name="connsiteX2016" fmla="*/ 10709159 w 12188965"/>
              <a:gd name="connsiteY2016" fmla="*/ 1893185 h 2053176"/>
              <a:gd name="connsiteX2017" fmla="*/ 10683501 w 12188965"/>
              <a:gd name="connsiteY2017" fmla="*/ 1918844 h 2053176"/>
              <a:gd name="connsiteX2018" fmla="*/ 10657843 w 12188965"/>
              <a:gd name="connsiteY2018" fmla="*/ 1893185 h 2053176"/>
              <a:gd name="connsiteX2019" fmla="*/ 10683501 w 12188965"/>
              <a:gd name="connsiteY2019" fmla="*/ 1867527 h 2053176"/>
              <a:gd name="connsiteX2020" fmla="*/ 10619297 w 12188965"/>
              <a:gd name="connsiteY2020" fmla="*/ 1867527 h 2053176"/>
              <a:gd name="connsiteX2021" fmla="*/ 10644955 w 12188965"/>
              <a:gd name="connsiteY2021" fmla="*/ 1893185 h 2053176"/>
              <a:gd name="connsiteX2022" fmla="*/ 10619297 w 12188965"/>
              <a:gd name="connsiteY2022" fmla="*/ 1918844 h 2053176"/>
              <a:gd name="connsiteX2023" fmla="*/ 10593639 w 12188965"/>
              <a:gd name="connsiteY2023" fmla="*/ 1893185 h 2053176"/>
              <a:gd name="connsiteX2024" fmla="*/ 10619297 w 12188965"/>
              <a:gd name="connsiteY2024" fmla="*/ 1867527 h 2053176"/>
              <a:gd name="connsiteX2025" fmla="*/ 10555092 w 12188965"/>
              <a:gd name="connsiteY2025" fmla="*/ 1867527 h 2053176"/>
              <a:gd name="connsiteX2026" fmla="*/ 10580751 w 12188965"/>
              <a:gd name="connsiteY2026" fmla="*/ 1893185 h 2053176"/>
              <a:gd name="connsiteX2027" fmla="*/ 10555092 w 12188965"/>
              <a:gd name="connsiteY2027" fmla="*/ 1918844 h 2053176"/>
              <a:gd name="connsiteX2028" fmla="*/ 10529432 w 12188965"/>
              <a:gd name="connsiteY2028" fmla="*/ 1893185 h 2053176"/>
              <a:gd name="connsiteX2029" fmla="*/ 10555092 w 12188965"/>
              <a:gd name="connsiteY2029" fmla="*/ 1867527 h 2053176"/>
              <a:gd name="connsiteX2030" fmla="*/ 10490885 w 12188965"/>
              <a:gd name="connsiteY2030" fmla="*/ 1867527 h 2053176"/>
              <a:gd name="connsiteX2031" fmla="*/ 10516544 w 12188965"/>
              <a:gd name="connsiteY2031" fmla="*/ 1893185 h 2053176"/>
              <a:gd name="connsiteX2032" fmla="*/ 10490885 w 12188965"/>
              <a:gd name="connsiteY2032" fmla="*/ 1918844 h 2053176"/>
              <a:gd name="connsiteX2033" fmla="*/ 10465227 w 12188965"/>
              <a:gd name="connsiteY2033" fmla="*/ 1893185 h 2053176"/>
              <a:gd name="connsiteX2034" fmla="*/ 10490885 w 12188965"/>
              <a:gd name="connsiteY2034" fmla="*/ 1867527 h 2053176"/>
              <a:gd name="connsiteX2035" fmla="*/ 10426681 w 12188965"/>
              <a:gd name="connsiteY2035" fmla="*/ 1867527 h 2053176"/>
              <a:gd name="connsiteX2036" fmla="*/ 10452339 w 12188965"/>
              <a:gd name="connsiteY2036" fmla="*/ 1893185 h 2053176"/>
              <a:gd name="connsiteX2037" fmla="*/ 10426681 w 12188965"/>
              <a:gd name="connsiteY2037" fmla="*/ 1918844 h 2053176"/>
              <a:gd name="connsiteX2038" fmla="*/ 10401023 w 12188965"/>
              <a:gd name="connsiteY2038" fmla="*/ 1893185 h 2053176"/>
              <a:gd name="connsiteX2039" fmla="*/ 10426681 w 12188965"/>
              <a:gd name="connsiteY2039" fmla="*/ 1867527 h 2053176"/>
              <a:gd name="connsiteX2040" fmla="*/ 10362474 w 12188965"/>
              <a:gd name="connsiteY2040" fmla="*/ 1867527 h 2053176"/>
              <a:gd name="connsiteX2041" fmla="*/ 10388135 w 12188965"/>
              <a:gd name="connsiteY2041" fmla="*/ 1893185 h 2053176"/>
              <a:gd name="connsiteX2042" fmla="*/ 10362474 w 12188965"/>
              <a:gd name="connsiteY2042" fmla="*/ 1918844 h 2053176"/>
              <a:gd name="connsiteX2043" fmla="*/ 10336816 w 12188965"/>
              <a:gd name="connsiteY2043" fmla="*/ 1893185 h 2053176"/>
              <a:gd name="connsiteX2044" fmla="*/ 10362474 w 12188965"/>
              <a:gd name="connsiteY2044" fmla="*/ 1867527 h 2053176"/>
              <a:gd name="connsiteX2045" fmla="*/ 10298270 w 12188965"/>
              <a:gd name="connsiteY2045" fmla="*/ 1867527 h 2053176"/>
              <a:gd name="connsiteX2046" fmla="*/ 10323928 w 12188965"/>
              <a:gd name="connsiteY2046" fmla="*/ 1893185 h 2053176"/>
              <a:gd name="connsiteX2047" fmla="*/ 10298270 w 12188965"/>
              <a:gd name="connsiteY2047" fmla="*/ 1918844 h 2053176"/>
              <a:gd name="connsiteX2048" fmla="*/ 10272611 w 12188965"/>
              <a:gd name="connsiteY2048" fmla="*/ 1893185 h 2053176"/>
              <a:gd name="connsiteX2049" fmla="*/ 10298270 w 12188965"/>
              <a:gd name="connsiteY2049" fmla="*/ 1867527 h 2053176"/>
              <a:gd name="connsiteX2050" fmla="*/ 10234065 w 12188965"/>
              <a:gd name="connsiteY2050" fmla="*/ 1867527 h 2053176"/>
              <a:gd name="connsiteX2051" fmla="*/ 10259723 w 12188965"/>
              <a:gd name="connsiteY2051" fmla="*/ 1893185 h 2053176"/>
              <a:gd name="connsiteX2052" fmla="*/ 10234065 w 12188965"/>
              <a:gd name="connsiteY2052" fmla="*/ 1918844 h 2053176"/>
              <a:gd name="connsiteX2053" fmla="*/ 10208404 w 12188965"/>
              <a:gd name="connsiteY2053" fmla="*/ 1893185 h 2053176"/>
              <a:gd name="connsiteX2054" fmla="*/ 10234065 w 12188965"/>
              <a:gd name="connsiteY2054" fmla="*/ 1867527 h 2053176"/>
              <a:gd name="connsiteX2055" fmla="*/ 10169858 w 12188965"/>
              <a:gd name="connsiteY2055" fmla="*/ 1867527 h 2053176"/>
              <a:gd name="connsiteX2056" fmla="*/ 10195519 w 12188965"/>
              <a:gd name="connsiteY2056" fmla="*/ 1893185 h 2053176"/>
              <a:gd name="connsiteX2057" fmla="*/ 10169858 w 12188965"/>
              <a:gd name="connsiteY2057" fmla="*/ 1918844 h 2053176"/>
              <a:gd name="connsiteX2058" fmla="*/ 10144200 w 12188965"/>
              <a:gd name="connsiteY2058" fmla="*/ 1893185 h 2053176"/>
              <a:gd name="connsiteX2059" fmla="*/ 10169858 w 12188965"/>
              <a:gd name="connsiteY2059" fmla="*/ 1867527 h 2053176"/>
              <a:gd name="connsiteX2060" fmla="*/ 10105654 w 12188965"/>
              <a:gd name="connsiteY2060" fmla="*/ 1867527 h 2053176"/>
              <a:gd name="connsiteX2061" fmla="*/ 10131312 w 12188965"/>
              <a:gd name="connsiteY2061" fmla="*/ 1893185 h 2053176"/>
              <a:gd name="connsiteX2062" fmla="*/ 10105654 w 12188965"/>
              <a:gd name="connsiteY2062" fmla="*/ 1918844 h 2053176"/>
              <a:gd name="connsiteX2063" fmla="*/ 10079996 w 12188965"/>
              <a:gd name="connsiteY2063" fmla="*/ 1893185 h 2053176"/>
              <a:gd name="connsiteX2064" fmla="*/ 10105654 w 12188965"/>
              <a:gd name="connsiteY2064" fmla="*/ 1867527 h 2053176"/>
              <a:gd name="connsiteX2065" fmla="*/ 10041450 w 12188965"/>
              <a:gd name="connsiteY2065" fmla="*/ 1867527 h 2053176"/>
              <a:gd name="connsiteX2066" fmla="*/ 10067108 w 12188965"/>
              <a:gd name="connsiteY2066" fmla="*/ 1893185 h 2053176"/>
              <a:gd name="connsiteX2067" fmla="*/ 10041450 w 12188965"/>
              <a:gd name="connsiteY2067" fmla="*/ 1918844 h 2053176"/>
              <a:gd name="connsiteX2068" fmla="*/ 10015789 w 12188965"/>
              <a:gd name="connsiteY2068" fmla="*/ 1893185 h 2053176"/>
              <a:gd name="connsiteX2069" fmla="*/ 10041450 w 12188965"/>
              <a:gd name="connsiteY2069" fmla="*/ 1867527 h 2053176"/>
              <a:gd name="connsiteX2070" fmla="*/ 9977242 w 12188965"/>
              <a:gd name="connsiteY2070" fmla="*/ 1867527 h 2053176"/>
              <a:gd name="connsiteX2071" fmla="*/ 10002903 w 12188965"/>
              <a:gd name="connsiteY2071" fmla="*/ 1893185 h 2053176"/>
              <a:gd name="connsiteX2072" fmla="*/ 9977242 w 12188965"/>
              <a:gd name="connsiteY2072" fmla="*/ 1918844 h 2053176"/>
              <a:gd name="connsiteX2073" fmla="*/ 9951584 w 12188965"/>
              <a:gd name="connsiteY2073" fmla="*/ 1893185 h 2053176"/>
              <a:gd name="connsiteX2074" fmla="*/ 9977242 w 12188965"/>
              <a:gd name="connsiteY2074" fmla="*/ 1867527 h 2053176"/>
              <a:gd name="connsiteX2075" fmla="*/ 9913038 w 12188965"/>
              <a:gd name="connsiteY2075" fmla="*/ 1867527 h 2053176"/>
              <a:gd name="connsiteX2076" fmla="*/ 9938696 w 12188965"/>
              <a:gd name="connsiteY2076" fmla="*/ 1893185 h 2053176"/>
              <a:gd name="connsiteX2077" fmla="*/ 9913038 w 12188965"/>
              <a:gd name="connsiteY2077" fmla="*/ 1918844 h 2053176"/>
              <a:gd name="connsiteX2078" fmla="*/ 9887380 w 12188965"/>
              <a:gd name="connsiteY2078" fmla="*/ 1893185 h 2053176"/>
              <a:gd name="connsiteX2079" fmla="*/ 9913038 w 12188965"/>
              <a:gd name="connsiteY2079" fmla="*/ 1867527 h 2053176"/>
              <a:gd name="connsiteX2080" fmla="*/ 9848716 w 12188965"/>
              <a:gd name="connsiteY2080" fmla="*/ 1867527 h 2053176"/>
              <a:gd name="connsiteX2081" fmla="*/ 9874374 w 12188965"/>
              <a:gd name="connsiteY2081" fmla="*/ 1893185 h 2053176"/>
              <a:gd name="connsiteX2082" fmla="*/ 9848716 w 12188965"/>
              <a:gd name="connsiteY2082" fmla="*/ 1918844 h 2053176"/>
              <a:gd name="connsiteX2083" fmla="*/ 9823058 w 12188965"/>
              <a:gd name="connsiteY2083" fmla="*/ 1893185 h 2053176"/>
              <a:gd name="connsiteX2084" fmla="*/ 9848716 w 12188965"/>
              <a:gd name="connsiteY2084" fmla="*/ 1867527 h 2053176"/>
              <a:gd name="connsiteX2085" fmla="*/ 9784512 w 12188965"/>
              <a:gd name="connsiteY2085" fmla="*/ 1867527 h 2053176"/>
              <a:gd name="connsiteX2086" fmla="*/ 9810170 w 12188965"/>
              <a:gd name="connsiteY2086" fmla="*/ 1893185 h 2053176"/>
              <a:gd name="connsiteX2087" fmla="*/ 9784512 w 12188965"/>
              <a:gd name="connsiteY2087" fmla="*/ 1918844 h 2053176"/>
              <a:gd name="connsiteX2088" fmla="*/ 9758853 w 12188965"/>
              <a:gd name="connsiteY2088" fmla="*/ 1893185 h 2053176"/>
              <a:gd name="connsiteX2089" fmla="*/ 9784512 w 12188965"/>
              <a:gd name="connsiteY2089" fmla="*/ 1867527 h 2053176"/>
              <a:gd name="connsiteX2090" fmla="*/ 9720307 w 12188965"/>
              <a:gd name="connsiteY2090" fmla="*/ 1867527 h 2053176"/>
              <a:gd name="connsiteX2091" fmla="*/ 9745965 w 12188965"/>
              <a:gd name="connsiteY2091" fmla="*/ 1893185 h 2053176"/>
              <a:gd name="connsiteX2092" fmla="*/ 9720307 w 12188965"/>
              <a:gd name="connsiteY2092" fmla="*/ 1918844 h 2053176"/>
              <a:gd name="connsiteX2093" fmla="*/ 9694646 w 12188965"/>
              <a:gd name="connsiteY2093" fmla="*/ 1893185 h 2053176"/>
              <a:gd name="connsiteX2094" fmla="*/ 9720307 w 12188965"/>
              <a:gd name="connsiteY2094" fmla="*/ 1867527 h 2053176"/>
              <a:gd name="connsiteX2095" fmla="*/ 9656100 w 12188965"/>
              <a:gd name="connsiteY2095" fmla="*/ 1867527 h 2053176"/>
              <a:gd name="connsiteX2096" fmla="*/ 9681758 w 12188965"/>
              <a:gd name="connsiteY2096" fmla="*/ 1893185 h 2053176"/>
              <a:gd name="connsiteX2097" fmla="*/ 9656100 w 12188965"/>
              <a:gd name="connsiteY2097" fmla="*/ 1918844 h 2053176"/>
              <a:gd name="connsiteX2098" fmla="*/ 9630442 w 12188965"/>
              <a:gd name="connsiteY2098" fmla="*/ 1893185 h 2053176"/>
              <a:gd name="connsiteX2099" fmla="*/ 9656100 w 12188965"/>
              <a:gd name="connsiteY2099" fmla="*/ 1867527 h 2053176"/>
              <a:gd name="connsiteX2100" fmla="*/ 9591896 w 12188965"/>
              <a:gd name="connsiteY2100" fmla="*/ 1867527 h 2053176"/>
              <a:gd name="connsiteX2101" fmla="*/ 9617554 w 12188965"/>
              <a:gd name="connsiteY2101" fmla="*/ 1893185 h 2053176"/>
              <a:gd name="connsiteX2102" fmla="*/ 9591896 w 12188965"/>
              <a:gd name="connsiteY2102" fmla="*/ 1918844 h 2053176"/>
              <a:gd name="connsiteX2103" fmla="*/ 9566238 w 12188965"/>
              <a:gd name="connsiteY2103" fmla="*/ 1893185 h 2053176"/>
              <a:gd name="connsiteX2104" fmla="*/ 9591896 w 12188965"/>
              <a:gd name="connsiteY2104" fmla="*/ 1867527 h 2053176"/>
              <a:gd name="connsiteX2105" fmla="*/ 9527689 w 12188965"/>
              <a:gd name="connsiteY2105" fmla="*/ 1867527 h 2053176"/>
              <a:gd name="connsiteX2106" fmla="*/ 9553350 w 12188965"/>
              <a:gd name="connsiteY2106" fmla="*/ 1893185 h 2053176"/>
              <a:gd name="connsiteX2107" fmla="*/ 9527689 w 12188965"/>
              <a:gd name="connsiteY2107" fmla="*/ 1918844 h 2053176"/>
              <a:gd name="connsiteX2108" fmla="*/ 9502031 w 12188965"/>
              <a:gd name="connsiteY2108" fmla="*/ 1893185 h 2053176"/>
              <a:gd name="connsiteX2109" fmla="*/ 9527689 w 12188965"/>
              <a:gd name="connsiteY2109" fmla="*/ 1867527 h 2053176"/>
              <a:gd name="connsiteX2110" fmla="*/ 9463485 w 12188965"/>
              <a:gd name="connsiteY2110" fmla="*/ 1867527 h 2053176"/>
              <a:gd name="connsiteX2111" fmla="*/ 9489143 w 12188965"/>
              <a:gd name="connsiteY2111" fmla="*/ 1893185 h 2053176"/>
              <a:gd name="connsiteX2112" fmla="*/ 9463485 w 12188965"/>
              <a:gd name="connsiteY2112" fmla="*/ 1918844 h 2053176"/>
              <a:gd name="connsiteX2113" fmla="*/ 9437826 w 12188965"/>
              <a:gd name="connsiteY2113" fmla="*/ 1893185 h 2053176"/>
              <a:gd name="connsiteX2114" fmla="*/ 9463485 w 12188965"/>
              <a:gd name="connsiteY2114" fmla="*/ 1867527 h 2053176"/>
              <a:gd name="connsiteX2115" fmla="*/ 9399280 w 12188965"/>
              <a:gd name="connsiteY2115" fmla="*/ 1867527 h 2053176"/>
              <a:gd name="connsiteX2116" fmla="*/ 9424938 w 12188965"/>
              <a:gd name="connsiteY2116" fmla="*/ 1893185 h 2053176"/>
              <a:gd name="connsiteX2117" fmla="*/ 9399280 w 12188965"/>
              <a:gd name="connsiteY2117" fmla="*/ 1918844 h 2053176"/>
              <a:gd name="connsiteX2118" fmla="*/ 9373619 w 12188965"/>
              <a:gd name="connsiteY2118" fmla="*/ 1893185 h 2053176"/>
              <a:gd name="connsiteX2119" fmla="*/ 9399280 w 12188965"/>
              <a:gd name="connsiteY2119" fmla="*/ 1867527 h 2053176"/>
              <a:gd name="connsiteX2120" fmla="*/ 9335073 w 12188965"/>
              <a:gd name="connsiteY2120" fmla="*/ 1867527 h 2053176"/>
              <a:gd name="connsiteX2121" fmla="*/ 9360734 w 12188965"/>
              <a:gd name="connsiteY2121" fmla="*/ 1893185 h 2053176"/>
              <a:gd name="connsiteX2122" fmla="*/ 9335073 w 12188965"/>
              <a:gd name="connsiteY2122" fmla="*/ 1918844 h 2053176"/>
              <a:gd name="connsiteX2123" fmla="*/ 9309415 w 12188965"/>
              <a:gd name="connsiteY2123" fmla="*/ 1893185 h 2053176"/>
              <a:gd name="connsiteX2124" fmla="*/ 9335073 w 12188965"/>
              <a:gd name="connsiteY2124" fmla="*/ 1867527 h 2053176"/>
              <a:gd name="connsiteX2125" fmla="*/ 9270869 w 12188965"/>
              <a:gd name="connsiteY2125" fmla="*/ 1867527 h 2053176"/>
              <a:gd name="connsiteX2126" fmla="*/ 9296527 w 12188965"/>
              <a:gd name="connsiteY2126" fmla="*/ 1893185 h 2053176"/>
              <a:gd name="connsiteX2127" fmla="*/ 9270869 w 12188965"/>
              <a:gd name="connsiteY2127" fmla="*/ 1918844 h 2053176"/>
              <a:gd name="connsiteX2128" fmla="*/ 9245211 w 12188965"/>
              <a:gd name="connsiteY2128" fmla="*/ 1893185 h 2053176"/>
              <a:gd name="connsiteX2129" fmla="*/ 9270869 w 12188965"/>
              <a:gd name="connsiteY2129" fmla="*/ 1867527 h 2053176"/>
              <a:gd name="connsiteX2130" fmla="*/ 9206664 w 12188965"/>
              <a:gd name="connsiteY2130" fmla="*/ 1867527 h 2053176"/>
              <a:gd name="connsiteX2131" fmla="*/ 9232323 w 12188965"/>
              <a:gd name="connsiteY2131" fmla="*/ 1893185 h 2053176"/>
              <a:gd name="connsiteX2132" fmla="*/ 9206664 w 12188965"/>
              <a:gd name="connsiteY2132" fmla="*/ 1918844 h 2053176"/>
              <a:gd name="connsiteX2133" fmla="*/ 9181006 w 12188965"/>
              <a:gd name="connsiteY2133" fmla="*/ 1893185 h 2053176"/>
              <a:gd name="connsiteX2134" fmla="*/ 9206664 w 12188965"/>
              <a:gd name="connsiteY2134" fmla="*/ 1867527 h 2053176"/>
              <a:gd name="connsiteX2135" fmla="*/ 9142457 w 12188965"/>
              <a:gd name="connsiteY2135" fmla="*/ 1867527 h 2053176"/>
              <a:gd name="connsiteX2136" fmla="*/ 9168118 w 12188965"/>
              <a:gd name="connsiteY2136" fmla="*/ 1893185 h 2053176"/>
              <a:gd name="connsiteX2137" fmla="*/ 9142457 w 12188965"/>
              <a:gd name="connsiteY2137" fmla="*/ 1918844 h 2053176"/>
              <a:gd name="connsiteX2138" fmla="*/ 9116799 w 12188965"/>
              <a:gd name="connsiteY2138" fmla="*/ 1893185 h 2053176"/>
              <a:gd name="connsiteX2139" fmla="*/ 9142457 w 12188965"/>
              <a:gd name="connsiteY2139" fmla="*/ 1867527 h 2053176"/>
              <a:gd name="connsiteX2140" fmla="*/ 9078253 w 12188965"/>
              <a:gd name="connsiteY2140" fmla="*/ 1867527 h 2053176"/>
              <a:gd name="connsiteX2141" fmla="*/ 9103911 w 12188965"/>
              <a:gd name="connsiteY2141" fmla="*/ 1893185 h 2053176"/>
              <a:gd name="connsiteX2142" fmla="*/ 9078253 w 12188965"/>
              <a:gd name="connsiteY2142" fmla="*/ 1918844 h 2053176"/>
              <a:gd name="connsiteX2143" fmla="*/ 9052595 w 12188965"/>
              <a:gd name="connsiteY2143" fmla="*/ 1893185 h 2053176"/>
              <a:gd name="connsiteX2144" fmla="*/ 9078253 w 12188965"/>
              <a:gd name="connsiteY2144" fmla="*/ 1867527 h 2053176"/>
              <a:gd name="connsiteX2145" fmla="*/ 9014049 w 12188965"/>
              <a:gd name="connsiteY2145" fmla="*/ 1867527 h 2053176"/>
              <a:gd name="connsiteX2146" fmla="*/ 9039707 w 12188965"/>
              <a:gd name="connsiteY2146" fmla="*/ 1893185 h 2053176"/>
              <a:gd name="connsiteX2147" fmla="*/ 9014049 w 12188965"/>
              <a:gd name="connsiteY2147" fmla="*/ 1918844 h 2053176"/>
              <a:gd name="connsiteX2148" fmla="*/ 8988388 w 12188965"/>
              <a:gd name="connsiteY2148" fmla="*/ 1893185 h 2053176"/>
              <a:gd name="connsiteX2149" fmla="*/ 9014049 w 12188965"/>
              <a:gd name="connsiteY2149" fmla="*/ 1867527 h 2053176"/>
              <a:gd name="connsiteX2150" fmla="*/ 8949842 w 12188965"/>
              <a:gd name="connsiteY2150" fmla="*/ 1867527 h 2053176"/>
              <a:gd name="connsiteX2151" fmla="*/ 8975503 w 12188965"/>
              <a:gd name="connsiteY2151" fmla="*/ 1893185 h 2053176"/>
              <a:gd name="connsiteX2152" fmla="*/ 8949842 w 12188965"/>
              <a:gd name="connsiteY2152" fmla="*/ 1918844 h 2053176"/>
              <a:gd name="connsiteX2153" fmla="*/ 8924183 w 12188965"/>
              <a:gd name="connsiteY2153" fmla="*/ 1893185 h 2053176"/>
              <a:gd name="connsiteX2154" fmla="*/ 8949842 w 12188965"/>
              <a:gd name="connsiteY2154" fmla="*/ 1867527 h 2053176"/>
              <a:gd name="connsiteX2155" fmla="*/ 8885637 w 12188965"/>
              <a:gd name="connsiteY2155" fmla="*/ 1867527 h 2053176"/>
              <a:gd name="connsiteX2156" fmla="*/ 8911296 w 12188965"/>
              <a:gd name="connsiteY2156" fmla="*/ 1893185 h 2053176"/>
              <a:gd name="connsiteX2157" fmla="*/ 8885637 w 12188965"/>
              <a:gd name="connsiteY2157" fmla="*/ 1918844 h 2053176"/>
              <a:gd name="connsiteX2158" fmla="*/ 8859979 w 12188965"/>
              <a:gd name="connsiteY2158" fmla="*/ 1893185 h 2053176"/>
              <a:gd name="connsiteX2159" fmla="*/ 8885637 w 12188965"/>
              <a:gd name="connsiteY2159" fmla="*/ 1867527 h 2053176"/>
              <a:gd name="connsiteX2160" fmla="*/ 8821433 w 12188965"/>
              <a:gd name="connsiteY2160" fmla="*/ 1867527 h 2053176"/>
              <a:gd name="connsiteX2161" fmla="*/ 8847091 w 12188965"/>
              <a:gd name="connsiteY2161" fmla="*/ 1893185 h 2053176"/>
              <a:gd name="connsiteX2162" fmla="*/ 8821433 w 12188965"/>
              <a:gd name="connsiteY2162" fmla="*/ 1918844 h 2053176"/>
              <a:gd name="connsiteX2163" fmla="*/ 8795772 w 12188965"/>
              <a:gd name="connsiteY2163" fmla="*/ 1893185 h 2053176"/>
              <a:gd name="connsiteX2164" fmla="*/ 8821433 w 12188965"/>
              <a:gd name="connsiteY2164" fmla="*/ 1867527 h 2053176"/>
              <a:gd name="connsiteX2165" fmla="*/ 8757226 w 12188965"/>
              <a:gd name="connsiteY2165" fmla="*/ 1867527 h 2053176"/>
              <a:gd name="connsiteX2166" fmla="*/ 8782887 w 12188965"/>
              <a:gd name="connsiteY2166" fmla="*/ 1893185 h 2053176"/>
              <a:gd name="connsiteX2167" fmla="*/ 8757226 w 12188965"/>
              <a:gd name="connsiteY2167" fmla="*/ 1918844 h 2053176"/>
              <a:gd name="connsiteX2168" fmla="*/ 8731568 w 12188965"/>
              <a:gd name="connsiteY2168" fmla="*/ 1893185 h 2053176"/>
              <a:gd name="connsiteX2169" fmla="*/ 8757226 w 12188965"/>
              <a:gd name="connsiteY2169" fmla="*/ 1867527 h 2053176"/>
              <a:gd name="connsiteX2170" fmla="*/ 8692904 w 12188965"/>
              <a:gd name="connsiteY2170" fmla="*/ 1867527 h 2053176"/>
              <a:gd name="connsiteX2171" fmla="*/ 8718565 w 12188965"/>
              <a:gd name="connsiteY2171" fmla="*/ 1893185 h 2053176"/>
              <a:gd name="connsiteX2172" fmla="*/ 8692904 w 12188965"/>
              <a:gd name="connsiteY2172" fmla="*/ 1918844 h 2053176"/>
              <a:gd name="connsiteX2173" fmla="*/ 8667246 w 12188965"/>
              <a:gd name="connsiteY2173" fmla="*/ 1893185 h 2053176"/>
              <a:gd name="connsiteX2174" fmla="*/ 8692904 w 12188965"/>
              <a:gd name="connsiteY2174" fmla="*/ 1867527 h 2053176"/>
              <a:gd name="connsiteX2175" fmla="*/ 8628699 w 12188965"/>
              <a:gd name="connsiteY2175" fmla="*/ 1867527 h 2053176"/>
              <a:gd name="connsiteX2176" fmla="*/ 8654358 w 12188965"/>
              <a:gd name="connsiteY2176" fmla="*/ 1893185 h 2053176"/>
              <a:gd name="connsiteX2177" fmla="*/ 8628699 w 12188965"/>
              <a:gd name="connsiteY2177" fmla="*/ 1918844 h 2053176"/>
              <a:gd name="connsiteX2178" fmla="*/ 8603041 w 12188965"/>
              <a:gd name="connsiteY2178" fmla="*/ 1893185 h 2053176"/>
              <a:gd name="connsiteX2179" fmla="*/ 8628699 w 12188965"/>
              <a:gd name="connsiteY2179" fmla="*/ 1867527 h 2053176"/>
              <a:gd name="connsiteX2180" fmla="*/ 8564495 w 12188965"/>
              <a:gd name="connsiteY2180" fmla="*/ 1867527 h 2053176"/>
              <a:gd name="connsiteX2181" fmla="*/ 8590153 w 12188965"/>
              <a:gd name="connsiteY2181" fmla="*/ 1893185 h 2053176"/>
              <a:gd name="connsiteX2182" fmla="*/ 8564495 w 12188965"/>
              <a:gd name="connsiteY2182" fmla="*/ 1918844 h 2053176"/>
              <a:gd name="connsiteX2183" fmla="*/ 8538837 w 12188965"/>
              <a:gd name="connsiteY2183" fmla="*/ 1893185 h 2053176"/>
              <a:gd name="connsiteX2184" fmla="*/ 8564495 w 12188965"/>
              <a:gd name="connsiteY2184" fmla="*/ 1867527 h 2053176"/>
              <a:gd name="connsiteX2185" fmla="*/ 8500288 w 12188965"/>
              <a:gd name="connsiteY2185" fmla="*/ 1867527 h 2053176"/>
              <a:gd name="connsiteX2186" fmla="*/ 8525949 w 12188965"/>
              <a:gd name="connsiteY2186" fmla="*/ 1893185 h 2053176"/>
              <a:gd name="connsiteX2187" fmla="*/ 8500288 w 12188965"/>
              <a:gd name="connsiteY2187" fmla="*/ 1918844 h 2053176"/>
              <a:gd name="connsiteX2188" fmla="*/ 8474630 w 12188965"/>
              <a:gd name="connsiteY2188" fmla="*/ 1893185 h 2053176"/>
              <a:gd name="connsiteX2189" fmla="*/ 8500288 w 12188965"/>
              <a:gd name="connsiteY2189" fmla="*/ 1867527 h 2053176"/>
              <a:gd name="connsiteX2190" fmla="*/ 8436084 w 12188965"/>
              <a:gd name="connsiteY2190" fmla="*/ 1867527 h 2053176"/>
              <a:gd name="connsiteX2191" fmla="*/ 8461745 w 12188965"/>
              <a:gd name="connsiteY2191" fmla="*/ 1893185 h 2053176"/>
              <a:gd name="connsiteX2192" fmla="*/ 8436084 w 12188965"/>
              <a:gd name="connsiteY2192" fmla="*/ 1918844 h 2053176"/>
              <a:gd name="connsiteX2193" fmla="*/ 8410426 w 12188965"/>
              <a:gd name="connsiteY2193" fmla="*/ 1893185 h 2053176"/>
              <a:gd name="connsiteX2194" fmla="*/ 8436084 w 12188965"/>
              <a:gd name="connsiteY2194" fmla="*/ 1867527 h 2053176"/>
              <a:gd name="connsiteX2195" fmla="*/ 8307675 w 12188965"/>
              <a:gd name="connsiteY2195" fmla="*/ 1867527 h 2053176"/>
              <a:gd name="connsiteX2196" fmla="*/ 8333333 w 12188965"/>
              <a:gd name="connsiteY2196" fmla="*/ 1893185 h 2053176"/>
              <a:gd name="connsiteX2197" fmla="*/ 8307675 w 12188965"/>
              <a:gd name="connsiteY2197" fmla="*/ 1918844 h 2053176"/>
              <a:gd name="connsiteX2198" fmla="*/ 8282014 w 12188965"/>
              <a:gd name="connsiteY2198" fmla="*/ 1893185 h 2053176"/>
              <a:gd name="connsiteX2199" fmla="*/ 8307675 w 12188965"/>
              <a:gd name="connsiteY2199" fmla="*/ 1867527 h 2053176"/>
              <a:gd name="connsiteX2200" fmla="*/ 8243468 w 12188965"/>
              <a:gd name="connsiteY2200" fmla="*/ 1867527 h 2053176"/>
              <a:gd name="connsiteX2201" fmla="*/ 8269126 w 12188965"/>
              <a:gd name="connsiteY2201" fmla="*/ 1893185 h 2053176"/>
              <a:gd name="connsiteX2202" fmla="*/ 8243468 w 12188965"/>
              <a:gd name="connsiteY2202" fmla="*/ 1918844 h 2053176"/>
              <a:gd name="connsiteX2203" fmla="*/ 8217810 w 12188965"/>
              <a:gd name="connsiteY2203" fmla="*/ 1893185 h 2053176"/>
              <a:gd name="connsiteX2204" fmla="*/ 8243468 w 12188965"/>
              <a:gd name="connsiteY2204" fmla="*/ 1867527 h 2053176"/>
              <a:gd name="connsiteX2205" fmla="*/ 8179264 w 12188965"/>
              <a:gd name="connsiteY2205" fmla="*/ 1867527 h 2053176"/>
              <a:gd name="connsiteX2206" fmla="*/ 8204922 w 12188965"/>
              <a:gd name="connsiteY2206" fmla="*/ 1893185 h 2053176"/>
              <a:gd name="connsiteX2207" fmla="*/ 8179264 w 12188965"/>
              <a:gd name="connsiteY2207" fmla="*/ 1918844 h 2053176"/>
              <a:gd name="connsiteX2208" fmla="*/ 8153603 w 12188965"/>
              <a:gd name="connsiteY2208" fmla="*/ 1893185 h 2053176"/>
              <a:gd name="connsiteX2209" fmla="*/ 8179264 w 12188965"/>
              <a:gd name="connsiteY2209" fmla="*/ 1867527 h 2053176"/>
              <a:gd name="connsiteX2210" fmla="*/ 8115057 w 12188965"/>
              <a:gd name="connsiteY2210" fmla="*/ 1867527 h 2053176"/>
              <a:gd name="connsiteX2211" fmla="*/ 8140717 w 12188965"/>
              <a:gd name="connsiteY2211" fmla="*/ 1893185 h 2053176"/>
              <a:gd name="connsiteX2212" fmla="*/ 8115057 w 12188965"/>
              <a:gd name="connsiteY2212" fmla="*/ 1918844 h 2053176"/>
              <a:gd name="connsiteX2213" fmla="*/ 8089398 w 12188965"/>
              <a:gd name="connsiteY2213" fmla="*/ 1893185 h 2053176"/>
              <a:gd name="connsiteX2214" fmla="*/ 8115057 w 12188965"/>
              <a:gd name="connsiteY2214" fmla="*/ 1867527 h 2053176"/>
              <a:gd name="connsiteX2215" fmla="*/ 8050852 w 12188965"/>
              <a:gd name="connsiteY2215" fmla="*/ 1867527 h 2053176"/>
              <a:gd name="connsiteX2216" fmla="*/ 8076510 w 12188965"/>
              <a:gd name="connsiteY2216" fmla="*/ 1893185 h 2053176"/>
              <a:gd name="connsiteX2217" fmla="*/ 8050852 w 12188965"/>
              <a:gd name="connsiteY2217" fmla="*/ 1918844 h 2053176"/>
              <a:gd name="connsiteX2218" fmla="*/ 8025194 w 12188965"/>
              <a:gd name="connsiteY2218" fmla="*/ 1893185 h 2053176"/>
              <a:gd name="connsiteX2219" fmla="*/ 8050852 w 12188965"/>
              <a:gd name="connsiteY2219" fmla="*/ 1867527 h 2053176"/>
              <a:gd name="connsiteX2220" fmla="*/ 7986648 w 12188965"/>
              <a:gd name="connsiteY2220" fmla="*/ 1867527 h 2053176"/>
              <a:gd name="connsiteX2221" fmla="*/ 8012306 w 12188965"/>
              <a:gd name="connsiteY2221" fmla="*/ 1893185 h 2053176"/>
              <a:gd name="connsiteX2222" fmla="*/ 7986648 w 12188965"/>
              <a:gd name="connsiteY2222" fmla="*/ 1918844 h 2053176"/>
              <a:gd name="connsiteX2223" fmla="*/ 7960990 w 12188965"/>
              <a:gd name="connsiteY2223" fmla="*/ 1893185 h 2053176"/>
              <a:gd name="connsiteX2224" fmla="*/ 7986648 w 12188965"/>
              <a:gd name="connsiteY2224" fmla="*/ 1867527 h 2053176"/>
              <a:gd name="connsiteX2225" fmla="*/ 7922444 w 12188965"/>
              <a:gd name="connsiteY2225" fmla="*/ 1867527 h 2053176"/>
              <a:gd name="connsiteX2226" fmla="*/ 7948102 w 12188965"/>
              <a:gd name="connsiteY2226" fmla="*/ 1893185 h 2053176"/>
              <a:gd name="connsiteX2227" fmla="*/ 7922444 w 12188965"/>
              <a:gd name="connsiteY2227" fmla="*/ 1918844 h 2053176"/>
              <a:gd name="connsiteX2228" fmla="*/ 7896783 w 12188965"/>
              <a:gd name="connsiteY2228" fmla="*/ 1893185 h 2053176"/>
              <a:gd name="connsiteX2229" fmla="*/ 7922444 w 12188965"/>
              <a:gd name="connsiteY2229" fmla="*/ 1867527 h 2053176"/>
              <a:gd name="connsiteX2230" fmla="*/ 7858237 w 12188965"/>
              <a:gd name="connsiteY2230" fmla="*/ 1867527 h 2053176"/>
              <a:gd name="connsiteX2231" fmla="*/ 7883895 w 12188965"/>
              <a:gd name="connsiteY2231" fmla="*/ 1893185 h 2053176"/>
              <a:gd name="connsiteX2232" fmla="*/ 7858237 w 12188965"/>
              <a:gd name="connsiteY2232" fmla="*/ 1918844 h 2053176"/>
              <a:gd name="connsiteX2233" fmla="*/ 7832578 w 12188965"/>
              <a:gd name="connsiteY2233" fmla="*/ 1893185 h 2053176"/>
              <a:gd name="connsiteX2234" fmla="*/ 7858237 w 12188965"/>
              <a:gd name="connsiteY2234" fmla="*/ 1867527 h 2053176"/>
              <a:gd name="connsiteX2235" fmla="*/ 7794032 w 12188965"/>
              <a:gd name="connsiteY2235" fmla="*/ 1867527 h 2053176"/>
              <a:gd name="connsiteX2236" fmla="*/ 7819690 w 12188965"/>
              <a:gd name="connsiteY2236" fmla="*/ 1893185 h 2053176"/>
              <a:gd name="connsiteX2237" fmla="*/ 7794032 w 12188965"/>
              <a:gd name="connsiteY2237" fmla="*/ 1918844 h 2053176"/>
              <a:gd name="connsiteX2238" fmla="*/ 7768371 w 12188965"/>
              <a:gd name="connsiteY2238" fmla="*/ 1893185 h 2053176"/>
              <a:gd name="connsiteX2239" fmla="*/ 7794032 w 12188965"/>
              <a:gd name="connsiteY2239" fmla="*/ 1867527 h 2053176"/>
              <a:gd name="connsiteX2240" fmla="*/ 7729825 w 12188965"/>
              <a:gd name="connsiteY2240" fmla="*/ 1867527 h 2053176"/>
              <a:gd name="connsiteX2241" fmla="*/ 7755486 w 12188965"/>
              <a:gd name="connsiteY2241" fmla="*/ 1893185 h 2053176"/>
              <a:gd name="connsiteX2242" fmla="*/ 7729825 w 12188965"/>
              <a:gd name="connsiteY2242" fmla="*/ 1918844 h 2053176"/>
              <a:gd name="connsiteX2243" fmla="*/ 7704167 w 12188965"/>
              <a:gd name="connsiteY2243" fmla="*/ 1893185 h 2053176"/>
              <a:gd name="connsiteX2244" fmla="*/ 7729825 w 12188965"/>
              <a:gd name="connsiteY2244" fmla="*/ 1867527 h 2053176"/>
              <a:gd name="connsiteX2245" fmla="*/ 7665621 w 12188965"/>
              <a:gd name="connsiteY2245" fmla="*/ 1867527 h 2053176"/>
              <a:gd name="connsiteX2246" fmla="*/ 7691279 w 12188965"/>
              <a:gd name="connsiteY2246" fmla="*/ 1893185 h 2053176"/>
              <a:gd name="connsiteX2247" fmla="*/ 7665621 w 12188965"/>
              <a:gd name="connsiteY2247" fmla="*/ 1918844 h 2053176"/>
              <a:gd name="connsiteX2248" fmla="*/ 7639963 w 12188965"/>
              <a:gd name="connsiteY2248" fmla="*/ 1893185 h 2053176"/>
              <a:gd name="connsiteX2249" fmla="*/ 7665621 w 12188965"/>
              <a:gd name="connsiteY2249" fmla="*/ 1867527 h 2053176"/>
              <a:gd name="connsiteX2250" fmla="*/ 7601299 w 12188965"/>
              <a:gd name="connsiteY2250" fmla="*/ 1867527 h 2053176"/>
              <a:gd name="connsiteX2251" fmla="*/ 7626959 w 12188965"/>
              <a:gd name="connsiteY2251" fmla="*/ 1893185 h 2053176"/>
              <a:gd name="connsiteX2252" fmla="*/ 7601299 w 12188965"/>
              <a:gd name="connsiteY2252" fmla="*/ 1918844 h 2053176"/>
              <a:gd name="connsiteX2253" fmla="*/ 7575640 w 12188965"/>
              <a:gd name="connsiteY2253" fmla="*/ 1893185 h 2053176"/>
              <a:gd name="connsiteX2254" fmla="*/ 7601299 w 12188965"/>
              <a:gd name="connsiteY2254" fmla="*/ 1867527 h 2053176"/>
              <a:gd name="connsiteX2255" fmla="*/ 7537094 w 12188965"/>
              <a:gd name="connsiteY2255" fmla="*/ 1867527 h 2053176"/>
              <a:gd name="connsiteX2256" fmla="*/ 7562752 w 12188965"/>
              <a:gd name="connsiteY2256" fmla="*/ 1893185 h 2053176"/>
              <a:gd name="connsiteX2257" fmla="*/ 7537094 w 12188965"/>
              <a:gd name="connsiteY2257" fmla="*/ 1918844 h 2053176"/>
              <a:gd name="connsiteX2258" fmla="*/ 7511436 w 12188965"/>
              <a:gd name="connsiteY2258" fmla="*/ 1893185 h 2053176"/>
              <a:gd name="connsiteX2259" fmla="*/ 7537094 w 12188965"/>
              <a:gd name="connsiteY2259" fmla="*/ 1867527 h 2053176"/>
              <a:gd name="connsiteX2260" fmla="*/ 7472890 w 12188965"/>
              <a:gd name="connsiteY2260" fmla="*/ 1867527 h 2053176"/>
              <a:gd name="connsiteX2261" fmla="*/ 7498548 w 12188965"/>
              <a:gd name="connsiteY2261" fmla="*/ 1893185 h 2053176"/>
              <a:gd name="connsiteX2262" fmla="*/ 7472890 w 12188965"/>
              <a:gd name="connsiteY2262" fmla="*/ 1918844 h 2053176"/>
              <a:gd name="connsiteX2263" fmla="*/ 7447229 w 12188965"/>
              <a:gd name="connsiteY2263" fmla="*/ 1893185 h 2053176"/>
              <a:gd name="connsiteX2264" fmla="*/ 7472890 w 12188965"/>
              <a:gd name="connsiteY2264" fmla="*/ 1867527 h 2053176"/>
              <a:gd name="connsiteX2265" fmla="*/ 7408683 w 12188965"/>
              <a:gd name="connsiteY2265" fmla="*/ 1867527 h 2053176"/>
              <a:gd name="connsiteX2266" fmla="*/ 7434341 w 12188965"/>
              <a:gd name="connsiteY2266" fmla="*/ 1893185 h 2053176"/>
              <a:gd name="connsiteX2267" fmla="*/ 7408683 w 12188965"/>
              <a:gd name="connsiteY2267" fmla="*/ 1918844 h 2053176"/>
              <a:gd name="connsiteX2268" fmla="*/ 7383025 w 12188965"/>
              <a:gd name="connsiteY2268" fmla="*/ 1893185 h 2053176"/>
              <a:gd name="connsiteX2269" fmla="*/ 7408683 w 12188965"/>
              <a:gd name="connsiteY2269" fmla="*/ 1867527 h 2053176"/>
              <a:gd name="connsiteX2270" fmla="*/ 7344479 w 12188965"/>
              <a:gd name="connsiteY2270" fmla="*/ 1867527 h 2053176"/>
              <a:gd name="connsiteX2271" fmla="*/ 7370137 w 12188965"/>
              <a:gd name="connsiteY2271" fmla="*/ 1893185 h 2053176"/>
              <a:gd name="connsiteX2272" fmla="*/ 7344479 w 12188965"/>
              <a:gd name="connsiteY2272" fmla="*/ 1918844 h 2053176"/>
              <a:gd name="connsiteX2273" fmla="*/ 7318820 w 12188965"/>
              <a:gd name="connsiteY2273" fmla="*/ 1893185 h 2053176"/>
              <a:gd name="connsiteX2274" fmla="*/ 7344479 w 12188965"/>
              <a:gd name="connsiteY2274" fmla="*/ 1867527 h 2053176"/>
              <a:gd name="connsiteX2275" fmla="*/ 7280274 w 12188965"/>
              <a:gd name="connsiteY2275" fmla="*/ 1867527 h 2053176"/>
              <a:gd name="connsiteX2276" fmla="*/ 7305932 w 12188965"/>
              <a:gd name="connsiteY2276" fmla="*/ 1893185 h 2053176"/>
              <a:gd name="connsiteX2277" fmla="*/ 7280274 w 12188965"/>
              <a:gd name="connsiteY2277" fmla="*/ 1918844 h 2053176"/>
              <a:gd name="connsiteX2278" fmla="*/ 7254613 w 12188965"/>
              <a:gd name="connsiteY2278" fmla="*/ 1893185 h 2053176"/>
              <a:gd name="connsiteX2279" fmla="*/ 7280274 w 12188965"/>
              <a:gd name="connsiteY2279" fmla="*/ 1867527 h 2053176"/>
              <a:gd name="connsiteX2280" fmla="*/ 7216067 w 12188965"/>
              <a:gd name="connsiteY2280" fmla="*/ 1867527 h 2053176"/>
              <a:gd name="connsiteX2281" fmla="*/ 7241725 w 12188965"/>
              <a:gd name="connsiteY2281" fmla="*/ 1893185 h 2053176"/>
              <a:gd name="connsiteX2282" fmla="*/ 7216067 w 12188965"/>
              <a:gd name="connsiteY2282" fmla="*/ 1918844 h 2053176"/>
              <a:gd name="connsiteX2283" fmla="*/ 7190409 w 12188965"/>
              <a:gd name="connsiteY2283" fmla="*/ 1893185 h 2053176"/>
              <a:gd name="connsiteX2284" fmla="*/ 7216067 w 12188965"/>
              <a:gd name="connsiteY2284" fmla="*/ 1867527 h 2053176"/>
              <a:gd name="connsiteX2285" fmla="*/ 7151863 w 12188965"/>
              <a:gd name="connsiteY2285" fmla="*/ 1867527 h 2053176"/>
              <a:gd name="connsiteX2286" fmla="*/ 7177521 w 12188965"/>
              <a:gd name="connsiteY2286" fmla="*/ 1893185 h 2053176"/>
              <a:gd name="connsiteX2287" fmla="*/ 7151863 w 12188965"/>
              <a:gd name="connsiteY2287" fmla="*/ 1918844 h 2053176"/>
              <a:gd name="connsiteX2288" fmla="*/ 7126205 w 12188965"/>
              <a:gd name="connsiteY2288" fmla="*/ 1893185 h 2053176"/>
              <a:gd name="connsiteX2289" fmla="*/ 7151863 w 12188965"/>
              <a:gd name="connsiteY2289" fmla="*/ 1867527 h 2053176"/>
              <a:gd name="connsiteX2290" fmla="*/ 7087658 w 12188965"/>
              <a:gd name="connsiteY2290" fmla="*/ 1867527 h 2053176"/>
              <a:gd name="connsiteX2291" fmla="*/ 7113317 w 12188965"/>
              <a:gd name="connsiteY2291" fmla="*/ 1893185 h 2053176"/>
              <a:gd name="connsiteX2292" fmla="*/ 7087658 w 12188965"/>
              <a:gd name="connsiteY2292" fmla="*/ 1918844 h 2053176"/>
              <a:gd name="connsiteX2293" fmla="*/ 7061998 w 12188965"/>
              <a:gd name="connsiteY2293" fmla="*/ 1893185 h 2053176"/>
              <a:gd name="connsiteX2294" fmla="*/ 7087658 w 12188965"/>
              <a:gd name="connsiteY2294" fmla="*/ 1867527 h 2053176"/>
              <a:gd name="connsiteX2295" fmla="*/ 7023451 w 12188965"/>
              <a:gd name="connsiteY2295" fmla="*/ 1867527 h 2053176"/>
              <a:gd name="connsiteX2296" fmla="*/ 7049112 w 12188965"/>
              <a:gd name="connsiteY2296" fmla="*/ 1893185 h 2053176"/>
              <a:gd name="connsiteX2297" fmla="*/ 7023451 w 12188965"/>
              <a:gd name="connsiteY2297" fmla="*/ 1918844 h 2053176"/>
              <a:gd name="connsiteX2298" fmla="*/ 6997793 w 12188965"/>
              <a:gd name="connsiteY2298" fmla="*/ 1893185 h 2053176"/>
              <a:gd name="connsiteX2299" fmla="*/ 7023451 w 12188965"/>
              <a:gd name="connsiteY2299" fmla="*/ 1867527 h 2053176"/>
              <a:gd name="connsiteX2300" fmla="*/ 6959247 w 12188965"/>
              <a:gd name="connsiteY2300" fmla="*/ 1867527 h 2053176"/>
              <a:gd name="connsiteX2301" fmla="*/ 6984905 w 12188965"/>
              <a:gd name="connsiteY2301" fmla="*/ 1893185 h 2053176"/>
              <a:gd name="connsiteX2302" fmla="*/ 6959247 w 12188965"/>
              <a:gd name="connsiteY2302" fmla="*/ 1918844 h 2053176"/>
              <a:gd name="connsiteX2303" fmla="*/ 6933589 w 12188965"/>
              <a:gd name="connsiteY2303" fmla="*/ 1893185 h 2053176"/>
              <a:gd name="connsiteX2304" fmla="*/ 6959247 w 12188965"/>
              <a:gd name="connsiteY2304" fmla="*/ 1867527 h 2053176"/>
              <a:gd name="connsiteX2305" fmla="*/ 6895043 w 12188965"/>
              <a:gd name="connsiteY2305" fmla="*/ 1867527 h 2053176"/>
              <a:gd name="connsiteX2306" fmla="*/ 6920701 w 12188965"/>
              <a:gd name="connsiteY2306" fmla="*/ 1893185 h 2053176"/>
              <a:gd name="connsiteX2307" fmla="*/ 6895043 w 12188965"/>
              <a:gd name="connsiteY2307" fmla="*/ 1918844 h 2053176"/>
              <a:gd name="connsiteX2308" fmla="*/ 6869382 w 12188965"/>
              <a:gd name="connsiteY2308" fmla="*/ 1893185 h 2053176"/>
              <a:gd name="connsiteX2309" fmla="*/ 6895043 w 12188965"/>
              <a:gd name="connsiteY2309" fmla="*/ 1867527 h 2053176"/>
              <a:gd name="connsiteX2310" fmla="*/ 6830836 w 12188965"/>
              <a:gd name="connsiteY2310" fmla="*/ 1867527 h 2053176"/>
              <a:gd name="connsiteX2311" fmla="*/ 6856494 w 12188965"/>
              <a:gd name="connsiteY2311" fmla="*/ 1893185 h 2053176"/>
              <a:gd name="connsiteX2312" fmla="*/ 6830836 w 12188965"/>
              <a:gd name="connsiteY2312" fmla="*/ 1918844 h 2053176"/>
              <a:gd name="connsiteX2313" fmla="*/ 6805178 w 12188965"/>
              <a:gd name="connsiteY2313" fmla="*/ 1893185 h 2053176"/>
              <a:gd name="connsiteX2314" fmla="*/ 6830836 w 12188965"/>
              <a:gd name="connsiteY2314" fmla="*/ 1867527 h 2053176"/>
              <a:gd name="connsiteX2315" fmla="*/ 6766631 w 12188965"/>
              <a:gd name="connsiteY2315" fmla="*/ 1867527 h 2053176"/>
              <a:gd name="connsiteX2316" fmla="*/ 6792290 w 12188965"/>
              <a:gd name="connsiteY2316" fmla="*/ 1893185 h 2053176"/>
              <a:gd name="connsiteX2317" fmla="*/ 6766631 w 12188965"/>
              <a:gd name="connsiteY2317" fmla="*/ 1918844 h 2053176"/>
              <a:gd name="connsiteX2318" fmla="*/ 6740973 w 12188965"/>
              <a:gd name="connsiteY2318" fmla="*/ 1893185 h 2053176"/>
              <a:gd name="connsiteX2319" fmla="*/ 6766631 w 12188965"/>
              <a:gd name="connsiteY2319" fmla="*/ 1867527 h 2053176"/>
              <a:gd name="connsiteX2320" fmla="*/ 6702427 w 12188965"/>
              <a:gd name="connsiteY2320" fmla="*/ 1867527 h 2053176"/>
              <a:gd name="connsiteX2321" fmla="*/ 6728085 w 12188965"/>
              <a:gd name="connsiteY2321" fmla="*/ 1893185 h 2053176"/>
              <a:gd name="connsiteX2322" fmla="*/ 6702427 w 12188965"/>
              <a:gd name="connsiteY2322" fmla="*/ 1918844 h 2053176"/>
              <a:gd name="connsiteX2323" fmla="*/ 6676766 w 12188965"/>
              <a:gd name="connsiteY2323" fmla="*/ 1893185 h 2053176"/>
              <a:gd name="connsiteX2324" fmla="*/ 6702427 w 12188965"/>
              <a:gd name="connsiteY2324" fmla="*/ 1867527 h 2053176"/>
              <a:gd name="connsiteX2325" fmla="*/ 6638220 w 12188965"/>
              <a:gd name="connsiteY2325" fmla="*/ 1867527 h 2053176"/>
              <a:gd name="connsiteX2326" fmla="*/ 6663881 w 12188965"/>
              <a:gd name="connsiteY2326" fmla="*/ 1893185 h 2053176"/>
              <a:gd name="connsiteX2327" fmla="*/ 6638220 w 12188965"/>
              <a:gd name="connsiteY2327" fmla="*/ 1918844 h 2053176"/>
              <a:gd name="connsiteX2328" fmla="*/ 6612562 w 12188965"/>
              <a:gd name="connsiteY2328" fmla="*/ 1893185 h 2053176"/>
              <a:gd name="connsiteX2329" fmla="*/ 6638220 w 12188965"/>
              <a:gd name="connsiteY2329" fmla="*/ 1867527 h 2053176"/>
              <a:gd name="connsiteX2330" fmla="*/ 6574016 w 12188965"/>
              <a:gd name="connsiteY2330" fmla="*/ 1867527 h 2053176"/>
              <a:gd name="connsiteX2331" fmla="*/ 6599674 w 12188965"/>
              <a:gd name="connsiteY2331" fmla="*/ 1893185 h 2053176"/>
              <a:gd name="connsiteX2332" fmla="*/ 6574016 w 12188965"/>
              <a:gd name="connsiteY2332" fmla="*/ 1918844 h 2053176"/>
              <a:gd name="connsiteX2333" fmla="*/ 6548357 w 12188965"/>
              <a:gd name="connsiteY2333" fmla="*/ 1893185 h 2053176"/>
              <a:gd name="connsiteX2334" fmla="*/ 6574016 w 12188965"/>
              <a:gd name="connsiteY2334" fmla="*/ 1867527 h 2053176"/>
              <a:gd name="connsiteX2335" fmla="*/ 6509693 w 12188965"/>
              <a:gd name="connsiteY2335" fmla="*/ 1867527 h 2053176"/>
              <a:gd name="connsiteX2336" fmla="*/ 6535352 w 12188965"/>
              <a:gd name="connsiteY2336" fmla="*/ 1893185 h 2053176"/>
              <a:gd name="connsiteX2337" fmla="*/ 6509693 w 12188965"/>
              <a:gd name="connsiteY2337" fmla="*/ 1918844 h 2053176"/>
              <a:gd name="connsiteX2338" fmla="*/ 6484035 w 12188965"/>
              <a:gd name="connsiteY2338" fmla="*/ 1893185 h 2053176"/>
              <a:gd name="connsiteX2339" fmla="*/ 6509693 w 12188965"/>
              <a:gd name="connsiteY2339" fmla="*/ 1867527 h 2053176"/>
              <a:gd name="connsiteX2340" fmla="*/ 6445489 w 12188965"/>
              <a:gd name="connsiteY2340" fmla="*/ 1867527 h 2053176"/>
              <a:gd name="connsiteX2341" fmla="*/ 6471147 w 12188965"/>
              <a:gd name="connsiteY2341" fmla="*/ 1893185 h 2053176"/>
              <a:gd name="connsiteX2342" fmla="*/ 6445489 w 12188965"/>
              <a:gd name="connsiteY2342" fmla="*/ 1918844 h 2053176"/>
              <a:gd name="connsiteX2343" fmla="*/ 6419831 w 12188965"/>
              <a:gd name="connsiteY2343" fmla="*/ 1893185 h 2053176"/>
              <a:gd name="connsiteX2344" fmla="*/ 6445489 w 12188965"/>
              <a:gd name="connsiteY2344" fmla="*/ 1867527 h 2053176"/>
              <a:gd name="connsiteX2345" fmla="*/ 6381282 w 12188965"/>
              <a:gd name="connsiteY2345" fmla="*/ 1867527 h 2053176"/>
              <a:gd name="connsiteX2346" fmla="*/ 6406943 w 12188965"/>
              <a:gd name="connsiteY2346" fmla="*/ 1893185 h 2053176"/>
              <a:gd name="connsiteX2347" fmla="*/ 6381282 w 12188965"/>
              <a:gd name="connsiteY2347" fmla="*/ 1918844 h 2053176"/>
              <a:gd name="connsiteX2348" fmla="*/ 6355624 w 12188965"/>
              <a:gd name="connsiteY2348" fmla="*/ 1893185 h 2053176"/>
              <a:gd name="connsiteX2349" fmla="*/ 6381282 w 12188965"/>
              <a:gd name="connsiteY2349" fmla="*/ 1867527 h 2053176"/>
              <a:gd name="connsiteX2350" fmla="*/ 6317078 w 12188965"/>
              <a:gd name="connsiteY2350" fmla="*/ 1867527 h 2053176"/>
              <a:gd name="connsiteX2351" fmla="*/ 6342736 w 12188965"/>
              <a:gd name="connsiteY2351" fmla="*/ 1893185 h 2053176"/>
              <a:gd name="connsiteX2352" fmla="*/ 6317078 w 12188965"/>
              <a:gd name="connsiteY2352" fmla="*/ 1918844 h 2053176"/>
              <a:gd name="connsiteX2353" fmla="*/ 6291420 w 12188965"/>
              <a:gd name="connsiteY2353" fmla="*/ 1893185 h 2053176"/>
              <a:gd name="connsiteX2354" fmla="*/ 6317078 w 12188965"/>
              <a:gd name="connsiteY2354" fmla="*/ 1867527 h 2053176"/>
              <a:gd name="connsiteX2355" fmla="*/ 6252873 w 12188965"/>
              <a:gd name="connsiteY2355" fmla="*/ 1867527 h 2053176"/>
              <a:gd name="connsiteX2356" fmla="*/ 6278532 w 12188965"/>
              <a:gd name="connsiteY2356" fmla="*/ 1893185 h 2053176"/>
              <a:gd name="connsiteX2357" fmla="*/ 6252873 w 12188965"/>
              <a:gd name="connsiteY2357" fmla="*/ 1918844 h 2053176"/>
              <a:gd name="connsiteX2358" fmla="*/ 6227213 w 12188965"/>
              <a:gd name="connsiteY2358" fmla="*/ 1893185 h 2053176"/>
              <a:gd name="connsiteX2359" fmla="*/ 6252873 w 12188965"/>
              <a:gd name="connsiteY2359" fmla="*/ 1867527 h 2053176"/>
              <a:gd name="connsiteX2360" fmla="*/ 6188666 w 12188965"/>
              <a:gd name="connsiteY2360" fmla="*/ 1867527 h 2053176"/>
              <a:gd name="connsiteX2361" fmla="*/ 6214327 w 12188965"/>
              <a:gd name="connsiteY2361" fmla="*/ 1893185 h 2053176"/>
              <a:gd name="connsiteX2362" fmla="*/ 6188666 w 12188965"/>
              <a:gd name="connsiteY2362" fmla="*/ 1918844 h 2053176"/>
              <a:gd name="connsiteX2363" fmla="*/ 6163008 w 12188965"/>
              <a:gd name="connsiteY2363" fmla="*/ 1893185 h 2053176"/>
              <a:gd name="connsiteX2364" fmla="*/ 6188666 w 12188965"/>
              <a:gd name="connsiteY2364" fmla="*/ 1867527 h 2053176"/>
              <a:gd name="connsiteX2365" fmla="*/ 6124462 w 12188965"/>
              <a:gd name="connsiteY2365" fmla="*/ 1867527 h 2053176"/>
              <a:gd name="connsiteX2366" fmla="*/ 6150123 w 12188965"/>
              <a:gd name="connsiteY2366" fmla="*/ 1893185 h 2053176"/>
              <a:gd name="connsiteX2367" fmla="*/ 6124462 w 12188965"/>
              <a:gd name="connsiteY2367" fmla="*/ 1918844 h 2053176"/>
              <a:gd name="connsiteX2368" fmla="*/ 6098804 w 12188965"/>
              <a:gd name="connsiteY2368" fmla="*/ 1893185 h 2053176"/>
              <a:gd name="connsiteX2369" fmla="*/ 6124462 w 12188965"/>
              <a:gd name="connsiteY2369" fmla="*/ 1867527 h 2053176"/>
              <a:gd name="connsiteX2370" fmla="*/ 6064505 w 12188965"/>
              <a:gd name="connsiteY2370" fmla="*/ 1867527 h 2053176"/>
              <a:gd name="connsiteX2371" fmla="*/ 6090163 w 12188965"/>
              <a:gd name="connsiteY2371" fmla="*/ 1893185 h 2053176"/>
              <a:gd name="connsiteX2372" fmla="*/ 6064505 w 12188965"/>
              <a:gd name="connsiteY2372" fmla="*/ 1918844 h 2053176"/>
              <a:gd name="connsiteX2373" fmla="*/ 6038844 w 12188965"/>
              <a:gd name="connsiteY2373" fmla="*/ 1893185 h 2053176"/>
              <a:gd name="connsiteX2374" fmla="*/ 6064505 w 12188965"/>
              <a:gd name="connsiteY2374" fmla="*/ 1867527 h 2053176"/>
              <a:gd name="connsiteX2375" fmla="*/ 6000298 w 12188965"/>
              <a:gd name="connsiteY2375" fmla="*/ 1867527 h 2053176"/>
              <a:gd name="connsiteX2376" fmla="*/ 6025956 w 12188965"/>
              <a:gd name="connsiteY2376" fmla="*/ 1893185 h 2053176"/>
              <a:gd name="connsiteX2377" fmla="*/ 6000298 w 12188965"/>
              <a:gd name="connsiteY2377" fmla="*/ 1918844 h 2053176"/>
              <a:gd name="connsiteX2378" fmla="*/ 5974639 w 12188965"/>
              <a:gd name="connsiteY2378" fmla="*/ 1893185 h 2053176"/>
              <a:gd name="connsiteX2379" fmla="*/ 6000298 w 12188965"/>
              <a:gd name="connsiteY2379" fmla="*/ 1867527 h 2053176"/>
              <a:gd name="connsiteX2380" fmla="*/ 5936092 w 12188965"/>
              <a:gd name="connsiteY2380" fmla="*/ 1867527 h 2053176"/>
              <a:gd name="connsiteX2381" fmla="*/ 5961751 w 12188965"/>
              <a:gd name="connsiteY2381" fmla="*/ 1893185 h 2053176"/>
              <a:gd name="connsiteX2382" fmla="*/ 5936092 w 12188965"/>
              <a:gd name="connsiteY2382" fmla="*/ 1918844 h 2053176"/>
              <a:gd name="connsiteX2383" fmla="*/ 5910435 w 12188965"/>
              <a:gd name="connsiteY2383" fmla="*/ 1893185 h 2053176"/>
              <a:gd name="connsiteX2384" fmla="*/ 5936092 w 12188965"/>
              <a:gd name="connsiteY2384" fmla="*/ 1867527 h 2053176"/>
              <a:gd name="connsiteX2385" fmla="*/ 5871887 w 12188965"/>
              <a:gd name="connsiteY2385" fmla="*/ 1867527 h 2053176"/>
              <a:gd name="connsiteX2386" fmla="*/ 5897547 w 12188965"/>
              <a:gd name="connsiteY2386" fmla="*/ 1893185 h 2053176"/>
              <a:gd name="connsiteX2387" fmla="*/ 5871887 w 12188965"/>
              <a:gd name="connsiteY2387" fmla="*/ 1918844 h 2053176"/>
              <a:gd name="connsiteX2388" fmla="*/ 5846228 w 12188965"/>
              <a:gd name="connsiteY2388" fmla="*/ 1893185 h 2053176"/>
              <a:gd name="connsiteX2389" fmla="*/ 5871887 w 12188965"/>
              <a:gd name="connsiteY2389" fmla="*/ 1867527 h 2053176"/>
              <a:gd name="connsiteX2390" fmla="*/ 5807683 w 12188965"/>
              <a:gd name="connsiteY2390" fmla="*/ 1867527 h 2053176"/>
              <a:gd name="connsiteX2391" fmla="*/ 5833341 w 12188965"/>
              <a:gd name="connsiteY2391" fmla="*/ 1893185 h 2053176"/>
              <a:gd name="connsiteX2392" fmla="*/ 5807683 w 12188965"/>
              <a:gd name="connsiteY2392" fmla="*/ 1918844 h 2053176"/>
              <a:gd name="connsiteX2393" fmla="*/ 5782024 w 12188965"/>
              <a:gd name="connsiteY2393" fmla="*/ 1893185 h 2053176"/>
              <a:gd name="connsiteX2394" fmla="*/ 5807683 w 12188965"/>
              <a:gd name="connsiteY2394" fmla="*/ 1867527 h 2053176"/>
              <a:gd name="connsiteX2395" fmla="*/ 5743477 w 12188965"/>
              <a:gd name="connsiteY2395" fmla="*/ 1867527 h 2053176"/>
              <a:gd name="connsiteX2396" fmla="*/ 5769136 w 12188965"/>
              <a:gd name="connsiteY2396" fmla="*/ 1893185 h 2053176"/>
              <a:gd name="connsiteX2397" fmla="*/ 5743477 w 12188965"/>
              <a:gd name="connsiteY2397" fmla="*/ 1918844 h 2053176"/>
              <a:gd name="connsiteX2398" fmla="*/ 5717818 w 12188965"/>
              <a:gd name="connsiteY2398" fmla="*/ 1893185 h 2053176"/>
              <a:gd name="connsiteX2399" fmla="*/ 5743477 w 12188965"/>
              <a:gd name="connsiteY2399" fmla="*/ 1867527 h 2053176"/>
              <a:gd name="connsiteX2400" fmla="*/ 5679272 w 12188965"/>
              <a:gd name="connsiteY2400" fmla="*/ 1867527 h 2053176"/>
              <a:gd name="connsiteX2401" fmla="*/ 5704930 w 12188965"/>
              <a:gd name="connsiteY2401" fmla="*/ 1893185 h 2053176"/>
              <a:gd name="connsiteX2402" fmla="*/ 5679272 w 12188965"/>
              <a:gd name="connsiteY2402" fmla="*/ 1918844 h 2053176"/>
              <a:gd name="connsiteX2403" fmla="*/ 5653614 w 12188965"/>
              <a:gd name="connsiteY2403" fmla="*/ 1893185 h 2053176"/>
              <a:gd name="connsiteX2404" fmla="*/ 5679272 w 12188965"/>
              <a:gd name="connsiteY2404" fmla="*/ 1867527 h 2053176"/>
              <a:gd name="connsiteX2405" fmla="*/ 5615066 w 12188965"/>
              <a:gd name="connsiteY2405" fmla="*/ 1867527 h 2053176"/>
              <a:gd name="connsiteX2406" fmla="*/ 5640726 w 12188965"/>
              <a:gd name="connsiteY2406" fmla="*/ 1893185 h 2053176"/>
              <a:gd name="connsiteX2407" fmla="*/ 5615066 w 12188965"/>
              <a:gd name="connsiteY2407" fmla="*/ 1918844 h 2053176"/>
              <a:gd name="connsiteX2408" fmla="*/ 5589407 w 12188965"/>
              <a:gd name="connsiteY2408" fmla="*/ 1893185 h 2053176"/>
              <a:gd name="connsiteX2409" fmla="*/ 5615066 w 12188965"/>
              <a:gd name="connsiteY2409" fmla="*/ 1867527 h 2053176"/>
              <a:gd name="connsiteX2410" fmla="*/ 5550862 w 12188965"/>
              <a:gd name="connsiteY2410" fmla="*/ 1867527 h 2053176"/>
              <a:gd name="connsiteX2411" fmla="*/ 5576520 w 12188965"/>
              <a:gd name="connsiteY2411" fmla="*/ 1893185 h 2053176"/>
              <a:gd name="connsiteX2412" fmla="*/ 5550862 w 12188965"/>
              <a:gd name="connsiteY2412" fmla="*/ 1918844 h 2053176"/>
              <a:gd name="connsiteX2413" fmla="*/ 5525203 w 12188965"/>
              <a:gd name="connsiteY2413" fmla="*/ 1893185 h 2053176"/>
              <a:gd name="connsiteX2414" fmla="*/ 5550862 w 12188965"/>
              <a:gd name="connsiteY2414" fmla="*/ 1867527 h 2053176"/>
              <a:gd name="connsiteX2415" fmla="*/ 5486655 w 12188965"/>
              <a:gd name="connsiteY2415" fmla="*/ 1867527 h 2053176"/>
              <a:gd name="connsiteX2416" fmla="*/ 5512316 w 12188965"/>
              <a:gd name="connsiteY2416" fmla="*/ 1893185 h 2053176"/>
              <a:gd name="connsiteX2417" fmla="*/ 5486655 w 12188965"/>
              <a:gd name="connsiteY2417" fmla="*/ 1918844 h 2053176"/>
              <a:gd name="connsiteX2418" fmla="*/ 5460997 w 12188965"/>
              <a:gd name="connsiteY2418" fmla="*/ 1893185 h 2053176"/>
              <a:gd name="connsiteX2419" fmla="*/ 5486655 w 12188965"/>
              <a:gd name="connsiteY2419" fmla="*/ 1867527 h 2053176"/>
              <a:gd name="connsiteX2420" fmla="*/ 5422451 w 12188965"/>
              <a:gd name="connsiteY2420" fmla="*/ 1867527 h 2053176"/>
              <a:gd name="connsiteX2421" fmla="*/ 5448109 w 12188965"/>
              <a:gd name="connsiteY2421" fmla="*/ 1893185 h 2053176"/>
              <a:gd name="connsiteX2422" fmla="*/ 5422451 w 12188965"/>
              <a:gd name="connsiteY2422" fmla="*/ 1918844 h 2053176"/>
              <a:gd name="connsiteX2423" fmla="*/ 5396791 w 12188965"/>
              <a:gd name="connsiteY2423" fmla="*/ 1893185 h 2053176"/>
              <a:gd name="connsiteX2424" fmla="*/ 5422451 w 12188965"/>
              <a:gd name="connsiteY2424" fmla="*/ 1867527 h 2053176"/>
              <a:gd name="connsiteX2425" fmla="*/ 5358245 w 12188965"/>
              <a:gd name="connsiteY2425" fmla="*/ 1867527 h 2053176"/>
              <a:gd name="connsiteX2426" fmla="*/ 5383904 w 12188965"/>
              <a:gd name="connsiteY2426" fmla="*/ 1893185 h 2053176"/>
              <a:gd name="connsiteX2427" fmla="*/ 5358245 w 12188965"/>
              <a:gd name="connsiteY2427" fmla="*/ 1918844 h 2053176"/>
              <a:gd name="connsiteX2428" fmla="*/ 5332587 w 12188965"/>
              <a:gd name="connsiteY2428" fmla="*/ 1893185 h 2053176"/>
              <a:gd name="connsiteX2429" fmla="*/ 5358245 w 12188965"/>
              <a:gd name="connsiteY2429" fmla="*/ 1867527 h 2053176"/>
              <a:gd name="connsiteX2430" fmla="*/ 5294040 w 12188965"/>
              <a:gd name="connsiteY2430" fmla="*/ 1867527 h 2053176"/>
              <a:gd name="connsiteX2431" fmla="*/ 5319699 w 12188965"/>
              <a:gd name="connsiteY2431" fmla="*/ 1893185 h 2053176"/>
              <a:gd name="connsiteX2432" fmla="*/ 5294040 w 12188965"/>
              <a:gd name="connsiteY2432" fmla="*/ 1918844 h 2053176"/>
              <a:gd name="connsiteX2433" fmla="*/ 5268382 w 12188965"/>
              <a:gd name="connsiteY2433" fmla="*/ 1893185 h 2053176"/>
              <a:gd name="connsiteX2434" fmla="*/ 5294040 w 12188965"/>
              <a:gd name="connsiteY2434" fmla="*/ 1867527 h 2053176"/>
              <a:gd name="connsiteX2435" fmla="*/ 5229719 w 12188965"/>
              <a:gd name="connsiteY2435" fmla="*/ 1867527 h 2053176"/>
              <a:gd name="connsiteX2436" fmla="*/ 5255377 w 12188965"/>
              <a:gd name="connsiteY2436" fmla="*/ 1893185 h 2053176"/>
              <a:gd name="connsiteX2437" fmla="*/ 5229719 w 12188965"/>
              <a:gd name="connsiteY2437" fmla="*/ 1918844 h 2053176"/>
              <a:gd name="connsiteX2438" fmla="*/ 5204058 w 12188965"/>
              <a:gd name="connsiteY2438" fmla="*/ 1893185 h 2053176"/>
              <a:gd name="connsiteX2439" fmla="*/ 5229719 w 12188965"/>
              <a:gd name="connsiteY2439" fmla="*/ 1867527 h 2053176"/>
              <a:gd name="connsiteX2440" fmla="*/ 5165514 w 12188965"/>
              <a:gd name="connsiteY2440" fmla="*/ 1867527 h 2053176"/>
              <a:gd name="connsiteX2441" fmla="*/ 5191171 w 12188965"/>
              <a:gd name="connsiteY2441" fmla="*/ 1893185 h 2053176"/>
              <a:gd name="connsiteX2442" fmla="*/ 5165514 w 12188965"/>
              <a:gd name="connsiteY2442" fmla="*/ 1918844 h 2053176"/>
              <a:gd name="connsiteX2443" fmla="*/ 5139855 w 12188965"/>
              <a:gd name="connsiteY2443" fmla="*/ 1893185 h 2053176"/>
              <a:gd name="connsiteX2444" fmla="*/ 5165514 w 12188965"/>
              <a:gd name="connsiteY2444" fmla="*/ 1867527 h 2053176"/>
              <a:gd name="connsiteX2445" fmla="*/ 5101309 w 12188965"/>
              <a:gd name="connsiteY2445" fmla="*/ 1867527 h 2053176"/>
              <a:gd name="connsiteX2446" fmla="*/ 5126967 w 12188965"/>
              <a:gd name="connsiteY2446" fmla="*/ 1893185 h 2053176"/>
              <a:gd name="connsiteX2447" fmla="*/ 5101309 w 12188965"/>
              <a:gd name="connsiteY2447" fmla="*/ 1918844 h 2053176"/>
              <a:gd name="connsiteX2448" fmla="*/ 5075649 w 12188965"/>
              <a:gd name="connsiteY2448" fmla="*/ 1893185 h 2053176"/>
              <a:gd name="connsiteX2449" fmla="*/ 5101309 w 12188965"/>
              <a:gd name="connsiteY2449" fmla="*/ 1867527 h 2053176"/>
              <a:gd name="connsiteX2450" fmla="*/ 5037104 w 12188965"/>
              <a:gd name="connsiteY2450" fmla="*/ 1867527 h 2053176"/>
              <a:gd name="connsiteX2451" fmla="*/ 5062762 w 12188965"/>
              <a:gd name="connsiteY2451" fmla="*/ 1893185 h 2053176"/>
              <a:gd name="connsiteX2452" fmla="*/ 5037104 w 12188965"/>
              <a:gd name="connsiteY2452" fmla="*/ 1918844 h 2053176"/>
              <a:gd name="connsiteX2453" fmla="*/ 5011444 w 12188965"/>
              <a:gd name="connsiteY2453" fmla="*/ 1893185 h 2053176"/>
              <a:gd name="connsiteX2454" fmla="*/ 5037104 w 12188965"/>
              <a:gd name="connsiteY2454" fmla="*/ 1867527 h 2053176"/>
              <a:gd name="connsiteX2455" fmla="*/ 4972896 w 12188965"/>
              <a:gd name="connsiteY2455" fmla="*/ 1867527 h 2053176"/>
              <a:gd name="connsiteX2456" fmla="*/ 4998557 w 12188965"/>
              <a:gd name="connsiteY2456" fmla="*/ 1893185 h 2053176"/>
              <a:gd name="connsiteX2457" fmla="*/ 4972896 w 12188965"/>
              <a:gd name="connsiteY2457" fmla="*/ 1918844 h 2053176"/>
              <a:gd name="connsiteX2458" fmla="*/ 4947240 w 12188965"/>
              <a:gd name="connsiteY2458" fmla="*/ 1893185 h 2053176"/>
              <a:gd name="connsiteX2459" fmla="*/ 4972896 w 12188965"/>
              <a:gd name="connsiteY2459" fmla="*/ 1867527 h 2053176"/>
              <a:gd name="connsiteX2460" fmla="*/ 4908693 w 12188965"/>
              <a:gd name="connsiteY2460" fmla="*/ 1867527 h 2053176"/>
              <a:gd name="connsiteX2461" fmla="*/ 4934352 w 12188965"/>
              <a:gd name="connsiteY2461" fmla="*/ 1893185 h 2053176"/>
              <a:gd name="connsiteX2462" fmla="*/ 4908693 w 12188965"/>
              <a:gd name="connsiteY2462" fmla="*/ 1918844 h 2053176"/>
              <a:gd name="connsiteX2463" fmla="*/ 4883033 w 12188965"/>
              <a:gd name="connsiteY2463" fmla="*/ 1893185 h 2053176"/>
              <a:gd name="connsiteX2464" fmla="*/ 4908693 w 12188965"/>
              <a:gd name="connsiteY2464" fmla="*/ 1867527 h 2053176"/>
              <a:gd name="connsiteX2465" fmla="*/ 4844487 w 12188965"/>
              <a:gd name="connsiteY2465" fmla="*/ 1867527 h 2053176"/>
              <a:gd name="connsiteX2466" fmla="*/ 4870146 w 12188965"/>
              <a:gd name="connsiteY2466" fmla="*/ 1893185 h 2053176"/>
              <a:gd name="connsiteX2467" fmla="*/ 4844487 w 12188965"/>
              <a:gd name="connsiteY2467" fmla="*/ 1918844 h 2053176"/>
              <a:gd name="connsiteX2468" fmla="*/ 4818828 w 12188965"/>
              <a:gd name="connsiteY2468" fmla="*/ 1893185 h 2053176"/>
              <a:gd name="connsiteX2469" fmla="*/ 4844487 w 12188965"/>
              <a:gd name="connsiteY2469" fmla="*/ 1867527 h 2053176"/>
              <a:gd name="connsiteX2470" fmla="*/ 4780282 w 12188965"/>
              <a:gd name="connsiteY2470" fmla="*/ 1867527 h 2053176"/>
              <a:gd name="connsiteX2471" fmla="*/ 4805941 w 12188965"/>
              <a:gd name="connsiteY2471" fmla="*/ 1893185 h 2053176"/>
              <a:gd name="connsiteX2472" fmla="*/ 4780282 w 12188965"/>
              <a:gd name="connsiteY2472" fmla="*/ 1918844 h 2053176"/>
              <a:gd name="connsiteX2473" fmla="*/ 4754622 w 12188965"/>
              <a:gd name="connsiteY2473" fmla="*/ 1893185 h 2053176"/>
              <a:gd name="connsiteX2474" fmla="*/ 4780282 w 12188965"/>
              <a:gd name="connsiteY2474" fmla="*/ 1867527 h 2053176"/>
              <a:gd name="connsiteX2475" fmla="*/ 4716077 w 12188965"/>
              <a:gd name="connsiteY2475" fmla="*/ 1867527 h 2053176"/>
              <a:gd name="connsiteX2476" fmla="*/ 4741736 w 12188965"/>
              <a:gd name="connsiteY2476" fmla="*/ 1893185 h 2053176"/>
              <a:gd name="connsiteX2477" fmla="*/ 4716077 w 12188965"/>
              <a:gd name="connsiteY2477" fmla="*/ 1918844 h 2053176"/>
              <a:gd name="connsiteX2478" fmla="*/ 4690419 w 12188965"/>
              <a:gd name="connsiteY2478" fmla="*/ 1893185 h 2053176"/>
              <a:gd name="connsiteX2479" fmla="*/ 4716077 w 12188965"/>
              <a:gd name="connsiteY2479" fmla="*/ 1867527 h 2053176"/>
              <a:gd name="connsiteX2480" fmla="*/ 4651872 w 12188965"/>
              <a:gd name="connsiteY2480" fmla="*/ 1867527 h 2053176"/>
              <a:gd name="connsiteX2481" fmla="*/ 4677531 w 12188965"/>
              <a:gd name="connsiteY2481" fmla="*/ 1893185 h 2053176"/>
              <a:gd name="connsiteX2482" fmla="*/ 4651872 w 12188965"/>
              <a:gd name="connsiteY2482" fmla="*/ 1918844 h 2053176"/>
              <a:gd name="connsiteX2483" fmla="*/ 4626213 w 12188965"/>
              <a:gd name="connsiteY2483" fmla="*/ 1893185 h 2053176"/>
              <a:gd name="connsiteX2484" fmla="*/ 4651872 w 12188965"/>
              <a:gd name="connsiteY2484" fmla="*/ 1867527 h 2053176"/>
              <a:gd name="connsiteX2485" fmla="*/ 4587666 w 12188965"/>
              <a:gd name="connsiteY2485" fmla="*/ 1867527 h 2053176"/>
              <a:gd name="connsiteX2486" fmla="*/ 4613324 w 12188965"/>
              <a:gd name="connsiteY2486" fmla="*/ 1893185 h 2053176"/>
              <a:gd name="connsiteX2487" fmla="*/ 4587666 w 12188965"/>
              <a:gd name="connsiteY2487" fmla="*/ 1918844 h 2053176"/>
              <a:gd name="connsiteX2488" fmla="*/ 4562007 w 12188965"/>
              <a:gd name="connsiteY2488" fmla="*/ 1893185 h 2053176"/>
              <a:gd name="connsiteX2489" fmla="*/ 4587666 w 12188965"/>
              <a:gd name="connsiteY2489" fmla="*/ 1867527 h 2053176"/>
              <a:gd name="connsiteX2490" fmla="*/ 4523461 w 12188965"/>
              <a:gd name="connsiteY2490" fmla="*/ 1867527 h 2053176"/>
              <a:gd name="connsiteX2491" fmla="*/ 4549121 w 12188965"/>
              <a:gd name="connsiteY2491" fmla="*/ 1893185 h 2053176"/>
              <a:gd name="connsiteX2492" fmla="*/ 4523461 w 12188965"/>
              <a:gd name="connsiteY2492" fmla="*/ 1918844 h 2053176"/>
              <a:gd name="connsiteX2493" fmla="*/ 4497802 w 12188965"/>
              <a:gd name="connsiteY2493" fmla="*/ 1893185 h 2053176"/>
              <a:gd name="connsiteX2494" fmla="*/ 4523461 w 12188965"/>
              <a:gd name="connsiteY2494" fmla="*/ 1867527 h 2053176"/>
              <a:gd name="connsiteX2495" fmla="*/ 4459256 w 12188965"/>
              <a:gd name="connsiteY2495" fmla="*/ 1867527 h 2053176"/>
              <a:gd name="connsiteX2496" fmla="*/ 4484914 w 12188965"/>
              <a:gd name="connsiteY2496" fmla="*/ 1893185 h 2053176"/>
              <a:gd name="connsiteX2497" fmla="*/ 4459256 w 12188965"/>
              <a:gd name="connsiteY2497" fmla="*/ 1918844 h 2053176"/>
              <a:gd name="connsiteX2498" fmla="*/ 4433596 w 12188965"/>
              <a:gd name="connsiteY2498" fmla="*/ 1893185 h 2053176"/>
              <a:gd name="connsiteX2499" fmla="*/ 4459256 w 12188965"/>
              <a:gd name="connsiteY2499" fmla="*/ 1867527 h 2053176"/>
              <a:gd name="connsiteX2500" fmla="*/ 4395050 w 12188965"/>
              <a:gd name="connsiteY2500" fmla="*/ 1867527 h 2053176"/>
              <a:gd name="connsiteX2501" fmla="*/ 4420710 w 12188965"/>
              <a:gd name="connsiteY2501" fmla="*/ 1893185 h 2053176"/>
              <a:gd name="connsiteX2502" fmla="*/ 4395050 w 12188965"/>
              <a:gd name="connsiteY2502" fmla="*/ 1918844 h 2053176"/>
              <a:gd name="connsiteX2503" fmla="*/ 4369391 w 12188965"/>
              <a:gd name="connsiteY2503" fmla="*/ 1893185 h 2053176"/>
              <a:gd name="connsiteX2504" fmla="*/ 4395050 w 12188965"/>
              <a:gd name="connsiteY2504" fmla="*/ 1867527 h 2053176"/>
              <a:gd name="connsiteX2505" fmla="*/ 4330845 w 12188965"/>
              <a:gd name="connsiteY2505" fmla="*/ 1867527 h 2053176"/>
              <a:gd name="connsiteX2506" fmla="*/ 4356504 w 12188965"/>
              <a:gd name="connsiteY2506" fmla="*/ 1893185 h 2053176"/>
              <a:gd name="connsiteX2507" fmla="*/ 4330845 w 12188965"/>
              <a:gd name="connsiteY2507" fmla="*/ 1918844 h 2053176"/>
              <a:gd name="connsiteX2508" fmla="*/ 4305186 w 12188965"/>
              <a:gd name="connsiteY2508" fmla="*/ 1893185 h 2053176"/>
              <a:gd name="connsiteX2509" fmla="*/ 4330845 w 12188965"/>
              <a:gd name="connsiteY2509" fmla="*/ 1867527 h 2053176"/>
              <a:gd name="connsiteX2510" fmla="*/ 4266640 w 12188965"/>
              <a:gd name="connsiteY2510" fmla="*/ 1867527 h 2053176"/>
              <a:gd name="connsiteX2511" fmla="*/ 4292298 w 12188965"/>
              <a:gd name="connsiteY2511" fmla="*/ 1893185 h 2053176"/>
              <a:gd name="connsiteX2512" fmla="*/ 4266640 w 12188965"/>
              <a:gd name="connsiteY2512" fmla="*/ 1918844 h 2053176"/>
              <a:gd name="connsiteX2513" fmla="*/ 4240981 w 12188965"/>
              <a:gd name="connsiteY2513" fmla="*/ 1893185 h 2053176"/>
              <a:gd name="connsiteX2514" fmla="*/ 4266640 w 12188965"/>
              <a:gd name="connsiteY2514" fmla="*/ 1867527 h 2053176"/>
              <a:gd name="connsiteX2515" fmla="*/ 4202435 w 12188965"/>
              <a:gd name="connsiteY2515" fmla="*/ 1867527 h 2053176"/>
              <a:gd name="connsiteX2516" fmla="*/ 4228093 w 12188965"/>
              <a:gd name="connsiteY2516" fmla="*/ 1893185 h 2053176"/>
              <a:gd name="connsiteX2517" fmla="*/ 4202435 w 12188965"/>
              <a:gd name="connsiteY2517" fmla="*/ 1918844 h 2053176"/>
              <a:gd name="connsiteX2518" fmla="*/ 4176776 w 12188965"/>
              <a:gd name="connsiteY2518" fmla="*/ 1893185 h 2053176"/>
              <a:gd name="connsiteX2519" fmla="*/ 4202435 w 12188965"/>
              <a:gd name="connsiteY2519" fmla="*/ 1867527 h 2053176"/>
              <a:gd name="connsiteX2520" fmla="*/ 4138112 w 12188965"/>
              <a:gd name="connsiteY2520" fmla="*/ 1867527 h 2053176"/>
              <a:gd name="connsiteX2521" fmla="*/ 4163773 w 12188965"/>
              <a:gd name="connsiteY2521" fmla="*/ 1893185 h 2053176"/>
              <a:gd name="connsiteX2522" fmla="*/ 4138112 w 12188965"/>
              <a:gd name="connsiteY2522" fmla="*/ 1918844 h 2053176"/>
              <a:gd name="connsiteX2523" fmla="*/ 4112454 w 12188965"/>
              <a:gd name="connsiteY2523" fmla="*/ 1893185 h 2053176"/>
              <a:gd name="connsiteX2524" fmla="*/ 4138112 w 12188965"/>
              <a:gd name="connsiteY2524" fmla="*/ 1867527 h 2053176"/>
              <a:gd name="connsiteX2525" fmla="*/ 4073908 w 12188965"/>
              <a:gd name="connsiteY2525" fmla="*/ 1867527 h 2053176"/>
              <a:gd name="connsiteX2526" fmla="*/ 4099565 w 12188965"/>
              <a:gd name="connsiteY2526" fmla="*/ 1893185 h 2053176"/>
              <a:gd name="connsiteX2527" fmla="*/ 4073908 w 12188965"/>
              <a:gd name="connsiteY2527" fmla="*/ 1918844 h 2053176"/>
              <a:gd name="connsiteX2528" fmla="*/ 4048248 w 12188965"/>
              <a:gd name="connsiteY2528" fmla="*/ 1893185 h 2053176"/>
              <a:gd name="connsiteX2529" fmla="*/ 4073908 w 12188965"/>
              <a:gd name="connsiteY2529" fmla="*/ 1867527 h 2053176"/>
              <a:gd name="connsiteX2530" fmla="*/ 4009702 w 12188965"/>
              <a:gd name="connsiteY2530" fmla="*/ 1867527 h 2053176"/>
              <a:gd name="connsiteX2531" fmla="*/ 4035362 w 12188965"/>
              <a:gd name="connsiteY2531" fmla="*/ 1893185 h 2053176"/>
              <a:gd name="connsiteX2532" fmla="*/ 4009702 w 12188965"/>
              <a:gd name="connsiteY2532" fmla="*/ 1918844 h 2053176"/>
              <a:gd name="connsiteX2533" fmla="*/ 3984043 w 12188965"/>
              <a:gd name="connsiteY2533" fmla="*/ 1893185 h 2053176"/>
              <a:gd name="connsiteX2534" fmla="*/ 4009702 w 12188965"/>
              <a:gd name="connsiteY2534" fmla="*/ 1867527 h 2053176"/>
              <a:gd name="connsiteX2535" fmla="*/ 3945497 w 12188965"/>
              <a:gd name="connsiteY2535" fmla="*/ 1867527 h 2053176"/>
              <a:gd name="connsiteX2536" fmla="*/ 3971155 w 12188965"/>
              <a:gd name="connsiteY2536" fmla="*/ 1893185 h 2053176"/>
              <a:gd name="connsiteX2537" fmla="*/ 3945497 w 12188965"/>
              <a:gd name="connsiteY2537" fmla="*/ 1918844 h 2053176"/>
              <a:gd name="connsiteX2538" fmla="*/ 3919838 w 12188965"/>
              <a:gd name="connsiteY2538" fmla="*/ 1893185 h 2053176"/>
              <a:gd name="connsiteX2539" fmla="*/ 3945497 w 12188965"/>
              <a:gd name="connsiteY2539" fmla="*/ 1867527 h 2053176"/>
              <a:gd name="connsiteX2540" fmla="*/ 3881291 w 12188965"/>
              <a:gd name="connsiteY2540" fmla="*/ 1867527 h 2053176"/>
              <a:gd name="connsiteX2541" fmla="*/ 3906950 w 12188965"/>
              <a:gd name="connsiteY2541" fmla="*/ 1893185 h 2053176"/>
              <a:gd name="connsiteX2542" fmla="*/ 3881291 w 12188965"/>
              <a:gd name="connsiteY2542" fmla="*/ 1918844 h 2053176"/>
              <a:gd name="connsiteX2543" fmla="*/ 3855633 w 12188965"/>
              <a:gd name="connsiteY2543" fmla="*/ 1893185 h 2053176"/>
              <a:gd name="connsiteX2544" fmla="*/ 3881291 w 12188965"/>
              <a:gd name="connsiteY2544" fmla="*/ 1867527 h 2053176"/>
              <a:gd name="connsiteX2545" fmla="*/ 3817085 w 12188965"/>
              <a:gd name="connsiteY2545" fmla="*/ 1867527 h 2053176"/>
              <a:gd name="connsiteX2546" fmla="*/ 3842745 w 12188965"/>
              <a:gd name="connsiteY2546" fmla="*/ 1893185 h 2053176"/>
              <a:gd name="connsiteX2547" fmla="*/ 3817085 w 12188965"/>
              <a:gd name="connsiteY2547" fmla="*/ 1918844 h 2053176"/>
              <a:gd name="connsiteX2548" fmla="*/ 3791427 w 12188965"/>
              <a:gd name="connsiteY2548" fmla="*/ 1893185 h 2053176"/>
              <a:gd name="connsiteX2549" fmla="*/ 3817085 w 12188965"/>
              <a:gd name="connsiteY2549" fmla="*/ 1867527 h 2053176"/>
              <a:gd name="connsiteX2550" fmla="*/ 3752882 w 12188965"/>
              <a:gd name="connsiteY2550" fmla="*/ 1867527 h 2053176"/>
              <a:gd name="connsiteX2551" fmla="*/ 3778539 w 12188965"/>
              <a:gd name="connsiteY2551" fmla="*/ 1893185 h 2053176"/>
              <a:gd name="connsiteX2552" fmla="*/ 3752882 w 12188965"/>
              <a:gd name="connsiteY2552" fmla="*/ 1918844 h 2053176"/>
              <a:gd name="connsiteX2553" fmla="*/ 3727221 w 12188965"/>
              <a:gd name="connsiteY2553" fmla="*/ 1893185 h 2053176"/>
              <a:gd name="connsiteX2554" fmla="*/ 3752882 w 12188965"/>
              <a:gd name="connsiteY2554" fmla="*/ 1867527 h 2053176"/>
              <a:gd name="connsiteX2555" fmla="*/ 3688674 w 12188965"/>
              <a:gd name="connsiteY2555" fmla="*/ 1867527 h 2053176"/>
              <a:gd name="connsiteX2556" fmla="*/ 3714335 w 12188965"/>
              <a:gd name="connsiteY2556" fmla="*/ 1893185 h 2053176"/>
              <a:gd name="connsiteX2557" fmla="*/ 3688674 w 12188965"/>
              <a:gd name="connsiteY2557" fmla="*/ 1918844 h 2053176"/>
              <a:gd name="connsiteX2558" fmla="*/ 3663017 w 12188965"/>
              <a:gd name="connsiteY2558" fmla="*/ 1893185 h 2053176"/>
              <a:gd name="connsiteX2559" fmla="*/ 3688674 w 12188965"/>
              <a:gd name="connsiteY2559" fmla="*/ 1867527 h 2053176"/>
              <a:gd name="connsiteX2560" fmla="*/ 3624472 w 12188965"/>
              <a:gd name="connsiteY2560" fmla="*/ 1867527 h 2053176"/>
              <a:gd name="connsiteX2561" fmla="*/ 3650129 w 12188965"/>
              <a:gd name="connsiteY2561" fmla="*/ 1893185 h 2053176"/>
              <a:gd name="connsiteX2562" fmla="*/ 3624472 w 12188965"/>
              <a:gd name="connsiteY2562" fmla="*/ 1918844 h 2053176"/>
              <a:gd name="connsiteX2563" fmla="*/ 3598810 w 12188965"/>
              <a:gd name="connsiteY2563" fmla="*/ 1893185 h 2053176"/>
              <a:gd name="connsiteX2564" fmla="*/ 3624472 w 12188965"/>
              <a:gd name="connsiteY2564" fmla="*/ 1867527 h 2053176"/>
              <a:gd name="connsiteX2565" fmla="*/ 3560264 w 12188965"/>
              <a:gd name="connsiteY2565" fmla="*/ 1867527 h 2053176"/>
              <a:gd name="connsiteX2566" fmla="*/ 3585923 w 12188965"/>
              <a:gd name="connsiteY2566" fmla="*/ 1893185 h 2053176"/>
              <a:gd name="connsiteX2567" fmla="*/ 3560264 w 12188965"/>
              <a:gd name="connsiteY2567" fmla="*/ 1918844 h 2053176"/>
              <a:gd name="connsiteX2568" fmla="*/ 3534607 w 12188965"/>
              <a:gd name="connsiteY2568" fmla="*/ 1893185 h 2053176"/>
              <a:gd name="connsiteX2569" fmla="*/ 3560264 w 12188965"/>
              <a:gd name="connsiteY2569" fmla="*/ 1867527 h 2053176"/>
              <a:gd name="connsiteX2570" fmla="*/ 3496060 w 12188965"/>
              <a:gd name="connsiteY2570" fmla="*/ 1867527 h 2053176"/>
              <a:gd name="connsiteX2571" fmla="*/ 3521719 w 12188965"/>
              <a:gd name="connsiteY2571" fmla="*/ 1893185 h 2053176"/>
              <a:gd name="connsiteX2572" fmla="*/ 3496060 w 12188965"/>
              <a:gd name="connsiteY2572" fmla="*/ 1918844 h 2053176"/>
              <a:gd name="connsiteX2573" fmla="*/ 3470400 w 12188965"/>
              <a:gd name="connsiteY2573" fmla="*/ 1893185 h 2053176"/>
              <a:gd name="connsiteX2574" fmla="*/ 3496060 w 12188965"/>
              <a:gd name="connsiteY2574" fmla="*/ 1867527 h 2053176"/>
              <a:gd name="connsiteX2575" fmla="*/ 3431855 w 12188965"/>
              <a:gd name="connsiteY2575" fmla="*/ 1867527 h 2053176"/>
              <a:gd name="connsiteX2576" fmla="*/ 3457512 w 12188965"/>
              <a:gd name="connsiteY2576" fmla="*/ 1893185 h 2053176"/>
              <a:gd name="connsiteX2577" fmla="*/ 3431855 w 12188965"/>
              <a:gd name="connsiteY2577" fmla="*/ 1918844 h 2053176"/>
              <a:gd name="connsiteX2578" fmla="*/ 3406196 w 12188965"/>
              <a:gd name="connsiteY2578" fmla="*/ 1893185 h 2053176"/>
              <a:gd name="connsiteX2579" fmla="*/ 3431855 w 12188965"/>
              <a:gd name="connsiteY2579" fmla="*/ 1867527 h 2053176"/>
              <a:gd name="connsiteX2580" fmla="*/ 3367649 w 12188965"/>
              <a:gd name="connsiteY2580" fmla="*/ 1867527 h 2053176"/>
              <a:gd name="connsiteX2581" fmla="*/ 3393308 w 12188965"/>
              <a:gd name="connsiteY2581" fmla="*/ 1893185 h 2053176"/>
              <a:gd name="connsiteX2582" fmla="*/ 3367649 w 12188965"/>
              <a:gd name="connsiteY2582" fmla="*/ 1918844 h 2053176"/>
              <a:gd name="connsiteX2583" fmla="*/ 3341990 w 12188965"/>
              <a:gd name="connsiteY2583" fmla="*/ 1893185 h 2053176"/>
              <a:gd name="connsiteX2584" fmla="*/ 3367649 w 12188965"/>
              <a:gd name="connsiteY2584" fmla="*/ 1867527 h 2053176"/>
              <a:gd name="connsiteX2585" fmla="*/ 3303444 w 12188965"/>
              <a:gd name="connsiteY2585" fmla="*/ 1867527 h 2053176"/>
              <a:gd name="connsiteX2586" fmla="*/ 3329102 w 12188965"/>
              <a:gd name="connsiteY2586" fmla="*/ 1893185 h 2053176"/>
              <a:gd name="connsiteX2587" fmla="*/ 3303444 w 12188965"/>
              <a:gd name="connsiteY2587" fmla="*/ 1918844 h 2053176"/>
              <a:gd name="connsiteX2588" fmla="*/ 3277785 w 12188965"/>
              <a:gd name="connsiteY2588" fmla="*/ 1893185 h 2053176"/>
              <a:gd name="connsiteX2589" fmla="*/ 3303444 w 12188965"/>
              <a:gd name="connsiteY2589" fmla="*/ 1867527 h 2053176"/>
              <a:gd name="connsiteX2590" fmla="*/ 3239238 w 12188965"/>
              <a:gd name="connsiteY2590" fmla="*/ 1867527 h 2053176"/>
              <a:gd name="connsiteX2591" fmla="*/ 3264898 w 12188965"/>
              <a:gd name="connsiteY2591" fmla="*/ 1893185 h 2053176"/>
              <a:gd name="connsiteX2592" fmla="*/ 3239238 w 12188965"/>
              <a:gd name="connsiteY2592" fmla="*/ 1918844 h 2053176"/>
              <a:gd name="connsiteX2593" fmla="*/ 3213580 w 12188965"/>
              <a:gd name="connsiteY2593" fmla="*/ 1893185 h 2053176"/>
              <a:gd name="connsiteX2594" fmla="*/ 3239238 w 12188965"/>
              <a:gd name="connsiteY2594" fmla="*/ 1867527 h 2053176"/>
              <a:gd name="connsiteX2595" fmla="*/ 3175034 w 12188965"/>
              <a:gd name="connsiteY2595" fmla="*/ 1867527 h 2053176"/>
              <a:gd name="connsiteX2596" fmla="*/ 3200692 w 12188965"/>
              <a:gd name="connsiteY2596" fmla="*/ 1893185 h 2053176"/>
              <a:gd name="connsiteX2597" fmla="*/ 3175034 w 12188965"/>
              <a:gd name="connsiteY2597" fmla="*/ 1918844 h 2053176"/>
              <a:gd name="connsiteX2598" fmla="*/ 3149375 w 12188965"/>
              <a:gd name="connsiteY2598" fmla="*/ 1893185 h 2053176"/>
              <a:gd name="connsiteX2599" fmla="*/ 3175034 w 12188965"/>
              <a:gd name="connsiteY2599" fmla="*/ 1867527 h 2053176"/>
              <a:gd name="connsiteX2600" fmla="*/ 3110828 w 12188965"/>
              <a:gd name="connsiteY2600" fmla="*/ 1867527 h 2053176"/>
              <a:gd name="connsiteX2601" fmla="*/ 3136487 w 12188965"/>
              <a:gd name="connsiteY2601" fmla="*/ 1893185 h 2053176"/>
              <a:gd name="connsiteX2602" fmla="*/ 3110828 w 12188965"/>
              <a:gd name="connsiteY2602" fmla="*/ 1918844 h 2053176"/>
              <a:gd name="connsiteX2603" fmla="*/ 3085170 w 12188965"/>
              <a:gd name="connsiteY2603" fmla="*/ 1893185 h 2053176"/>
              <a:gd name="connsiteX2604" fmla="*/ 3110828 w 12188965"/>
              <a:gd name="connsiteY2604" fmla="*/ 1867527 h 2053176"/>
              <a:gd name="connsiteX2605" fmla="*/ 3046623 w 12188965"/>
              <a:gd name="connsiteY2605" fmla="*/ 1867527 h 2053176"/>
              <a:gd name="connsiteX2606" fmla="*/ 3072282 w 12188965"/>
              <a:gd name="connsiteY2606" fmla="*/ 1893185 h 2053176"/>
              <a:gd name="connsiteX2607" fmla="*/ 3046623 w 12188965"/>
              <a:gd name="connsiteY2607" fmla="*/ 1918844 h 2053176"/>
              <a:gd name="connsiteX2608" fmla="*/ 3020964 w 12188965"/>
              <a:gd name="connsiteY2608" fmla="*/ 1893185 h 2053176"/>
              <a:gd name="connsiteX2609" fmla="*/ 3046623 w 12188965"/>
              <a:gd name="connsiteY2609" fmla="*/ 1867527 h 2053176"/>
              <a:gd name="connsiteX2610" fmla="*/ 2982301 w 12188965"/>
              <a:gd name="connsiteY2610" fmla="*/ 1867527 h 2053176"/>
              <a:gd name="connsiteX2611" fmla="*/ 3007960 w 12188965"/>
              <a:gd name="connsiteY2611" fmla="*/ 1893185 h 2053176"/>
              <a:gd name="connsiteX2612" fmla="*/ 2982301 w 12188965"/>
              <a:gd name="connsiteY2612" fmla="*/ 1918844 h 2053176"/>
              <a:gd name="connsiteX2613" fmla="*/ 2956642 w 12188965"/>
              <a:gd name="connsiteY2613" fmla="*/ 1893185 h 2053176"/>
              <a:gd name="connsiteX2614" fmla="*/ 2982301 w 12188965"/>
              <a:gd name="connsiteY2614" fmla="*/ 1867527 h 2053176"/>
              <a:gd name="connsiteX2615" fmla="*/ 2918096 w 12188965"/>
              <a:gd name="connsiteY2615" fmla="*/ 1867527 h 2053176"/>
              <a:gd name="connsiteX2616" fmla="*/ 2943755 w 12188965"/>
              <a:gd name="connsiteY2616" fmla="*/ 1893185 h 2053176"/>
              <a:gd name="connsiteX2617" fmla="*/ 2918096 w 12188965"/>
              <a:gd name="connsiteY2617" fmla="*/ 1918844 h 2053176"/>
              <a:gd name="connsiteX2618" fmla="*/ 2892438 w 12188965"/>
              <a:gd name="connsiteY2618" fmla="*/ 1893185 h 2053176"/>
              <a:gd name="connsiteX2619" fmla="*/ 2918096 w 12188965"/>
              <a:gd name="connsiteY2619" fmla="*/ 1867527 h 2053176"/>
              <a:gd name="connsiteX2620" fmla="*/ 2853890 w 12188965"/>
              <a:gd name="connsiteY2620" fmla="*/ 1867527 h 2053176"/>
              <a:gd name="connsiteX2621" fmla="*/ 2879550 w 12188965"/>
              <a:gd name="connsiteY2621" fmla="*/ 1893185 h 2053176"/>
              <a:gd name="connsiteX2622" fmla="*/ 2853890 w 12188965"/>
              <a:gd name="connsiteY2622" fmla="*/ 1918844 h 2053176"/>
              <a:gd name="connsiteX2623" fmla="*/ 2828231 w 12188965"/>
              <a:gd name="connsiteY2623" fmla="*/ 1893185 h 2053176"/>
              <a:gd name="connsiteX2624" fmla="*/ 2853890 w 12188965"/>
              <a:gd name="connsiteY2624" fmla="*/ 1867527 h 2053176"/>
              <a:gd name="connsiteX2625" fmla="*/ 2789686 w 12188965"/>
              <a:gd name="connsiteY2625" fmla="*/ 1867527 h 2053176"/>
              <a:gd name="connsiteX2626" fmla="*/ 2815344 w 12188965"/>
              <a:gd name="connsiteY2626" fmla="*/ 1893185 h 2053176"/>
              <a:gd name="connsiteX2627" fmla="*/ 2789686 w 12188965"/>
              <a:gd name="connsiteY2627" fmla="*/ 1918844 h 2053176"/>
              <a:gd name="connsiteX2628" fmla="*/ 2764027 w 12188965"/>
              <a:gd name="connsiteY2628" fmla="*/ 1893185 h 2053176"/>
              <a:gd name="connsiteX2629" fmla="*/ 2789686 w 12188965"/>
              <a:gd name="connsiteY2629" fmla="*/ 1867527 h 2053176"/>
              <a:gd name="connsiteX2630" fmla="*/ 2725480 w 12188965"/>
              <a:gd name="connsiteY2630" fmla="*/ 1867527 h 2053176"/>
              <a:gd name="connsiteX2631" fmla="*/ 2751140 w 12188965"/>
              <a:gd name="connsiteY2631" fmla="*/ 1893185 h 2053176"/>
              <a:gd name="connsiteX2632" fmla="*/ 2725480 w 12188965"/>
              <a:gd name="connsiteY2632" fmla="*/ 1918844 h 2053176"/>
              <a:gd name="connsiteX2633" fmla="*/ 2699821 w 12188965"/>
              <a:gd name="connsiteY2633" fmla="*/ 1893185 h 2053176"/>
              <a:gd name="connsiteX2634" fmla="*/ 2725480 w 12188965"/>
              <a:gd name="connsiteY2634" fmla="*/ 1867527 h 2053176"/>
              <a:gd name="connsiteX2635" fmla="*/ 2597069 w 12188965"/>
              <a:gd name="connsiteY2635" fmla="*/ 1867527 h 2053176"/>
              <a:gd name="connsiteX2636" fmla="*/ 2622729 w 12188965"/>
              <a:gd name="connsiteY2636" fmla="*/ 1893185 h 2053176"/>
              <a:gd name="connsiteX2637" fmla="*/ 2597069 w 12188965"/>
              <a:gd name="connsiteY2637" fmla="*/ 1918844 h 2053176"/>
              <a:gd name="connsiteX2638" fmla="*/ 2571410 w 12188965"/>
              <a:gd name="connsiteY2638" fmla="*/ 1893185 h 2053176"/>
              <a:gd name="connsiteX2639" fmla="*/ 2597069 w 12188965"/>
              <a:gd name="connsiteY2639" fmla="*/ 1867527 h 2053176"/>
              <a:gd name="connsiteX2640" fmla="*/ 2532865 w 12188965"/>
              <a:gd name="connsiteY2640" fmla="*/ 1867527 h 2053176"/>
              <a:gd name="connsiteX2641" fmla="*/ 2558523 w 12188965"/>
              <a:gd name="connsiteY2641" fmla="*/ 1893185 h 2053176"/>
              <a:gd name="connsiteX2642" fmla="*/ 2532865 w 12188965"/>
              <a:gd name="connsiteY2642" fmla="*/ 1918844 h 2053176"/>
              <a:gd name="connsiteX2643" fmla="*/ 2507205 w 12188965"/>
              <a:gd name="connsiteY2643" fmla="*/ 1893185 h 2053176"/>
              <a:gd name="connsiteX2644" fmla="*/ 2532865 w 12188965"/>
              <a:gd name="connsiteY2644" fmla="*/ 1867527 h 2053176"/>
              <a:gd name="connsiteX2645" fmla="*/ 2468658 w 12188965"/>
              <a:gd name="connsiteY2645" fmla="*/ 1867527 h 2053176"/>
              <a:gd name="connsiteX2646" fmla="*/ 2494318 w 12188965"/>
              <a:gd name="connsiteY2646" fmla="*/ 1893185 h 2053176"/>
              <a:gd name="connsiteX2647" fmla="*/ 2468658 w 12188965"/>
              <a:gd name="connsiteY2647" fmla="*/ 1918844 h 2053176"/>
              <a:gd name="connsiteX2648" fmla="*/ 2443000 w 12188965"/>
              <a:gd name="connsiteY2648" fmla="*/ 1893185 h 2053176"/>
              <a:gd name="connsiteX2649" fmla="*/ 2468658 w 12188965"/>
              <a:gd name="connsiteY2649" fmla="*/ 1867527 h 2053176"/>
              <a:gd name="connsiteX2650" fmla="*/ 2404454 w 12188965"/>
              <a:gd name="connsiteY2650" fmla="*/ 1867527 h 2053176"/>
              <a:gd name="connsiteX2651" fmla="*/ 2430112 w 12188965"/>
              <a:gd name="connsiteY2651" fmla="*/ 1893185 h 2053176"/>
              <a:gd name="connsiteX2652" fmla="*/ 2404454 w 12188965"/>
              <a:gd name="connsiteY2652" fmla="*/ 1918844 h 2053176"/>
              <a:gd name="connsiteX2653" fmla="*/ 2378795 w 12188965"/>
              <a:gd name="connsiteY2653" fmla="*/ 1893185 h 2053176"/>
              <a:gd name="connsiteX2654" fmla="*/ 2404454 w 12188965"/>
              <a:gd name="connsiteY2654" fmla="*/ 1867527 h 2053176"/>
              <a:gd name="connsiteX2655" fmla="*/ 2340249 w 12188965"/>
              <a:gd name="connsiteY2655" fmla="*/ 1867527 h 2053176"/>
              <a:gd name="connsiteX2656" fmla="*/ 2365908 w 12188965"/>
              <a:gd name="connsiteY2656" fmla="*/ 1893185 h 2053176"/>
              <a:gd name="connsiteX2657" fmla="*/ 2340249 w 12188965"/>
              <a:gd name="connsiteY2657" fmla="*/ 1918844 h 2053176"/>
              <a:gd name="connsiteX2658" fmla="*/ 2314590 w 12188965"/>
              <a:gd name="connsiteY2658" fmla="*/ 1893185 h 2053176"/>
              <a:gd name="connsiteX2659" fmla="*/ 2340249 w 12188965"/>
              <a:gd name="connsiteY2659" fmla="*/ 1867527 h 2053176"/>
              <a:gd name="connsiteX2660" fmla="*/ 2276044 w 12188965"/>
              <a:gd name="connsiteY2660" fmla="*/ 1867527 h 2053176"/>
              <a:gd name="connsiteX2661" fmla="*/ 2301702 w 12188965"/>
              <a:gd name="connsiteY2661" fmla="*/ 1893185 h 2053176"/>
              <a:gd name="connsiteX2662" fmla="*/ 2276044 w 12188965"/>
              <a:gd name="connsiteY2662" fmla="*/ 1918844 h 2053176"/>
              <a:gd name="connsiteX2663" fmla="*/ 2250385 w 12188965"/>
              <a:gd name="connsiteY2663" fmla="*/ 1893185 h 2053176"/>
              <a:gd name="connsiteX2664" fmla="*/ 2276044 w 12188965"/>
              <a:gd name="connsiteY2664" fmla="*/ 1867527 h 2053176"/>
              <a:gd name="connsiteX2665" fmla="*/ 2211838 w 12188965"/>
              <a:gd name="connsiteY2665" fmla="*/ 1867527 h 2053176"/>
              <a:gd name="connsiteX2666" fmla="*/ 2237497 w 12188965"/>
              <a:gd name="connsiteY2666" fmla="*/ 1893185 h 2053176"/>
              <a:gd name="connsiteX2667" fmla="*/ 2211838 w 12188965"/>
              <a:gd name="connsiteY2667" fmla="*/ 1918844 h 2053176"/>
              <a:gd name="connsiteX2668" fmla="*/ 2186178 w 12188965"/>
              <a:gd name="connsiteY2668" fmla="*/ 1893185 h 2053176"/>
              <a:gd name="connsiteX2669" fmla="*/ 2211838 w 12188965"/>
              <a:gd name="connsiteY2669" fmla="*/ 1867527 h 2053176"/>
              <a:gd name="connsiteX2670" fmla="*/ 2147633 w 12188965"/>
              <a:gd name="connsiteY2670" fmla="*/ 1867527 h 2053176"/>
              <a:gd name="connsiteX2671" fmla="*/ 2173293 w 12188965"/>
              <a:gd name="connsiteY2671" fmla="*/ 1893185 h 2053176"/>
              <a:gd name="connsiteX2672" fmla="*/ 2147633 w 12188965"/>
              <a:gd name="connsiteY2672" fmla="*/ 1918844 h 2053176"/>
              <a:gd name="connsiteX2673" fmla="*/ 2121975 w 12188965"/>
              <a:gd name="connsiteY2673" fmla="*/ 1893185 h 2053176"/>
              <a:gd name="connsiteX2674" fmla="*/ 2147633 w 12188965"/>
              <a:gd name="connsiteY2674" fmla="*/ 1867527 h 2053176"/>
              <a:gd name="connsiteX2675" fmla="*/ 2083427 w 12188965"/>
              <a:gd name="connsiteY2675" fmla="*/ 1867527 h 2053176"/>
              <a:gd name="connsiteX2676" fmla="*/ 2109087 w 12188965"/>
              <a:gd name="connsiteY2676" fmla="*/ 1893185 h 2053176"/>
              <a:gd name="connsiteX2677" fmla="*/ 2083427 w 12188965"/>
              <a:gd name="connsiteY2677" fmla="*/ 1918844 h 2053176"/>
              <a:gd name="connsiteX2678" fmla="*/ 2057768 w 12188965"/>
              <a:gd name="connsiteY2678" fmla="*/ 1893185 h 2053176"/>
              <a:gd name="connsiteX2679" fmla="*/ 2083427 w 12188965"/>
              <a:gd name="connsiteY2679" fmla="*/ 1867527 h 2053176"/>
              <a:gd name="connsiteX2680" fmla="*/ 2019222 w 12188965"/>
              <a:gd name="connsiteY2680" fmla="*/ 1867527 h 2053176"/>
              <a:gd name="connsiteX2681" fmla="*/ 2044880 w 12188965"/>
              <a:gd name="connsiteY2681" fmla="*/ 1893185 h 2053176"/>
              <a:gd name="connsiteX2682" fmla="*/ 2019222 w 12188965"/>
              <a:gd name="connsiteY2682" fmla="*/ 1918844 h 2053176"/>
              <a:gd name="connsiteX2683" fmla="*/ 1993563 w 12188965"/>
              <a:gd name="connsiteY2683" fmla="*/ 1893185 h 2053176"/>
              <a:gd name="connsiteX2684" fmla="*/ 2019222 w 12188965"/>
              <a:gd name="connsiteY2684" fmla="*/ 1867527 h 2053176"/>
              <a:gd name="connsiteX2685" fmla="*/ 1955016 w 12188965"/>
              <a:gd name="connsiteY2685" fmla="*/ 1867527 h 2053176"/>
              <a:gd name="connsiteX2686" fmla="*/ 1980676 w 12188965"/>
              <a:gd name="connsiteY2686" fmla="*/ 1893185 h 2053176"/>
              <a:gd name="connsiteX2687" fmla="*/ 1955016 w 12188965"/>
              <a:gd name="connsiteY2687" fmla="*/ 1918844 h 2053176"/>
              <a:gd name="connsiteX2688" fmla="*/ 1929358 w 12188965"/>
              <a:gd name="connsiteY2688" fmla="*/ 1893185 h 2053176"/>
              <a:gd name="connsiteX2689" fmla="*/ 1955016 w 12188965"/>
              <a:gd name="connsiteY2689" fmla="*/ 1867527 h 2053176"/>
              <a:gd name="connsiteX2690" fmla="*/ 1890696 w 12188965"/>
              <a:gd name="connsiteY2690" fmla="*/ 1867527 h 2053176"/>
              <a:gd name="connsiteX2691" fmla="*/ 1916355 w 12188965"/>
              <a:gd name="connsiteY2691" fmla="*/ 1893185 h 2053176"/>
              <a:gd name="connsiteX2692" fmla="*/ 1890696 w 12188965"/>
              <a:gd name="connsiteY2692" fmla="*/ 1918844 h 2053176"/>
              <a:gd name="connsiteX2693" fmla="*/ 1865037 w 12188965"/>
              <a:gd name="connsiteY2693" fmla="*/ 1893185 h 2053176"/>
              <a:gd name="connsiteX2694" fmla="*/ 1890696 w 12188965"/>
              <a:gd name="connsiteY2694" fmla="*/ 1867527 h 2053176"/>
              <a:gd name="connsiteX2695" fmla="*/ 1826490 w 12188965"/>
              <a:gd name="connsiteY2695" fmla="*/ 1867527 h 2053176"/>
              <a:gd name="connsiteX2696" fmla="*/ 1852149 w 12188965"/>
              <a:gd name="connsiteY2696" fmla="*/ 1893185 h 2053176"/>
              <a:gd name="connsiteX2697" fmla="*/ 1826490 w 12188965"/>
              <a:gd name="connsiteY2697" fmla="*/ 1918844 h 2053176"/>
              <a:gd name="connsiteX2698" fmla="*/ 1800830 w 12188965"/>
              <a:gd name="connsiteY2698" fmla="*/ 1893185 h 2053176"/>
              <a:gd name="connsiteX2699" fmla="*/ 1826490 w 12188965"/>
              <a:gd name="connsiteY2699" fmla="*/ 1867527 h 2053176"/>
              <a:gd name="connsiteX2700" fmla="*/ 1762285 w 12188965"/>
              <a:gd name="connsiteY2700" fmla="*/ 1867527 h 2053176"/>
              <a:gd name="connsiteX2701" fmla="*/ 1787944 w 12188965"/>
              <a:gd name="connsiteY2701" fmla="*/ 1893185 h 2053176"/>
              <a:gd name="connsiteX2702" fmla="*/ 1762285 w 12188965"/>
              <a:gd name="connsiteY2702" fmla="*/ 1918844 h 2053176"/>
              <a:gd name="connsiteX2703" fmla="*/ 1736626 w 12188965"/>
              <a:gd name="connsiteY2703" fmla="*/ 1893185 h 2053176"/>
              <a:gd name="connsiteX2704" fmla="*/ 1762285 w 12188965"/>
              <a:gd name="connsiteY2704" fmla="*/ 1867527 h 2053176"/>
              <a:gd name="connsiteX2705" fmla="*/ 1698080 w 12188965"/>
              <a:gd name="connsiteY2705" fmla="*/ 1867527 h 2053176"/>
              <a:gd name="connsiteX2706" fmla="*/ 1723738 w 12188965"/>
              <a:gd name="connsiteY2706" fmla="*/ 1893185 h 2053176"/>
              <a:gd name="connsiteX2707" fmla="*/ 1698080 w 12188965"/>
              <a:gd name="connsiteY2707" fmla="*/ 1918844 h 2053176"/>
              <a:gd name="connsiteX2708" fmla="*/ 1672420 w 12188965"/>
              <a:gd name="connsiteY2708" fmla="*/ 1893185 h 2053176"/>
              <a:gd name="connsiteX2709" fmla="*/ 1698080 w 12188965"/>
              <a:gd name="connsiteY2709" fmla="*/ 1867527 h 2053176"/>
              <a:gd name="connsiteX2710" fmla="*/ 1633874 w 12188965"/>
              <a:gd name="connsiteY2710" fmla="*/ 1867527 h 2053176"/>
              <a:gd name="connsiteX2711" fmla="*/ 1659533 w 12188965"/>
              <a:gd name="connsiteY2711" fmla="*/ 1893185 h 2053176"/>
              <a:gd name="connsiteX2712" fmla="*/ 1633874 w 12188965"/>
              <a:gd name="connsiteY2712" fmla="*/ 1918844 h 2053176"/>
              <a:gd name="connsiteX2713" fmla="*/ 1608216 w 12188965"/>
              <a:gd name="connsiteY2713" fmla="*/ 1893185 h 2053176"/>
              <a:gd name="connsiteX2714" fmla="*/ 1633874 w 12188965"/>
              <a:gd name="connsiteY2714" fmla="*/ 1867527 h 2053176"/>
              <a:gd name="connsiteX2715" fmla="*/ 1569669 w 12188965"/>
              <a:gd name="connsiteY2715" fmla="*/ 1867527 h 2053176"/>
              <a:gd name="connsiteX2716" fmla="*/ 1595328 w 12188965"/>
              <a:gd name="connsiteY2716" fmla="*/ 1893185 h 2053176"/>
              <a:gd name="connsiteX2717" fmla="*/ 1569669 w 12188965"/>
              <a:gd name="connsiteY2717" fmla="*/ 1918844 h 2053176"/>
              <a:gd name="connsiteX2718" fmla="*/ 1544010 w 12188965"/>
              <a:gd name="connsiteY2718" fmla="*/ 1893185 h 2053176"/>
              <a:gd name="connsiteX2719" fmla="*/ 1569669 w 12188965"/>
              <a:gd name="connsiteY2719" fmla="*/ 1867527 h 2053176"/>
              <a:gd name="connsiteX2720" fmla="*/ 1505464 w 12188965"/>
              <a:gd name="connsiteY2720" fmla="*/ 1867527 h 2053176"/>
              <a:gd name="connsiteX2721" fmla="*/ 1531123 w 12188965"/>
              <a:gd name="connsiteY2721" fmla="*/ 1893185 h 2053176"/>
              <a:gd name="connsiteX2722" fmla="*/ 1505464 w 12188965"/>
              <a:gd name="connsiteY2722" fmla="*/ 1918844 h 2053176"/>
              <a:gd name="connsiteX2723" fmla="*/ 1479806 w 12188965"/>
              <a:gd name="connsiteY2723" fmla="*/ 1893185 h 2053176"/>
              <a:gd name="connsiteX2724" fmla="*/ 1505464 w 12188965"/>
              <a:gd name="connsiteY2724" fmla="*/ 1867527 h 2053176"/>
              <a:gd name="connsiteX2725" fmla="*/ 1441258 w 12188965"/>
              <a:gd name="connsiteY2725" fmla="*/ 1867527 h 2053176"/>
              <a:gd name="connsiteX2726" fmla="*/ 1466917 w 12188965"/>
              <a:gd name="connsiteY2726" fmla="*/ 1893185 h 2053176"/>
              <a:gd name="connsiteX2727" fmla="*/ 1441258 w 12188965"/>
              <a:gd name="connsiteY2727" fmla="*/ 1918844 h 2053176"/>
              <a:gd name="connsiteX2728" fmla="*/ 1415599 w 12188965"/>
              <a:gd name="connsiteY2728" fmla="*/ 1893185 h 2053176"/>
              <a:gd name="connsiteX2729" fmla="*/ 1441258 w 12188965"/>
              <a:gd name="connsiteY2729" fmla="*/ 1867527 h 2053176"/>
              <a:gd name="connsiteX2730" fmla="*/ 1377053 w 12188965"/>
              <a:gd name="connsiteY2730" fmla="*/ 1867527 h 2053176"/>
              <a:gd name="connsiteX2731" fmla="*/ 1402712 w 12188965"/>
              <a:gd name="connsiteY2731" fmla="*/ 1893185 h 2053176"/>
              <a:gd name="connsiteX2732" fmla="*/ 1377053 w 12188965"/>
              <a:gd name="connsiteY2732" fmla="*/ 1918844 h 2053176"/>
              <a:gd name="connsiteX2733" fmla="*/ 1351395 w 12188965"/>
              <a:gd name="connsiteY2733" fmla="*/ 1893185 h 2053176"/>
              <a:gd name="connsiteX2734" fmla="*/ 1377053 w 12188965"/>
              <a:gd name="connsiteY2734" fmla="*/ 1867527 h 2053176"/>
              <a:gd name="connsiteX2735" fmla="*/ 1312848 w 12188965"/>
              <a:gd name="connsiteY2735" fmla="*/ 1867527 h 2053176"/>
              <a:gd name="connsiteX2736" fmla="*/ 1338507 w 12188965"/>
              <a:gd name="connsiteY2736" fmla="*/ 1893185 h 2053176"/>
              <a:gd name="connsiteX2737" fmla="*/ 1312848 w 12188965"/>
              <a:gd name="connsiteY2737" fmla="*/ 1918844 h 2053176"/>
              <a:gd name="connsiteX2738" fmla="*/ 1287190 w 12188965"/>
              <a:gd name="connsiteY2738" fmla="*/ 1893185 h 2053176"/>
              <a:gd name="connsiteX2739" fmla="*/ 1312848 w 12188965"/>
              <a:gd name="connsiteY2739" fmla="*/ 1867527 h 2053176"/>
              <a:gd name="connsiteX2740" fmla="*/ 1248643 w 12188965"/>
              <a:gd name="connsiteY2740" fmla="*/ 1867527 h 2053176"/>
              <a:gd name="connsiteX2741" fmla="*/ 1274302 w 12188965"/>
              <a:gd name="connsiteY2741" fmla="*/ 1893185 h 2053176"/>
              <a:gd name="connsiteX2742" fmla="*/ 1248643 w 12188965"/>
              <a:gd name="connsiteY2742" fmla="*/ 1918844 h 2053176"/>
              <a:gd name="connsiteX2743" fmla="*/ 1222984 w 12188965"/>
              <a:gd name="connsiteY2743" fmla="*/ 1893185 h 2053176"/>
              <a:gd name="connsiteX2744" fmla="*/ 1248643 w 12188965"/>
              <a:gd name="connsiteY2744" fmla="*/ 1867527 h 2053176"/>
              <a:gd name="connsiteX2745" fmla="*/ 1184437 w 12188965"/>
              <a:gd name="connsiteY2745" fmla="*/ 1867527 h 2053176"/>
              <a:gd name="connsiteX2746" fmla="*/ 1210096 w 12188965"/>
              <a:gd name="connsiteY2746" fmla="*/ 1893185 h 2053176"/>
              <a:gd name="connsiteX2747" fmla="*/ 1184437 w 12188965"/>
              <a:gd name="connsiteY2747" fmla="*/ 1918844 h 2053176"/>
              <a:gd name="connsiteX2748" fmla="*/ 1158780 w 12188965"/>
              <a:gd name="connsiteY2748" fmla="*/ 1893185 h 2053176"/>
              <a:gd name="connsiteX2749" fmla="*/ 1184437 w 12188965"/>
              <a:gd name="connsiteY2749" fmla="*/ 1867527 h 2053176"/>
              <a:gd name="connsiteX2750" fmla="*/ 1120233 w 12188965"/>
              <a:gd name="connsiteY2750" fmla="*/ 1867527 h 2053176"/>
              <a:gd name="connsiteX2751" fmla="*/ 1145892 w 12188965"/>
              <a:gd name="connsiteY2751" fmla="*/ 1893185 h 2053176"/>
              <a:gd name="connsiteX2752" fmla="*/ 1120233 w 12188965"/>
              <a:gd name="connsiteY2752" fmla="*/ 1918844 h 2053176"/>
              <a:gd name="connsiteX2753" fmla="*/ 1094573 w 12188965"/>
              <a:gd name="connsiteY2753" fmla="*/ 1893185 h 2053176"/>
              <a:gd name="connsiteX2754" fmla="*/ 1120233 w 12188965"/>
              <a:gd name="connsiteY2754" fmla="*/ 1867527 h 2053176"/>
              <a:gd name="connsiteX2755" fmla="*/ 1056027 w 12188965"/>
              <a:gd name="connsiteY2755" fmla="*/ 1867527 h 2053176"/>
              <a:gd name="connsiteX2756" fmla="*/ 1081685 w 12188965"/>
              <a:gd name="connsiteY2756" fmla="*/ 1893185 h 2053176"/>
              <a:gd name="connsiteX2757" fmla="*/ 1056027 w 12188965"/>
              <a:gd name="connsiteY2757" fmla="*/ 1918844 h 2053176"/>
              <a:gd name="connsiteX2758" fmla="*/ 1030369 w 12188965"/>
              <a:gd name="connsiteY2758" fmla="*/ 1893185 h 2053176"/>
              <a:gd name="connsiteX2759" fmla="*/ 1056027 w 12188965"/>
              <a:gd name="connsiteY2759" fmla="*/ 1867527 h 2053176"/>
              <a:gd name="connsiteX2760" fmla="*/ 991823 w 12188965"/>
              <a:gd name="connsiteY2760" fmla="*/ 1867527 h 2053176"/>
              <a:gd name="connsiteX2761" fmla="*/ 1017481 w 12188965"/>
              <a:gd name="connsiteY2761" fmla="*/ 1893185 h 2053176"/>
              <a:gd name="connsiteX2762" fmla="*/ 991823 w 12188965"/>
              <a:gd name="connsiteY2762" fmla="*/ 1918844 h 2053176"/>
              <a:gd name="connsiteX2763" fmla="*/ 966162 w 12188965"/>
              <a:gd name="connsiteY2763" fmla="*/ 1893185 h 2053176"/>
              <a:gd name="connsiteX2764" fmla="*/ 991823 w 12188965"/>
              <a:gd name="connsiteY2764" fmla="*/ 1867527 h 2053176"/>
              <a:gd name="connsiteX2765" fmla="*/ 927616 w 12188965"/>
              <a:gd name="connsiteY2765" fmla="*/ 1867527 h 2053176"/>
              <a:gd name="connsiteX2766" fmla="*/ 953275 w 12188965"/>
              <a:gd name="connsiteY2766" fmla="*/ 1893185 h 2053176"/>
              <a:gd name="connsiteX2767" fmla="*/ 927616 w 12188965"/>
              <a:gd name="connsiteY2767" fmla="*/ 1918844 h 2053176"/>
              <a:gd name="connsiteX2768" fmla="*/ 901957 w 12188965"/>
              <a:gd name="connsiteY2768" fmla="*/ 1893185 h 2053176"/>
              <a:gd name="connsiteX2769" fmla="*/ 927616 w 12188965"/>
              <a:gd name="connsiteY2769" fmla="*/ 1867527 h 2053176"/>
              <a:gd name="connsiteX2770" fmla="*/ 863411 w 12188965"/>
              <a:gd name="connsiteY2770" fmla="*/ 1867527 h 2053176"/>
              <a:gd name="connsiteX2771" fmla="*/ 889071 w 12188965"/>
              <a:gd name="connsiteY2771" fmla="*/ 1893185 h 2053176"/>
              <a:gd name="connsiteX2772" fmla="*/ 863411 w 12188965"/>
              <a:gd name="connsiteY2772" fmla="*/ 1918844 h 2053176"/>
              <a:gd name="connsiteX2773" fmla="*/ 837752 w 12188965"/>
              <a:gd name="connsiteY2773" fmla="*/ 1893185 h 2053176"/>
              <a:gd name="connsiteX2774" fmla="*/ 863411 w 12188965"/>
              <a:gd name="connsiteY2774" fmla="*/ 1867527 h 2053176"/>
              <a:gd name="connsiteX2775" fmla="*/ 799089 w 12188965"/>
              <a:gd name="connsiteY2775" fmla="*/ 1867527 h 2053176"/>
              <a:gd name="connsiteX2776" fmla="*/ 824748 w 12188965"/>
              <a:gd name="connsiteY2776" fmla="*/ 1893185 h 2053176"/>
              <a:gd name="connsiteX2777" fmla="*/ 799089 w 12188965"/>
              <a:gd name="connsiteY2777" fmla="*/ 1918844 h 2053176"/>
              <a:gd name="connsiteX2778" fmla="*/ 773432 w 12188965"/>
              <a:gd name="connsiteY2778" fmla="*/ 1893185 h 2053176"/>
              <a:gd name="connsiteX2779" fmla="*/ 799089 w 12188965"/>
              <a:gd name="connsiteY2779" fmla="*/ 1867527 h 2053176"/>
              <a:gd name="connsiteX2780" fmla="*/ 734885 w 12188965"/>
              <a:gd name="connsiteY2780" fmla="*/ 1867527 h 2053176"/>
              <a:gd name="connsiteX2781" fmla="*/ 760544 w 12188965"/>
              <a:gd name="connsiteY2781" fmla="*/ 1893185 h 2053176"/>
              <a:gd name="connsiteX2782" fmla="*/ 734885 w 12188965"/>
              <a:gd name="connsiteY2782" fmla="*/ 1918844 h 2053176"/>
              <a:gd name="connsiteX2783" fmla="*/ 709225 w 12188965"/>
              <a:gd name="connsiteY2783" fmla="*/ 1893185 h 2053176"/>
              <a:gd name="connsiteX2784" fmla="*/ 734885 w 12188965"/>
              <a:gd name="connsiteY2784" fmla="*/ 1867527 h 2053176"/>
              <a:gd name="connsiteX2785" fmla="*/ 670679 w 12188965"/>
              <a:gd name="connsiteY2785" fmla="*/ 1867527 h 2053176"/>
              <a:gd name="connsiteX2786" fmla="*/ 696338 w 12188965"/>
              <a:gd name="connsiteY2786" fmla="*/ 1893185 h 2053176"/>
              <a:gd name="connsiteX2787" fmla="*/ 670679 w 12188965"/>
              <a:gd name="connsiteY2787" fmla="*/ 1918844 h 2053176"/>
              <a:gd name="connsiteX2788" fmla="*/ 645020 w 12188965"/>
              <a:gd name="connsiteY2788" fmla="*/ 1893185 h 2053176"/>
              <a:gd name="connsiteX2789" fmla="*/ 670679 w 12188965"/>
              <a:gd name="connsiteY2789" fmla="*/ 1867527 h 2053176"/>
              <a:gd name="connsiteX2790" fmla="*/ 606475 w 12188965"/>
              <a:gd name="connsiteY2790" fmla="*/ 1867527 h 2053176"/>
              <a:gd name="connsiteX2791" fmla="*/ 632134 w 12188965"/>
              <a:gd name="connsiteY2791" fmla="*/ 1893185 h 2053176"/>
              <a:gd name="connsiteX2792" fmla="*/ 606475 w 12188965"/>
              <a:gd name="connsiteY2792" fmla="*/ 1918844 h 2053176"/>
              <a:gd name="connsiteX2793" fmla="*/ 580815 w 12188965"/>
              <a:gd name="connsiteY2793" fmla="*/ 1893185 h 2053176"/>
              <a:gd name="connsiteX2794" fmla="*/ 606475 w 12188965"/>
              <a:gd name="connsiteY2794" fmla="*/ 1867527 h 2053176"/>
              <a:gd name="connsiteX2795" fmla="*/ 542268 w 12188965"/>
              <a:gd name="connsiteY2795" fmla="*/ 1867527 h 2053176"/>
              <a:gd name="connsiteX2796" fmla="*/ 567927 w 12188965"/>
              <a:gd name="connsiteY2796" fmla="*/ 1893185 h 2053176"/>
              <a:gd name="connsiteX2797" fmla="*/ 542268 w 12188965"/>
              <a:gd name="connsiteY2797" fmla="*/ 1918844 h 2053176"/>
              <a:gd name="connsiteX2798" fmla="*/ 516610 w 12188965"/>
              <a:gd name="connsiteY2798" fmla="*/ 1893185 h 2053176"/>
              <a:gd name="connsiteX2799" fmla="*/ 542268 w 12188965"/>
              <a:gd name="connsiteY2799" fmla="*/ 1867527 h 2053176"/>
              <a:gd name="connsiteX2800" fmla="*/ 478063 w 12188965"/>
              <a:gd name="connsiteY2800" fmla="*/ 1867527 h 2053176"/>
              <a:gd name="connsiteX2801" fmla="*/ 503724 w 12188965"/>
              <a:gd name="connsiteY2801" fmla="*/ 1893185 h 2053176"/>
              <a:gd name="connsiteX2802" fmla="*/ 478063 w 12188965"/>
              <a:gd name="connsiteY2802" fmla="*/ 1918844 h 2053176"/>
              <a:gd name="connsiteX2803" fmla="*/ 452404 w 12188965"/>
              <a:gd name="connsiteY2803" fmla="*/ 1893185 h 2053176"/>
              <a:gd name="connsiteX2804" fmla="*/ 478063 w 12188965"/>
              <a:gd name="connsiteY2804" fmla="*/ 1867527 h 2053176"/>
              <a:gd name="connsiteX2805" fmla="*/ 413858 w 12188965"/>
              <a:gd name="connsiteY2805" fmla="*/ 1867527 h 2053176"/>
              <a:gd name="connsiteX2806" fmla="*/ 439517 w 12188965"/>
              <a:gd name="connsiteY2806" fmla="*/ 1893185 h 2053176"/>
              <a:gd name="connsiteX2807" fmla="*/ 413858 w 12188965"/>
              <a:gd name="connsiteY2807" fmla="*/ 1918844 h 2053176"/>
              <a:gd name="connsiteX2808" fmla="*/ 388200 w 12188965"/>
              <a:gd name="connsiteY2808" fmla="*/ 1893185 h 2053176"/>
              <a:gd name="connsiteX2809" fmla="*/ 413858 w 12188965"/>
              <a:gd name="connsiteY2809" fmla="*/ 1867527 h 2053176"/>
              <a:gd name="connsiteX2810" fmla="*/ 346686 w 12188965"/>
              <a:gd name="connsiteY2810" fmla="*/ 1867527 h 2053176"/>
              <a:gd name="connsiteX2811" fmla="*/ 372344 w 12188965"/>
              <a:gd name="connsiteY2811" fmla="*/ 1893185 h 2053176"/>
              <a:gd name="connsiteX2812" fmla="*/ 346686 w 12188965"/>
              <a:gd name="connsiteY2812" fmla="*/ 1918844 h 2053176"/>
              <a:gd name="connsiteX2813" fmla="*/ 321027 w 12188965"/>
              <a:gd name="connsiteY2813" fmla="*/ 1893185 h 2053176"/>
              <a:gd name="connsiteX2814" fmla="*/ 346686 w 12188965"/>
              <a:gd name="connsiteY2814" fmla="*/ 1867527 h 2053176"/>
              <a:gd name="connsiteX2815" fmla="*/ 282480 w 12188965"/>
              <a:gd name="connsiteY2815" fmla="*/ 1867527 h 2053176"/>
              <a:gd name="connsiteX2816" fmla="*/ 308138 w 12188965"/>
              <a:gd name="connsiteY2816" fmla="*/ 1893185 h 2053176"/>
              <a:gd name="connsiteX2817" fmla="*/ 282480 w 12188965"/>
              <a:gd name="connsiteY2817" fmla="*/ 1918844 h 2053176"/>
              <a:gd name="connsiteX2818" fmla="*/ 256820 w 12188965"/>
              <a:gd name="connsiteY2818" fmla="*/ 1893185 h 2053176"/>
              <a:gd name="connsiteX2819" fmla="*/ 282480 w 12188965"/>
              <a:gd name="connsiteY2819" fmla="*/ 1867527 h 2053176"/>
              <a:gd name="connsiteX2820" fmla="*/ 218274 w 12188965"/>
              <a:gd name="connsiteY2820" fmla="*/ 1867527 h 2053176"/>
              <a:gd name="connsiteX2821" fmla="*/ 243932 w 12188965"/>
              <a:gd name="connsiteY2821" fmla="*/ 1893185 h 2053176"/>
              <a:gd name="connsiteX2822" fmla="*/ 218274 w 12188965"/>
              <a:gd name="connsiteY2822" fmla="*/ 1918844 h 2053176"/>
              <a:gd name="connsiteX2823" fmla="*/ 192615 w 12188965"/>
              <a:gd name="connsiteY2823" fmla="*/ 1893185 h 2053176"/>
              <a:gd name="connsiteX2824" fmla="*/ 218274 w 12188965"/>
              <a:gd name="connsiteY2824" fmla="*/ 1867527 h 2053176"/>
              <a:gd name="connsiteX2825" fmla="*/ 154069 w 12188965"/>
              <a:gd name="connsiteY2825" fmla="*/ 1867527 h 2053176"/>
              <a:gd name="connsiteX2826" fmla="*/ 179727 w 12188965"/>
              <a:gd name="connsiteY2826" fmla="*/ 1893185 h 2053176"/>
              <a:gd name="connsiteX2827" fmla="*/ 154069 w 12188965"/>
              <a:gd name="connsiteY2827" fmla="*/ 1918844 h 2053176"/>
              <a:gd name="connsiteX2828" fmla="*/ 128410 w 12188965"/>
              <a:gd name="connsiteY2828" fmla="*/ 1893185 h 2053176"/>
              <a:gd name="connsiteX2829" fmla="*/ 154069 w 12188965"/>
              <a:gd name="connsiteY2829" fmla="*/ 1867527 h 2053176"/>
              <a:gd name="connsiteX2830" fmla="*/ 89864 w 12188965"/>
              <a:gd name="connsiteY2830" fmla="*/ 1867527 h 2053176"/>
              <a:gd name="connsiteX2831" fmla="*/ 115522 w 12188965"/>
              <a:gd name="connsiteY2831" fmla="*/ 1893185 h 2053176"/>
              <a:gd name="connsiteX2832" fmla="*/ 89864 w 12188965"/>
              <a:gd name="connsiteY2832" fmla="*/ 1918844 h 2053176"/>
              <a:gd name="connsiteX2833" fmla="*/ 64205 w 12188965"/>
              <a:gd name="connsiteY2833" fmla="*/ 1893185 h 2053176"/>
              <a:gd name="connsiteX2834" fmla="*/ 89864 w 12188965"/>
              <a:gd name="connsiteY2834" fmla="*/ 1867527 h 2053176"/>
              <a:gd name="connsiteX2835" fmla="*/ 25659 w 12188965"/>
              <a:gd name="connsiteY2835" fmla="*/ 1867527 h 2053176"/>
              <a:gd name="connsiteX2836" fmla="*/ 51317 w 12188965"/>
              <a:gd name="connsiteY2836" fmla="*/ 1893185 h 2053176"/>
              <a:gd name="connsiteX2837" fmla="*/ 25659 w 12188965"/>
              <a:gd name="connsiteY2837" fmla="*/ 1918844 h 2053176"/>
              <a:gd name="connsiteX2838" fmla="*/ 0 w 12188965"/>
              <a:gd name="connsiteY2838" fmla="*/ 1893185 h 2053176"/>
              <a:gd name="connsiteX2839" fmla="*/ 25659 w 12188965"/>
              <a:gd name="connsiteY2839" fmla="*/ 1867527 h 2053176"/>
              <a:gd name="connsiteX2840" fmla="*/ 12163307 w 12188965"/>
              <a:gd name="connsiteY2840" fmla="*/ 1800419 h 2053176"/>
              <a:gd name="connsiteX2841" fmla="*/ 12188965 w 12188965"/>
              <a:gd name="connsiteY2841" fmla="*/ 1826077 h 2053176"/>
              <a:gd name="connsiteX2842" fmla="*/ 12163307 w 12188965"/>
              <a:gd name="connsiteY2842" fmla="*/ 1851737 h 2053176"/>
              <a:gd name="connsiteX2843" fmla="*/ 12137649 w 12188965"/>
              <a:gd name="connsiteY2843" fmla="*/ 1826077 h 2053176"/>
              <a:gd name="connsiteX2844" fmla="*/ 12163307 w 12188965"/>
              <a:gd name="connsiteY2844" fmla="*/ 1800419 h 2053176"/>
              <a:gd name="connsiteX2845" fmla="*/ 12034897 w 12188965"/>
              <a:gd name="connsiteY2845" fmla="*/ 1800419 h 2053176"/>
              <a:gd name="connsiteX2846" fmla="*/ 12060557 w 12188965"/>
              <a:gd name="connsiteY2846" fmla="*/ 1826077 h 2053176"/>
              <a:gd name="connsiteX2847" fmla="*/ 12034897 w 12188965"/>
              <a:gd name="connsiteY2847" fmla="*/ 1851737 h 2053176"/>
              <a:gd name="connsiteX2848" fmla="*/ 12009237 w 12188965"/>
              <a:gd name="connsiteY2848" fmla="*/ 1826077 h 2053176"/>
              <a:gd name="connsiteX2849" fmla="*/ 12034897 w 12188965"/>
              <a:gd name="connsiteY2849" fmla="*/ 1800419 h 2053176"/>
              <a:gd name="connsiteX2850" fmla="*/ 11970691 w 12188965"/>
              <a:gd name="connsiteY2850" fmla="*/ 1800419 h 2053176"/>
              <a:gd name="connsiteX2851" fmla="*/ 11996349 w 12188965"/>
              <a:gd name="connsiteY2851" fmla="*/ 1826077 h 2053176"/>
              <a:gd name="connsiteX2852" fmla="*/ 11970691 w 12188965"/>
              <a:gd name="connsiteY2852" fmla="*/ 1851737 h 2053176"/>
              <a:gd name="connsiteX2853" fmla="*/ 11945033 w 12188965"/>
              <a:gd name="connsiteY2853" fmla="*/ 1826077 h 2053176"/>
              <a:gd name="connsiteX2854" fmla="*/ 11970691 w 12188965"/>
              <a:gd name="connsiteY2854" fmla="*/ 1800419 h 2053176"/>
              <a:gd name="connsiteX2855" fmla="*/ 11906483 w 12188965"/>
              <a:gd name="connsiteY2855" fmla="*/ 1800419 h 2053176"/>
              <a:gd name="connsiteX2856" fmla="*/ 11932145 w 12188965"/>
              <a:gd name="connsiteY2856" fmla="*/ 1826077 h 2053176"/>
              <a:gd name="connsiteX2857" fmla="*/ 11906483 w 12188965"/>
              <a:gd name="connsiteY2857" fmla="*/ 1851737 h 2053176"/>
              <a:gd name="connsiteX2858" fmla="*/ 11880825 w 12188965"/>
              <a:gd name="connsiteY2858" fmla="*/ 1826077 h 2053176"/>
              <a:gd name="connsiteX2859" fmla="*/ 11906483 w 12188965"/>
              <a:gd name="connsiteY2859" fmla="*/ 1800419 h 2053176"/>
              <a:gd name="connsiteX2860" fmla="*/ 11842279 w 12188965"/>
              <a:gd name="connsiteY2860" fmla="*/ 1800419 h 2053176"/>
              <a:gd name="connsiteX2861" fmla="*/ 11867941 w 12188965"/>
              <a:gd name="connsiteY2861" fmla="*/ 1826077 h 2053176"/>
              <a:gd name="connsiteX2862" fmla="*/ 11842279 w 12188965"/>
              <a:gd name="connsiteY2862" fmla="*/ 1851737 h 2053176"/>
              <a:gd name="connsiteX2863" fmla="*/ 11816621 w 12188965"/>
              <a:gd name="connsiteY2863" fmla="*/ 1826077 h 2053176"/>
              <a:gd name="connsiteX2864" fmla="*/ 11842279 w 12188965"/>
              <a:gd name="connsiteY2864" fmla="*/ 1800419 h 2053176"/>
              <a:gd name="connsiteX2865" fmla="*/ 11775107 w 12188965"/>
              <a:gd name="connsiteY2865" fmla="*/ 1800419 h 2053176"/>
              <a:gd name="connsiteX2866" fmla="*/ 11800767 w 12188965"/>
              <a:gd name="connsiteY2866" fmla="*/ 1826077 h 2053176"/>
              <a:gd name="connsiteX2867" fmla="*/ 11775107 w 12188965"/>
              <a:gd name="connsiteY2867" fmla="*/ 1851737 h 2053176"/>
              <a:gd name="connsiteX2868" fmla="*/ 11749449 w 12188965"/>
              <a:gd name="connsiteY2868" fmla="*/ 1826077 h 2053176"/>
              <a:gd name="connsiteX2869" fmla="*/ 11775107 w 12188965"/>
              <a:gd name="connsiteY2869" fmla="*/ 1800419 h 2053176"/>
              <a:gd name="connsiteX2870" fmla="*/ 11710901 w 12188965"/>
              <a:gd name="connsiteY2870" fmla="*/ 1800419 h 2053176"/>
              <a:gd name="connsiteX2871" fmla="*/ 11736561 w 12188965"/>
              <a:gd name="connsiteY2871" fmla="*/ 1826077 h 2053176"/>
              <a:gd name="connsiteX2872" fmla="*/ 11710901 w 12188965"/>
              <a:gd name="connsiteY2872" fmla="*/ 1851737 h 2053176"/>
              <a:gd name="connsiteX2873" fmla="*/ 11685243 w 12188965"/>
              <a:gd name="connsiteY2873" fmla="*/ 1826077 h 2053176"/>
              <a:gd name="connsiteX2874" fmla="*/ 11710901 w 12188965"/>
              <a:gd name="connsiteY2874" fmla="*/ 1800419 h 2053176"/>
              <a:gd name="connsiteX2875" fmla="*/ 11646697 w 12188965"/>
              <a:gd name="connsiteY2875" fmla="*/ 1800419 h 2053176"/>
              <a:gd name="connsiteX2876" fmla="*/ 11672355 w 12188965"/>
              <a:gd name="connsiteY2876" fmla="*/ 1826077 h 2053176"/>
              <a:gd name="connsiteX2877" fmla="*/ 11646697 w 12188965"/>
              <a:gd name="connsiteY2877" fmla="*/ 1851737 h 2053176"/>
              <a:gd name="connsiteX2878" fmla="*/ 11621037 w 12188965"/>
              <a:gd name="connsiteY2878" fmla="*/ 1826077 h 2053176"/>
              <a:gd name="connsiteX2879" fmla="*/ 11646697 w 12188965"/>
              <a:gd name="connsiteY2879" fmla="*/ 1800419 h 2053176"/>
              <a:gd name="connsiteX2880" fmla="*/ 11582491 w 12188965"/>
              <a:gd name="connsiteY2880" fmla="*/ 1800419 h 2053176"/>
              <a:gd name="connsiteX2881" fmla="*/ 11608149 w 12188965"/>
              <a:gd name="connsiteY2881" fmla="*/ 1826077 h 2053176"/>
              <a:gd name="connsiteX2882" fmla="*/ 11582491 w 12188965"/>
              <a:gd name="connsiteY2882" fmla="*/ 1851737 h 2053176"/>
              <a:gd name="connsiteX2883" fmla="*/ 11556833 w 12188965"/>
              <a:gd name="connsiteY2883" fmla="*/ 1826077 h 2053176"/>
              <a:gd name="connsiteX2884" fmla="*/ 11582491 w 12188965"/>
              <a:gd name="connsiteY2884" fmla="*/ 1800419 h 2053176"/>
              <a:gd name="connsiteX2885" fmla="*/ 11389875 w 12188965"/>
              <a:gd name="connsiteY2885" fmla="*/ 1800419 h 2053176"/>
              <a:gd name="connsiteX2886" fmla="*/ 11415533 w 12188965"/>
              <a:gd name="connsiteY2886" fmla="*/ 1826077 h 2053176"/>
              <a:gd name="connsiteX2887" fmla="*/ 11389875 w 12188965"/>
              <a:gd name="connsiteY2887" fmla="*/ 1851737 h 2053176"/>
              <a:gd name="connsiteX2888" fmla="*/ 11364217 w 12188965"/>
              <a:gd name="connsiteY2888" fmla="*/ 1826077 h 2053176"/>
              <a:gd name="connsiteX2889" fmla="*/ 11389875 w 12188965"/>
              <a:gd name="connsiteY2889" fmla="*/ 1800419 h 2053176"/>
              <a:gd name="connsiteX2890" fmla="*/ 11325670 w 12188965"/>
              <a:gd name="connsiteY2890" fmla="*/ 1800419 h 2053176"/>
              <a:gd name="connsiteX2891" fmla="*/ 11351329 w 12188965"/>
              <a:gd name="connsiteY2891" fmla="*/ 1826077 h 2053176"/>
              <a:gd name="connsiteX2892" fmla="*/ 11325670 w 12188965"/>
              <a:gd name="connsiteY2892" fmla="*/ 1851737 h 2053176"/>
              <a:gd name="connsiteX2893" fmla="*/ 11300012 w 12188965"/>
              <a:gd name="connsiteY2893" fmla="*/ 1826077 h 2053176"/>
              <a:gd name="connsiteX2894" fmla="*/ 11325670 w 12188965"/>
              <a:gd name="connsiteY2894" fmla="*/ 1800419 h 2053176"/>
              <a:gd name="connsiteX2895" fmla="*/ 11261466 w 12188965"/>
              <a:gd name="connsiteY2895" fmla="*/ 1800419 h 2053176"/>
              <a:gd name="connsiteX2896" fmla="*/ 11287124 w 12188965"/>
              <a:gd name="connsiteY2896" fmla="*/ 1826077 h 2053176"/>
              <a:gd name="connsiteX2897" fmla="*/ 11261466 w 12188965"/>
              <a:gd name="connsiteY2897" fmla="*/ 1851737 h 2053176"/>
              <a:gd name="connsiteX2898" fmla="*/ 11235805 w 12188965"/>
              <a:gd name="connsiteY2898" fmla="*/ 1826077 h 2053176"/>
              <a:gd name="connsiteX2899" fmla="*/ 11261466 w 12188965"/>
              <a:gd name="connsiteY2899" fmla="*/ 1800419 h 2053176"/>
              <a:gd name="connsiteX2900" fmla="*/ 11197259 w 12188965"/>
              <a:gd name="connsiteY2900" fmla="*/ 1800419 h 2053176"/>
              <a:gd name="connsiteX2901" fmla="*/ 11222917 w 12188965"/>
              <a:gd name="connsiteY2901" fmla="*/ 1826077 h 2053176"/>
              <a:gd name="connsiteX2902" fmla="*/ 11197259 w 12188965"/>
              <a:gd name="connsiteY2902" fmla="*/ 1851737 h 2053176"/>
              <a:gd name="connsiteX2903" fmla="*/ 11171601 w 12188965"/>
              <a:gd name="connsiteY2903" fmla="*/ 1826077 h 2053176"/>
              <a:gd name="connsiteX2904" fmla="*/ 11197259 w 12188965"/>
              <a:gd name="connsiteY2904" fmla="*/ 1800419 h 2053176"/>
              <a:gd name="connsiteX2905" fmla="*/ 11004643 w 12188965"/>
              <a:gd name="connsiteY2905" fmla="*/ 1800419 h 2053176"/>
              <a:gd name="connsiteX2906" fmla="*/ 11030301 w 12188965"/>
              <a:gd name="connsiteY2906" fmla="*/ 1826077 h 2053176"/>
              <a:gd name="connsiteX2907" fmla="*/ 11004643 w 12188965"/>
              <a:gd name="connsiteY2907" fmla="*/ 1851737 h 2053176"/>
              <a:gd name="connsiteX2908" fmla="*/ 10978985 w 12188965"/>
              <a:gd name="connsiteY2908" fmla="*/ 1826077 h 2053176"/>
              <a:gd name="connsiteX2909" fmla="*/ 11004643 w 12188965"/>
              <a:gd name="connsiteY2909" fmla="*/ 1800419 h 2053176"/>
              <a:gd name="connsiteX2910" fmla="*/ 10940321 w 12188965"/>
              <a:gd name="connsiteY2910" fmla="*/ 1800419 h 2053176"/>
              <a:gd name="connsiteX2911" fmla="*/ 10965982 w 12188965"/>
              <a:gd name="connsiteY2911" fmla="*/ 1826077 h 2053176"/>
              <a:gd name="connsiteX2912" fmla="*/ 10940321 w 12188965"/>
              <a:gd name="connsiteY2912" fmla="*/ 1851737 h 2053176"/>
              <a:gd name="connsiteX2913" fmla="*/ 10914663 w 12188965"/>
              <a:gd name="connsiteY2913" fmla="*/ 1826077 h 2053176"/>
              <a:gd name="connsiteX2914" fmla="*/ 10940321 w 12188965"/>
              <a:gd name="connsiteY2914" fmla="*/ 1800419 h 2053176"/>
              <a:gd name="connsiteX2915" fmla="*/ 10876117 w 12188965"/>
              <a:gd name="connsiteY2915" fmla="*/ 1800419 h 2053176"/>
              <a:gd name="connsiteX2916" fmla="*/ 10901775 w 12188965"/>
              <a:gd name="connsiteY2916" fmla="*/ 1826077 h 2053176"/>
              <a:gd name="connsiteX2917" fmla="*/ 10876117 w 12188965"/>
              <a:gd name="connsiteY2917" fmla="*/ 1851737 h 2053176"/>
              <a:gd name="connsiteX2918" fmla="*/ 10850459 w 12188965"/>
              <a:gd name="connsiteY2918" fmla="*/ 1826077 h 2053176"/>
              <a:gd name="connsiteX2919" fmla="*/ 10876117 w 12188965"/>
              <a:gd name="connsiteY2919" fmla="*/ 1800419 h 2053176"/>
              <a:gd name="connsiteX2920" fmla="*/ 10811912 w 12188965"/>
              <a:gd name="connsiteY2920" fmla="*/ 1800419 h 2053176"/>
              <a:gd name="connsiteX2921" fmla="*/ 10837571 w 12188965"/>
              <a:gd name="connsiteY2921" fmla="*/ 1826077 h 2053176"/>
              <a:gd name="connsiteX2922" fmla="*/ 10811912 w 12188965"/>
              <a:gd name="connsiteY2922" fmla="*/ 1851737 h 2053176"/>
              <a:gd name="connsiteX2923" fmla="*/ 10786254 w 12188965"/>
              <a:gd name="connsiteY2923" fmla="*/ 1826077 h 2053176"/>
              <a:gd name="connsiteX2924" fmla="*/ 10811912 w 12188965"/>
              <a:gd name="connsiteY2924" fmla="*/ 1800419 h 2053176"/>
              <a:gd name="connsiteX2925" fmla="*/ 10683501 w 12188965"/>
              <a:gd name="connsiteY2925" fmla="*/ 1800419 h 2053176"/>
              <a:gd name="connsiteX2926" fmla="*/ 10709159 w 12188965"/>
              <a:gd name="connsiteY2926" fmla="*/ 1826077 h 2053176"/>
              <a:gd name="connsiteX2927" fmla="*/ 10683501 w 12188965"/>
              <a:gd name="connsiteY2927" fmla="*/ 1851737 h 2053176"/>
              <a:gd name="connsiteX2928" fmla="*/ 10657843 w 12188965"/>
              <a:gd name="connsiteY2928" fmla="*/ 1826077 h 2053176"/>
              <a:gd name="connsiteX2929" fmla="*/ 10683501 w 12188965"/>
              <a:gd name="connsiteY2929" fmla="*/ 1800419 h 2053176"/>
              <a:gd name="connsiteX2930" fmla="*/ 10619297 w 12188965"/>
              <a:gd name="connsiteY2930" fmla="*/ 1800419 h 2053176"/>
              <a:gd name="connsiteX2931" fmla="*/ 10644955 w 12188965"/>
              <a:gd name="connsiteY2931" fmla="*/ 1826077 h 2053176"/>
              <a:gd name="connsiteX2932" fmla="*/ 10619297 w 12188965"/>
              <a:gd name="connsiteY2932" fmla="*/ 1851737 h 2053176"/>
              <a:gd name="connsiteX2933" fmla="*/ 10593639 w 12188965"/>
              <a:gd name="connsiteY2933" fmla="*/ 1826077 h 2053176"/>
              <a:gd name="connsiteX2934" fmla="*/ 10619297 w 12188965"/>
              <a:gd name="connsiteY2934" fmla="*/ 1800419 h 2053176"/>
              <a:gd name="connsiteX2935" fmla="*/ 10555092 w 12188965"/>
              <a:gd name="connsiteY2935" fmla="*/ 1800419 h 2053176"/>
              <a:gd name="connsiteX2936" fmla="*/ 10580751 w 12188965"/>
              <a:gd name="connsiteY2936" fmla="*/ 1826077 h 2053176"/>
              <a:gd name="connsiteX2937" fmla="*/ 10555092 w 12188965"/>
              <a:gd name="connsiteY2937" fmla="*/ 1851737 h 2053176"/>
              <a:gd name="connsiteX2938" fmla="*/ 10529432 w 12188965"/>
              <a:gd name="connsiteY2938" fmla="*/ 1826077 h 2053176"/>
              <a:gd name="connsiteX2939" fmla="*/ 10555092 w 12188965"/>
              <a:gd name="connsiteY2939" fmla="*/ 1800419 h 2053176"/>
              <a:gd name="connsiteX2940" fmla="*/ 10490885 w 12188965"/>
              <a:gd name="connsiteY2940" fmla="*/ 1800419 h 2053176"/>
              <a:gd name="connsiteX2941" fmla="*/ 10516544 w 12188965"/>
              <a:gd name="connsiteY2941" fmla="*/ 1826077 h 2053176"/>
              <a:gd name="connsiteX2942" fmla="*/ 10490885 w 12188965"/>
              <a:gd name="connsiteY2942" fmla="*/ 1851737 h 2053176"/>
              <a:gd name="connsiteX2943" fmla="*/ 10465227 w 12188965"/>
              <a:gd name="connsiteY2943" fmla="*/ 1826077 h 2053176"/>
              <a:gd name="connsiteX2944" fmla="*/ 10490885 w 12188965"/>
              <a:gd name="connsiteY2944" fmla="*/ 1800419 h 2053176"/>
              <a:gd name="connsiteX2945" fmla="*/ 10298270 w 12188965"/>
              <a:gd name="connsiteY2945" fmla="*/ 1800419 h 2053176"/>
              <a:gd name="connsiteX2946" fmla="*/ 10323928 w 12188965"/>
              <a:gd name="connsiteY2946" fmla="*/ 1826077 h 2053176"/>
              <a:gd name="connsiteX2947" fmla="*/ 10298270 w 12188965"/>
              <a:gd name="connsiteY2947" fmla="*/ 1851737 h 2053176"/>
              <a:gd name="connsiteX2948" fmla="*/ 10272611 w 12188965"/>
              <a:gd name="connsiteY2948" fmla="*/ 1826077 h 2053176"/>
              <a:gd name="connsiteX2949" fmla="*/ 10298270 w 12188965"/>
              <a:gd name="connsiteY2949" fmla="*/ 1800419 h 2053176"/>
              <a:gd name="connsiteX2950" fmla="*/ 10234065 w 12188965"/>
              <a:gd name="connsiteY2950" fmla="*/ 1800419 h 2053176"/>
              <a:gd name="connsiteX2951" fmla="*/ 10259723 w 12188965"/>
              <a:gd name="connsiteY2951" fmla="*/ 1826077 h 2053176"/>
              <a:gd name="connsiteX2952" fmla="*/ 10234065 w 12188965"/>
              <a:gd name="connsiteY2952" fmla="*/ 1851737 h 2053176"/>
              <a:gd name="connsiteX2953" fmla="*/ 10208404 w 12188965"/>
              <a:gd name="connsiteY2953" fmla="*/ 1826077 h 2053176"/>
              <a:gd name="connsiteX2954" fmla="*/ 10234065 w 12188965"/>
              <a:gd name="connsiteY2954" fmla="*/ 1800419 h 2053176"/>
              <a:gd name="connsiteX2955" fmla="*/ 10169858 w 12188965"/>
              <a:gd name="connsiteY2955" fmla="*/ 1800419 h 2053176"/>
              <a:gd name="connsiteX2956" fmla="*/ 10195519 w 12188965"/>
              <a:gd name="connsiteY2956" fmla="*/ 1826077 h 2053176"/>
              <a:gd name="connsiteX2957" fmla="*/ 10169858 w 12188965"/>
              <a:gd name="connsiteY2957" fmla="*/ 1851737 h 2053176"/>
              <a:gd name="connsiteX2958" fmla="*/ 10144200 w 12188965"/>
              <a:gd name="connsiteY2958" fmla="*/ 1826077 h 2053176"/>
              <a:gd name="connsiteX2959" fmla="*/ 10169858 w 12188965"/>
              <a:gd name="connsiteY2959" fmla="*/ 1800419 h 2053176"/>
              <a:gd name="connsiteX2960" fmla="*/ 10105654 w 12188965"/>
              <a:gd name="connsiteY2960" fmla="*/ 1800419 h 2053176"/>
              <a:gd name="connsiteX2961" fmla="*/ 10131312 w 12188965"/>
              <a:gd name="connsiteY2961" fmla="*/ 1826077 h 2053176"/>
              <a:gd name="connsiteX2962" fmla="*/ 10105654 w 12188965"/>
              <a:gd name="connsiteY2962" fmla="*/ 1851737 h 2053176"/>
              <a:gd name="connsiteX2963" fmla="*/ 10079996 w 12188965"/>
              <a:gd name="connsiteY2963" fmla="*/ 1826077 h 2053176"/>
              <a:gd name="connsiteX2964" fmla="*/ 10105654 w 12188965"/>
              <a:gd name="connsiteY2964" fmla="*/ 1800419 h 2053176"/>
              <a:gd name="connsiteX2965" fmla="*/ 9913038 w 12188965"/>
              <a:gd name="connsiteY2965" fmla="*/ 1800419 h 2053176"/>
              <a:gd name="connsiteX2966" fmla="*/ 9938696 w 12188965"/>
              <a:gd name="connsiteY2966" fmla="*/ 1826077 h 2053176"/>
              <a:gd name="connsiteX2967" fmla="*/ 9913038 w 12188965"/>
              <a:gd name="connsiteY2967" fmla="*/ 1851737 h 2053176"/>
              <a:gd name="connsiteX2968" fmla="*/ 9887380 w 12188965"/>
              <a:gd name="connsiteY2968" fmla="*/ 1826077 h 2053176"/>
              <a:gd name="connsiteX2969" fmla="*/ 9913038 w 12188965"/>
              <a:gd name="connsiteY2969" fmla="*/ 1800419 h 2053176"/>
              <a:gd name="connsiteX2970" fmla="*/ 9848716 w 12188965"/>
              <a:gd name="connsiteY2970" fmla="*/ 1800419 h 2053176"/>
              <a:gd name="connsiteX2971" fmla="*/ 9874374 w 12188965"/>
              <a:gd name="connsiteY2971" fmla="*/ 1826077 h 2053176"/>
              <a:gd name="connsiteX2972" fmla="*/ 9848716 w 12188965"/>
              <a:gd name="connsiteY2972" fmla="*/ 1851737 h 2053176"/>
              <a:gd name="connsiteX2973" fmla="*/ 9823058 w 12188965"/>
              <a:gd name="connsiteY2973" fmla="*/ 1826077 h 2053176"/>
              <a:gd name="connsiteX2974" fmla="*/ 9848716 w 12188965"/>
              <a:gd name="connsiteY2974" fmla="*/ 1800419 h 2053176"/>
              <a:gd name="connsiteX2975" fmla="*/ 9784512 w 12188965"/>
              <a:gd name="connsiteY2975" fmla="*/ 1800419 h 2053176"/>
              <a:gd name="connsiteX2976" fmla="*/ 9810170 w 12188965"/>
              <a:gd name="connsiteY2976" fmla="*/ 1826077 h 2053176"/>
              <a:gd name="connsiteX2977" fmla="*/ 9784512 w 12188965"/>
              <a:gd name="connsiteY2977" fmla="*/ 1851737 h 2053176"/>
              <a:gd name="connsiteX2978" fmla="*/ 9758853 w 12188965"/>
              <a:gd name="connsiteY2978" fmla="*/ 1826077 h 2053176"/>
              <a:gd name="connsiteX2979" fmla="*/ 9784512 w 12188965"/>
              <a:gd name="connsiteY2979" fmla="*/ 1800419 h 2053176"/>
              <a:gd name="connsiteX2980" fmla="*/ 9720307 w 12188965"/>
              <a:gd name="connsiteY2980" fmla="*/ 1800419 h 2053176"/>
              <a:gd name="connsiteX2981" fmla="*/ 9745965 w 12188965"/>
              <a:gd name="connsiteY2981" fmla="*/ 1826077 h 2053176"/>
              <a:gd name="connsiteX2982" fmla="*/ 9720307 w 12188965"/>
              <a:gd name="connsiteY2982" fmla="*/ 1851737 h 2053176"/>
              <a:gd name="connsiteX2983" fmla="*/ 9694646 w 12188965"/>
              <a:gd name="connsiteY2983" fmla="*/ 1826077 h 2053176"/>
              <a:gd name="connsiteX2984" fmla="*/ 9720307 w 12188965"/>
              <a:gd name="connsiteY2984" fmla="*/ 1800419 h 2053176"/>
              <a:gd name="connsiteX2985" fmla="*/ 9591896 w 12188965"/>
              <a:gd name="connsiteY2985" fmla="*/ 1800419 h 2053176"/>
              <a:gd name="connsiteX2986" fmla="*/ 9617554 w 12188965"/>
              <a:gd name="connsiteY2986" fmla="*/ 1826077 h 2053176"/>
              <a:gd name="connsiteX2987" fmla="*/ 9591896 w 12188965"/>
              <a:gd name="connsiteY2987" fmla="*/ 1851737 h 2053176"/>
              <a:gd name="connsiteX2988" fmla="*/ 9566238 w 12188965"/>
              <a:gd name="connsiteY2988" fmla="*/ 1826077 h 2053176"/>
              <a:gd name="connsiteX2989" fmla="*/ 9591896 w 12188965"/>
              <a:gd name="connsiteY2989" fmla="*/ 1800419 h 2053176"/>
              <a:gd name="connsiteX2990" fmla="*/ 9527689 w 12188965"/>
              <a:gd name="connsiteY2990" fmla="*/ 1800419 h 2053176"/>
              <a:gd name="connsiteX2991" fmla="*/ 9553350 w 12188965"/>
              <a:gd name="connsiteY2991" fmla="*/ 1826077 h 2053176"/>
              <a:gd name="connsiteX2992" fmla="*/ 9527689 w 12188965"/>
              <a:gd name="connsiteY2992" fmla="*/ 1851737 h 2053176"/>
              <a:gd name="connsiteX2993" fmla="*/ 9502031 w 12188965"/>
              <a:gd name="connsiteY2993" fmla="*/ 1826077 h 2053176"/>
              <a:gd name="connsiteX2994" fmla="*/ 9527689 w 12188965"/>
              <a:gd name="connsiteY2994" fmla="*/ 1800419 h 2053176"/>
              <a:gd name="connsiteX2995" fmla="*/ 9463485 w 12188965"/>
              <a:gd name="connsiteY2995" fmla="*/ 1800419 h 2053176"/>
              <a:gd name="connsiteX2996" fmla="*/ 9489143 w 12188965"/>
              <a:gd name="connsiteY2996" fmla="*/ 1826077 h 2053176"/>
              <a:gd name="connsiteX2997" fmla="*/ 9463485 w 12188965"/>
              <a:gd name="connsiteY2997" fmla="*/ 1851737 h 2053176"/>
              <a:gd name="connsiteX2998" fmla="*/ 9437826 w 12188965"/>
              <a:gd name="connsiteY2998" fmla="*/ 1826077 h 2053176"/>
              <a:gd name="connsiteX2999" fmla="*/ 9463485 w 12188965"/>
              <a:gd name="connsiteY2999" fmla="*/ 1800419 h 2053176"/>
              <a:gd name="connsiteX3000" fmla="*/ 9399280 w 12188965"/>
              <a:gd name="connsiteY3000" fmla="*/ 1800419 h 2053176"/>
              <a:gd name="connsiteX3001" fmla="*/ 9424938 w 12188965"/>
              <a:gd name="connsiteY3001" fmla="*/ 1826077 h 2053176"/>
              <a:gd name="connsiteX3002" fmla="*/ 9399280 w 12188965"/>
              <a:gd name="connsiteY3002" fmla="*/ 1851737 h 2053176"/>
              <a:gd name="connsiteX3003" fmla="*/ 9373619 w 12188965"/>
              <a:gd name="connsiteY3003" fmla="*/ 1826077 h 2053176"/>
              <a:gd name="connsiteX3004" fmla="*/ 9399280 w 12188965"/>
              <a:gd name="connsiteY3004" fmla="*/ 1800419 h 2053176"/>
              <a:gd name="connsiteX3005" fmla="*/ 9206664 w 12188965"/>
              <a:gd name="connsiteY3005" fmla="*/ 1800419 h 2053176"/>
              <a:gd name="connsiteX3006" fmla="*/ 9232323 w 12188965"/>
              <a:gd name="connsiteY3006" fmla="*/ 1826077 h 2053176"/>
              <a:gd name="connsiteX3007" fmla="*/ 9206664 w 12188965"/>
              <a:gd name="connsiteY3007" fmla="*/ 1851737 h 2053176"/>
              <a:gd name="connsiteX3008" fmla="*/ 9181006 w 12188965"/>
              <a:gd name="connsiteY3008" fmla="*/ 1826077 h 2053176"/>
              <a:gd name="connsiteX3009" fmla="*/ 9206664 w 12188965"/>
              <a:gd name="connsiteY3009" fmla="*/ 1800419 h 2053176"/>
              <a:gd name="connsiteX3010" fmla="*/ 9142457 w 12188965"/>
              <a:gd name="connsiteY3010" fmla="*/ 1800419 h 2053176"/>
              <a:gd name="connsiteX3011" fmla="*/ 9168118 w 12188965"/>
              <a:gd name="connsiteY3011" fmla="*/ 1826077 h 2053176"/>
              <a:gd name="connsiteX3012" fmla="*/ 9142457 w 12188965"/>
              <a:gd name="connsiteY3012" fmla="*/ 1851737 h 2053176"/>
              <a:gd name="connsiteX3013" fmla="*/ 9116799 w 12188965"/>
              <a:gd name="connsiteY3013" fmla="*/ 1826077 h 2053176"/>
              <a:gd name="connsiteX3014" fmla="*/ 9142457 w 12188965"/>
              <a:gd name="connsiteY3014" fmla="*/ 1800419 h 2053176"/>
              <a:gd name="connsiteX3015" fmla="*/ 9078253 w 12188965"/>
              <a:gd name="connsiteY3015" fmla="*/ 1800419 h 2053176"/>
              <a:gd name="connsiteX3016" fmla="*/ 9103911 w 12188965"/>
              <a:gd name="connsiteY3016" fmla="*/ 1826077 h 2053176"/>
              <a:gd name="connsiteX3017" fmla="*/ 9078253 w 12188965"/>
              <a:gd name="connsiteY3017" fmla="*/ 1851737 h 2053176"/>
              <a:gd name="connsiteX3018" fmla="*/ 9052595 w 12188965"/>
              <a:gd name="connsiteY3018" fmla="*/ 1826077 h 2053176"/>
              <a:gd name="connsiteX3019" fmla="*/ 9078253 w 12188965"/>
              <a:gd name="connsiteY3019" fmla="*/ 1800419 h 2053176"/>
              <a:gd name="connsiteX3020" fmla="*/ 9014049 w 12188965"/>
              <a:gd name="connsiteY3020" fmla="*/ 1800419 h 2053176"/>
              <a:gd name="connsiteX3021" fmla="*/ 9039707 w 12188965"/>
              <a:gd name="connsiteY3021" fmla="*/ 1826077 h 2053176"/>
              <a:gd name="connsiteX3022" fmla="*/ 9014049 w 12188965"/>
              <a:gd name="connsiteY3022" fmla="*/ 1851737 h 2053176"/>
              <a:gd name="connsiteX3023" fmla="*/ 8988388 w 12188965"/>
              <a:gd name="connsiteY3023" fmla="*/ 1826077 h 2053176"/>
              <a:gd name="connsiteX3024" fmla="*/ 9014049 w 12188965"/>
              <a:gd name="connsiteY3024" fmla="*/ 1800419 h 2053176"/>
              <a:gd name="connsiteX3025" fmla="*/ 8821433 w 12188965"/>
              <a:gd name="connsiteY3025" fmla="*/ 1800419 h 2053176"/>
              <a:gd name="connsiteX3026" fmla="*/ 8847091 w 12188965"/>
              <a:gd name="connsiteY3026" fmla="*/ 1826077 h 2053176"/>
              <a:gd name="connsiteX3027" fmla="*/ 8821433 w 12188965"/>
              <a:gd name="connsiteY3027" fmla="*/ 1851737 h 2053176"/>
              <a:gd name="connsiteX3028" fmla="*/ 8795772 w 12188965"/>
              <a:gd name="connsiteY3028" fmla="*/ 1826077 h 2053176"/>
              <a:gd name="connsiteX3029" fmla="*/ 8821433 w 12188965"/>
              <a:gd name="connsiteY3029" fmla="*/ 1800419 h 2053176"/>
              <a:gd name="connsiteX3030" fmla="*/ 8757226 w 12188965"/>
              <a:gd name="connsiteY3030" fmla="*/ 1800419 h 2053176"/>
              <a:gd name="connsiteX3031" fmla="*/ 8782887 w 12188965"/>
              <a:gd name="connsiteY3031" fmla="*/ 1826077 h 2053176"/>
              <a:gd name="connsiteX3032" fmla="*/ 8757226 w 12188965"/>
              <a:gd name="connsiteY3032" fmla="*/ 1851737 h 2053176"/>
              <a:gd name="connsiteX3033" fmla="*/ 8731568 w 12188965"/>
              <a:gd name="connsiteY3033" fmla="*/ 1826077 h 2053176"/>
              <a:gd name="connsiteX3034" fmla="*/ 8757226 w 12188965"/>
              <a:gd name="connsiteY3034" fmla="*/ 1800419 h 2053176"/>
              <a:gd name="connsiteX3035" fmla="*/ 8692904 w 12188965"/>
              <a:gd name="connsiteY3035" fmla="*/ 1800419 h 2053176"/>
              <a:gd name="connsiteX3036" fmla="*/ 8718565 w 12188965"/>
              <a:gd name="connsiteY3036" fmla="*/ 1826077 h 2053176"/>
              <a:gd name="connsiteX3037" fmla="*/ 8692904 w 12188965"/>
              <a:gd name="connsiteY3037" fmla="*/ 1851737 h 2053176"/>
              <a:gd name="connsiteX3038" fmla="*/ 8667246 w 12188965"/>
              <a:gd name="connsiteY3038" fmla="*/ 1826077 h 2053176"/>
              <a:gd name="connsiteX3039" fmla="*/ 8692904 w 12188965"/>
              <a:gd name="connsiteY3039" fmla="*/ 1800419 h 2053176"/>
              <a:gd name="connsiteX3040" fmla="*/ 8628699 w 12188965"/>
              <a:gd name="connsiteY3040" fmla="*/ 1800419 h 2053176"/>
              <a:gd name="connsiteX3041" fmla="*/ 8654358 w 12188965"/>
              <a:gd name="connsiteY3041" fmla="*/ 1826077 h 2053176"/>
              <a:gd name="connsiteX3042" fmla="*/ 8628699 w 12188965"/>
              <a:gd name="connsiteY3042" fmla="*/ 1851737 h 2053176"/>
              <a:gd name="connsiteX3043" fmla="*/ 8603041 w 12188965"/>
              <a:gd name="connsiteY3043" fmla="*/ 1826077 h 2053176"/>
              <a:gd name="connsiteX3044" fmla="*/ 8628699 w 12188965"/>
              <a:gd name="connsiteY3044" fmla="*/ 1800419 h 2053176"/>
              <a:gd name="connsiteX3045" fmla="*/ 8500288 w 12188965"/>
              <a:gd name="connsiteY3045" fmla="*/ 1800419 h 2053176"/>
              <a:gd name="connsiteX3046" fmla="*/ 8525949 w 12188965"/>
              <a:gd name="connsiteY3046" fmla="*/ 1826077 h 2053176"/>
              <a:gd name="connsiteX3047" fmla="*/ 8500288 w 12188965"/>
              <a:gd name="connsiteY3047" fmla="*/ 1851737 h 2053176"/>
              <a:gd name="connsiteX3048" fmla="*/ 8474630 w 12188965"/>
              <a:gd name="connsiteY3048" fmla="*/ 1826077 h 2053176"/>
              <a:gd name="connsiteX3049" fmla="*/ 8500288 w 12188965"/>
              <a:gd name="connsiteY3049" fmla="*/ 1800419 h 2053176"/>
              <a:gd name="connsiteX3050" fmla="*/ 8436084 w 12188965"/>
              <a:gd name="connsiteY3050" fmla="*/ 1800419 h 2053176"/>
              <a:gd name="connsiteX3051" fmla="*/ 8461745 w 12188965"/>
              <a:gd name="connsiteY3051" fmla="*/ 1826077 h 2053176"/>
              <a:gd name="connsiteX3052" fmla="*/ 8436084 w 12188965"/>
              <a:gd name="connsiteY3052" fmla="*/ 1851737 h 2053176"/>
              <a:gd name="connsiteX3053" fmla="*/ 8410426 w 12188965"/>
              <a:gd name="connsiteY3053" fmla="*/ 1826077 h 2053176"/>
              <a:gd name="connsiteX3054" fmla="*/ 8436084 w 12188965"/>
              <a:gd name="connsiteY3054" fmla="*/ 1800419 h 2053176"/>
              <a:gd name="connsiteX3055" fmla="*/ 8307675 w 12188965"/>
              <a:gd name="connsiteY3055" fmla="*/ 1800419 h 2053176"/>
              <a:gd name="connsiteX3056" fmla="*/ 8333333 w 12188965"/>
              <a:gd name="connsiteY3056" fmla="*/ 1826077 h 2053176"/>
              <a:gd name="connsiteX3057" fmla="*/ 8307675 w 12188965"/>
              <a:gd name="connsiteY3057" fmla="*/ 1851737 h 2053176"/>
              <a:gd name="connsiteX3058" fmla="*/ 8282014 w 12188965"/>
              <a:gd name="connsiteY3058" fmla="*/ 1826077 h 2053176"/>
              <a:gd name="connsiteX3059" fmla="*/ 8307675 w 12188965"/>
              <a:gd name="connsiteY3059" fmla="*/ 1800419 h 2053176"/>
              <a:gd name="connsiteX3060" fmla="*/ 8115057 w 12188965"/>
              <a:gd name="connsiteY3060" fmla="*/ 1800419 h 2053176"/>
              <a:gd name="connsiteX3061" fmla="*/ 8140717 w 12188965"/>
              <a:gd name="connsiteY3061" fmla="*/ 1826077 h 2053176"/>
              <a:gd name="connsiteX3062" fmla="*/ 8115057 w 12188965"/>
              <a:gd name="connsiteY3062" fmla="*/ 1851737 h 2053176"/>
              <a:gd name="connsiteX3063" fmla="*/ 8089398 w 12188965"/>
              <a:gd name="connsiteY3063" fmla="*/ 1826077 h 2053176"/>
              <a:gd name="connsiteX3064" fmla="*/ 8115057 w 12188965"/>
              <a:gd name="connsiteY3064" fmla="*/ 1800419 h 2053176"/>
              <a:gd name="connsiteX3065" fmla="*/ 8050852 w 12188965"/>
              <a:gd name="connsiteY3065" fmla="*/ 1800419 h 2053176"/>
              <a:gd name="connsiteX3066" fmla="*/ 8076510 w 12188965"/>
              <a:gd name="connsiteY3066" fmla="*/ 1826077 h 2053176"/>
              <a:gd name="connsiteX3067" fmla="*/ 8050852 w 12188965"/>
              <a:gd name="connsiteY3067" fmla="*/ 1851737 h 2053176"/>
              <a:gd name="connsiteX3068" fmla="*/ 8025194 w 12188965"/>
              <a:gd name="connsiteY3068" fmla="*/ 1826077 h 2053176"/>
              <a:gd name="connsiteX3069" fmla="*/ 8050852 w 12188965"/>
              <a:gd name="connsiteY3069" fmla="*/ 1800419 h 2053176"/>
              <a:gd name="connsiteX3070" fmla="*/ 7986648 w 12188965"/>
              <a:gd name="connsiteY3070" fmla="*/ 1800419 h 2053176"/>
              <a:gd name="connsiteX3071" fmla="*/ 8012306 w 12188965"/>
              <a:gd name="connsiteY3071" fmla="*/ 1826077 h 2053176"/>
              <a:gd name="connsiteX3072" fmla="*/ 7986648 w 12188965"/>
              <a:gd name="connsiteY3072" fmla="*/ 1851737 h 2053176"/>
              <a:gd name="connsiteX3073" fmla="*/ 7960990 w 12188965"/>
              <a:gd name="connsiteY3073" fmla="*/ 1826077 h 2053176"/>
              <a:gd name="connsiteX3074" fmla="*/ 7986648 w 12188965"/>
              <a:gd name="connsiteY3074" fmla="*/ 1800419 h 2053176"/>
              <a:gd name="connsiteX3075" fmla="*/ 7922444 w 12188965"/>
              <a:gd name="connsiteY3075" fmla="*/ 1800419 h 2053176"/>
              <a:gd name="connsiteX3076" fmla="*/ 7948102 w 12188965"/>
              <a:gd name="connsiteY3076" fmla="*/ 1826077 h 2053176"/>
              <a:gd name="connsiteX3077" fmla="*/ 7922444 w 12188965"/>
              <a:gd name="connsiteY3077" fmla="*/ 1851737 h 2053176"/>
              <a:gd name="connsiteX3078" fmla="*/ 7896783 w 12188965"/>
              <a:gd name="connsiteY3078" fmla="*/ 1826077 h 2053176"/>
              <a:gd name="connsiteX3079" fmla="*/ 7922444 w 12188965"/>
              <a:gd name="connsiteY3079" fmla="*/ 1800419 h 2053176"/>
              <a:gd name="connsiteX3080" fmla="*/ 7729825 w 12188965"/>
              <a:gd name="connsiteY3080" fmla="*/ 1800419 h 2053176"/>
              <a:gd name="connsiteX3081" fmla="*/ 7755486 w 12188965"/>
              <a:gd name="connsiteY3081" fmla="*/ 1826077 h 2053176"/>
              <a:gd name="connsiteX3082" fmla="*/ 7729825 w 12188965"/>
              <a:gd name="connsiteY3082" fmla="*/ 1851737 h 2053176"/>
              <a:gd name="connsiteX3083" fmla="*/ 7704167 w 12188965"/>
              <a:gd name="connsiteY3083" fmla="*/ 1826077 h 2053176"/>
              <a:gd name="connsiteX3084" fmla="*/ 7729825 w 12188965"/>
              <a:gd name="connsiteY3084" fmla="*/ 1800419 h 2053176"/>
              <a:gd name="connsiteX3085" fmla="*/ 7665621 w 12188965"/>
              <a:gd name="connsiteY3085" fmla="*/ 1800419 h 2053176"/>
              <a:gd name="connsiteX3086" fmla="*/ 7691279 w 12188965"/>
              <a:gd name="connsiteY3086" fmla="*/ 1826077 h 2053176"/>
              <a:gd name="connsiteX3087" fmla="*/ 7665621 w 12188965"/>
              <a:gd name="connsiteY3087" fmla="*/ 1851737 h 2053176"/>
              <a:gd name="connsiteX3088" fmla="*/ 7639963 w 12188965"/>
              <a:gd name="connsiteY3088" fmla="*/ 1826077 h 2053176"/>
              <a:gd name="connsiteX3089" fmla="*/ 7665621 w 12188965"/>
              <a:gd name="connsiteY3089" fmla="*/ 1800419 h 2053176"/>
              <a:gd name="connsiteX3090" fmla="*/ 7601299 w 12188965"/>
              <a:gd name="connsiteY3090" fmla="*/ 1800419 h 2053176"/>
              <a:gd name="connsiteX3091" fmla="*/ 7626959 w 12188965"/>
              <a:gd name="connsiteY3091" fmla="*/ 1826077 h 2053176"/>
              <a:gd name="connsiteX3092" fmla="*/ 7601299 w 12188965"/>
              <a:gd name="connsiteY3092" fmla="*/ 1851737 h 2053176"/>
              <a:gd name="connsiteX3093" fmla="*/ 7575640 w 12188965"/>
              <a:gd name="connsiteY3093" fmla="*/ 1826077 h 2053176"/>
              <a:gd name="connsiteX3094" fmla="*/ 7601299 w 12188965"/>
              <a:gd name="connsiteY3094" fmla="*/ 1800419 h 2053176"/>
              <a:gd name="connsiteX3095" fmla="*/ 7537094 w 12188965"/>
              <a:gd name="connsiteY3095" fmla="*/ 1800419 h 2053176"/>
              <a:gd name="connsiteX3096" fmla="*/ 7562752 w 12188965"/>
              <a:gd name="connsiteY3096" fmla="*/ 1826077 h 2053176"/>
              <a:gd name="connsiteX3097" fmla="*/ 7537094 w 12188965"/>
              <a:gd name="connsiteY3097" fmla="*/ 1851737 h 2053176"/>
              <a:gd name="connsiteX3098" fmla="*/ 7511436 w 12188965"/>
              <a:gd name="connsiteY3098" fmla="*/ 1826077 h 2053176"/>
              <a:gd name="connsiteX3099" fmla="*/ 7537094 w 12188965"/>
              <a:gd name="connsiteY3099" fmla="*/ 1800419 h 2053176"/>
              <a:gd name="connsiteX3100" fmla="*/ 7408683 w 12188965"/>
              <a:gd name="connsiteY3100" fmla="*/ 1800419 h 2053176"/>
              <a:gd name="connsiteX3101" fmla="*/ 7434341 w 12188965"/>
              <a:gd name="connsiteY3101" fmla="*/ 1826077 h 2053176"/>
              <a:gd name="connsiteX3102" fmla="*/ 7408683 w 12188965"/>
              <a:gd name="connsiteY3102" fmla="*/ 1851737 h 2053176"/>
              <a:gd name="connsiteX3103" fmla="*/ 7383025 w 12188965"/>
              <a:gd name="connsiteY3103" fmla="*/ 1826077 h 2053176"/>
              <a:gd name="connsiteX3104" fmla="*/ 7408683 w 12188965"/>
              <a:gd name="connsiteY3104" fmla="*/ 1800419 h 2053176"/>
              <a:gd name="connsiteX3105" fmla="*/ 7344479 w 12188965"/>
              <a:gd name="connsiteY3105" fmla="*/ 1800419 h 2053176"/>
              <a:gd name="connsiteX3106" fmla="*/ 7370137 w 12188965"/>
              <a:gd name="connsiteY3106" fmla="*/ 1826077 h 2053176"/>
              <a:gd name="connsiteX3107" fmla="*/ 7344479 w 12188965"/>
              <a:gd name="connsiteY3107" fmla="*/ 1851737 h 2053176"/>
              <a:gd name="connsiteX3108" fmla="*/ 7318820 w 12188965"/>
              <a:gd name="connsiteY3108" fmla="*/ 1826077 h 2053176"/>
              <a:gd name="connsiteX3109" fmla="*/ 7344479 w 12188965"/>
              <a:gd name="connsiteY3109" fmla="*/ 1800419 h 2053176"/>
              <a:gd name="connsiteX3110" fmla="*/ 7280274 w 12188965"/>
              <a:gd name="connsiteY3110" fmla="*/ 1800419 h 2053176"/>
              <a:gd name="connsiteX3111" fmla="*/ 7305932 w 12188965"/>
              <a:gd name="connsiteY3111" fmla="*/ 1826077 h 2053176"/>
              <a:gd name="connsiteX3112" fmla="*/ 7280274 w 12188965"/>
              <a:gd name="connsiteY3112" fmla="*/ 1851737 h 2053176"/>
              <a:gd name="connsiteX3113" fmla="*/ 7254613 w 12188965"/>
              <a:gd name="connsiteY3113" fmla="*/ 1826077 h 2053176"/>
              <a:gd name="connsiteX3114" fmla="*/ 7280274 w 12188965"/>
              <a:gd name="connsiteY3114" fmla="*/ 1800419 h 2053176"/>
              <a:gd name="connsiteX3115" fmla="*/ 7216067 w 12188965"/>
              <a:gd name="connsiteY3115" fmla="*/ 1800419 h 2053176"/>
              <a:gd name="connsiteX3116" fmla="*/ 7241725 w 12188965"/>
              <a:gd name="connsiteY3116" fmla="*/ 1826077 h 2053176"/>
              <a:gd name="connsiteX3117" fmla="*/ 7216067 w 12188965"/>
              <a:gd name="connsiteY3117" fmla="*/ 1851737 h 2053176"/>
              <a:gd name="connsiteX3118" fmla="*/ 7190409 w 12188965"/>
              <a:gd name="connsiteY3118" fmla="*/ 1826077 h 2053176"/>
              <a:gd name="connsiteX3119" fmla="*/ 7216067 w 12188965"/>
              <a:gd name="connsiteY3119" fmla="*/ 1800419 h 2053176"/>
              <a:gd name="connsiteX3120" fmla="*/ 7023451 w 12188965"/>
              <a:gd name="connsiteY3120" fmla="*/ 1800419 h 2053176"/>
              <a:gd name="connsiteX3121" fmla="*/ 7049112 w 12188965"/>
              <a:gd name="connsiteY3121" fmla="*/ 1826077 h 2053176"/>
              <a:gd name="connsiteX3122" fmla="*/ 7023451 w 12188965"/>
              <a:gd name="connsiteY3122" fmla="*/ 1851737 h 2053176"/>
              <a:gd name="connsiteX3123" fmla="*/ 6997793 w 12188965"/>
              <a:gd name="connsiteY3123" fmla="*/ 1826077 h 2053176"/>
              <a:gd name="connsiteX3124" fmla="*/ 7023451 w 12188965"/>
              <a:gd name="connsiteY3124" fmla="*/ 1800419 h 2053176"/>
              <a:gd name="connsiteX3125" fmla="*/ 6959247 w 12188965"/>
              <a:gd name="connsiteY3125" fmla="*/ 1800419 h 2053176"/>
              <a:gd name="connsiteX3126" fmla="*/ 6984905 w 12188965"/>
              <a:gd name="connsiteY3126" fmla="*/ 1826077 h 2053176"/>
              <a:gd name="connsiteX3127" fmla="*/ 6959247 w 12188965"/>
              <a:gd name="connsiteY3127" fmla="*/ 1851737 h 2053176"/>
              <a:gd name="connsiteX3128" fmla="*/ 6933589 w 12188965"/>
              <a:gd name="connsiteY3128" fmla="*/ 1826077 h 2053176"/>
              <a:gd name="connsiteX3129" fmla="*/ 6959247 w 12188965"/>
              <a:gd name="connsiteY3129" fmla="*/ 1800419 h 2053176"/>
              <a:gd name="connsiteX3130" fmla="*/ 6895043 w 12188965"/>
              <a:gd name="connsiteY3130" fmla="*/ 1800419 h 2053176"/>
              <a:gd name="connsiteX3131" fmla="*/ 6920701 w 12188965"/>
              <a:gd name="connsiteY3131" fmla="*/ 1826077 h 2053176"/>
              <a:gd name="connsiteX3132" fmla="*/ 6895043 w 12188965"/>
              <a:gd name="connsiteY3132" fmla="*/ 1851737 h 2053176"/>
              <a:gd name="connsiteX3133" fmla="*/ 6869382 w 12188965"/>
              <a:gd name="connsiteY3133" fmla="*/ 1826077 h 2053176"/>
              <a:gd name="connsiteX3134" fmla="*/ 6895043 w 12188965"/>
              <a:gd name="connsiteY3134" fmla="*/ 1800419 h 2053176"/>
              <a:gd name="connsiteX3135" fmla="*/ 6830836 w 12188965"/>
              <a:gd name="connsiteY3135" fmla="*/ 1800419 h 2053176"/>
              <a:gd name="connsiteX3136" fmla="*/ 6856494 w 12188965"/>
              <a:gd name="connsiteY3136" fmla="*/ 1826077 h 2053176"/>
              <a:gd name="connsiteX3137" fmla="*/ 6830836 w 12188965"/>
              <a:gd name="connsiteY3137" fmla="*/ 1851737 h 2053176"/>
              <a:gd name="connsiteX3138" fmla="*/ 6805178 w 12188965"/>
              <a:gd name="connsiteY3138" fmla="*/ 1826077 h 2053176"/>
              <a:gd name="connsiteX3139" fmla="*/ 6830836 w 12188965"/>
              <a:gd name="connsiteY3139" fmla="*/ 1800419 h 2053176"/>
              <a:gd name="connsiteX3140" fmla="*/ 6638220 w 12188965"/>
              <a:gd name="connsiteY3140" fmla="*/ 1800419 h 2053176"/>
              <a:gd name="connsiteX3141" fmla="*/ 6663881 w 12188965"/>
              <a:gd name="connsiteY3141" fmla="*/ 1826077 h 2053176"/>
              <a:gd name="connsiteX3142" fmla="*/ 6638220 w 12188965"/>
              <a:gd name="connsiteY3142" fmla="*/ 1851737 h 2053176"/>
              <a:gd name="connsiteX3143" fmla="*/ 6612562 w 12188965"/>
              <a:gd name="connsiteY3143" fmla="*/ 1826077 h 2053176"/>
              <a:gd name="connsiteX3144" fmla="*/ 6638220 w 12188965"/>
              <a:gd name="connsiteY3144" fmla="*/ 1800419 h 2053176"/>
              <a:gd name="connsiteX3145" fmla="*/ 6574016 w 12188965"/>
              <a:gd name="connsiteY3145" fmla="*/ 1800419 h 2053176"/>
              <a:gd name="connsiteX3146" fmla="*/ 6599674 w 12188965"/>
              <a:gd name="connsiteY3146" fmla="*/ 1826077 h 2053176"/>
              <a:gd name="connsiteX3147" fmla="*/ 6574016 w 12188965"/>
              <a:gd name="connsiteY3147" fmla="*/ 1851737 h 2053176"/>
              <a:gd name="connsiteX3148" fmla="*/ 6548357 w 12188965"/>
              <a:gd name="connsiteY3148" fmla="*/ 1826077 h 2053176"/>
              <a:gd name="connsiteX3149" fmla="*/ 6574016 w 12188965"/>
              <a:gd name="connsiteY3149" fmla="*/ 1800419 h 2053176"/>
              <a:gd name="connsiteX3150" fmla="*/ 6509693 w 12188965"/>
              <a:gd name="connsiteY3150" fmla="*/ 1800419 h 2053176"/>
              <a:gd name="connsiteX3151" fmla="*/ 6535352 w 12188965"/>
              <a:gd name="connsiteY3151" fmla="*/ 1826077 h 2053176"/>
              <a:gd name="connsiteX3152" fmla="*/ 6509693 w 12188965"/>
              <a:gd name="connsiteY3152" fmla="*/ 1851737 h 2053176"/>
              <a:gd name="connsiteX3153" fmla="*/ 6484035 w 12188965"/>
              <a:gd name="connsiteY3153" fmla="*/ 1826077 h 2053176"/>
              <a:gd name="connsiteX3154" fmla="*/ 6509693 w 12188965"/>
              <a:gd name="connsiteY3154" fmla="*/ 1800419 h 2053176"/>
              <a:gd name="connsiteX3155" fmla="*/ 6445489 w 12188965"/>
              <a:gd name="connsiteY3155" fmla="*/ 1800419 h 2053176"/>
              <a:gd name="connsiteX3156" fmla="*/ 6471147 w 12188965"/>
              <a:gd name="connsiteY3156" fmla="*/ 1826077 h 2053176"/>
              <a:gd name="connsiteX3157" fmla="*/ 6445489 w 12188965"/>
              <a:gd name="connsiteY3157" fmla="*/ 1851737 h 2053176"/>
              <a:gd name="connsiteX3158" fmla="*/ 6419831 w 12188965"/>
              <a:gd name="connsiteY3158" fmla="*/ 1826077 h 2053176"/>
              <a:gd name="connsiteX3159" fmla="*/ 6445489 w 12188965"/>
              <a:gd name="connsiteY3159" fmla="*/ 1800419 h 2053176"/>
              <a:gd name="connsiteX3160" fmla="*/ 6317078 w 12188965"/>
              <a:gd name="connsiteY3160" fmla="*/ 1800419 h 2053176"/>
              <a:gd name="connsiteX3161" fmla="*/ 6342736 w 12188965"/>
              <a:gd name="connsiteY3161" fmla="*/ 1826077 h 2053176"/>
              <a:gd name="connsiteX3162" fmla="*/ 6317078 w 12188965"/>
              <a:gd name="connsiteY3162" fmla="*/ 1851737 h 2053176"/>
              <a:gd name="connsiteX3163" fmla="*/ 6291420 w 12188965"/>
              <a:gd name="connsiteY3163" fmla="*/ 1826077 h 2053176"/>
              <a:gd name="connsiteX3164" fmla="*/ 6317078 w 12188965"/>
              <a:gd name="connsiteY3164" fmla="*/ 1800419 h 2053176"/>
              <a:gd name="connsiteX3165" fmla="*/ 6252873 w 12188965"/>
              <a:gd name="connsiteY3165" fmla="*/ 1800419 h 2053176"/>
              <a:gd name="connsiteX3166" fmla="*/ 6278532 w 12188965"/>
              <a:gd name="connsiteY3166" fmla="*/ 1826077 h 2053176"/>
              <a:gd name="connsiteX3167" fmla="*/ 6252873 w 12188965"/>
              <a:gd name="connsiteY3167" fmla="*/ 1851737 h 2053176"/>
              <a:gd name="connsiteX3168" fmla="*/ 6227213 w 12188965"/>
              <a:gd name="connsiteY3168" fmla="*/ 1826077 h 2053176"/>
              <a:gd name="connsiteX3169" fmla="*/ 6252873 w 12188965"/>
              <a:gd name="connsiteY3169" fmla="*/ 1800419 h 2053176"/>
              <a:gd name="connsiteX3170" fmla="*/ 6188666 w 12188965"/>
              <a:gd name="connsiteY3170" fmla="*/ 1800419 h 2053176"/>
              <a:gd name="connsiteX3171" fmla="*/ 6214327 w 12188965"/>
              <a:gd name="connsiteY3171" fmla="*/ 1826077 h 2053176"/>
              <a:gd name="connsiteX3172" fmla="*/ 6188666 w 12188965"/>
              <a:gd name="connsiteY3172" fmla="*/ 1851737 h 2053176"/>
              <a:gd name="connsiteX3173" fmla="*/ 6163008 w 12188965"/>
              <a:gd name="connsiteY3173" fmla="*/ 1826077 h 2053176"/>
              <a:gd name="connsiteX3174" fmla="*/ 6188666 w 12188965"/>
              <a:gd name="connsiteY3174" fmla="*/ 1800419 h 2053176"/>
              <a:gd name="connsiteX3175" fmla="*/ 6124462 w 12188965"/>
              <a:gd name="connsiteY3175" fmla="*/ 1800419 h 2053176"/>
              <a:gd name="connsiteX3176" fmla="*/ 6150123 w 12188965"/>
              <a:gd name="connsiteY3176" fmla="*/ 1826077 h 2053176"/>
              <a:gd name="connsiteX3177" fmla="*/ 6124462 w 12188965"/>
              <a:gd name="connsiteY3177" fmla="*/ 1851737 h 2053176"/>
              <a:gd name="connsiteX3178" fmla="*/ 6098804 w 12188965"/>
              <a:gd name="connsiteY3178" fmla="*/ 1826077 h 2053176"/>
              <a:gd name="connsiteX3179" fmla="*/ 6124462 w 12188965"/>
              <a:gd name="connsiteY3179" fmla="*/ 1800419 h 2053176"/>
              <a:gd name="connsiteX3180" fmla="*/ 6064505 w 12188965"/>
              <a:gd name="connsiteY3180" fmla="*/ 1800419 h 2053176"/>
              <a:gd name="connsiteX3181" fmla="*/ 6090163 w 12188965"/>
              <a:gd name="connsiteY3181" fmla="*/ 1826077 h 2053176"/>
              <a:gd name="connsiteX3182" fmla="*/ 6064505 w 12188965"/>
              <a:gd name="connsiteY3182" fmla="*/ 1851737 h 2053176"/>
              <a:gd name="connsiteX3183" fmla="*/ 6038844 w 12188965"/>
              <a:gd name="connsiteY3183" fmla="*/ 1826077 h 2053176"/>
              <a:gd name="connsiteX3184" fmla="*/ 6064505 w 12188965"/>
              <a:gd name="connsiteY3184" fmla="*/ 1800419 h 2053176"/>
              <a:gd name="connsiteX3185" fmla="*/ 6000298 w 12188965"/>
              <a:gd name="connsiteY3185" fmla="*/ 1800419 h 2053176"/>
              <a:gd name="connsiteX3186" fmla="*/ 6025956 w 12188965"/>
              <a:gd name="connsiteY3186" fmla="*/ 1826077 h 2053176"/>
              <a:gd name="connsiteX3187" fmla="*/ 6000298 w 12188965"/>
              <a:gd name="connsiteY3187" fmla="*/ 1851737 h 2053176"/>
              <a:gd name="connsiteX3188" fmla="*/ 5974639 w 12188965"/>
              <a:gd name="connsiteY3188" fmla="*/ 1826077 h 2053176"/>
              <a:gd name="connsiteX3189" fmla="*/ 6000298 w 12188965"/>
              <a:gd name="connsiteY3189" fmla="*/ 1800419 h 2053176"/>
              <a:gd name="connsiteX3190" fmla="*/ 5936092 w 12188965"/>
              <a:gd name="connsiteY3190" fmla="*/ 1800419 h 2053176"/>
              <a:gd name="connsiteX3191" fmla="*/ 5961751 w 12188965"/>
              <a:gd name="connsiteY3191" fmla="*/ 1826077 h 2053176"/>
              <a:gd name="connsiteX3192" fmla="*/ 5936092 w 12188965"/>
              <a:gd name="connsiteY3192" fmla="*/ 1851737 h 2053176"/>
              <a:gd name="connsiteX3193" fmla="*/ 5910435 w 12188965"/>
              <a:gd name="connsiteY3193" fmla="*/ 1826077 h 2053176"/>
              <a:gd name="connsiteX3194" fmla="*/ 5936092 w 12188965"/>
              <a:gd name="connsiteY3194" fmla="*/ 1800419 h 2053176"/>
              <a:gd name="connsiteX3195" fmla="*/ 5871887 w 12188965"/>
              <a:gd name="connsiteY3195" fmla="*/ 1800419 h 2053176"/>
              <a:gd name="connsiteX3196" fmla="*/ 5897547 w 12188965"/>
              <a:gd name="connsiteY3196" fmla="*/ 1826077 h 2053176"/>
              <a:gd name="connsiteX3197" fmla="*/ 5871887 w 12188965"/>
              <a:gd name="connsiteY3197" fmla="*/ 1851737 h 2053176"/>
              <a:gd name="connsiteX3198" fmla="*/ 5846228 w 12188965"/>
              <a:gd name="connsiteY3198" fmla="*/ 1826077 h 2053176"/>
              <a:gd name="connsiteX3199" fmla="*/ 5871887 w 12188965"/>
              <a:gd name="connsiteY3199" fmla="*/ 1800419 h 2053176"/>
              <a:gd name="connsiteX3200" fmla="*/ 5679272 w 12188965"/>
              <a:gd name="connsiteY3200" fmla="*/ 1800419 h 2053176"/>
              <a:gd name="connsiteX3201" fmla="*/ 5704930 w 12188965"/>
              <a:gd name="connsiteY3201" fmla="*/ 1826077 h 2053176"/>
              <a:gd name="connsiteX3202" fmla="*/ 5679272 w 12188965"/>
              <a:gd name="connsiteY3202" fmla="*/ 1851737 h 2053176"/>
              <a:gd name="connsiteX3203" fmla="*/ 5653614 w 12188965"/>
              <a:gd name="connsiteY3203" fmla="*/ 1826077 h 2053176"/>
              <a:gd name="connsiteX3204" fmla="*/ 5679272 w 12188965"/>
              <a:gd name="connsiteY3204" fmla="*/ 1800419 h 2053176"/>
              <a:gd name="connsiteX3205" fmla="*/ 5615066 w 12188965"/>
              <a:gd name="connsiteY3205" fmla="*/ 1800419 h 2053176"/>
              <a:gd name="connsiteX3206" fmla="*/ 5640726 w 12188965"/>
              <a:gd name="connsiteY3206" fmla="*/ 1826077 h 2053176"/>
              <a:gd name="connsiteX3207" fmla="*/ 5615066 w 12188965"/>
              <a:gd name="connsiteY3207" fmla="*/ 1851737 h 2053176"/>
              <a:gd name="connsiteX3208" fmla="*/ 5589407 w 12188965"/>
              <a:gd name="connsiteY3208" fmla="*/ 1826077 h 2053176"/>
              <a:gd name="connsiteX3209" fmla="*/ 5615066 w 12188965"/>
              <a:gd name="connsiteY3209" fmla="*/ 1800419 h 2053176"/>
              <a:gd name="connsiteX3210" fmla="*/ 5550862 w 12188965"/>
              <a:gd name="connsiteY3210" fmla="*/ 1800419 h 2053176"/>
              <a:gd name="connsiteX3211" fmla="*/ 5576520 w 12188965"/>
              <a:gd name="connsiteY3211" fmla="*/ 1826077 h 2053176"/>
              <a:gd name="connsiteX3212" fmla="*/ 5550862 w 12188965"/>
              <a:gd name="connsiteY3212" fmla="*/ 1851737 h 2053176"/>
              <a:gd name="connsiteX3213" fmla="*/ 5525203 w 12188965"/>
              <a:gd name="connsiteY3213" fmla="*/ 1826077 h 2053176"/>
              <a:gd name="connsiteX3214" fmla="*/ 5550862 w 12188965"/>
              <a:gd name="connsiteY3214" fmla="*/ 1800419 h 2053176"/>
              <a:gd name="connsiteX3215" fmla="*/ 5486655 w 12188965"/>
              <a:gd name="connsiteY3215" fmla="*/ 1800419 h 2053176"/>
              <a:gd name="connsiteX3216" fmla="*/ 5512316 w 12188965"/>
              <a:gd name="connsiteY3216" fmla="*/ 1826077 h 2053176"/>
              <a:gd name="connsiteX3217" fmla="*/ 5486655 w 12188965"/>
              <a:gd name="connsiteY3217" fmla="*/ 1851737 h 2053176"/>
              <a:gd name="connsiteX3218" fmla="*/ 5460997 w 12188965"/>
              <a:gd name="connsiteY3218" fmla="*/ 1826077 h 2053176"/>
              <a:gd name="connsiteX3219" fmla="*/ 5486655 w 12188965"/>
              <a:gd name="connsiteY3219" fmla="*/ 1800419 h 2053176"/>
              <a:gd name="connsiteX3220" fmla="*/ 5294040 w 12188965"/>
              <a:gd name="connsiteY3220" fmla="*/ 1800419 h 2053176"/>
              <a:gd name="connsiteX3221" fmla="*/ 5319699 w 12188965"/>
              <a:gd name="connsiteY3221" fmla="*/ 1826077 h 2053176"/>
              <a:gd name="connsiteX3222" fmla="*/ 5294040 w 12188965"/>
              <a:gd name="connsiteY3222" fmla="*/ 1851737 h 2053176"/>
              <a:gd name="connsiteX3223" fmla="*/ 5268382 w 12188965"/>
              <a:gd name="connsiteY3223" fmla="*/ 1826077 h 2053176"/>
              <a:gd name="connsiteX3224" fmla="*/ 5294040 w 12188965"/>
              <a:gd name="connsiteY3224" fmla="*/ 1800419 h 2053176"/>
              <a:gd name="connsiteX3225" fmla="*/ 5229719 w 12188965"/>
              <a:gd name="connsiteY3225" fmla="*/ 1800419 h 2053176"/>
              <a:gd name="connsiteX3226" fmla="*/ 5255377 w 12188965"/>
              <a:gd name="connsiteY3226" fmla="*/ 1826077 h 2053176"/>
              <a:gd name="connsiteX3227" fmla="*/ 5229719 w 12188965"/>
              <a:gd name="connsiteY3227" fmla="*/ 1851737 h 2053176"/>
              <a:gd name="connsiteX3228" fmla="*/ 5204058 w 12188965"/>
              <a:gd name="connsiteY3228" fmla="*/ 1826077 h 2053176"/>
              <a:gd name="connsiteX3229" fmla="*/ 5229719 w 12188965"/>
              <a:gd name="connsiteY3229" fmla="*/ 1800419 h 2053176"/>
              <a:gd name="connsiteX3230" fmla="*/ 5165514 w 12188965"/>
              <a:gd name="connsiteY3230" fmla="*/ 1800419 h 2053176"/>
              <a:gd name="connsiteX3231" fmla="*/ 5191171 w 12188965"/>
              <a:gd name="connsiteY3231" fmla="*/ 1826077 h 2053176"/>
              <a:gd name="connsiteX3232" fmla="*/ 5165514 w 12188965"/>
              <a:gd name="connsiteY3232" fmla="*/ 1851737 h 2053176"/>
              <a:gd name="connsiteX3233" fmla="*/ 5139855 w 12188965"/>
              <a:gd name="connsiteY3233" fmla="*/ 1826077 h 2053176"/>
              <a:gd name="connsiteX3234" fmla="*/ 5165514 w 12188965"/>
              <a:gd name="connsiteY3234" fmla="*/ 1800419 h 2053176"/>
              <a:gd name="connsiteX3235" fmla="*/ 5101309 w 12188965"/>
              <a:gd name="connsiteY3235" fmla="*/ 1800419 h 2053176"/>
              <a:gd name="connsiteX3236" fmla="*/ 5126967 w 12188965"/>
              <a:gd name="connsiteY3236" fmla="*/ 1826077 h 2053176"/>
              <a:gd name="connsiteX3237" fmla="*/ 5101309 w 12188965"/>
              <a:gd name="connsiteY3237" fmla="*/ 1851737 h 2053176"/>
              <a:gd name="connsiteX3238" fmla="*/ 5075649 w 12188965"/>
              <a:gd name="connsiteY3238" fmla="*/ 1826077 h 2053176"/>
              <a:gd name="connsiteX3239" fmla="*/ 5101309 w 12188965"/>
              <a:gd name="connsiteY3239" fmla="*/ 1800419 h 2053176"/>
              <a:gd name="connsiteX3240" fmla="*/ 4972896 w 12188965"/>
              <a:gd name="connsiteY3240" fmla="*/ 1800419 h 2053176"/>
              <a:gd name="connsiteX3241" fmla="*/ 4998557 w 12188965"/>
              <a:gd name="connsiteY3241" fmla="*/ 1826077 h 2053176"/>
              <a:gd name="connsiteX3242" fmla="*/ 4972896 w 12188965"/>
              <a:gd name="connsiteY3242" fmla="*/ 1851737 h 2053176"/>
              <a:gd name="connsiteX3243" fmla="*/ 4947240 w 12188965"/>
              <a:gd name="connsiteY3243" fmla="*/ 1826077 h 2053176"/>
              <a:gd name="connsiteX3244" fmla="*/ 4972896 w 12188965"/>
              <a:gd name="connsiteY3244" fmla="*/ 1800419 h 2053176"/>
              <a:gd name="connsiteX3245" fmla="*/ 4908693 w 12188965"/>
              <a:gd name="connsiteY3245" fmla="*/ 1800419 h 2053176"/>
              <a:gd name="connsiteX3246" fmla="*/ 4934352 w 12188965"/>
              <a:gd name="connsiteY3246" fmla="*/ 1826077 h 2053176"/>
              <a:gd name="connsiteX3247" fmla="*/ 4908693 w 12188965"/>
              <a:gd name="connsiteY3247" fmla="*/ 1851737 h 2053176"/>
              <a:gd name="connsiteX3248" fmla="*/ 4883033 w 12188965"/>
              <a:gd name="connsiteY3248" fmla="*/ 1826077 h 2053176"/>
              <a:gd name="connsiteX3249" fmla="*/ 4908693 w 12188965"/>
              <a:gd name="connsiteY3249" fmla="*/ 1800419 h 2053176"/>
              <a:gd name="connsiteX3250" fmla="*/ 4844487 w 12188965"/>
              <a:gd name="connsiteY3250" fmla="*/ 1800419 h 2053176"/>
              <a:gd name="connsiteX3251" fmla="*/ 4870146 w 12188965"/>
              <a:gd name="connsiteY3251" fmla="*/ 1826077 h 2053176"/>
              <a:gd name="connsiteX3252" fmla="*/ 4844487 w 12188965"/>
              <a:gd name="connsiteY3252" fmla="*/ 1851737 h 2053176"/>
              <a:gd name="connsiteX3253" fmla="*/ 4818828 w 12188965"/>
              <a:gd name="connsiteY3253" fmla="*/ 1826077 h 2053176"/>
              <a:gd name="connsiteX3254" fmla="*/ 4844487 w 12188965"/>
              <a:gd name="connsiteY3254" fmla="*/ 1800419 h 2053176"/>
              <a:gd name="connsiteX3255" fmla="*/ 4780282 w 12188965"/>
              <a:gd name="connsiteY3255" fmla="*/ 1800419 h 2053176"/>
              <a:gd name="connsiteX3256" fmla="*/ 4805941 w 12188965"/>
              <a:gd name="connsiteY3256" fmla="*/ 1826077 h 2053176"/>
              <a:gd name="connsiteX3257" fmla="*/ 4780282 w 12188965"/>
              <a:gd name="connsiteY3257" fmla="*/ 1851737 h 2053176"/>
              <a:gd name="connsiteX3258" fmla="*/ 4754622 w 12188965"/>
              <a:gd name="connsiteY3258" fmla="*/ 1826077 h 2053176"/>
              <a:gd name="connsiteX3259" fmla="*/ 4780282 w 12188965"/>
              <a:gd name="connsiteY3259" fmla="*/ 1800419 h 2053176"/>
              <a:gd name="connsiteX3260" fmla="*/ 4587666 w 12188965"/>
              <a:gd name="connsiteY3260" fmla="*/ 1800419 h 2053176"/>
              <a:gd name="connsiteX3261" fmla="*/ 4613324 w 12188965"/>
              <a:gd name="connsiteY3261" fmla="*/ 1826077 h 2053176"/>
              <a:gd name="connsiteX3262" fmla="*/ 4587666 w 12188965"/>
              <a:gd name="connsiteY3262" fmla="*/ 1851737 h 2053176"/>
              <a:gd name="connsiteX3263" fmla="*/ 4562007 w 12188965"/>
              <a:gd name="connsiteY3263" fmla="*/ 1826077 h 2053176"/>
              <a:gd name="connsiteX3264" fmla="*/ 4587666 w 12188965"/>
              <a:gd name="connsiteY3264" fmla="*/ 1800419 h 2053176"/>
              <a:gd name="connsiteX3265" fmla="*/ 4523461 w 12188965"/>
              <a:gd name="connsiteY3265" fmla="*/ 1800419 h 2053176"/>
              <a:gd name="connsiteX3266" fmla="*/ 4549121 w 12188965"/>
              <a:gd name="connsiteY3266" fmla="*/ 1826077 h 2053176"/>
              <a:gd name="connsiteX3267" fmla="*/ 4523461 w 12188965"/>
              <a:gd name="connsiteY3267" fmla="*/ 1851737 h 2053176"/>
              <a:gd name="connsiteX3268" fmla="*/ 4497802 w 12188965"/>
              <a:gd name="connsiteY3268" fmla="*/ 1826077 h 2053176"/>
              <a:gd name="connsiteX3269" fmla="*/ 4523461 w 12188965"/>
              <a:gd name="connsiteY3269" fmla="*/ 1800419 h 2053176"/>
              <a:gd name="connsiteX3270" fmla="*/ 4459256 w 12188965"/>
              <a:gd name="connsiteY3270" fmla="*/ 1800419 h 2053176"/>
              <a:gd name="connsiteX3271" fmla="*/ 4484914 w 12188965"/>
              <a:gd name="connsiteY3271" fmla="*/ 1826077 h 2053176"/>
              <a:gd name="connsiteX3272" fmla="*/ 4459256 w 12188965"/>
              <a:gd name="connsiteY3272" fmla="*/ 1851737 h 2053176"/>
              <a:gd name="connsiteX3273" fmla="*/ 4433596 w 12188965"/>
              <a:gd name="connsiteY3273" fmla="*/ 1826077 h 2053176"/>
              <a:gd name="connsiteX3274" fmla="*/ 4459256 w 12188965"/>
              <a:gd name="connsiteY3274" fmla="*/ 1800419 h 2053176"/>
              <a:gd name="connsiteX3275" fmla="*/ 4395050 w 12188965"/>
              <a:gd name="connsiteY3275" fmla="*/ 1800419 h 2053176"/>
              <a:gd name="connsiteX3276" fmla="*/ 4420710 w 12188965"/>
              <a:gd name="connsiteY3276" fmla="*/ 1826077 h 2053176"/>
              <a:gd name="connsiteX3277" fmla="*/ 4395050 w 12188965"/>
              <a:gd name="connsiteY3277" fmla="*/ 1851737 h 2053176"/>
              <a:gd name="connsiteX3278" fmla="*/ 4369391 w 12188965"/>
              <a:gd name="connsiteY3278" fmla="*/ 1826077 h 2053176"/>
              <a:gd name="connsiteX3279" fmla="*/ 4395050 w 12188965"/>
              <a:gd name="connsiteY3279" fmla="*/ 1800419 h 2053176"/>
              <a:gd name="connsiteX3280" fmla="*/ 4202435 w 12188965"/>
              <a:gd name="connsiteY3280" fmla="*/ 1800419 h 2053176"/>
              <a:gd name="connsiteX3281" fmla="*/ 4228093 w 12188965"/>
              <a:gd name="connsiteY3281" fmla="*/ 1826077 h 2053176"/>
              <a:gd name="connsiteX3282" fmla="*/ 4202435 w 12188965"/>
              <a:gd name="connsiteY3282" fmla="*/ 1851737 h 2053176"/>
              <a:gd name="connsiteX3283" fmla="*/ 4176776 w 12188965"/>
              <a:gd name="connsiteY3283" fmla="*/ 1826077 h 2053176"/>
              <a:gd name="connsiteX3284" fmla="*/ 4202435 w 12188965"/>
              <a:gd name="connsiteY3284" fmla="*/ 1800419 h 2053176"/>
              <a:gd name="connsiteX3285" fmla="*/ 4138112 w 12188965"/>
              <a:gd name="connsiteY3285" fmla="*/ 1800419 h 2053176"/>
              <a:gd name="connsiteX3286" fmla="*/ 4163773 w 12188965"/>
              <a:gd name="connsiteY3286" fmla="*/ 1826077 h 2053176"/>
              <a:gd name="connsiteX3287" fmla="*/ 4138112 w 12188965"/>
              <a:gd name="connsiteY3287" fmla="*/ 1851737 h 2053176"/>
              <a:gd name="connsiteX3288" fmla="*/ 4112454 w 12188965"/>
              <a:gd name="connsiteY3288" fmla="*/ 1826077 h 2053176"/>
              <a:gd name="connsiteX3289" fmla="*/ 4138112 w 12188965"/>
              <a:gd name="connsiteY3289" fmla="*/ 1800419 h 2053176"/>
              <a:gd name="connsiteX3290" fmla="*/ 4073908 w 12188965"/>
              <a:gd name="connsiteY3290" fmla="*/ 1800419 h 2053176"/>
              <a:gd name="connsiteX3291" fmla="*/ 4099565 w 12188965"/>
              <a:gd name="connsiteY3291" fmla="*/ 1826077 h 2053176"/>
              <a:gd name="connsiteX3292" fmla="*/ 4073908 w 12188965"/>
              <a:gd name="connsiteY3292" fmla="*/ 1851737 h 2053176"/>
              <a:gd name="connsiteX3293" fmla="*/ 4048248 w 12188965"/>
              <a:gd name="connsiteY3293" fmla="*/ 1826077 h 2053176"/>
              <a:gd name="connsiteX3294" fmla="*/ 4073908 w 12188965"/>
              <a:gd name="connsiteY3294" fmla="*/ 1800419 h 2053176"/>
              <a:gd name="connsiteX3295" fmla="*/ 4009702 w 12188965"/>
              <a:gd name="connsiteY3295" fmla="*/ 1800419 h 2053176"/>
              <a:gd name="connsiteX3296" fmla="*/ 4035362 w 12188965"/>
              <a:gd name="connsiteY3296" fmla="*/ 1826077 h 2053176"/>
              <a:gd name="connsiteX3297" fmla="*/ 4009702 w 12188965"/>
              <a:gd name="connsiteY3297" fmla="*/ 1851737 h 2053176"/>
              <a:gd name="connsiteX3298" fmla="*/ 3984043 w 12188965"/>
              <a:gd name="connsiteY3298" fmla="*/ 1826077 h 2053176"/>
              <a:gd name="connsiteX3299" fmla="*/ 4009702 w 12188965"/>
              <a:gd name="connsiteY3299" fmla="*/ 1800419 h 2053176"/>
              <a:gd name="connsiteX3300" fmla="*/ 3881291 w 12188965"/>
              <a:gd name="connsiteY3300" fmla="*/ 1800419 h 2053176"/>
              <a:gd name="connsiteX3301" fmla="*/ 3906950 w 12188965"/>
              <a:gd name="connsiteY3301" fmla="*/ 1826077 h 2053176"/>
              <a:gd name="connsiteX3302" fmla="*/ 3881291 w 12188965"/>
              <a:gd name="connsiteY3302" fmla="*/ 1851737 h 2053176"/>
              <a:gd name="connsiteX3303" fmla="*/ 3855633 w 12188965"/>
              <a:gd name="connsiteY3303" fmla="*/ 1826077 h 2053176"/>
              <a:gd name="connsiteX3304" fmla="*/ 3881291 w 12188965"/>
              <a:gd name="connsiteY3304" fmla="*/ 1800419 h 2053176"/>
              <a:gd name="connsiteX3305" fmla="*/ 3817085 w 12188965"/>
              <a:gd name="connsiteY3305" fmla="*/ 1800419 h 2053176"/>
              <a:gd name="connsiteX3306" fmla="*/ 3842745 w 12188965"/>
              <a:gd name="connsiteY3306" fmla="*/ 1826077 h 2053176"/>
              <a:gd name="connsiteX3307" fmla="*/ 3817085 w 12188965"/>
              <a:gd name="connsiteY3307" fmla="*/ 1851737 h 2053176"/>
              <a:gd name="connsiteX3308" fmla="*/ 3791427 w 12188965"/>
              <a:gd name="connsiteY3308" fmla="*/ 1826077 h 2053176"/>
              <a:gd name="connsiteX3309" fmla="*/ 3817085 w 12188965"/>
              <a:gd name="connsiteY3309" fmla="*/ 1800419 h 2053176"/>
              <a:gd name="connsiteX3310" fmla="*/ 3752882 w 12188965"/>
              <a:gd name="connsiteY3310" fmla="*/ 1800419 h 2053176"/>
              <a:gd name="connsiteX3311" fmla="*/ 3778539 w 12188965"/>
              <a:gd name="connsiteY3311" fmla="*/ 1826077 h 2053176"/>
              <a:gd name="connsiteX3312" fmla="*/ 3752882 w 12188965"/>
              <a:gd name="connsiteY3312" fmla="*/ 1851737 h 2053176"/>
              <a:gd name="connsiteX3313" fmla="*/ 3727221 w 12188965"/>
              <a:gd name="connsiteY3313" fmla="*/ 1826077 h 2053176"/>
              <a:gd name="connsiteX3314" fmla="*/ 3752882 w 12188965"/>
              <a:gd name="connsiteY3314" fmla="*/ 1800419 h 2053176"/>
              <a:gd name="connsiteX3315" fmla="*/ 3688674 w 12188965"/>
              <a:gd name="connsiteY3315" fmla="*/ 1800419 h 2053176"/>
              <a:gd name="connsiteX3316" fmla="*/ 3714335 w 12188965"/>
              <a:gd name="connsiteY3316" fmla="*/ 1826077 h 2053176"/>
              <a:gd name="connsiteX3317" fmla="*/ 3688674 w 12188965"/>
              <a:gd name="connsiteY3317" fmla="*/ 1851737 h 2053176"/>
              <a:gd name="connsiteX3318" fmla="*/ 3663017 w 12188965"/>
              <a:gd name="connsiteY3318" fmla="*/ 1826077 h 2053176"/>
              <a:gd name="connsiteX3319" fmla="*/ 3688674 w 12188965"/>
              <a:gd name="connsiteY3319" fmla="*/ 1800419 h 2053176"/>
              <a:gd name="connsiteX3320" fmla="*/ 3496060 w 12188965"/>
              <a:gd name="connsiteY3320" fmla="*/ 1800419 h 2053176"/>
              <a:gd name="connsiteX3321" fmla="*/ 3521719 w 12188965"/>
              <a:gd name="connsiteY3321" fmla="*/ 1826077 h 2053176"/>
              <a:gd name="connsiteX3322" fmla="*/ 3496060 w 12188965"/>
              <a:gd name="connsiteY3322" fmla="*/ 1851737 h 2053176"/>
              <a:gd name="connsiteX3323" fmla="*/ 3470400 w 12188965"/>
              <a:gd name="connsiteY3323" fmla="*/ 1826077 h 2053176"/>
              <a:gd name="connsiteX3324" fmla="*/ 3496060 w 12188965"/>
              <a:gd name="connsiteY3324" fmla="*/ 1800419 h 2053176"/>
              <a:gd name="connsiteX3325" fmla="*/ 3431855 w 12188965"/>
              <a:gd name="connsiteY3325" fmla="*/ 1800419 h 2053176"/>
              <a:gd name="connsiteX3326" fmla="*/ 3457512 w 12188965"/>
              <a:gd name="connsiteY3326" fmla="*/ 1826077 h 2053176"/>
              <a:gd name="connsiteX3327" fmla="*/ 3431855 w 12188965"/>
              <a:gd name="connsiteY3327" fmla="*/ 1851737 h 2053176"/>
              <a:gd name="connsiteX3328" fmla="*/ 3406196 w 12188965"/>
              <a:gd name="connsiteY3328" fmla="*/ 1826077 h 2053176"/>
              <a:gd name="connsiteX3329" fmla="*/ 3431855 w 12188965"/>
              <a:gd name="connsiteY3329" fmla="*/ 1800419 h 2053176"/>
              <a:gd name="connsiteX3330" fmla="*/ 3367649 w 12188965"/>
              <a:gd name="connsiteY3330" fmla="*/ 1800419 h 2053176"/>
              <a:gd name="connsiteX3331" fmla="*/ 3393308 w 12188965"/>
              <a:gd name="connsiteY3331" fmla="*/ 1826077 h 2053176"/>
              <a:gd name="connsiteX3332" fmla="*/ 3367649 w 12188965"/>
              <a:gd name="connsiteY3332" fmla="*/ 1851737 h 2053176"/>
              <a:gd name="connsiteX3333" fmla="*/ 3341990 w 12188965"/>
              <a:gd name="connsiteY3333" fmla="*/ 1826077 h 2053176"/>
              <a:gd name="connsiteX3334" fmla="*/ 3367649 w 12188965"/>
              <a:gd name="connsiteY3334" fmla="*/ 1800419 h 2053176"/>
              <a:gd name="connsiteX3335" fmla="*/ 3303444 w 12188965"/>
              <a:gd name="connsiteY3335" fmla="*/ 1800419 h 2053176"/>
              <a:gd name="connsiteX3336" fmla="*/ 3329102 w 12188965"/>
              <a:gd name="connsiteY3336" fmla="*/ 1826077 h 2053176"/>
              <a:gd name="connsiteX3337" fmla="*/ 3303444 w 12188965"/>
              <a:gd name="connsiteY3337" fmla="*/ 1851737 h 2053176"/>
              <a:gd name="connsiteX3338" fmla="*/ 3277785 w 12188965"/>
              <a:gd name="connsiteY3338" fmla="*/ 1826077 h 2053176"/>
              <a:gd name="connsiteX3339" fmla="*/ 3303444 w 12188965"/>
              <a:gd name="connsiteY3339" fmla="*/ 1800419 h 2053176"/>
              <a:gd name="connsiteX3340" fmla="*/ 3110828 w 12188965"/>
              <a:gd name="connsiteY3340" fmla="*/ 1800419 h 2053176"/>
              <a:gd name="connsiteX3341" fmla="*/ 3136487 w 12188965"/>
              <a:gd name="connsiteY3341" fmla="*/ 1826077 h 2053176"/>
              <a:gd name="connsiteX3342" fmla="*/ 3110828 w 12188965"/>
              <a:gd name="connsiteY3342" fmla="*/ 1851737 h 2053176"/>
              <a:gd name="connsiteX3343" fmla="*/ 3085170 w 12188965"/>
              <a:gd name="connsiteY3343" fmla="*/ 1826077 h 2053176"/>
              <a:gd name="connsiteX3344" fmla="*/ 3110828 w 12188965"/>
              <a:gd name="connsiteY3344" fmla="*/ 1800419 h 2053176"/>
              <a:gd name="connsiteX3345" fmla="*/ 3046623 w 12188965"/>
              <a:gd name="connsiteY3345" fmla="*/ 1800419 h 2053176"/>
              <a:gd name="connsiteX3346" fmla="*/ 3072282 w 12188965"/>
              <a:gd name="connsiteY3346" fmla="*/ 1826077 h 2053176"/>
              <a:gd name="connsiteX3347" fmla="*/ 3046623 w 12188965"/>
              <a:gd name="connsiteY3347" fmla="*/ 1851737 h 2053176"/>
              <a:gd name="connsiteX3348" fmla="*/ 3020964 w 12188965"/>
              <a:gd name="connsiteY3348" fmla="*/ 1826077 h 2053176"/>
              <a:gd name="connsiteX3349" fmla="*/ 3046623 w 12188965"/>
              <a:gd name="connsiteY3349" fmla="*/ 1800419 h 2053176"/>
              <a:gd name="connsiteX3350" fmla="*/ 2982301 w 12188965"/>
              <a:gd name="connsiteY3350" fmla="*/ 1800419 h 2053176"/>
              <a:gd name="connsiteX3351" fmla="*/ 3007960 w 12188965"/>
              <a:gd name="connsiteY3351" fmla="*/ 1826077 h 2053176"/>
              <a:gd name="connsiteX3352" fmla="*/ 2982301 w 12188965"/>
              <a:gd name="connsiteY3352" fmla="*/ 1851737 h 2053176"/>
              <a:gd name="connsiteX3353" fmla="*/ 2956642 w 12188965"/>
              <a:gd name="connsiteY3353" fmla="*/ 1826077 h 2053176"/>
              <a:gd name="connsiteX3354" fmla="*/ 2982301 w 12188965"/>
              <a:gd name="connsiteY3354" fmla="*/ 1800419 h 2053176"/>
              <a:gd name="connsiteX3355" fmla="*/ 2918096 w 12188965"/>
              <a:gd name="connsiteY3355" fmla="*/ 1800419 h 2053176"/>
              <a:gd name="connsiteX3356" fmla="*/ 2943755 w 12188965"/>
              <a:gd name="connsiteY3356" fmla="*/ 1826077 h 2053176"/>
              <a:gd name="connsiteX3357" fmla="*/ 2918096 w 12188965"/>
              <a:gd name="connsiteY3357" fmla="*/ 1851737 h 2053176"/>
              <a:gd name="connsiteX3358" fmla="*/ 2892438 w 12188965"/>
              <a:gd name="connsiteY3358" fmla="*/ 1826077 h 2053176"/>
              <a:gd name="connsiteX3359" fmla="*/ 2918096 w 12188965"/>
              <a:gd name="connsiteY3359" fmla="*/ 1800419 h 2053176"/>
              <a:gd name="connsiteX3360" fmla="*/ 2789686 w 12188965"/>
              <a:gd name="connsiteY3360" fmla="*/ 1800419 h 2053176"/>
              <a:gd name="connsiteX3361" fmla="*/ 2815344 w 12188965"/>
              <a:gd name="connsiteY3361" fmla="*/ 1826077 h 2053176"/>
              <a:gd name="connsiteX3362" fmla="*/ 2789686 w 12188965"/>
              <a:gd name="connsiteY3362" fmla="*/ 1851737 h 2053176"/>
              <a:gd name="connsiteX3363" fmla="*/ 2764027 w 12188965"/>
              <a:gd name="connsiteY3363" fmla="*/ 1826077 h 2053176"/>
              <a:gd name="connsiteX3364" fmla="*/ 2789686 w 12188965"/>
              <a:gd name="connsiteY3364" fmla="*/ 1800419 h 2053176"/>
              <a:gd name="connsiteX3365" fmla="*/ 2725480 w 12188965"/>
              <a:gd name="connsiteY3365" fmla="*/ 1800419 h 2053176"/>
              <a:gd name="connsiteX3366" fmla="*/ 2751140 w 12188965"/>
              <a:gd name="connsiteY3366" fmla="*/ 1826077 h 2053176"/>
              <a:gd name="connsiteX3367" fmla="*/ 2725480 w 12188965"/>
              <a:gd name="connsiteY3367" fmla="*/ 1851737 h 2053176"/>
              <a:gd name="connsiteX3368" fmla="*/ 2699821 w 12188965"/>
              <a:gd name="connsiteY3368" fmla="*/ 1826077 h 2053176"/>
              <a:gd name="connsiteX3369" fmla="*/ 2725480 w 12188965"/>
              <a:gd name="connsiteY3369" fmla="*/ 1800419 h 2053176"/>
              <a:gd name="connsiteX3370" fmla="*/ 2597069 w 12188965"/>
              <a:gd name="connsiteY3370" fmla="*/ 1800419 h 2053176"/>
              <a:gd name="connsiteX3371" fmla="*/ 2622729 w 12188965"/>
              <a:gd name="connsiteY3371" fmla="*/ 1826077 h 2053176"/>
              <a:gd name="connsiteX3372" fmla="*/ 2597069 w 12188965"/>
              <a:gd name="connsiteY3372" fmla="*/ 1851737 h 2053176"/>
              <a:gd name="connsiteX3373" fmla="*/ 2571410 w 12188965"/>
              <a:gd name="connsiteY3373" fmla="*/ 1826077 h 2053176"/>
              <a:gd name="connsiteX3374" fmla="*/ 2597069 w 12188965"/>
              <a:gd name="connsiteY3374" fmla="*/ 1800419 h 2053176"/>
              <a:gd name="connsiteX3375" fmla="*/ 2404454 w 12188965"/>
              <a:gd name="connsiteY3375" fmla="*/ 1800419 h 2053176"/>
              <a:gd name="connsiteX3376" fmla="*/ 2430112 w 12188965"/>
              <a:gd name="connsiteY3376" fmla="*/ 1826077 h 2053176"/>
              <a:gd name="connsiteX3377" fmla="*/ 2404454 w 12188965"/>
              <a:gd name="connsiteY3377" fmla="*/ 1851737 h 2053176"/>
              <a:gd name="connsiteX3378" fmla="*/ 2378795 w 12188965"/>
              <a:gd name="connsiteY3378" fmla="*/ 1826077 h 2053176"/>
              <a:gd name="connsiteX3379" fmla="*/ 2404454 w 12188965"/>
              <a:gd name="connsiteY3379" fmla="*/ 1800419 h 2053176"/>
              <a:gd name="connsiteX3380" fmla="*/ 2340249 w 12188965"/>
              <a:gd name="connsiteY3380" fmla="*/ 1800419 h 2053176"/>
              <a:gd name="connsiteX3381" fmla="*/ 2365908 w 12188965"/>
              <a:gd name="connsiteY3381" fmla="*/ 1826077 h 2053176"/>
              <a:gd name="connsiteX3382" fmla="*/ 2340249 w 12188965"/>
              <a:gd name="connsiteY3382" fmla="*/ 1851737 h 2053176"/>
              <a:gd name="connsiteX3383" fmla="*/ 2314590 w 12188965"/>
              <a:gd name="connsiteY3383" fmla="*/ 1826077 h 2053176"/>
              <a:gd name="connsiteX3384" fmla="*/ 2340249 w 12188965"/>
              <a:gd name="connsiteY3384" fmla="*/ 1800419 h 2053176"/>
              <a:gd name="connsiteX3385" fmla="*/ 2276044 w 12188965"/>
              <a:gd name="connsiteY3385" fmla="*/ 1800419 h 2053176"/>
              <a:gd name="connsiteX3386" fmla="*/ 2301702 w 12188965"/>
              <a:gd name="connsiteY3386" fmla="*/ 1826077 h 2053176"/>
              <a:gd name="connsiteX3387" fmla="*/ 2276044 w 12188965"/>
              <a:gd name="connsiteY3387" fmla="*/ 1851737 h 2053176"/>
              <a:gd name="connsiteX3388" fmla="*/ 2250385 w 12188965"/>
              <a:gd name="connsiteY3388" fmla="*/ 1826077 h 2053176"/>
              <a:gd name="connsiteX3389" fmla="*/ 2276044 w 12188965"/>
              <a:gd name="connsiteY3389" fmla="*/ 1800419 h 2053176"/>
              <a:gd name="connsiteX3390" fmla="*/ 2211838 w 12188965"/>
              <a:gd name="connsiteY3390" fmla="*/ 1800419 h 2053176"/>
              <a:gd name="connsiteX3391" fmla="*/ 2237497 w 12188965"/>
              <a:gd name="connsiteY3391" fmla="*/ 1826077 h 2053176"/>
              <a:gd name="connsiteX3392" fmla="*/ 2211838 w 12188965"/>
              <a:gd name="connsiteY3392" fmla="*/ 1851737 h 2053176"/>
              <a:gd name="connsiteX3393" fmla="*/ 2186178 w 12188965"/>
              <a:gd name="connsiteY3393" fmla="*/ 1826077 h 2053176"/>
              <a:gd name="connsiteX3394" fmla="*/ 2211838 w 12188965"/>
              <a:gd name="connsiteY3394" fmla="*/ 1800419 h 2053176"/>
              <a:gd name="connsiteX3395" fmla="*/ 2019222 w 12188965"/>
              <a:gd name="connsiteY3395" fmla="*/ 1800419 h 2053176"/>
              <a:gd name="connsiteX3396" fmla="*/ 2044880 w 12188965"/>
              <a:gd name="connsiteY3396" fmla="*/ 1826077 h 2053176"/>
              <a:gd name="connsiteX3397" fmla="*/ 2019222 w 12188965"/>
              <a:gd name="connsiteY3397" fmla="*/ 1851737 h 2053176"/>
              <a:gd name="connsiteX3398" fmla="*/ 1993563 w 12188965"/>
              <a:gd name="connsiteY3398" fmla="*/ 1826077 h 2053176"/>
              <a:gd name="connsiteX3399" fmla="*/ 2019222 w 12188965"/>
              <a:gd name="connsiteY3399" fmla="*/ 1800419 h 2053176"/>
              <a:gd name="connsiteX3400" fmla="*/ 1955016 w 12188965"/>
              <a:gd name="connsiteY3400" fmla="*/ 1800419 h 2053176"/>
              <a:gd name="connsiteX3401" fmla="*/ 1980676 w 12188965"/>
              <a:gd name="connsiteY3401" fmla="*/ 1826077 h 2053176"/>
              <a:gd name="connsiteX3402" fmla="*/ 1955016 w 12188965"/>
              <a:gd name="connsiteY3402" fmla="*/ 1851737 h 2053176"/>
              <a:gd name="connsiteX3403" fmla="*/ 1929358 w 12188965"/>
              <a:gd name="connsiteY3403" fmla="*/ 1826077 h 2053176"/>
              <a:gd name="connsiteX3404" fmla="*/ 1955016 w 12188965"/>
              <a:gd name="connsiteY3404" fmla="*/ 1800419 h 2053176"/>
              <a:gd name="connsiteX3405" fmla="*/ 1890696 w 12188965"/>
              <a:gd name="connsiteY3405" fmla="*/ 1800419 h 2053176"/>
              <a:gd name="connsiteX3406" fmla="*/ 1916355 w 12188965"/>
              <a:gd name="connsiteY3406" fmla="*/ 1826077 h 2053176"/>
              <a:gd name="connsiteX3407" fmla="*/ 1890696 w 12188965"/>
              <a:gd name="connsiteY3407" fmla="*/ 1851737 h 2053176"/>
              <a:gd name="connsiteX3408" fmla="*/ 1865037 w 12188965"/>
              <a:gd name="connsiteY3408" fmla="*/ 1826077 h 2053176"/>
              <a:gd name="connsiteX3409" fmla="*/ 1890696 w 12188965"/>
              <a:gd name="connsiteY3409" fmla="*/ 1800419 h 2053176"/>
              <a:gd name="connsiteX3410" fmla="*/ 1826490 w 12188965"/>
              <a:gd name="connsiteY3410" fmla="*/ 1800419 h 2053176"/>
              <a:gd name="connsiteX3411" fmla="*/ 1852149 w 12188965"/>
              <a:gd name="connsiteY3411" fmla="*/ 1826077 h 2053176"/>
              <a:gd name="connsiteX3412" fmla="*/ 1826490 w 12188965"/>
              <a:gd name="connsiteY3412" fmla="*/ 1851737 h 2053176"/>
              <a:gd name="connsiteX3413" fmla="*/ 1800830 w 12188965"/>
              <a:gd name="connsiteY3413" fmla="*/ 1826077 h 2053176"/>
              <a:gd name="connsiteX3414" fmla="*/ 1826490 w 12188965"/>
              <a:gd name="connsiteY3414" fmla="*/ 1800419 h 2053176"/>
              <a:gd name="connsiteX3415" fmla="*/ 1698080 w 12188965"/>
              <a:gd name="connsiteY3415" fmla="*/ 1800419 h 2053176"/>
              <a:gd name="connsiteX3416" fmla="*/ 1723738 w 12188965"/>
              <a:gd name="connsiteY3416" fmla="*/ 1826077 h 2053176"/>
              <a:gd name="connsiteX3417" fmla="*/ 1698080 w 12188965"/>
              <a:gd name="connsiteY3417" fmla="*/ 1851737 h 2053176"/>
              <a:gd name="connsiteX3418" fmla="*/ 1672420 w 12188965"/>
              <a:gd name="connsiteY3418" fmla="*/ 1826077 h 2053176"/>
              <a:gd name="connsiteX3419" fmla="*/ 1698080 w 12188965"/>
              <a:gd name="connsiteY3419" fmla="*/ 1800419 h 2053176"/>
              <a:gd name="connsiteX3420" fmla="*/ 1633874 w 12188965"/>
              <a:gd name="connsiteY3420" fmla="*/ 1800419 h 2053176"/>
              <a:gd name="connsiteX3421" fmla="*/ 1659533 w 12188965"/>
              <a:gd name="connsiteY3421" fmla="*/ 1826077 h 2053176"/>
              <a:gd name="connsiteX3422" fmla="*/ 1633874 w 12188965"/>
              <a:gd name="connsiteY3422" fmla="*/ 1851737 h 2053176"/>
              <a:gd name="connsiteX3423" fmla="*/ 1608216 w 12188965"/>
              <a:gd name="connsiteY3423" fmla="*/ 1826077 h 2053176"/>
              <a:gd name="connsiteX3424" fmla="*/ 1633874 w 12188965"/>
              <a:gd name="connsiteY3424" fmla="*/ 1800419 h 2053176"/>
              <a:gd name="connsiteX3425" fmla="*/ 1569669 w 12188965"/>
              <a:gd name="connsiteY3425" fmla="*/ 1800419 h 2053176"/>
              <a:gd name="connsiteX3426" fmla="*/ 1595328 w 12188965"/>
              <a:gd name="connsiteY3426" fmla="*/ 1826077 h 2053176"/>
              <a:gd name="connsiteX3427" fmla="*/ 1569669 w 12188965"/>
              <a:gd name="connsiteY3427" fmla="*/ 1851737 h 2053176"/>
              <a:gd name="connsiteX3428" fmla="*/ 1544010 w 12188965"/>
              <a:gd name="connsiteY3428" fmla="*/ 1826077 h 2053176"/>
              <a:gd name="connsiteX3429" fmla="*/ 1569669 w 12188965"/>
              <a:gd name="connsiteY3429" fmla="*/ 1800419 h 2053176"/>
              <a:gd name="connsiteX3430" fmla="*/ 1505464 w 12188965"/>
              <a:gd name="connsiteY3430" fmla="*/ 1800419 h 2053176"/>
              <a:gd name="connsiteX3431" fmla="*/ 1531123 w 12188965"/>
              <a:gd name="connsiteY3431" fmla="*/ 1826077 h 2053176"/>
              <a:gd name="connsiteX3432" fmla="*/ 1505464 w 12188965"/>
              <a:gd name="connsiteY3432" fmla="*/ 1851737 h 2053176"/>
              <a:gd name="connsiteX3433" fmla="*/ 1479806 w 12188965"/>
              <a:gd name="connsiteY3433" fmla="*/ 1826077 h 2053176"/>
              <a:gd name="connsiteX3434" fmla="*/ 1505464 w 12188965"/>
              <a:gd name="connsiteY3434" fmla="*/ 1800419 h 2053176"/>
              <a:gd name="connsiteX3435" fmla="*/ 1312848 w 12188965"/>
              <a:gd name="connsiteY3435" fmla="*/ 1800419 h 2053176"/>
              <a:gd name="connsiteX3436" fmla="*/ 1338507 w 12188965"/>
              <a:gd name="connsiteY3436" fmla="*/ 1826077 h 2053176"/>
              <a:gd name="connsiteX3437" fmla="*/ 1312848 w 12188965"/>
              <a:gd name="connsiteY3437" fmla="*/ 1851737 h 2053176"/>
              <a:gd name="connsiteX3438" fmla="*/ 1287190 w 12188965"/>
              <a:gd name="connsiteY3438" fmla="*/ 1826077 h 2053176"/>
              <a:gd name="connsiteX3439" fmla="*/ 1312848 w 12188965"/>
              <a:gd name="connsiteY3439" fmla="*/ 1800419 h 2053176"/>
              <a:gd name="connsiteX3440" fmla="*/ 1248643 w 12188965"/>
              <a:gd name="connsiteY3440" fmla="*/ 1800419 h 2053176"/>
              <a:gd name="connsiteX3441" fmla="*/ 1274302 w 12188965"/>
              <a:gd name="connsiteY3441" fmla="*/ 1826077 h 2053176"/>
              <a:gd name="connsiteX3442" fmla="*/ 1248643 w 12188965"/>
              <a:gd name="connsiteY3442" fmla="*/ 1851737 h 2053176"/>
              <a:gd name="connsiteX3443" fmla="*/ 1222984 w 12188965"/>
              <a:gd name="connsiteY3443" fmla="*/ 1826077 h 2053176"/>
              <a:gd name="connsiteX3444" fmla="*/ 1248643 w 12188965"/>
              <a:gd name="connsiteY3444" fmla="*/ 1800419 h 2053176"/>
              <a:gd name="connsiteX3445" fmla="*/ 1184437 w 12188965"/>
              <a:gd name="connsiteY3445" fmla="*/ 1800419 h 2053176"/>
              <a:gd name="connsiteX3446" fmla="*/ 1210096 w 12188965"/>
              <a:gd name="connsiteY3446" fmla="*/ 1826077 h 2053176"/>
              <a:gd name="connsiteX3447" fmla="*/ 1184437 w 12188965"/>
              <a:gd name="connsiteY3447" fmla="*/ 1851737 h 2053176"/>
              <a:gd name="connsiteX3448" fmla="*/ 1158780 w 12188965"/>
              <a:gd name="connsiteY3448" fmla="*/ 1826077 h 2053176"/>
              <a:gd name="connsiteX3449" fmla="*/ 1184437 w 12188965"/>
              <a:gd name="connsiteY3449" fmla="*/ 1800419 h 2053176"/>
              <a:gd name="connsiteX3450" fmla="*/ 1120233 w 12188965"/>
              <a:gd name="connsiteY3450" fmla="*/ 1800419 h 2053176"/>
              <a:gd name="connsiteX3451" fmla="*/ 1145892 w 12188965"/>
              <a:gd name="connsiteY3451" fmla="*/ 1826077 h 2053176"/>
              <a:gd name="connsiteX3452" fmla="*/ 1120233 w 12188965"/>
              <a:gd name="connsiteY3452" fmla="*/ 1851737 h 2053176"/>
              <a:gd name="connsiteX3453" fmla="*/ 1094573 w 12188965"/>
              <a:gd name="connsiteY3453" fmla="*/ 1826077 h 2053176"/>
              <a:gd name="connsiteX3454" fmla="*/ 1120233 w 12188965"/>
              <a:gd name="connsiteY3454" fmla="*/ 1800419 h 2053176"/>
              <a:gd name="connsiteX3455" fmla="*/ 927616 w 12188965"/>
              <a:gd name="connsiteY3455" fmla="*/ 1800419 h 2053176"/>
              <a:gd name="connsiteX3456" fmla="*/ 953275 w 12188965"/>
              <a:gd name="connsiteY3456" fmla="*/ 1826077 h 2053176"/>
              <a:gd name="connsiteX3457" fmla="*/ 927616 w 12188965"/>
              <a:gd name="connsiteY3457" fmla="*/ 1851737 h 2053176"/>
              <a:gd name="connsiteX3458" fmla="*/ 901957 w 12188965"/>
              <a:gd name="connsiteY3458" fmla="*/ 1826077 h 2053176"/>
              <a:gd name="connsiteX3459" fmla="*/ 927616 w 12188965"/>
              <a:gd name="connsiteY3459" fmla="*/ 1800419 h 2053176"/>
              <a:gd name="connsiteX3460" fmla="*/ 863411 w 12188965"/>
              <a:gd name="connsiteY3460" fmla="*/ 1800419 h 2053176"/>
              <a:gd name="connsiteX3461" fmla="*/ 889071 w 12188965"/>
              <a:gd name="connsiteY3461" fmla="*/ 1826077 h 2053176"/>
              <a:gd name="connsiteX3462" fmla="*/ 863411 w 12188965"/>
              <a:gd name="connsiteY3462" fmla="*/ 1851737 h 2053176"/>
              <a:gd name="connsiteX3463" fmla="*/ 837752 w 12188965"/>
              <a:gd name="connsiteY3463" fmla="*/ 1826077 h 2053176"/>
              <a:gd name="connsiteX3464" fmla="*/ 863411 w 12188965"/>
              <a:gd name="connsiteY3464" fmla="*/ 1800419 h 2053176"/>
              <a:gd name="connsiteX3465" fmla="*/ 799089 w 12188965"/>
              <a:gd name="connsiteY3465" fmla="*/ 1800419 h 2053176"/>
              <a:gd name="connsiteX3466" fmla="*/ 824748 w 12188965"/>
              <a:gd name="connsiteY3466" fmla="*/ 1826077 h 2053176"/>
              <a:gd name="connsiteX3467" fmla="*/ 799089 w 12188965"/>
              <a:gd name="connsiteY3467" fmla="*/ 1851737 h 2053176"/>
              <a:gd name="connsiteX3468" fmla="*/ 773432 w 12188965"/>
              <a:gd name="connsiteY3468" fmla="*/ 1826077 h 2053176"/>
              <a:gd name="connsiteX3469" fmla="*/ 799089 w 12188965"/>
              <a:gd name="connsiteY3469" fmla="*/ 1800419 h 2053176"/>
              <a:gd name="connsiteX3470" fmla="*/ 734885 w 12188965"/>
              <a:gd name="connsiteY3470" fmla="*/ 1800419 h 2053176"/>
              <a:gd name="connsiteX3471" fmla="*/ 760544 w 12188965"/>
              <a:gd name="connsiteY3471" fmla="*/ 1826077 h 2053176"/>
              <a:gd name="connsiteX3472" fmla="*/ 734885 w 12188965"/>
              <a:gd name="connsiteY3472" fmla="*/ 1851737 h 2053176"/>
              <a:gd name="connsiteX3473" fmla="*/ 709225 w 12188965"/>
              <a:gd name="connsiteY3473" fmla="*/ 1826077 h 2053176"/>
              <a:gd name="connsiteX3474" fmla="*/ 734885 w 12188965"/>
              <a:gd name="connsiteY3474" fmla="*/ 1800419 h 2053176"/>
              <a:gd name="connsiteX3475" fmla="*/ 606475 w 12188965"/>
              <a:gd name="connsiteY3475" fmla="*/ 1800419 h 2053176"/>
              <a:gd name="connsiteX3476" fmla="*/ 632134 w 12188965"/>
              <a:gd name="connsiteY3476" fmla="*/ 1826077 h 2053176"/>
              <a:gd name="connsiteX3477" fmla="*/ 606475 w 12188965"/>
              <a:gd name="connsiteY3477" fmla="*/ 1851737 h 2053176"/>
              <a:gd name="connsiteX3478" fmla="*/ 580815 w 12188965"/>
              <a:gd name="connsiteY3478" fmla="*/ 1826077 h 2053176"/>
              <a:gd name="connsiteX3479" fmla="*/ 606475 w 12188965"/>
              <a:gd name="connsiteY3479" fmla="*/ 1800419 h 2053176"/>
              <a:gd name="connsiteX3480" fmla="*/ 542268 w 12188965"/>
              <a:gd name="connsiteY3480" fmla="*/ 1800419 h 2053176"/>
              <a:gd name="connsiteX3481" fmla="*/ 567927 w 12188965"/>
              <a:gd name="connsiteY3481" fmla="*/ 1826077 h 2053176"/>
              <a:gd name="connsiteX3482" fmla="*/ 542268 w 12188965"/>
              <a:gd name="connsiteY3482" fmla="*/ 1851737 h 2053176"/>
              <a:gd name="connsiteX3483" fmla="*/ 516610 w 12188965"/>
              <a:gd name="connsiteY3483" fmla="*/ 1826077 h 2053176"/>
              <a:gd name="connsiteX3484" fmla="*/ 542268 w 12188965"/>
              <a:gd name="connsiteY3484" fmla="*/ 1800419 h 2053176"/>
              <a:gd name="connsiteX3485" fmla="*/ 478063 w 12188965"/>
              <a:gd name="connsiteY3485" fmla="*/ 1800419 h 2053176"/>
              <a:gd name="connsiteX3486" fmla="*/ 503724 w 12188965"/>
              <a:gd name="connsiteY3486" fmla="*/ 1826077 h 2053176"/>
              <a:gd name="connsiteX3487" fmla="*/ 478063 w 12188965"/>
              <a:gd name="connsiteY3487" fmla="*/ 1851737 h 2053176"/>
              <a:gd name="connsiteX3488" fmla="*/ 452404 w 12188965"/>
              <a:gd name="connsiteY3488" fmla="*/ 1826077 h 2053176"/>
              <a:gd name="connsiteX3489" fmla="*/ 478063 w 12188965"/>
              <a:gd name="connsiteY3489" fmla="*/ 1800419 h 2053176"/>
              <a:gd name="connsiteX3490" fmla="*/ 413858 w 12188965"/>
              <a:gd name="connsiteY3490" fmla="*/ 1800419 h 2053176"/>
              <a:gd name="connsiteX3491" fmla="*/ 439517 w 12188965"/>
              <a:gd name="connsiteY3491" fmla="*/ 1826077 h 2053176"/>
              <a:gd name="connsiteX3492" fmla="*/ 413858 w 12188965"/>
              <a:gd name="connsiteY3492" fmla="*/ 1851737 h 2053176"/>
              <a:gd name="connsiteX3493" fmla="*/ 388200 w 12188965"/>
              <a:gd name="connsiteY3493" fmla="*/ 1826077 h 2053176"/>
              <a:gd name="connsiteX3494" fmla="*/ 413858 w 12188965"/>
              <a:gd name="connsiteY3494" fmla="*/ 1800419 h 2053176"/>
              <a:gd name="connsiteX3495" fmla="*/ 346686 w 12188965"/>
              <a:gd name="connsiteY3495" fmla="*/ 1800419 h 2053176"/>
              <a:gd name="connsiteX3496" fmla="*/ 372344 w 12188965"/>
              <a:gd name="connsiteY3496" fmla="*/ 1826077 h 2053176"/>
              <a:gd name="connsiteX3497" fmla="*/ 346686 w 12188965"/>
              <a:gd name="connsiteY3497" fmla="*/ 1851737 h 2053176"/>
              <a:gd name="connsiteX3498" fmla="*/ 321027 w 12188965"/>
              <a:gd name="connsiteY3498" fmla="*/ 1826077 h 2053176"/>
              <a:gd name="connsiteX3499" fmla="*/ 346686 w 12188965"/>
              <a:gd name="connsiteY3499" fmla="*/ 1800419 h 2053176"/>
              <a:gd name="connsiteX3500" fmla="*/ 282480 w 12188965"/>
              <a:gd name="connsiteY3500" fmla="*/ 1800419 h 2053176"/>
              <a:gd name="connsiteX3501" fmla="*/ 308138 w 12188965"/>
              <a:gd name="connsiteY3501" fmla="*/ 1826077 h 2053176"/>
              <a:gd name="connsiteX3502" fmla="*/ 282480 w 12188965"/>
              <a:gd name="connsiteY3502" fmla="*/ 1851737 h 2053176"/>
              <a:gd name="connsiteX3503" fmla="*/ 256820 w 12188965"/>
              <a:gd name="connsiteY3503" fmla="*/ 1826077 h 2053176"/>
              <a:gd name="connsiteX3504" fmla="*/ 282480 w 12188965"/>
              <a:gd name="connsiteY3504" fmla="*/ 1800419 h 2053176"/>
              <a:gd name="connsiteX3505" fmla="*/ 218274 w 12188965"/>
              <a:gd name="connsiteY3505" fmla="*/ 1800419 h 2053176"/>
              <a:gd name="connsiteX3506" fmla="*/ 243932 w 12188965"/>
              <a:gd name="connsiteY3506" fmla="*/ 1826077 h 2053176"/>
              <a:gd name="connsiteX3507" fmla="*/ 218274 w 12188965"/>
              <a:gd name="connsiteY3507" fmla="*/ 1851737 h 2053176"/>
              <a:gd name="connsiteX3508" fmla="*/ 192615 w 12188965"/>
              <a:gd name="connsiteY3508" fmla="*/ 1826077 h 2053176"/>
              <a:gd name="connsiteX3509" fmla="*/ 218274 w 12188965"/>
              <a:gd name="connsiteY3509" fmla="*/ 1800419 h 2053176"/>
              <a:gd name="connsiteX3510" fmla="*/ 154069 w 12188965"/>
              <a:gd name="connsiteY3510" fmla="*/ 1800419 h 2053176"/>
              <a:gd name="connsiteX3511" fmla="*/ 179727 w 12188965"/>
              <a:gd name="connsiteY3511" fmla="*/ 1826077 h 2053176"/>
              <a:gd name="connsiteX3512" fmla="*/ 154069 w 12188965"/>
              <a:gd name="connsiteY3512" fmla="*/ 1851737 h 2053176"/>
              <a:gd name="connsiteX3513" fmla="*/ 128410 w 12188965"/>
              <a:gd name="connsiteY3513" fmla="*/ 1826077 h 2053176"/>
              <a:gd name="connsiteX3514" fmla="*/ 154069 w 12188965"/>
              <a:gd name="connsiteY3514" fmla="*/ 1800419 h 2053176"/>
              <a:gd name="connsiteX3515" fmla="*/ 12099103 w 12188965"/>
              <a:gd name="connsiteY3515" fmla="*/ 1800418 h 2053176"/>
              <a:gd name="connsiteX3516" fmla="*/ 12124761 w 12188965"/>
              <a:gd name="connsiteY3516" fmla="*/ 1826077 h 2053176"/>
              <a:gd name="connsiteX3517" fmla="*/ 12099103 w 12188965"/>
              <a:gd name="connsiteY3517" fmla="*/ 1851736 h 2053176"/>
              <a:gd name="connsiteX3518" fmla="*/ 12073441 w 12188965"/>
              <a:gd name="connsiteY3518" fmla="*/ 1826077 h 2053176"/>
              <a:gd name="connsiteX3519" fmla="*/ 12099103 w 12188965"/>
              <a:gd name="connsiteY3519" fmla="*/ 1800418 h 2053176"/>
              <a:gd name="connsiteX3520" fmla="*/ 11518287 w 12188965"/>
              <a:gd name="connsiteY3520" fmla="*/ 1800418 h 2053176"/>
              <a:gd name="connsiteX3521" fmla="*/ 11543945 w 12188965"/>
              <a:gd name="connsiteY3521" fmla="*/ 1826077 h 2053176"/>
              <a:gd name="connsiteX3522" fmla="*/ 11518287 w 12188965"/>
              <a:gd name="connsiteY3522" fmla="*/ 1851736 h 2053176"/>
              <a:gd name="connsiteX3523" fmla="*/ 11492627 w 12188965"/>
              <a:gd name="connsiteY3523" fmla="*/ 1826077 h 2053176"/>
              <a:gd name="connsiteX3524" fmla="*/ 11518287 w 12188965"/>
              <a:gd name="connsiteY3524" fmla="*/ 1800418 h 2053176"/>
              <a:gd name="connsiteX3525" fmla="*/ 11454081 w 12188965"/>
              <a:gd name="connsiteY3525" fmla="*/ 1800418 h 2053176"/>
              <a:gd name="connsiteX3526" fmla="*/ 11479739 w 12188965"/>
              <a:gd name="connsiteY3526" fmla="*/ 1826077 h 2053176"/>
              <a:gd name="connsiteX3527" fmla="*/ 11454081 w 12188965"/>
              <a:gd name="connsiteY3527" fmla="*/ 1851736 h 2053176"/>
              <a:gd name="connsiteX3528" fmla="*/ 11428421 w 12188965"/>
              <a:gd name="connsiteY3528" fmla="*/ 1826077 h 2053176"/>
              <a:gd name="connsiteX3529" fmla="*/ 11454081 w 12188965"/>
              <a:gd name="connsiteY3529" fmla="*/ 1800418 h 2053176"/>
              <a:gd name="connsiteX3530" fmla="*/ 11133055 w 12188965"/>
              <a:gd name="connsiteY3530" fmla="*/ 1800418 h 2053176"/>
              <a:gd name="connsiteX3531" fmla="*/ 11158713 w 12188965"/>
              <a:gd name="connsiteY3531" fmla="*/ 1826077 h 2053176"/>
              <a:gd name="connsiteX3532" fmla="*/ 11133055 w 12188965"/>
              <a:gd name="connsiteY3532" fmla="*/ 1851736 h 2053176"/>
              <a:gd name="connsiteX3533" fmla="*/ 11107396 w 12188965"/>
              <a:gd name="connsiteY3533" fmla="*/ 1826077 h 2053176"/>
              <a:gd name="connsiteX3534" fmla="*/ 11133055 w 12188965"/>
              <a:gd name="connsiteY3534" fmla="*/ 1800418 h 2053176"/>
              <a:gd name="connsiteX3535" fmla="*/ 11068848 w 12188965"/>
              <a:gd name="connsiteY3535" fmla="*/ 1800418 h 2053176"/>
              <a:gd name="connsiteX3536" fmla="*/ 11094509 w 12188965"/>
              <a:gd name="connsiteY3536" fmla="*/ 1826077 h 2053176"/>
              <a:gd name="connsiteX3537" fmla="*/ 11068848 w 12188965"/>
              <a:gd name="connsiteY3537" fmla="*/ 1851736 h 2053176"/>
              <a:gd name="connsiteX3538" fmla="*/ 11043189 w 12188965"/>
              <a:gd name="connsiteY3538" fmla="*/ 1826077 h 2053176"/>
              <a:gd name="connsiteX3539" fmla="*/ 11068848 w 12188965"/>
              <a:gd name="connsiteY3539" fmla="*/ 1800418 h 2053176"/>
              <a:gd name="connsiteX3540" fmla="*/ 10747708 w 12188965"/>
              <a:gd name="connsiteY3540" fmla="*/ 1800418 h 2053176"/>
              <a:gd name="connsiteX3541" fmla="*/ 10773366 w 12188965"/>
              <a:gd name="connsiteY3541" fmla="*/ 1826077 h 2053176"/>
              <a:gd name="connsiteX3542" fmla="*/ 10747708 w 12188965"/>
              <a:gd name="connsiteY3542" fmla="*/ 1851736 h 2053176"/>
              <a:gd name="connsiteX3543" fmla="*/ 10722047 w 12188965"/>
              <a:gd name="connsiteY3543" fmla="*/ 1826077 h 2053176"/>
              <a:gd name="connsiteX3544" fmla="*/ 10747708 w 12188965"/>
              <a:gd name="connsiteY3544" fmla="*/ 1800418 h 2053176"/>
              <a:gd name="connsiteX3545" fmla="*/ 10426681 w 12188965"/>
              <a:gd name="connsiteY3545" fmla="*/ 1800418 h 2053176"/>
              <a:gd name="connsiteX3546" fmla="*/ 10452339 w 12188965"/>
              <a:gd name="connsiteY3546" fmla="*/ 1826077 h 2053176"/>
              <a:gd name="connsiteX3547" fmla="*/ 10426681 w 12188965"/>
              <a:gd name="connsiteY3547" fmla="*/ 1851736 h 2053176"/>
              <a:gd name="connsiteX3548" fmla="*/ 10401023 w 12188965"/>
              <a:gd name="connsiteY3548" fmla="*/ 1826077 h 2053176"/>
              <a:gd name="connsiteX3549" fmla="*/ 10426681 w 12188965"/>
              <a:gd name="connsiteY3549" fmla="*/ 1800418 h 2053176"/>
              <a:gd name="connsiteX3550" fmla="*/ 10362474 w 12188965"/>
              <a:gd name="connsiteY3550" fmla="*/ 1800418 h 2053176"/>
              <a:gd name="connsiteX3551" fmla="*/ 10388135 w 12188965"/>
              <a:gd name="connsiteY3551" fmla="*/ 1826077 h 2053176"/>
              <a:gd name="connsiteX3552" fmla="*/ 10362474 w 12188965"/>
              <a:gd name="connsiteY3552" fmla="*/ 1851736 h 2053176"/>
              <a:gd name="connsiteX3553" fmla="*/ 10336816 w 12188965"/>
              <a:gd name="connsiteY3553" fmla="*/ 1826077 h 2053176"/>
              <a:gd name="connsiteX3554" fmla="*/ 10362474 w 12188965"/>
              <a:gd name="connsiteY3554" fmla="*/ 1800418 h 2053176"/>
              <a:gd name="connsiteX3555" fmla="*/ 10041450 w 12188965"/>
              <a:gd name="connsiteY3555" fmla="*/ 1800418 h 2053176"/>
              <a:gd name="connsiteX3556" fmla="*/ 10067108 w 12188965"/>
              <a:gd name="connsiteY3556" fmla="*/ 1826077 h 2053176"/>
              <a:gd name="connsiteX3557" fmla="*/ 10041450 w 12188965"/>
              <a:gd name="connsiteY3557" fmla="*/ 1851736 h 2053176"/>
              <a:gd name="connsiteX3558" fmla="*/ 10015789 w 12188965"/>
              <a:gd name="connsiteY3558" fmla="*/ 1826077 h 2053176"/>
              <a:gd name="connsiteX3559" fmla="*/ 10041450 w 12188965"/>
              <a:gd name="connsiteY3559" fmla="*/ 1800418 h 2053176"/>
              <a:gd name="connsiteX3560" fmla="*/ 9977242 w 12188965"/>
              <a:gd name="connsiteY3560" fmla="*/ 1800418 h 2053176"/>
              <a:gd name="connsiteX3561" fmla="*/ 10002903 w 12188965"/>
              <a:gd name="connsiteY3561" fmla="*/ 1826077 h 2053176"/>
              <a:gd name="connsiteX3562" fmla="*/ 9977242 w 12188965"/>
              <a:gd name="connsiteY3562" fmla="*/ 1851736 h 2053176"/>
              <a:gd name="connsiteX3563" fmla="*/ 9951584 w 12188965"/>
              <a:gd name="connsiteY3563" fmla="*/ 1826077 h 2053176"/>
              <a:gd name="connsiteX3564" fmla="*/ 9977242 w 12188965"/>
              <a:gd name="connsiteY3564" fmla="*/ 1800418 h 2053176"/>
              <a:gd name="connsiteX3565" fmla="*/ 9656100 w 12188965"/>
              <a:gd name="connsiteY3565" fmla="*/ 1800418 h 2053176"/>
              <a:gd name="connsiteX3566" fmla="*/ 9681758 w 12188965"/>
              <a:gd name="connsiteY3566" fmla="*/ 1826077 h 2053176"/>
              <a:gd name="connsiteX3567" fmla="*/ 9656100 w 12188965"/>
              <a:gd name="connsiteY3567" fmla="*/ 1851736 h 2053176"/>
              <a:gd name="connsiteX3568" fmla="*/ 9630442 w 12188965"/>
              <a:gd name="connsiteY3568" fmla="*/ 1826077 h 2053176"/>
              <a:gd name="connsiteX3569" fmla="*/ 9656100 w 12188965"/>
              <a:gd name="connsiteY3569" fmla="*/ 1800418 h 2053176"/>
              <a:gd name="connsiteX3570" fmla="*/ 9335073 w 12188965"/>
              <a:gd name="connsiteY3570" fmla="*/ 1800418 h 2053176"/>
              <a:gd name="connsiteX3571" fmla="*/ 9360734 w 12188965"/>
              <a:gd name="connsiteY3571" fmla="*/ 1826077 h 2053176"/>
              <a:gd name="connsiteX3572" fmla="*/ 9335073 w 12188965"/>
              <a:gd name="connsiteY3572" fmla="*/ 1851736 h 2053176"/>
              <a:gd name="connsiteX3573" fmla="*/ 9309415 w 12188965"/>
              <a:gd name="connsiteY3573" fmla="*/ 1826077 h 2053176"/>
              <a:gd name="connsiteX3574" fmla="*/ 9335073 w 12188965"/>
              <a:gd name="connsiteY3574" fmla="*/ 1800418 h 2053176"/>
              <a:gd name="connsiteX3575" fmla="*/ 9270869 w 12188965"/>
              <a:gd name="connsiteY3575" fmla="*/ 1800418 h 2053176"/>
              <a:gd name="connsiteX3576" fmla="*/ 9296527 w 12188965"/>
              <a:gd name="connsiteY3576" fmla="*/ 1826077 h 2053176"/>
              <a:gd name="connsiteX3577" fmla="*/ 9270869 w 12188965"/>
              <a:gd name="connsiteY3577" fmla="*/ 1851736 h 2053176"/>
              <a:gd name="connsiteX3578" fmla="*/ 9245211 w 12188965"/>
              <a:gd name="connsiteY3578" fmla="*/ 1826077 h 2053176"/>
              <a:gd name="connsiteX3579" fmla="*/ 9270869 w 12188965"/>
              <a:gd name="connsiteY3579" fmla="*/ 1800418 h 2053176"/>
              <a:gd name="connsiteX3580" fmla="*/ 8949842 w 12188965"/>
              <a:gd name="connsiteY3580" fmla="*/ 1800418 h 2053176"/>
              <a:gd name="connsiteX3581" fmla="*/ 8975503 w 12188965"/>
              <a:gd name="connsiteY3581" fmla="*/ 1826077 h 2053176"/>
              <a:gd name="connsiteX3582" fmla="*/ 8949842 w 12188965"/>
              <a:gd name="connsiteY3582" fmla="*/ 1851736 h 2053176"/>
              <a:gd name="connsiteX3583" fmla="*/ 8924183 w 12188965"/>
              <a:gd name="connsiteY3583" fmla="*/ 1826077 h 2053176"/>
              <a:gd name="connsiteX3584" fmla="*/ 8949842 w 12188965"/>
              <a:gd name="connsiteY3584" fmla="*/ 1800418 h 2053176"/>
              <a:gd name="connsiteX3585" fmla="*/ 8885637 w 12188965"/>
              <a:gd name="connsiteY3585" fmla="*/ 1800418 h 2053176"/>
              <a:gd name="connsiteX3586" fmla="*/ 8911296 w 12188965"/>
              <a:gd name="connsiteY3586" fmla="*/ 1826077 h 2053176"/>
              <a:gd name="connsiteX3587" fmla="*/ 8885637 w 12188965"/>
              <a:gd name="connsiteY3587" fmla="*/ 1851736 h 2053176"/>
              <a:gd name="connsiteX3588" fmla="*/ 8859979 w 12188965"/>
              <a:gd name="connsiteY3588" fmla="*/ 1826077 h 2053176"/>
              <a:gd name="connsiteX3589" fmla="*/ 8885637 w 12188965"/>
              <a:gd name="connsiteY3589" fmla="*/ 1800418 h 2053176"/>
              <a:gd name="connsiteX3590" fmla="*/ 8564495 w 12188965"/>
              <a:gd name="connsiteY3590" fmla="*/ 1800418 h 2053176"/>
              <a:gd name="connsiteX3591" fmla="*/ 8590153 w 12188965"/>
              <a:gd name="connsiteY3591" fmla="*/ 1826077 h 2053176"/>
              <a:gd name="connsiteX3592" fmla="*/ 8564495 w 12188965"/>
              <a:gd name="connsiteY3592" fmla="*/ 1851736 h 2053176"/>
              <a:gd name="connsiteX3593" fmla="*/ 8538837 w 12188965"/>
              <a:gd name="connsiteY3593" fmla="*/ 1826077 h 2053176"/>
              <a:gd name="connsiteX3594" fmla="*/ 8564495 w 12188965"/>
              <a:gd name="connsiteY3594" fmla="*/ 1800418 h 2053176"/>
              <a:gd name="connsiteX3595" fmla="*/ 8243468 w 12188965"/>
              <a:gd name="connsiteY3595" fmla="*/ 1800418 h 2053176"/>
              <a:gd name="connsiteX3596" fmla="*/ 8269126 w 12188965"/>
              <a:gd name="connsiteY3596" fmla="*/ 1826077 h 2053176"/>
              <a:gd name="connsiteX3597" fmla="*/ 8243468 w 12188965"/>
              <a:gd name="connsiteY3597" fmla="*/ 1851736 h 2053176"/>
              <a:gd name="connsiteX3598" fmla="*/ 8217810 w 12188965"/>
              <a:gd name="connsiteY3598" fmla="*/ 1826077 h 2053176"/>
              <a:gd name="connsiteX3599" fmla="*/ 8243468 w 12188965"/>
              <a:gd name="connsiteY3599" fmla="*/ 1800418 h 2053176"/>
              <a:gd name="connsiteX3600" fmla="*/ 8179264 w 12188965"/>
              <a:gd name="connsiteY3600" fmla="*/ 1800418 h 2053176"/>
              <a:gd name="connsiteX3601" fmla="*/ 8204922 w 12188965"/>
              <a:gd name="connsiteY3601" fmla="*/ 1826077 h 2053176"/>
              <a:gd name="connsiteX3602" fmla="*/ 8179264 w 12188965"/>
              <a:gd name="connsiteY3602" fmla="*/ 1851736 h 2053176"/>
              <a:gd name="connsiteX3603" fmla="*/ 8153603 w 12188965"/>
              <a:gd name="connsiteY3603" fmla="*/ 1826077 h 2053176"/>
              <a:gd name="connsiteX3604" fmla="*/ 8179264 w 12188965"/>
              <a:gd name="connsiteY3604" fmla="*/ 1800418 h 2053176"/>
              <a:gd name="connsiteX3605" fmla="*/ 7858237 w 12188965"/>
              <a:gd name="connsiteY3605" fmla="*/ 1800418 h 2053176"/>
              <a:gd name="connsiteX3606" fmla="*/ 7883895 w 12188965"/>
              <a:gd name="connsiteY3606" fmla="*/ 1826077 h 2053176"/>
              <a:gd name="connsiteX3607" fmla="*/ 7858237 w 12188965"/>
              <a:gd name="connsiteY3607" fmla="*/ 1851736 h 2053176"/>
              <a:gd name="connsiteX3608" fmla="*/ 7832578 w 12188965"/>
              <a:gd name="connsiteY3608" fmla="*/ 1826077 h 2053176"/>
              <a:gd name="connsiteX3609" fmla="*/ 7858237 w 12188965"/>
              <a:gd name="connsiteY3609" fmla="*/ 1800418 h 2053176"/>
              <a:gd name="connsiteX3610" fmla="*/ 7794032 w 12188965"/>
              <a:gd name="connsiteY3610" fmla="*/ 1800418 h 2053176"/>
              <a:gd name="connsiteX3611" fmla="*/ 7819690 w 12188965"/>
              <a:gd name="connsiteY3611" fmla="*/ 1826077 h 2053176"/>
              <a:gd name="connsiteX3612" fmla="*/ 7794032 w 12188965"/>
              <a:gd name="connsiteY3612" fmla="*/ 1851736 h 2053176"/>
              <a:gd name="connsiteX3613" fmla="*/ 7768371 w 12188965"/>
              <a:gd name="connsiteY3613" fmla="*/ 1826077 h 2053176"/>
              <a:gd name="connsiteX3614" fmla="*/ 7794032 w 12188965"/>
              <a:gd name="connsiteY3614" fmla="*/ 1800418 h 2053176"/>
              <a:gd name="connsiteX3615" fmla="*/ 7472890 w 12188965"/>
              <a:gd name="connsiteY3615" fmla="*/ 1800418 h 2053176"/>
              <a:gd name="connsiteX3616" fmla="*/ 7498548 w 12188965"/>
              <a:gd name="connsiteY3616" fmla="*/ 1826077 h 2053176"/>
              <a:gd name="connsiteX3617" fmla="*/ 7472890 w 12188965"/>
              <a:gd name="connsiteY3617" fmla="*/ 1851736 h 2053176"/>
              <a:gd name="connsiteX3618" fmla="*/ 7447229 w 12188965"/>
              <a:gd name="connsiteY3618" fmla="*/ 1826077 h 2053176"/>
              <a:gd name="connsiteX3619" fmla="*/ 7472890 w 12188965"/>
              <a:gd name="connsiteY3619" fmla="*/ 1800418 h 2053176"/>
              <a:gd name="connsiteX3620" fmla="*/ 7151863 w 12188965"/>
              <a:gd name="connsiteY3620" fmla="*/ 1800418 h 2053176"/>
              <a:gd name="connsiteX3621" fmla="*/ 7177521 w 12188965"/>
              <a:gd name="connsiteY3621" fmla="*/ 1826077 h 2053176"/>
              <a:gd name="connsiteX3622" fmla="*/ 7151863 w 12188965"/>
              <a:gd name="connsiteY3622" fmla="*/ 1851736 h 2053176"/>
              <a:gd name="connsiteX3623" fmla="*/ 7126205 w 12188965"/>
              <a:gd name="connsiteY3623" fmla="*/ 1826077 h 2053176"/>
              <a:gd name="connsiteX3624" fmla="*/ 7151863 w 12188965"/>
              <a:gd name="connsiteY3624" fmla="*/ 1800418 h 2053176"/>
              <a:gd name="connsiteX3625" fmla="*/ 7087658 w 12188965"/>
              <a:gd name="connsiteY3625" fmla="*/ 1800418 h 2053176"/>
              <a:gd name="connsiteX3626" fmla="*/ 7113317 w 12188965"/>
              <a:gd name="connsiteY3626" fmla="*/ 1826077 h 2053176"/>
              <a:gd name="connsiteX3627" fmla="*/ 7087658 w 12188965"/>
              <a:gd name="connsiteY3627" fmla="*/ 1851736 h 2053176"/>
              <a:gd name="connsiteX3628" fmla="*/ 7061998 w 12188965"/>
              <a:gd name="connsiteY3628" fmla="*/ 1826077 h 2053176"/>
              <a:gd name="connsiteX3629" fmla="*/ 7087658 w 12188965"/>
              <a:gd name="connsiteY3629" fmla="*/ 1800418 h 2053176"/>
              <a:gd name="connsiteX3630" fmla="*/ 6766631 w 12188965"/>
              <a:gd name="connsiteY3630" fmla="*/ 1800418 h 2053176"/>
              <a:gd name="connsiteX3631" fmla="*/ 6792290 w 12188965"/>
              <a:gd name="connsiteY3631" fmla="*/ 1826077 h 2053176"/>
              <a:gd name="connsiteX3632" fmla="*/ 6766631 w 12188965"/>
              <a:gd name="connsiteY3632" fmla="*/ 1851736 h 2053176"/>
              <a:gd name="connsiteX3633" fmla="*/ 6740973 w 12188965"/>
              <a:gd name="connsiteY3633" fmla="*/ 1826077 h 2053176"/>
              <a:gd name="connsiteX3634" fmla="*/ 6766631 w 12188965"/>
              <a:gd name="connsiteY3634" fmla="*/ 1800418 h 2053176"/>
              <a:gd name="connsiteX3635" fmla="*/ 6702427 w 12188965"/>
              <a:gd name="connsiteY3635" fmla="*/ 1800418 h 2053176"/>
              <a:gd name="connsiteX3636" fmla="*/ 6728085 w 12188965"/>
              <a:gd name="connsiteY3636" fmla="*/ 1826077 h 2053176"/>
              <a:gd name="connsiteX3637" fmla="*/ 6702427 w 12188965"/>
              <a:gd name="connsiteY3637" fmla="*/ 1851736 h 2053176"/>
              <a:gd name="connsiteX3638" fmla="*/ 6676766 w 12188965"/>
              <a:gd name="connsiteY3638" fmla="*/ 1826077 h 2053176"/>
              <a:gd name="connsiteX3639" fmla="*/ 6702427 w 12188965"/>
              <a:gd name="connsiteY3639" fmla="*/ 1800418 h 2053176"/>
              <a:gd name="connsiteX3640" fmla="*/ 6381282 w 12188965"/>
              <a:gd name="connsiteY3640" fmla="*/ 1800418 h 2053176"/>
              <a:gd name="connsiteX3641" fmla="*/ 6406943 w 12188965"/>
              <a:gd name="connsiteY3641" fmla="*/ 1826077 h 2053176"/>
              <a:gd name="connsiteX3642" fmla="*/ 6381282 w 12188965"/>
              <a:gd name="connsiteY3642" fmla="*/ 1851736 h 2053176"/>
              <a:gd name="connsiteX3643" fmla="*/ 6355624 w 12188965"/>
              <a:gd name="connsiteY3643" fmla="*/ 1826077 h 2053176"/>
              <a:gd name="connsiteX3644" fmla="*/ 6381282 w 12188965"/>
              <a:gd name="connsiteY3644" fmla="*/ 1800418 h 2053176"/>
              <a:gd name="connsiteX3645" fmla="*/ 5807683 w 12188965"/>
              <a:gd name="connsiteY3645" fmla="*/ 1800418 h 2053176"/>
              <a:gd name="connsiteX3646" fmla="*/ 5833341 w 12188965"/>
              <a:gd name="connsiteY3646" fmla="*/ 1826077 h 2053176"/>
              <a:gd name="connsiteX3647" fmla="*/ 5807683 w 12188965"/>
              <a:gd name="connsiteY3647" fmla="*/ 1851736 h 2053176"/>
              <a:gd name="connsiteX3648" fmla="*/ 5782024 w 12188965"/>
              <a:gd name="connsiteY3648" fmla="*/ 1826077 h 2053176"/>
              <a:gd name="connsiteX3649" fmla="*/ 5807683 w 12188965"/>
              <a:gd name="connsiteY3649" fmla="*/ 1800418 h 2053176"/>
              <a:gd name="connsiteX3650" fmla="*/ 5743477 w 12188965"/>
              <a:gd name="connsiteY3650" fmla="*/ 1800418 h 2053176"/>
              <a:gd name="connsiteX3651" fmla="*/ 5769136 w 12188965"/>
              <a:gd name="connsiteY3651" fmla="*/ 1826077 h 2053176"/>
              <a:gd name="connsiteX3652" fmla="*/ 5743477 w 12188965"/>
              <a:gd name="connsiteY3652" fmla="*/ 1851736 h 2053176"/>
              <a:gd name="connsiteX3653" fmla="*/ 5717818 w 12188965"/>
              <a:gd name="connsiteY3653" fmla="*/ 1826077 h 2053176"/>
              <a:gd name="connsiteX3654" fmla="*/ 5743477 w 12188965"/>
              <a:gd name="connsiteY3654" fmla="*/ 1800418 h 2053176"/>
              <a:gd name="connsiteX3655" fmla="*/ 5422451 w 12188965"/>
              <a:gd name="connsiteY3655" fmla="*/ 1800418 h 2053176"/>
              <a:gd name="connsiteX3656" fmla="*/ 5448109 w 12188965"/>
              <a:gd name="connsiteY3656" fmla="*/ 1826077 h 2053176"/>
              <a:gd name="connsiteX3657" fmla="*/ 5422451 w 12188965"/>
              <a:gd name="connsiteY3657" fmla="*/ 1851736 h 2053176"/>
              <a:gd name="connsiteX3658" fmla="*/ 5396791 w 12188965"/>
              <a:gd name="connsiteY3658" fmla="*/ 1826077 h 2053176"/>
              <a:gd name="connsiteX3659" fmla="*/ 5422451 w 12188965"/>
              <a:gd name="connsiteY3659" fmla="*/ 1800418 h 2053176"/>
              <a:gd name="connsiteX3660" fmla="*/ 5358245 w 12188965"/>
              <a:gd name="connsiteY3660" fmla="*/ 1800418 h 2053176"/>
              <a:gd name="connsiteX3661" fmla="*/ 5383904 w 12188965"/>
              <a:gd name="connsiteY3661" fmla="*/ 1826077 h 2053176"/>
              <a:gd name="connsiteX3662" fmla="*/ 5358245 w 12188965"/>
              <a:gd name="connsiteY3662" fmla="*/ 1851736 h 2053176"/>
              <a:gd name="connsiteX3663" fmla="*/ 5332587 w 12188965"/>
              <a:gd name="connsiteY3663" fmla="*/ 1826077 h 2053176"/>
              <a:gd name="connsiteX3664" fmla="*/ 5358245 w 12188965"/>
              <a:gd name="connsiteY3664" fmla="*/ 1800418 h 2053176"/>
              <a:gd name="connsiteX3665" fmla="*/ 5037104 w 12188965"/>
              <a:gd name="connsiteY3665" fmla="*/ 1800418 h 2053176"/>
              <a:gd name="connsiteX3666" fmla="*/ 5062762 w 12188965"/>
              <a:gd name="connsiteY3666" fmla="*/ 1826077 h 2053176"/>
              <a:gd name="connsiteX3667" fmla="*/ 5037104 w 12188965"/>
              <a:gd name="connsiteY3667" fmla="*/ 1851736 h 2053176"/>
              <a:gd name="connsiteX3668" fmla="*/ 5011444 w 12188965"/>
              <a:gd name="connsiteY3668" fmla="*/ 1826077 h 2053176"/>
              <a:gd name="connsiteX3669" fmla="*/ 5037104 w 12188965"/>
              <a:gd name="connsiteY3669" fmla="*/ 1800418 h 2053176"/>
              <a:gd name="connsiteX3670" fmla="*/ 4716077 w 12188965"/>
              <a:gd name="connsiteY3670" fmla="*/ 1800418 h 2053176"/>
              <a:gd name="connsiteX3671" fmla="*/ 4741736 w 12188965"/>
              <a:gd name="connsiteY3671" fmla="*/ 1826077 h 2053176"/>
              <a:gd name="connsiteX3672" fmla="*/ 4716077 w 12188965"/>
              <a:gd name="connsiteY3672" fmla="*/ 1851736 h 2053176"/>
              <a:gd name="connsiteX3673" fmla="*/ 4690419 w 12188965"/>
              <a:gd name="connsiteY3673" fmla="*/ 1826077 h 2053176"/>
              <a:gd name="connsiteX3674" fmla="*/ 4716077 w 12188965"/>
              <a:gd name="connsiteY3674" fmla="*/ 1800418 h 2053176"/>
              <a:gd name="connsiteX3675" fmla="*/ 4651872 w 12188965"/>
              <a:gd name="connsiteY3675" fmla="*/ 1800418 h 2053176"/>
              <a:gd name="connsiteX3676" fmla="*/ 4677531 w 12188965"/>
              <a:gd name="connsiteY3676" fmla="*/ 1826077 h 2053176"/>
              <a:gd name="connsiteX3677" fmla="*/ 4651872 w 12188965"/>
              <a:gd name="connsiteY3677" fmla="*/ 1851736 h 2053176"/>
              <a:gd name="connsiteX3678" fmla="*/ 4626213 w 12188965"/>
              <a:gd name="connsiteY3678" fmla="*/ 1826077 h 2053176"/>
              <a:gd name="connsiteX3679" fmla="*/ 4651872 w 12188965"/>
              <a:gd name="connsiteY3679" fmla="*/ 1800418 h 2053176"/>
              <a:gd name="connsiteX3680" fmla="*/ 4330845 w 12188965"/>
              <a:gd name="connsiteY3680" fmla="*/ 1800418 h 2053176"/>
              <a:gd name="connsiteX3681" fmla="*/ 4356504 w 12188965"/>
              <a:gd name="connsiteY3681" fmla="*/ 1826077 h 2053176"/>
              <a:gd name="connsiteX3682" fmla="*/ 4330845 w 12188965"/>
              <a:gd name="connsiteY3682" fmla="*/ 1851736 h 2053176"/>
              <a:gd name="connsiteX3683" fmla="*/ 4305186 w 12188965"/>
              <a:gd name="connsiteY3683" fmla="*/ 1826077 h 2053176"/>
              <a:gd name="connsiteX3684" fmla="*/ 4330845 w 12188965"/>
              <a:gd name="connsiteY3684" fmla="*/ 1800418 h 2053176"/>
              <a:gd name="connsiteX3685" fmla="*/ 4266640 w 12188965"/>
              <a:gd name="connsiteY3685" fmla="*/ 1800418 h 2053176"/>
              <a:gd name="connsiteX3686" fmla="*/ 4292298 w 12188965"/>
              <a:gd name="connsiteY3686" fmla="*/ 1826077 h 2053176"/>
              <a:gd name="connsiteX3687" fmla="*/ 4266640 w 12188965"/>
              <a:gd name="connsiteY3687" fmla="*/ 1851736 h 2053176"/>
              <a:gd name="connsiteX3688" fmla="*/ 4240981 w 12188965"/>
              <a:gd name="connsiteY3688" fmla="*/ 1826077 h 2053176"/>
              <a:gd name="connsiteX3689" fmla="*/ 4266640 w 12188965"/>
              <a:gd name="connsiteY3689" fmla="*/ 1800418 h 2053176"/>
              <a:gd name="connsiteX3690" fmla="*/ 3945497 w 12188965"/>
              <a:gd name="connsiteY3690" fmla="*/ 1800418 h 2053176"/>
              <a:gd name="connsiteX3691" fmla="*/ 3971155 w 12188965"/>
              <a:gd name="connsiteY3691" fmla="*/ 1826077 h 2053176"/>
              <a:gd name="connsiteX3692" fmla="*/ 3945497 w 12188965"/>
              <a:gd name="connsiteY3692" fmla="*/ 1851736 h 2053176"/>
              <a:gd name="connsiteX3693" fmla="*/ 3919838 w 12188965"/>
              <a:gd name="connsiteY3693" fmla="*/ 1826077 h 2053176"/>
              <a:gd name="connsiteX3694" fmla="*/ 3945497 w 12188965"/>
              <a:gd name="connsiteY3694" fmla="*/ 1800418 h 2053176"/>
              <a:gd name="connsiteX3695" fmla="*/ 3624472 w 12188965"/>
              <a:gd name="connsiteY3695" fmla="*/ 1800418 h 2053176"/>
              <a:gd name="connsiteX3696" fmla="*/ 3650129 w 12188965"/>
              <a:gd name="connsiteY3696" fmla="*/ 1826077 h 2053176"/>
              <a:gd name="connsiteX3697" fmla="*/ 3624472 w 12188965"/>
              <a:gd name="connsiteY3697" fmla="*/ 1851736 h 2053176"/>
              <a:gd name="connsiteX3698" fmla="*/ 3598810 w 12188965"/>
              <a:gd name="connsiteY3698" fmla="*/ 1826077 h 2053176"/>
              <a:gd name="connsiteX3699" fmla="*/ 3624472 w 12188965"/>
              <a:gd name="connsiteY3699" fmla="*/ 1800418 h 2053176"/>
              <a:gd name="connsiteX3700" fmla="*/ 3560264 w 12188965"/>
              <a:gd name="connsiteY3700" fmla="*/ 1800418 h 2053176"/>
              <a:gd name="connsiteX3701" fmla="*/ 3585923 w 12188965"/>
              <a:gd name="connsiteY3701" fmla="*/ 1826077 h 2053176"/>
              <a:gd name="connsiteX3702" fmla="*/ 3560264 w 12188965"/>
              <a:gd name="connsiteY3702" fmla="*/ 1851736 h 2053176"/>
              <a:gd name="connsiteX3703" fmla="*/ 3534607 w 12188965"/>
              <a:gd name="connsiteY3703" fmla="*/ 1826077 h 2053176"/>
              <a:gd name="connsiteX3704" fmla="*/ 3560264 w 12188965"/>
              <a:gd name="connsiteY3704" fmla="*/ 1800418 h 2053176"/>
              <a:gd name="connsiteX3705" fmla="*/ 3239238 w 12188965"/>
              <a:gd name="connsiteY3705" fmla="*/ 1800418 h 2053176"/>
              <a:gd name="connsiteX3706" fmla="*/ 3264898 w 12188965"/>
              <a:gd name="connsiteY3706" fmla="*/ 1826077 h 2053176"/>
              <a:gd name="connsiteX3707" fmla="*/ 3239238 w 12188965"/>
              <a:gd name="connsiteY3707" fmla="*/ 1851736 h 2053176"/>
              <a:gd name="connsiteX3708" fmla="*/ 3213580 w 12188965"/>
              <a:gd name="connsiteY3708" fmla="*/ 1826077 h 2053176"/>
              <a:gd name="connsiteX3709" fmla="*/ 3239238 w 12188965"/>
              <a:gd name="connsiteY3709" fmla="*/ 1800418 h 2053176"/>
              <a:gd name="connsiteX3710" fmla="*/ 3175034 w 12188965"/>
              <a:gd name="connsiteY3710" fmla="*/ 1800418 h 2053176"/>
              <a:gd name="connsiteX3711" fmla="*/ 3200692 w 12188965"/>
              <a:gd name="connsiteY3711" fmla="*/ 1826077 h 2053176"/>
              <a:gd name="connsiteX3712" fmla="*/ 3175034 w 12188965"/>
              <a:gd name="connsiteY3712" fmla="*/ 1851736 h 2053176"/>
              <a:gd name="connsiteX3713" fmla="*/ 3149375 w 12188965"/>
              <a:gd name="connsiteY3713" fmla="*/ 1826077 h 2053176"/>
              <a:gd name="connsiteX3714" fmla="*/ 3175034 w 12188965"/>
              <a:gd name="connsiteY3714" fmla="*/ 1800418 h 2053176"/>
              <a:gd name="connsiteX3715" fmla="*/ 2853890 w 12188965"/>
              <a:gd name="connsiteY3715" fmla="*/ 1800418 h 2053176"/>
              <a:gd name="connsiteX3716" fmla="*/ 2879550 w 12188965"/>
              <a:gd name="connsiteY3716" fmla="*/ 1826077 h 2053176"/>
              <a:gd name="connsiteX3717" fmla="*/ 2853890 w 12188965"/>
              <a:gd name="connsiteY3717" fmla="*/ 1851736 h 2053176"/>
              <a:gd name="connsiteX3718" fmla="*/ 2828231 w 12188965"/>
              <a:gd name="connsiteY3718" fmla="*/ 1826077 h 2053176"/>
              <a:gd name="connsiteX3719" fmla="*/ 2853890 w 12188965"/>
              <a:gd name="connsiteY3719" fmla="*/ 1800418 h 2053176"/>
              <a:gd name="connsiteX3720" fmla="*/ 2532865 w 12188965"/>
              <a:gd name="connsiteY3720" fmla="*/ 1800418 h 2053176"/>
              <a:gd name="connsiteX3721" fmla="*/ 2558523 w 12188965"/>
              <a:gd name="connsiteY3721" fmla="*/ 1826077 h 2053176"/>
              <a:gd name="connsiteX3722" fmla="*/ 2532865 w 12188965"/>
              <a:gd name="connsiteY3722" fmla="*/ 1851736 h 2053176"/>
              <a:gd name="connsiteX3723" fmla="*/ 2507205 w 12188965"/>
              <a:gd name="connsiteY3723" fmla="*/ 1826077 h 2053176"/>
              <a:gd name="connsiteX3724" fmla="*/ 2532865 w 12188965"/>
              <a:gd name="connsiteY3724" fmla="*/ 1800418 h 2053176"/>
              <a:gd name="connsiteX3725" fmla="*/ 2468658 w 12188965"/>
              <a:gd name="connsiteY3725" fmla="*/ 1800418 h 2053176"/>
              <a:gd name="connsiteX3726" fmla="*/ 2494318 w 12188965"/>
              <a:gd name="connsiteY3726" fmla="*/ 1826077 h 2053176"/>
              <a:gd name="connsiteX3727" fmla="*/ 2468658 w 12188965"/>
              <a:gd name="connsiteY3727" fmla="*/ 1851736 h 2053176"/>
              <a:gd name="connsiteX3728" fmla="*/ 2443000 w 12188965"/>
              <a:gd name="connsiteY3728" fmla="*/ 1826077 h 2053176"/>
              <a:gd name="connsiteX3729" fmla="*/ 2468658 w 12188965"/>
              <a:gd name="connsiteY3729" fmla="*/ 1800418 h 2053176"/>
              <a:gd name="connsiteX3730" fmla="*/ 2147633 w 12188965"/>
              <a:gd name="connsiteY3730" fmla="*/ 1800418 h 2053176"/>
              <a:gd name="connsiteX3731" fmla="*/ 2173293 w 12188965"/>
              <a:gd name="connsiteY3731" fmla="*/ 1826077 h 2053176"/>
              <a:gd name="connsiteX3732" fmla="*/ 2147633 w 12188965"/>
              <a:gd name="connsiteY3732" fmla="*/ 1851736 h 2053176"/>
              <a:gd name="connsiteX3733" fmla="*/ 2121975 w 12188965"/>
              <a:gd name="connsiteY3733" fmla="*/ 1826077 h 2053176"/>
              <a:gd name="connsiteX3734" fmla="*/ 2147633 w 12188965"/>
              <a:gd name="connsiteY3734" fmla="*/ 1800418 h 2053176"/>
              <a:gd name="connsiteX3735" fmla="*/ 2083427 w 12188965"/>
              <a:gd name="connsiteY3735" fmla="*/ 1800418 h 2053176"/>
              <a:gd name="connsiteX3736" fmla="*/ 2109087 w 12188965"/>
              <a:gd name="connsiteY3736" fmla="*/ 1826077 h 2053176"/>
              <a:gd name="connsiteX3737" fmla="*/ 2083427 w 12188965"/>
              <a:gd name="connsiteY3737" fmla="*/ 1851736 h 2053176"/>
              <a:gd name="connsiteX3738" fmla="*/ 2057768 w 12188965"/>
              <a:gd name="connsiteY3738" fmla="*/ 1826077 h 2053176"/>
              <a:gd name="connsiteX3739" fmla="*/ 2083427 w 12188965"/>
              <a:gd name="connsiteY3739" fmla="*/ 1800418 h 2053176"/>
              <a:gd name="connsiteX3740" fmla="*/ 1762285 w 12188965"/>
              <a:gd name="connsiteY3740" fmla="*/ 1800418 h 2053176"/>
              <a:gd name="connsiteX3741" fmla="*/ 1787944 w 12188965"/>
              <a:gd name="connsiteY3741" fmla="*/ 1826077 h 2053176"/>
              <a:gd name="connsiteX3742" fmla="*/ 1762285 w 12188965"/>
              <a:gd name="connsiteY3742" fmla="*/ 1851736 h 2053176"/>
              <a:gd name="connsiteX3743" fmla="*/ 1736626 w 12188965"/>
              <a:gd name="connsiteY3743" fmla="*/ 1826077 h 2053176"/>
              <a:gd name="connsiteX3744" fmla="*/ 1762285 w 12188965"/>
              <a:gd name="connsiteY3744" fmla="*/ 1800418 h 2053176"/>
              <a:gd name="connsiteX3745" fmla="*/ 1441258 w 12188965"/>
              <a:gd name="connsiteY3745" fmla="*/ 1800418 h 2053176"/>
              <a:gd name="connsiteX3746" fmla="*/ 1466917 w 12188965"/>
              <a:gd name="connsiteY3746" fmla="*/ 1826077 h 2053176"/>
              <a:gd name="connsiteX3747" fmla="*/ 1441258 w 12188965"/>
              <a:gd name="connsiteY3747" fmla="*/ 1851736 h 2053176"/>
              <a:gd name="connsiteX3748" fmla="*/ 1415599 w 12188965"/>
              <a:gd name="connsiteY3748" fmla="*/ 1826077 h 2053176"/>
              <a:gd name="connsiteX3749" fmla="*/ 1441258 w 12188965"/>
              <a:gd name="connsiteY3749" fmla="*/ 1800418 h 2053176"/>
              <a:gd name="connsiteX3750" fmla="*/ 1377053 w 12188965"/>
              <a:gd name="connsiteY3750" fmla="*/ 1800418 h 2053176"/>
              <a:gd name="connsiteX3751" fmla="*/ 1402712 w 12188965"/>
              <a:gd name="connsiteY3751" fmla="*/ 1826077 h 2053176"/>
              <a:gd name="connsiteX3752" fmla="*/ 1377053 w 12188965"/>
              <a:gd name="connsiteY3752" fmla="*/ 1851736 h 2053176"/>
              <a:gd name="connsiteX3753" fmla="*/ 1351395 w 12188965"/>
              <a:gd name="connsiteY3753" fmla="*/ 1826077 h 2053176"/>
              <a:gd name="connsiteX3754" fmla="*/ 1377053 w 12188965"/>
              <a:gd name="connsiteY3754" fmla="*/ 1800418 h 2053176"/>
              <a:gd name="connsiteX3755" fmla="*/ 1056027 w 12188965"/>
              <a:gd name="connsiteY3755" fmla="*/ 1800418 h 2053176"/>
              <a:gd name="connsiteX3756" fmla="*/ 1081685 w 12188965"/>
              <a:gd name="connsiteY3756" fmla="*/ 1826077 h 2053176"/>
              <a:gd name="connsiteX3757" fmla="*/ 1056027 w 12188965"/>
              <a:gd name="connsiteY3757" fmla="*/ 1851736 h 2053176"/>
              <a:gd name="connsiteX3758" fmla="*/ 1030369 w 12188965"/>
              <a:gd name="connsiteY3758" fmla="*/ 1826077 h 2053176"/>
              <a:gd name="connsiteX3759" fmla="*/ 1056027 w 12188965"/>
              <a:gd name="connsiteY3759" fmla="*/ 1800418 h 2053176"/>
              <a:gd name="connsiteX3760" fmla="*/ 991823 w 12188965"/>
              <a:gd name="connsiteY3760" fmla="*/ 1800418 h 2053176"/>
              <a:gd name="connsiteX3761" fmla="*/ 1017481 w 12188965"/>
              <a:gd name="connsiteY3761" fmla="*/ 1826077 h 2053176"/>
              <a:gd name="connsiteX3762" fmla="*/ 991823 w 12188965"/>
              <a:gd name="connsiteY3762" fmla="*/ 1851736 h 2053176"/>
              <a:gd name="connsiteX3763" fmla="*/ 966162 w 12188965"/>
              <a:gd name="connsiteY3763" fmla="*/ 1826077 h 2053176"/>
              <a:gd name="connsiteX3764" fmla="*/ 991823 w 12188965"/>
              <a:gd name="connsiteY3764" fmla="*/ 1800418 h 2053176"/>
              <a:gd name="connsiteX3765" fmla="*/ 670679 w 12188965"/>
              <a:gd name="connsiteY3765" fmla="*/ 1800418 h 2053176"/>
              <a:gd name="connsiteX3766" fmla="*/ 696338 w 12188965"/>
              <a:gd name="connsiteY3766" fmla="*/ 1826077 h 2053176"/>
              <a:gd name="connsiteX3767" fmla="*/ 670679 w 12188965"/>
              <a:gd name="connsiteY3767" fmla="*/ 1851736 h 2053176"/>
              <a:gd name="connsiteX3768" fmla="*/ 645020 w 12188965"/>
              <a:gd name="connsiteY3768" fmla="*/ 1826077 h 2053176"/>
              <a:gd name="connsiteX3769" fmla="*/ 670679 w 12188965"/>
              <a:gd name="connsiteY3769" fmla="*/ 1800418 h 2053176"/>
              <a:gd name="connsiteX3770" fmla="*/ 89864 w 12188965"/>
              <a:gd name="connsiteY3770" fmla="*/ 1800418 h 2053176"/>
              <a:gd name="connsiteX3771" fmla="*/ 115522 w 12188965"/>
              <a:gd name="connsiteY3771" fmla="*/ 1826077 h 2053176"/>
              <a:gd name="connsiteX3772" fmla="*/ 89864 w 12188965"/>
              <a:gd name="connsiteY3772" fmla="*/ 1851736 h 2053176"/>
              <a:gd name="connsiteX3773" fmla="*/ 64205 w 12188965"/>
              <a:gd name="connsiteY3773" fmla="*/ 1826077 h 2053176"/>
              <a:gd name="connsiteX3774" fmla="*/ 89864 w 12188965"/>
              <a:gd name="connsiteY3774" fmla="*/ 1800418 h 2053176"/>
              <a:gd name="connsiteX3775" fmla="*/ 25659 w 12188965"/>
              <a:gd name="connsiteY3775" fmla="*/ 1800418 h 2053176"/>
              <a:gd name="connsiteX3776" fmla="*/ 51317 w 12188965"/>
              <a:gd name="connsiteY3776" fmla="*/ 1826077 h 2053176"/>
              <a:gd name="connsiteX3777" fmla="*/ 25659 w 12188965"/>
              <a:gd name="connsiteY3777" fmla="*/ 1851736 h 2053176"/>
              <a:gd name="connsiteX3778" fmla="*/ 0 w 12188965"/>
              <a:gd name="connsiteY3778" fmla="*/ 1826077 h 2053176"/>
              <a:gd name="connsiteX3779" fmla="*/ 25659 w 12188965"/>
              <a:gd name="connsiteY3779" fmla="*/ 1800418 h 2053176"/>
              <a:gd name="connsiteX3780" fmla="*/ 11582491 w 12188965"/>
              <a:gd name="connsiteY3780" fmla="*/ 1745967 h 2053176"/>
              <a:gd name="connsiteX3781" fmla="*/ 11595379 w 12188965"/>
              <a:gd name="connsiteY3781" fmla="*/ 1758853 h 2053176"/>
              <a:gd name="connsiteX3782" fmla="*/ 11582491 w 12188965"/>
              <a:gd name="connsiteY3782" fmla="*/ 1771740 h 2053176"/>
              <a:gd name="connsiteX3783" fmla="*/ 11569605 w 12188965"/>
              <a:gd name="connsiteY3783" fmla="*/ 1758853 h 2053176"/>
              <a:gd name="connsiteX3784" fmla="*/ 11582491 w 12188965"/>
              <a:gd name="connsiteY3784" fmla="*/ 1745967 h 2053176"/>
              <a:gd name="connsiteX3785" fmla="*/ 7023451 w 12188965"/>
              <a:gd name="connsiteY3785" fmla="*/ 1745967 h 2053176"/>
              <a:gd name="connsiteX3786" fmla="*/ 7036339 w 12188965"/>
              <a:gd name="connsiteY3786" fmla="*/ 1758853 h 2053176"/>
              <a:gd name="connsiteX3787" fmla="*/ 7023451 w 12188965"/>
              <a:gd name="connsiteY3787" fmla="*/ 1771740 h 2053176"/>
              <a:gd name="connsiteX3788" fmla="*/ 7010566 w 12188965"/>
              <a:gd name="connsiteY3788" fmla="*/ 1758853 h 2053176"/>
              <a:gd name="connsiteX3789" fmla="*/ 7023451 w 12188965"/>
              <a:gd name="connsiteY3789" fmla="*/ 1745967 h 2053176"/>
              <a:gd name="connsiteX3790" fmla="*/ 5871887 w 12188965"/>
              <a:gd name="connsiteY3790" fmla="*/ 1745967 h 2053176"/>
              <a:gd name="connsiteX3791" fmla="*/ 5884776 w 12188965"/>
              <a:gd name="connsiteY3791" fmla="*/ 1758853 h 2053176"/>
              <a:gd name="connsiteX3792" fmla="*/ 5871887 w 12188965"/>
              <a:gd name="connsiteY3792" fmla="*/ 1771740 h 2053176"/>
              <a:gd name="connsiteX3793" fmla="*/ 5859000 w 12188965"/>
              <a:gd name="connsiteY3793" fmla="*/ 1758853 h 2053176"/>
              <a:gd name="connsiteX3794" fmla="*/ 5871887 w 12188965"/>
              <a:gd name="connsiteY3794" fmla="*/ 1745967 h 2053176"/>
              <a:gd name="connsiteX3795" fmla="*/ 1312848 w 12188965"/>
              <a:gd name="connsiteY3795" fmla="*/ 1745967 h 2053176"/>
              <a:gd name="connsiteX3796" fmla="*/ 1325735 w 12188965"/>
              <a:gd name="connsiteY3796" fmla="*/ 1758853 h 2053176"/>
              <a:gd name="connsiteX3797" fmla="*/ 1312848 w 12188965"/>
              <a:gd name="connsiteY3797" fmla="*/ 1771740 h 2053176"/>
              <a:gd name="connsiteX3798" fmla="*/ 1299962 w 12188965"/>
              <a:gd name="connsiteY3798" fmla="*/ 1758853 h 2053176"/>
              <a:gd name="connsiteX3799" fmla="*/ 1312848 w 12188965"/>
              <a:gd name="connsiteY3799" fmla="*/ 1745967 h 2053176"/>
              <a:gd name="connsiteX3800" fmla="*/ 154069 w 12188965"/>
              <a:gd name="connsiteY3800" fmla="*/ 1745967 h 2053176"/>
              <a:gd name="connsiteX3801" fmla="*/ 166957 w 12188965"/>
              <a:gd name="connsiteY3801" fmla="*/ 1758853 h 2053176"/>
              <a:gd name="connsiteX3802" fmla="*/ 154069 w 12188965"/>
              <a:gd name="connsiteY3802" fmla="*/ 1771740 h 2053176"/>
              <a:gd name="connsiteX3803" fmla="*/ 141182 w 12188965"/>
              <a:gd name="connsiteY3803" fmla="*/ 1758853 h 2053176"/>
              <a:gd name="connsiteX3804" fmla="*/ 154069 w 12188965"/>
              <a:gd name="connsiteY3804" fmla="*/ 1745967 h 2053176"/>
              <a:gd name="connsiteX3805" fmla="*/ 12163307 w 12188965"/>
              <a:gd name="connsiteY3805" fmla="*/ 1733195 h 2053176"/>
              <a:gd name="connsiteX3806" fmla="*/ 12188965 w 12188965"/>
              <a:gd name="connsiteY3806" fmla="*/ 1758854 h 2053176"/>
              <a:gd name="connsiteX3807" fmla="*/ 12163307 w 12188965"/>
              <a:gd name="connsiteY3807" fmla="*/ 1784513 h 2053176"/>
              <a:gd name="connsiteX3808" fmla="*/ 12137649 w 12188965"/>
              <a:gd name="connsiteY3808" fmla="*/ 1758854 h 2053176"/>
              <a:gd name="connsiteX3809" fmla="*/ 12163307 w 12188965"/>
              <a:gd name="connsiteY3809" fmla="*/ 1733195 h 2053176"/>
              <a:gd name="connsiteX3810" fmla="*/ 12099103 w 12188965"/>
              <a:gd name="connsiteY3810" fmla="*/ 1733195 h 2053176"/>
              <a:gd name="connsiteX3811" fmla="*/ 12124761 w 12188965"/>
              <a:gd name="connsiteY3811" fmla="*/ 1758854 h 2053176"/>
              <a:gd name="connsiteX3812" fmla="*/ 12099103 w 12188965"/>
              <a:gd name="connsiteY3812" fmla="*/ 1784513 h 2053176"/>
              <a:gd name="connsiteX3813" fmla="*/ 12073441 w 12188965"/>
              <a:gd name="connsiteY3813" fmla="*/ 1758854 h 2053176"/>
              <a:gd name="connsiteX3814" fmla="*/ 12099103 w 12188965"/>
              <a:gd name="connsiteY3814" fmla="*/ 1733195 h 2053176"/>
              <a:gd name="connsiteX3815" fmla="*/ 12034897 w 12188965"/>
              <a:gd name="connsiteY3815" fmla="*/ 1733195 h 2053176"/>
              <a:gd name="connsiteX3816" fmla="*/ 12060557 w 12188965"/>
              <a:gd name="connsiteY3816" fmla="*/ 1758854 h 2053176"/>
              <a:gd name="connsiteX3817" fmla="*/ 12034897 w 12188965"/>
              <a:gd name="connsiteY3817" fmla="*/ 1784513 h 2053176"/>
              <a:gd name="connsiteX3818" fmla="*/ 12009237 w 12188965"/>
              <a:gd name="connsiteY3818" fmla="*/ 1758854 h 2053176"/>
              <a:gd name="connsiteX3819" fmla="*/ 12034897 w 12188965"/>
              <a:gd name="connsiteY3819" fmla="*/ 1733195 h 2053176"/>
              <a:gd name="connsiteX3820" fmla="*/ 11970691 w 12188965"/>
              <a:gd name="connsiteY3820" fmla="*/ 1733195 h 2053176"/>
              <a:gd name="connsiteX3821" fmla="*/ 11996349 w 12188965"/>
              <a:gd name="connsiteY3821" fmla="*/ 1758854 h 2053176"/>
              <a:gd name="connsiteX3822" fmla="*/ 11970691 w 12188965"/>
              <a:gd name="connsiteY3822" fmla="*/ 1784513 h 2053176"/>
              <a:gd name="connsiteX3823" fmla="*/ 11945033 w 12188965"/>
              <a:gd name="connsiteY3823" fmla="*/ 1758854 h 2053176"/>
              <a:gd name="connsiteX3824" fmla="*/ 11970691 w 12188965"/>
              <a:gd name="connsiteY3824" fmla="*/ 1733195 h 2053176"/>
              <a:gd name="connsiteX3825" fmla="*/ 11906483 w 12188965"/>
              <a:gd name="connsiteY3825" fmla="*/ 1733195 h 2053176"/>
              <a:gd name="connsiteX3826" fmla="*/ 11932145 w 12188965"/>
              <a:gd name="connsiteY3826" fmla="*/ 1758854 h 2053176"/>
              <a:gd name="connsiteX3827" fmla="*/ 11906483 w 12188965"/>
              <a:gd name="connsiteY3827" fmla="*/ 1784513 h 2053176"/>
              <a:gd name="connsiteX3828" fmla="*/ 11880825 w 12188965"/>
              <a:gd name="connsiteY3828" fmla="*/ 1758854 h 2053176"/>
              <a:gd name="connsiteX3829" fmla="*/ 11906483 w 12188965"/>
              <a:gd name="connsiteY3829" fmla="*/ 1733195 h 2053176"/>
              <a:gd name="connsiteX3830" fmla="*/ 11842279 w 12188965"/>
              <a:gd name="connsiteY3830" fmla="*/ 1733195 h 2053176"/>
              <a:gd name="connsiteX3831" fmla="*/ 11867941 w 12188965"/>
              <a:gd name="connsiteY3831" fmla="*/ 1758854 h 2053176"/>
              <a:gd name="connsiteX3832" fmla="*/ 11842279 w 12188965"/>
              <a:gd name="connsiteY3832" fmla="*/ 1784513 h 2053176"/>
              <a:gd name="connsiteX3833" fmla="*/ 11816621 w 12188965"/>
              <a:gd name="connsiteY3833" fmla="*/ 1758854 h 2053176"/>
              <a:gd name="connsiteX3834" fmla="*/ 11842279 w 12188965"/>
              <a:gd name="connsiteY3834" fmla="*/ 1733195 h 2053176"/>
              <a:gd name="connsiteX3835" fmla="*/ 11775107 w 12188965"/>
              <a:gd name="connsiteY3835" fmla="*/ 1733195 h 2053176"/>
              <a:gd name="connsiteX3836" fmla="*/ 11800767 w 12188965"/>
              <a:gd name="connsiteY3836" fmla="*/ 1758854 h 2053176"/>
              <a:gd name="connsiteX3837" fmla="*/ 11775107 w 12188965"/>
              <a:gd name="connsiteY3837" fmla="*/ 1784513 h 2053176"/>
              <a:gd name="connsiteX3838" fmla="*/ 11749449 w 12188965"/>
              <a:gd name="connsiteY3838" fmla="*/ 1758854 h 2053176"/>
              <a:gd name="connsiteX3839" fmla="*/ 11775107 w 12188965"/>
              <a:gd name="connsiteY3839" fmla="*/ 1733195 h 2053176"/>
              <a:gd name="connsiteX3840" fmla="*/ 11710901 w 12188965"/>
              <a:gd name="connsiteY3840" fmla="*/ 1733195 h 2053176"/>
              <a:gd name="connsiteX3841" fmla="*/ 11736561 w 12188965"/>
              <a:gd name="connsiteY3841" fmla="*/ 1758854 h 2053176"/>
              <a:gd name="connsiteX3842" fmla="*/ 11710901 w 12188965"/>
              <a:gd name="connsiteY3842" fmla="*/ 1784513 h 2053176"/>
              <a:gd name="connsiteX3843" fmla="*/ 11685243 w 12188965"/>
              <a:gd name="connsiteY3843" fmla="*/ 1758854 h 2053176"/>
              <a:gd name="connsiteX3844" fmla="*/ 11710901 w 12188965"/>
              <a:gd name="connsiteY3844" fmla="*/ 1733195 h 2053176"/>
              <a:gd name="connsiteX3845" fmla="*/ 11646697 w 12188965"/>
              <a:gd name="connsiteY3845" fmla="*/ 1733195 h 2053176"/>
              <a:gd name="connsiteX3846" fmla="*/ 11672355 w 12188965"/>
              <a:gd name="connsiteY3846" fmla="*/ 1758854 h 2053176"/>
              <a:gd name="connsiteX3847" fmla="*/ 11646697 w 12188965"/>
              <a:gd name="connsiteY3847" fmla="*/ 1784513 h 2053176"/>
              <a:gd name="connsiteX3848" fmla="*/ 11621037 w 12188965"/>
              <a:gd name="connsiteY3848" fmla="*/ 1758854 h 2053176"/>
              <a:gd name="connsiteX3849" fmla="*/ 11646697 w 12188965"/>
              <a:gd name="connsiteY3849" fmla="*/ 1733195 h 2053176"/>
              <a:gd name="connsiteX3850" fmla="*/ 11518287 w 12188965"/>
              <a:gd name="connsiteY3850" fmla="*/ 1733195 h 2053176"/>
              <a:gd name="connsiteX3851" fmla="*/ 11543945 w 12188965"/>
              <a:gd name="connsiteY3851" fmla="*/ 1758854 h 2053176"/>
              <a:gd name="connsiteX3852" fmla="*/ 11518287 w 12188965"/>
              <a:gd name="connsiteY3852" fmla="*/ 1784513 h 2053176"/>
              <a:gd name="connsiteX3853" fmla="*/ 11492627 w 12188965"/>
              <a:gd name="connsiteY3853" fmla="*/ 1758854 h 2053176"/>
              <a:gd name="connsiteX3854" fmla="*/ 11518287 w 12188965"/>
              <a:gd name="connsiteY3854" fmla="*/ 1733195 h 2053176"/>
              <a:gd name="connsiteX3855" fmla="*/ 11454081 w 12188965"/>
              <a:gd name="connsiteY3855" fmla="*/ 1733195 h 2053176"/>
              <a:gd name="connsiteX3856" fmla="*/ 11479739 w 12188965"/>
              <a:gd name="connsiteY3856" fmla="*/ 1758854 h 2053176"/>
              <a:gd name="connsiteX3857" fmla="*/ 11454081 w 12188965"/>
              <a:gd name="connsiteY3857" fmla="*/ 1784513 h 2053176"/>
              <a:gd name="connsiteX3858" fmla="*/ 11428421 w 12188965"/>
              <a:gd name="connsiteY3858" fmla="*/ 1758854 h 2053176"/>
              <a:gd name="connsiteX3859" fmla="*/ 11454081 w 12188965"/>
              <a:gd name="connsiteY3859" fmla="*/ 1733195 h 2053176"/>
              <a:gd name="connsiteX3860" fmla="*/ 11389875 w 12188965"/>
              <a:gd name="connsiteY3860" fmla="*/ 1733195 h 2053176"/>
              <a:gd name="connsiteX3861" fmla="*/ 11415533 w 12188965"/>
              <a:gd name="connsiteY3861" fmla="*/ 1758854 h 2053176"/>
              <a:gd name="connsiteX3862" fmla="*/ 11389875 w 12188965"/>
              <a:gd name="connsiteY3862" fmla="*/ 1784513 h 2053176"/>
              <a:gd name="connsiteX3863" fmla="*/ 11364217 w 12188965"/>
              <a:gd name="connsiteY3863" fmla="*/ 1758854 h 2053176"/>
              <a:gd name="connsiteX3864" fmla="*/ 11389875 w 12188965"/>
              <a:gd name="connsiteY3864" fmla="*/ 1733195 h 2053176"/>
              <a:gd name="connsiteX3865" fmla="*/ 11325670 w 12188965"/>
              <a:gd name="connsiteY3865" fmla="*/ 1733195 h 2053176"/>
              <a:gd name="connsiteX3866" fmla="*/ 11351329 w 12188965"/>
              <a:gd name="connsiteY3866" fmla="*/ 1758854 h 2053176"/>
              <a:gd name="connsiteX3867" fmla="*/ 11325670 w 12188965"/>
              <a:gd name="connsiteY3867" fmla="*/ 1784513 h 2053176"/>
              <a:gd name="connsiteX3868" fmla="*/ 11300012 w 12188965"/>
              <a:gd name="connsiteY3868" fmla="*/ 1758854 h 2053176"/>
              <a:gd name="connsiteX3869" fmla="*/ 11325670 w 12188965"/>
              <a:gd name="connsiteY3869" fmla="*/ 1733195 h 2053176"/>
              <a:gd name="connsiteX3870" fmla="*/ 11261466 w 12188965"/>
              <a:gd name="connsiteY3870" fmla="*/ 1733195 h 2053176"/>
              <a:gd name="connsiteX3871" fmla="*/ 11287124 w 12188965"/>
              <a:gd name="connsiteY3871" fmla="*/ 1758854 h 2053176"/>
              <a:gd name="connsiteX3872" fmla="*/ 11261466 w 12188965"/>
              <a:gd name="connsiteY3872" fmla="*/ 1784513 h 2053176"/>
              <a:gd name="connsiteX3873" fmla="*/ 11235805 w 12188965"/>
              <a:gd name="connsiteY3873" fmla="*/ 1758854 h 2053176"/>
              <a:gd name="connsiteX3874" fmla="*/ 11261466 w 12188965"/>
              <a:gd name="connsiteY3874" fmla="*/ 1733195 h 2053176"/>
              <a:gd name="connsiteX3875" fmla="*/ 11197259 w 12188965"/>
              <a:gd name="connsiteY3875" fmla="*/ 1733195 h 2053176"/>
              <a:gd name="connsiteX3876" fmla="*/ 11222917 w 12188965"/>
              <a:gd name="connsiteY3876" fmla="*/ 1758854 h 2053176"/>
              <a:gd name="connsiteX3877" fmla="*/ 11197259 w 12188965"/>
              <a:gd name="connsiteY3877" fmla="*/ 1784513 h 2053176"/>
              <a:gd name="connsiteX3878" fmla="*/ 11171601 w 12188965"/>
              <a:gd name="connsiteY3878" fmla="*/ 1758854 h 2053176"/>
              <a:gd name="connsiteX3879" fmla="*/ 11197259 w 12188965"/>
              <a:gd name="connsiteY3879" fmla="*/ 1733195 h 2053176"/>
              <a:gd name="connsiteX3880" fmla="*/ 11133055 w 12188965"/>
              <a:gd name="connsiteY3880" fmla="*/ 1733195 h 2053176"/>
              <a:gd name="connsiteX3881" fmla="*/ 11158713 w 12188965"/>
              <a:gd name="connsiteY3881" fmla="*/ 1758854 h 2053176"/>
              <a:gd name="connsiteX3882" fmla="*/ 11133055 w 12188965"/>
              <a:gd name="connsiteY3882" fmla="*/ 1784513 h 2053176"/>
              <a:gd name="connsiteX3883" fmla="*/ 11107396 w 12188965"/>
              <a:gd name="connsiteY3883" fmla="*/ 1758854 h 2053176"/>
              <a:gd name="connsiteX3884" fmla="*/ 11133055 w 12188965"/>
              <a:gd name="connsiteY3884" fmla="*/ 1733195 h 2053176"/>
              <a:gd name="connsiteX3885" fmla="*/ 11068848 w 12188965"/>
              <a:gd name="connsiteY3885" fmla="*/ 1733195 h 2053176"/>
              <a:gd name="connsiteX3886" fmla="*/ 11094509 w 12188965"/>
              <a:gd name="connsiteY3886" fmla="*/ 1758854 h 2053176"/>
              <a:gd name="connsiteX3887" fmla="*/ 11068848 w 12188965"/>
              <a:gd name="connsiteY3887" fmla="*/ 1784513 h 2053176"/>
              <a:gd name="connsiteX3888" fmla="*/ 11043189 w 12188965"/>
              <a:gd name="connsiteY3888" fmla="*/ 1758854 h 2053176"/>
              <a:gd name="connsiteX3889" fmla="*/ 11068848 w 12188965"/>
              <a:gd name="connsiteY3889" fmla="*/ 1733195 h 2053176"/>
              <a:gd name="connsiteX3890" fmla="*/ 11004643 w 12188965"/>
              <a:gd name="connsiteY3890" fmla="*/ 1733195 h 2053176"/>
              <a:gd name="connsiteX3891" fmla="*/ 11030301 w 12188965"/>
              <a:gd name="connsiteY3891" fmla="*/ 1758854 h 2053176"/>
              <a:gd name="connsiteX3892" fmla="*/ 11004643 w 12188965"/>
              <a:gd name="connsiteY3892" fmla="*/ 1784513 h 2053176"/>
              <a:gd name="connsiteX3893" fmla="*/ 10978985 w 12188965"/>
              <a:gd name="connsiteY3893" fmla="*/ 1758854 h 2053176"/>
              <a:gd name="connsiteX3894" fmla="*/ 11004643 w 12188965"/>
              <a:gd name="connsiteY3894" fmla="*/ 1733195 h 2053176"/>
              <a:gd name="connsiteX3895" fmla="*/ 10940321 w 12188965"/>
              <a:gd name="connsiteY3895" fmla="*/ 1733195 h 2053176"/>
              <a:gd name="connsiteX3896" fmla="*/ 10965982 w 12188965"/>
              <a:gd name="connsiteY3896" fmla="*/ 1758854 h 2053176"/>
              <a:gd name="connsiteX3897" fmla="*/ 10940321 w 12188965"/>
              <a:gd name="connsiteY3897" fmla="*/ 1784513 h 2053176"/>
              <a:gd name="connsiteX3898" fmla="*/ 10914663 w 12188965"/>
              <a:gd name="connsiteY3898" fmla="*/ 1758854 h 2053176"/>
              <a:gd name="connsiteX3899" fmla="*/ 10940321 w 12188965"/>
              <a:gd name="connsiteY3899" fmla="*/ 1733195 h 2053176"/>
              <a:gd name="connsiteX3900" fmla="*/ 10876117 w 12188965"/>
              <a:gd name="connsiteY3900" fmla="*/ 1733195 h 2053176"/>
              <a:gd name="connsiteX3901" fmla="*/ 10901775 w 12188965"/>
              <a:gd name="connsiteY3901" fmla="*/ 1758854 h 2053176"/>
              <a:gd name="connsiteX3902" fmla="*/ 10876117 w 12188965"/>
              <a:gd name="connsiteY3902" fmla="*/ 1784513 h 2053176"/>
              <a:gd name="connsiteX3903" fmla="*/ 10850459 w 12188965"/>
              <a:gd name="connsiteY3903" fmla="*/ 1758854 h 2053176"/>
              <a:gd name="connsiteX3904" fmla="*/ 10876117 w 12188965"/>
              <a:gd name="connsiteY3904" fmla="*/ 1733195 h 2053176"/>
              <a:gd name="connsiteX3905" fmla="*/ 10811912 w 12188965"/>
              <a:gd name="connsiteY3905" fmla="*/ 1733195 h 2053176"/>
              <a:gd name="connsiteX3906" fmla="*/ 10837571 w 12188965"/>
              <a:gd name="connsiteY3906" fmla="*/ 1758854 h 2053176"/>
              <a:gd name="connsiteX3907" fmla="*/ 10811912 w 12188965"/>
              <a:gd name="connsiteY3907" fmla="*/ 1784513 h 2053176"/>
              <a:gd name="connsiteX3908" fmla="*/ 10786254 w 12188965"/>
              <a:gd name="connsiteY3908" fmla="*/ 1758854 h 2053176"/>
              <a:gd name="connsiteX3909" fmla="*/ 10811912 w 12188965"/>
              <a:gd name="connsiteY3909" fmla="*/ 1733195 h 2053176"/>
              <a:gd name="connsiteX3910" fmla="*/ 10747708 w 12188965"/>
              <a:gd name="connsiteY3910" fmla="*/ 1733195 h 2053176"/>
              <a:gd name="connsiteX3911" fmla="*/ 10773366 w 12188965"/>
              <a:gd name="connsiteY3911" fmla="*/ 1758854 h 2053176"/>
              <a:gd name="connsiteX3912" fmla="*/ 10747708 w 12188965"/>
              <a:gd name="connsiteY3912" fmla="*/ 1784513 h 2053176"/>
              <a:gd name="connsiteX3913" fmla="*/ 10722047 w 12188965"/>
              <a:gd name="connsiteY3913" fmla="*/ 1758854 h 2053176"/>
              <a:gd name="connsiteX3914" fmla="*/ 10747708 w 12188965"/>
              <a:gd name="connsiteY3914" fmla="*/ 1733195 h 2053176"/>
              <a:gd name="connsiteX3915" fmla="*/ 10683501 w 12188965"/>
              <a:gd name="connsiteY3915" fmla="*/ 1733195 h 2053176"/>
              <a:gd name="connsiteX3916" fmla="*/ 10709159 w 12188965"/>
              <a:gd name="connsiteY3916" fmla="*/ 1758854 h 2053176"/>
              <a:gd name="connsiteX3917" fmla="*/ 10683501 w 12188965"/>
              <a:gd name="connsiteY3917" fmla="*/ 1784513 h 2053176"/>
              <a:gd name="connsiteX3918" fmla="*/ 10657843 w 12188965"/>
              <a:gd name="connsiteY3918" fmla="*/ 1758854 h 2053176"/>
              <a:gd name="connsiteX3919" fmla="*/ 10683501 w 12188965"/>
              <a:gd name="connsiteY3919" fmla="*/ 1733195 h 2053176"/>
              <a:gd name="connsiteX3920" fmla="*/ 10619297 w 12188965"/>
              <a:gd name="connsiteY3920" fmla="*/ 1733195 h 2053176"/>
              <a:gd name="connsiteX3921" fmla="*/ 10644955 w 12188965"/>
              <a:gd name="connsiteY3921" fmla="*/ 1758854 h 2053176"/>
              <a:gd name="connsiteX3922" fmla="*/ 10619297 w 12188965"/>
              <a:gd name="connsiteY3922" fmla="*/ 1784513 h 2053176"/>
              <a:gd name="connsiteX3923" fmla="*/ 10593639 w 12188965"/>
              <a:gd name="connsiteY3923" fmla="*/ 1758854 h 2053176"/>
              <a:gd name="connsiteX3924" fmla="*/ 10619297 w 12188965"/>
              <a:gd name="connsiteY3924" fmla="*/ 1733195 h 2053176"/>
              <a:gd name="connsiteX3925" fmla="*/ 10555092 w 12188965"/>
              <a:gd name="connsiteY3925" fmla="*/ 1733195 h 2053176"/>
              <a:gd name="connsiteX3926" fmla="*/ 10580751 w 12188965"/>
              <a:gd name="connsiteY3926" fmla="*/ 1758854 h 2053176"/>
              <a:gd name="connsiteX3927" fmla="*/ 10555092 w 12188965"/>
              <a:gd name="connsiteY3927" fmla="*/ 1784513 h 2053176"/>
              <a:gd name="connsiteX3928" fmla="*/ 10529432 w 12188965"/>
              <a:gd name="connsiteY3928" fmla="*/ 1758854 h 2053176"/>
              <a:gd name="connsiteX3929" fmla="*/ 10555092 w 12188965"/>
              <a:gd name="connsiteY3929" fmla="*/ 1733195 h 2053176"/>
              <a:gd name="connsiteX3930" fmla="*/ 10490885 w 12188965"/>
              <a:gd name="connsiteY3930" fmla="*/ 1733195 h 2053176"/>
              <a:gd name="connsiteX3931" fmla="*/ 10516544 w 12188965"/>
              <a:gd name="connsiteY3931" fmla="*/ 1758854 h 2053176"/>
              <a:gd name="connsiteX3932" fmla="*/ 10490885 w 12188965"/>
              <a:gd name="connsiteY3932" fmla="*/ 1784513 h 2053176"/>
              <a:gd name="connsiteX3933" fmla="*/ 10465227 w 12188965"/>
              <a:gd name="connsiteY3933" fmla="*/ 1758854 h 2053176"/>
              <a:gd name="connsiteX3934" fmla="*/ 10490885 w 12188965"/>
              <a:gd name="connsiteY3934" fmla="*/ 1733195 h 2053176"/>
              <a:gd name="connsiteX3935" fmla="*/ 10426681 w 12188965"/>
              <a:gd name="connsiteY3935" fmla="*/ 1733195 h 2053176"/>
              <a:gd name="connsiteX3936" fmla="*/ 10452339 w 12188965"/>
              <a:gd name="connsiteY3936" fmla="*/ 1758854 h 2053176"/>
              <a:gd name="connsiteX3937" fmla="*/ 10426681 w 12188965"/>
              <a:gd name="connsiteY3937" fmla="*/ 1784513 h 2053176"/>
              <a:gd name="connsiteX3938" fmla="*/ 10401023 w 12188965"/>
              <a:gd name="connsiteY3938" fmla="*/ 1758854 h 2053176"/>
              <a:gd name="connsiteX3939" fmla="*/ 10426681 w 12188965"/>
              <a:gd name="connsiteY3939" fmla="*/ 1733195 h 2053176"/>
              <a:gd name="connsiteX3940" fmla="*/ 10362474 w 12188965"/>
              <a:gd name="connsiteY3940" fmla="*/ 1733195 h 2053176"/>
              <a:gd name="connsiteX3941" fmla="*/ 10388135 w 12188965"/>
              <a:gd name="connsiteY3941" fmla="*/ 1758854 h 2053176"/>
              <a:gd name="connsiteX3942" fmla="*/ 10362474 w 12188965"/>
              <a:gd name="connsiteY3942" fmla="*/ 1784513 h 2053176"/>
              <a:gd name="connsiteX3943" fmla="*/ 10336816 w 12188965"/>
              <a:gd name="connsiteY3943" fmla="*/ 1758854 h 2053176"/>
              <a:gd name="connsiteX3944" fmla="*/ 10362474 w 12188965"/>
              <a:gd name="connsiteY3944" fmla="*/ 1733195 h 2053176"/>
              <a:gd name="connsiteX3945" fmla="*/ 10298270 w 12188965"/>
              <a:gd name="connsiteY3945" fmla="*/ 1733195 h 2053176"/>
              <a:gd name="connsiteX3946" fmla="*/ 10323928 w 12188965"/>
              <a:gd name="connsiteY3946" fmla="*/ 1758854 h 2053176"/>
              <a:gd name="connsiteX3947" fmla="*/ 10298270 w 12188965"/>
              <a:gd name="connsiteY3947" fmla="*/ 1784513 h 2053176"/>
              <a:gd name="connsiteX3948" fmla="*/ 10272611 w 12188965"/>
              <a:gd name="connsiteY3948" fmla="*/ 1758854 h 2053176"/>
              <a:gd name="connsiteX3949" fmla="*/ 10298270 w 12188965"/>
              <a:gd name="connsiteY3949" fmla="*/ 1733195 h 2053176"/>
              <a:gd name="connsiteX3950" fmla="*/ 10234065 w 12188965"/>
              <a:gd name="connsiteY3950" fmla="*/ 1733195 h 2053176"/>
              <a:gd name="connsiteX3951" fmla="*/ 10259723 w 12188965"/>
              <a:gd name="connsiteY3951" fmla="*/ 1758854 h 2053176"/>
              <a:gd name="connsiteX3952" fmla="*/ 10234065 w 12188965"/>
              <a:gd name="connsiteY3952" fmla="*/ 1784513 h 2053176"/>
              <a:gd name="connsiteX3953" fmla="*/ 10208404 w 12188965"/>
              <a:gd name="connsiteY3953" fmla="*/ 1758854 h 2053176"/>
              <a:gd name="connsiteX3954" fmla="*/ 10234065 w 12188965"/>
              <a:gd name="connsiteY3954" fmla="*/ 1733195 h 2053176"/>
              <a:gd name="connsiteX3955" fmla="*/ 10169858 w 12188965"/>
              <a:gd name="connsiteY3955" fmla="*/ 1733195 h 2053176"/>
              <a:gd name="connsiteX3956" fmla="*/ 10195519 w 12188965"/>
              <a:gd name="connsiteY3956" fmla="*/ 1758854 h 2053176"/>
              <a:gd name="connsiteX3957" fmla="*/ 10169858 w 12188965"/>
              <a:gd name="connsiteY3957" fmla="*/ 1784513 h 2053176"/>
              <a:gd name="connsiteX3958" fmla="*/ 10144200 w 12188965"/>
              <a:gd name="connsiteY3958" fmla="*/ 1758854 h 2053176"/>
              <a:gd name="connsiteX3959" fmla="*/ 10169858 w 12188965"/>
              <a:gd name="connsiteY3959" fmla="*/ 1733195 h 2053176"/>
              <a:gd name="connsiteX3960" fmla="*/ 10105654 w 12188965"/>
              <a:gd name="connsiteY3960" fmla="*/ 1733195 h 2053176"/>
              <a:gd name="connsiteX3961" fmla="*/ 10131312 w 12188965"/>
              <a:gd name="connsiteY3961" fmla="*/ 1758854 h 2053176"/>
              <a:gd name="connsiteX3962" fmla="*/ 10105654 w 12188965"/>
              <a:gd name="connsiteY3962" fmla="*/ 1784513 h 2053176"/>
              <a:gd name="connsiteX3963" fmla="*/ 10079996 w 12188965"/>
              <a:gd name="connsiteY3963" fmla="*/ 1758854 h 2053176"/>
              <a:gd name="connsiteX3964" fmla="*/ 10105654 w 12188965"/>
              <a:gd name="connsiteY3964" fmla="*/ 1733195 h 2053176"/>
              <a:gd name="connsiteX3965" fmla="*/ 10041450 w 12188965"/>
              <a:gd name="connsiteY3965" fmla="*/ 1733195 h 2053176"/>
              <a:gd name="connsiteX3966" fmla="*/ 10067108 w 12188965"/>
              <a:gd name="connsiteY3966" fmla="*/ 1758854 h 2053176"/>
              <a:gd name="connsiteX3967" fmla="*/ 10041450 w 12188965"/>
              <a:gd name="connsiteY3967" fmla="*/ 1784513 h 2053176"/>
              <a:gd name="connsiteX3968" fmla="*/ 10015789 w 12188965"/>
              <a:gd name="connsiteY3968" fmla="*/ 1758854 h 2053176"/>
              <a:gd name="connsiteX3969" fmla="*/ 10041450 w 12188965"/>
              <a:gd name="connsiteY3969" fmla="*/ 1733195 h 2053176"/>
              <a:gd name="connsiteX3970" fmla="*/ 9977242 w 12188965"/>
              <a:gd name="connsiteY3970" fmla="*/ 1733195 h 2053176"/>
              <a:gd name="connsiteX3971" fmla="*/ 10002903 w 12188965"/>
              <a:gd name="connsiteY3971" fmla="*/ 1758854 h 2053176"/>
              <a:gd name="connsiteX3972" fmla="*/ 9977242 w 12188965"/>
              <a:gd name="connsiteY3972" fmla="*/ 1784513 h 2053176"/>
              <a:gd name="connsiteX3973" fmla="*/ 9951584 w 12188965"/>
              <a:gd name="connsiteY3973" fmla="*/ 1758854 h 2053176"/>
              <a:gd name="connsiteX3974" fmla="*/ 9977242 w 12188965"/>
              <a:gd name="connsiteY3974" fmla="*/ 1733195 h 2053176"/>
              <a:gd name="connsiteX3975" fmla="*/ 9913038 w 12188965"/>
              <a:gd name="connsiteY3975" fmla="*/ 1733195 h 2053176"/>
              <a:gd name="connsiteX3976" fmla="*/ 9938696 w 12188965"/>
              <a:gd name="connsiteY3976" fmla="*/ 1758854 h 2053176"/>
              <a:gd name="connsiteX3977" fmla="*/ 9913038 w 12188965"/>
              <a:gd name="connsiteY3977" fmla="*/ 1784513 h 2053176"/>
              <a:gd name="connsiteX3978" fmla="*/ 9887380 w 12188965"/>
              <a:gd name="connsiteY3978" fmla="*/ 1758854 h 2053176"/>
              <a:gd name="connsiteX3979" fmla="*/ 9913038 w 12188965"/>
              <a:gd name="connsiteY3979" fmla="*/ 1733195 h 2053176"/>
              <a:gd name="connsiteX3980" fmla="*/ 9848716 w 12188965"/>
              <a:gd name="connsiteY3980" fmla="*/ 1733195 h 2053176"/>
              <a:gd name="connsiteX3981" fmla="*/ 9874374 w 12188965"/>
              <a:gd name="connsiteY3981" fmla="*/ 1758854 h 2053176"/>
              <a:gd name="connsiteX3982" fmla="*/ 9848716 w 12188965"/>
              <a:gd name="connsiteY3982" fmla="*/ 1784513 h 2053176"/>
              <a:gd name="connsiteX3983" fmla="*/ 9823058 w 12188965"/>
              <a:gd name="connsiteY3983" fmla="*/ 1758854 h 2053176"/>
              <a:gd name="connsiteX3984" fmla="*/ 9848716 w 12188965"/>
              <a:gd name="connsiteY3984" fmla="*/ 1733195 h 2053176"/>
              <a:gd name="connsiteX3985" fmla="*/ 9784512 w 12188965"/>
              <a:gd name="connsiteY3985" fmla="*/ 1733195 h 2053176"/>
              <a:gd name="connsiteX3986" fmla="*/ 9810170 w 12188965"/>
              <a:gd name="connsiteY3986" fmla="*/ 1758854 h 2053176"/>
              <a:gd name="connsiteX3987" fmla="*/ 9784512 w 12188965"/>
              <a:gd name="connsiteY3987" fmla="*/ 1784513 h 2053176"/>
              <a:gd name="connsiteX3988" fmla="*/ 9758853 w 12188965"/>
              <a:gd name="connsiteY3988" fmla="*/ 1758854 h 2053176"/>
              <a:gd name="connsiteX3989" fmla="*/ 9784512 w 12188965"/>
              <a:gd name="connsiteY3989" fmla="*/ 1733195 h 2053176"/>
              <a:gd name="connsiteX3990" fmla="*/ 9720307 w 12188965"/>
              <a:gd name="connsiteY3990" fmla="*/ 1733195 h 2053176"/>
              <a:gd name="connsiteX3991" fmla="*/ 9745965 w 12188965"/>
              <a:gd name="connsiteY3991" fmla="*/ 1758854 h 2053176"/>
              <a:gd name="connsiteX3992" fmla="*/ 9720307 w 12188965"/>
              <a:gd name="connsiteY3992" fmla="*/ 1784513 h 2053176"/>
              <a:gd name="connsiteX3993" fmla="*/ 9694646 w 12188965"/>
              <a:gd name="connsiteY3993" fmla="*/ 1758854 h 2053176"/>
              <a:gd name="connsiteX3994" fmla="*/ 9720307 w 12188965"/>
              <a:gd name="connsiteY3994" fmla="*/ 1733195 h 2053176"/>
              <a:gd name="connsiteX3995" fmla="*/ 9656100 w 12188965"/>
              <a:gd name="connsiteY3995" fmla="*/ 1733195 h 2053176"/>
              <a:gd name="connsiteX3996" fmla="*/ 9681758 w 12188965"/>
              <a:gd name="connsiteY3996" fmla="*/ 1758854 h 2053176"/>
              <a:gd name="connsiteX3997" fmla="*/ 9656100 w 12188965"/>
              <a:gd name="connsiteY3997" fmla="*/ 1784513 h 2053176"/>
              <a:gd name="connsiteX3998" fmla="*/ 9630442 w 12188965"/>
              <a:gd name="connsiteY3998" fmla="*/ 1758854 h 2053176"/>
              <a:gd name="connsiteX3999" fmla="*/ 9656100 w 12188965"/>
              <a:gd name="connsiteY3999" fmla="*/ 1733195 h 2053176"/>
              <a:gd name="connsiteX4000" fmla="*/ 9591896 w 12188965"/>
              <a:gd name="connsiteY4000" fmla="*/ 1733195 h 2053176"/>
              <a:gd name="connsiteX4001" fmla="*/ 9617554 w 12188965"/>
              <a:gd name="connsiteY4001" fmla="*/ 1758854 h 2053176"/>
              <a:gd name="connsiteX4002" fmla="*/ 9591896 w 12188965"/>
              <a:gd name="connsiteY4002" fmla="*/ 1784513 h 2053176"/>
              <a:gd name="connsiteX4003" fmla="*/ 9566238 w 12188965"/>
              <a:gd name="connsiteY4003" fmla="*/ 1758854 h 2053176"/>
              <a:gd name="connsiteX4004" fmla="*/ 9591896 w 12188965"/>
              <a:gd name="connsiteY4004" fmla="*/ 1733195 h 2053176"/>
              <a:gd name="connsiteX4005" fmla="*/ 9527689 w 12188965"/>
              <a:gd name="connsiteY4005" fmla="*/ 1733195 h 2053176"/>
              <a:gd name="connsiteX4006" fmla="*/ 9553350 w 12188965"/>
              <a:gd name="connsiteY4006" fmla="*/ 1758854 h 2053176"/>
              <a:gd name="connsiteX4007" fmla="*/ 9527689 w 12188965"/>
              <a:gd name="connsiteY4007" fmla="*/ 1784513 h 2053176"/>
              <a:gd name="connsiteX4008" fmla="*/ 9502031 w 12188965"/>
              <a:gd name="connsiteY4008" fmla="*/ 1758854 h 2053176"/>
              <a:gd name="connsiteX4009" fmla="*/ 9527689 w 12188965"/>
              <a:gd name="connsiteY4009" fmla="*/ 1733195 h 2053176"/>
              <a:gd name="connsiteX4010" fmla="*/ 9463485 w 12188965"/>
              <a:gd name="connsiteY4010" fmla="*/ 1733195 h 2053176"/>
              <a:gd name="connsiteX4011" fmla="*/ 9489143 w 12188965"/>
              <a:gd name="connsiteY4011" fmla="*/ 1758854 h 2053176"/>
              <a:gd name="connsiteX4012" fmla="*/ 9463485 w 12188965"/>
              <a:gd name="connsiteY4012" fmla="*/ 1784513 h 2053176"/>
              <a:gd name="connsiteX4013" fmla="*/ 9437826 w 12188965"/>
              <a:gd name="connsiteY4013" fmla="*/ 1758854 h 2053176"/>
              <a:gd name="connsiteX4014" fmla="*/ 9463485 w 12188965"/>
              <a:gd name="connsiteY4014" fmla="*/ 1733195 h 2053176"/>
              <a:gd name="connsiteX4015" fmla="*/ 9399280 w 12188965"/>
              <a:gd name="connsiteY4015" fmla="*/ 1733195 h 2053176"/>
              <a:gd name="connsiteX4016" fmla="*/ 9424938 w 12188965"/>
              <a:gd name="connsiteY4016" fmla="*/ 1758854 h 2053176"/>
              <a:gd name="connsiteX4017" fmla="*/ 9399280 w 12188965"/>
              <a:gd name="connsiteY4017" fmla="*/ 1784513 h 2053176"/>
              <a:gd name="connsiteX4018" fmla="*/ 9373619 w 12188965"/>
              <a:gd name="connsiteY4018" fmla="*/ 1758854 h 2053176"/>
              <a:gd name="connsiteX4019" fmla="*/ 9399280 w 12188965"/>
              <a:gd name="connsiteY4019" fmla="*/ 1733195 h 2053176"/>
              <a:gd name="connsiteX4020" fmla="*/ 9335073 w 12188965"/>
              <a:gd name="connsiteY4020" fmla="*/ 1733195 h 2053176"/>
              <a:gd name="connsiteX4021" fmla="*/ 9360734 w 12188965"/>
              <a:gd name="connsiteY4021" fmla="*/ 1758854 h 2053176"/>
              <a:gd name="connsiteX4022" fmla="*/ 9335073 w 12188965"/>
              <a:gd name="connsiteY4022" fmla="*/ 1784513 h 2053176"/>
              <a:gd name="connsiteX4023" fmla="*/ 9309415 w 12188965"/>
              <a:gd name="connsiteY4023" fmla="*/ 1758854 h 2053176"/>
              <a:gd name="connsiteX4024" fmla="*/ 9335073 w 12188965"/>
              <a:gd name="connsiteY4024" fmla="*/ 1733195 h 2053176"/>
              <a:gd name="connsiteX4025" fmla="*/ 9270869 w 12188965"/>
              <a:gd name="connsiteY4025" fmla="*/ 1733195 h 2053176"/>
              <a:gd name="connsiteX4026" fmla="*/ 9296527 w 12188965"/>
              <a:gd name="connsiteY4026" fmla="*/ 1758854 h 2053176"/>
              <a:gd name="connsiteX4027" fmla="*/ 9270869 w 12188965"/>
              <a:gd name="connsiteY4027" fmla="*/ 1784513 h 2053176"/>
              <a:gd name="connsiteX4028" fmla="*/ 9245211 w 12188965"/>
              <a:gd name="connsiteY4028" fmla="*/ 1758854 h 2053176"/>
              <a:gd name="connsiteX4029" fmla="*/ 9270869 w 12188965"/>
              <a:gd name="connsiteY4029" fmla="*/ 1733195 h 2053176"/>
              <a:gd name="connsiteX4030" fmla="*/ 9206664 w 12188965"/>
              <a:gd name="connsiteY4030" fmla="*/ 1733195 h 2053176"/>
              <a:gd name="connsiteX4031" fmla="*/ 9232323 w 12188965"/>
              <a:gd name="connsiteY4031" fmla="*/ 1758854 h 2053176"/>
              <a:gd name="connsiteX4032" fmla="*/ 9206664 w 12188965"/>
              <a:gd name="connsiteY4032" fmla="*/ 1784513 h 2053176"/>
              <a:gd name="connsiteX4033" fmla="*/ 9181006 w 12188965"/>
              <a:gd name="connsiteY4033" fmla="*/ 1758854 h 2053176"/>
              <a:gd name="connsiteX4034" fmla="*/ 9206664 w 12188965"/>
              <a:gd name="connsiteY4034" fmla="*/ 1733195 h 2053176"/>
              <a:gd name="connsiteX4035" fmla="*/ 9142457 w 12188965"/>
              <a:gd name="connsiteY4035" fmla="*/ 1733195 h 2053176"/>
              <a:gd name="connsiteX4036" fmla="*/ 9168118 w 12188965"/>
              <a:gd name="connsiteY4036" fmla="*/ 1758854 h 2053176"/>
              <a:gd name="connsiteX4037" fmla="*/ 9142457 w 12188965"/>
              <a:gd name="connsiteY4037" fmla="*/ 1784513 h 2053176"/>
              <a:gd name="connsiteX4038" fmla="*/ 9116799 w 12188965"/>
              <a:gd name="connsiteY4038" fmla="*/ 1758854 h 2053176"/>
              <a:gd name="connsiteX4039" fmla="*/ 9142457 w 12188965"/>
              <a:gd name="connsiteY4039" fmla="*/ 1733195 h 2053176"/>
              <a:gd name="connsiteX4040" fmla="*/ 9078253 w 12188965"/>
              <a:gd name="connsiteY4040" fmla="*/ 1733195 h 2053176"/>
              <a:gd name="connsiteX4041" fmla="*/ 9103911 w 12188965"/>
              <a:gd name="connsiteY4041" fmla="*/ 1758854 h 2053176"/>
              <a:gd name="connsiteX4042" fmla="*/ 9078253 w 12188965"/>
              <a:gd name="connsiteY4042" fmla="*/ 1784513 h 2053176"/>
              <a:gd name="connsiteX4043" fmla="*/ 9052595 w 12188965"/>
              <a:gd name="connsiteY4043" fmla="*/ 1758854 h 2053176"/>
              <a:gd name="connsiteX4044" fmla="*/ 9078253 w 12188965"/>
              <a:gd name="connsiteY4044" fmla="*/ 1733195 h 2053176"/>
              <a:gd name="connsiteX4045" fmla="*/ 9014049 w 12188965"/>
              <a:gd name="connsiteY4045" fmla="*/ 1733195 h 2053176"/>
              <a:gd name="connsiteX4046" fmla="*/ 9039707 w 12188965"/>
              <a:gd name="connsiteY4046" fmla="*/ 1758854 h 2053176"/>
              <a:gd name="connsiteX4047" fmla="*/ 9014049 w 12188965"/>
              <a:gd name="connsiteY4047" fmla="*/ 1784513 h 2053176"/>
              <a:gd name="connsiteX4048" fmla="*/ 8988388 w 12188965"/>
              <a:gd name="connsiteY4048" fmla="*/ 1758854 h 2053176"/>
              <a:gd name="connsiteX4049" fmla="*/ 9014049 w 12188965"/>
              <a:gd name="connsiteY4049" fmla="*/ 1733195 h 2053176"/>
              <a:gd name="connsiteX4050" fmla="*/ 8949842 w 12188965"/>
              <a:gd name="connsiteY4050" fmla="*/ 1733195 h 2053176"/>
              <a:gd name="connsiteX4051" fmla="*/ 8975503 w 12188965"/>
              <a:gd name="connsiteY4051" fmla="*/ 1758854 h 2053176"/>
              <a:gd name="connsiteX4052" fmla="*/ 8949842 w 12188965"/>
              <a:gd name="connsiteY4052" fmla="*/ 1784513 h 2053176"/>
              <a:gd name="connsiteX4053" fmla="*/ 8924183 w 12188965"/>
              <a:gd name="connsiteY4053" fmla="*/ 1758854 h 2053176"/>
              <a:gd name="connsiteX4054" fmla="*/ 8949842 w 12188965"/>
              <a:gd name="connsiteY4054" fmla="*/ 1733195 h 2053176"/>
              <a:gd name="connsiteX4055" fmla="*/ 8821433 w 12188965"/>
              <a:gd name="connsiteY4055" fmla="*/ 1733195 h 2053176"/>
              <a:gd name="connsiteX4056" fmla="*/ 8847091 w 12188965"/>
              <a:gd name="connsiteY4056" fmla="*/ 1758854 h 2053176"/>
              <a:gd name="connsiteX4057" fmla="*/ 8821433 w 12188965"/>
              <a:gd name="connsiteY4057" fmla="*/ 1784513 h 2053176"/>
              <a:gd name="connsiteX4058" fmla="*/ 8795772 w 12188965"/>
              <a:gd name="connsiteY4058" fmla="*/ 1758854 h 2053176"/>
              <a:gd name="connsiteX4059" fmla="*/ 8821433 w 12188965"/>
              <a:gd name="connsiteY4059" fmla="*/ 1733195 h 2053176"/>
              <a:gd name="connsiteX4060" fmla="*/ 8757226 w 12188965"/>
              <a:gd name="connsiteY4060" fmla="*/ 1733195 h 2053176"/>
              <a:gd name="connsiteX4061" fmla="*/ 8782887 w 12188965"/>
              <a:gd name="connsiteY4061" fmla="*/ 1758854 h 2053176"/>
              <a:gd name="connsiteX4062" fmla="*/ 8757226 w 12188965"/>
              <a:gd name="connsiteY4062" fmla="*/ 1784513 h 2053176"/>
              <a:gd name="connsiteX4063" fmla="*/ 8731568 w 12188965"/>
              <a:gd name="connsiteY4063" fmla="*/ 1758854 h 2053176"/>
              <a:gd name="connsiteX4064" fmla="*/ 8757226 w 12188965"/>
              <a:gd name="connsiteY4064" fmla="*/ 1733195 h 2053176"/>
              <a:gd name="connsiteX4065" fmla="*/ 8692904 w 12188965"/>
              <a:gd name="connsiteY4065" fmla="*/ 1733195 h 2053176"/>
              <a:gd name="connsiteX4066" fmla="*/ 8718565 w 12188965"/>
              <a:gd name="connsiteY4066" fmla="*/ 1758854 h 2053176"/>
              <a:gd name="connsiteX4067" fmla="*/ 8692904 w 12188965"/>
              <a:gd name="connsiteY4067" fmla="*/ 1784513 h 2053176"/>
              <a:gd name="connsiteX4068" fmla="*/ 8667246 w 12188965"/>
              <a:gd name="connsiteY4068" fmla="*/ 1758854 h 2053176"/>
              <a:gd name="connsiteX4069" fmla="*/ 8692904 w 12188965"/>
              <a:gd name="connsiteY4069" fmla="*/ 1733195 h 2053176"/>
              <a:gd name="connsiteX4070" fmla="*/ 8628699 w 12188965"/>
              <a:gd name="connsiteY4070" fmla="*/ 1733195 h 2053176"/>
              <a:gd name="connsiteX4071" fmla="*/ 8654358 w 12188965"/>
              <a:gd name="connsiteY4071" fmla="*/ 1758854 h 2053176"/>
              <a:gd name="connsiteX4072" fmla="*/ 8628699 w 12188965"/>
              <a:gd name="connsiteY4072" fmla="*/ 1784513 h 2053176"/>
              <a:gd name="connsiteX4073" fmla="*/ 8603041 w 12188965"/>
              <a:gd name="connsiteY4073" fmla="*/ 1758854 h 2053176"/>
              <a:gd name="connsiteX4074" fmla="*/ 8628699 w 12188965"/>
              <a:gd name="connsiteY4074" fmla="*/ 1733195 h 2053176"/>
              <a:gd name="connsiteX4075" fmla="*/ 8564495 w 12188965"/>
              <a:gd name="connsiteY4075" fmla="*/ 1733195 h 2053176"/>
              <a:gd name="connsiteX4076" fmla="*/ 8590153 w 12188965"/>
              <a:gd name="connsiteY4076" fmla="*/ 1758854 h 2053176"/>
              <a:gd name="connsiteX4077" fmla="*/ 8564495 w 12188965"/>
              <a:gd name="connsiteY4077" fmla="*/ 1784513 h 2053176"/>
              <a:gd name="connsiteX4078" fmla="*/ 8538837 w 12188965"/>
              <a:gd name="connsiteY4078" fmla="*/ 1758854 h 2053176"/>
              <a:gd name="connsiteX4079" fmla="*/ 8564495 w 12188965"/>
              <a:gd name="connsiteY4079" fmla="*/ 1733195 h 2053176"/>
              <a:gd name="connsiteX4080" fmla="*/ 8500288 w 12188965"/>
              <a:gd name="connsiteY4080" fmla="*/ 1733195 h 2053176"/>
              <a:gd name="connsiteX4081" fmla="*/ 8525949 w 12188965"/>
              <a:gd name="connsiteY4081" fmla="*/ 1758854 h 2053176"/>
              <a:gd name="connsiteX4082" fmla="*/ 8500288 w 12188965"/>
              <a:gd name="connsiteY4082" fmla="*/ 1784513 h 2053176"/>
              <a:gd name="connsiteX4083" fmla="*/ 8474630 w 12188965"/>
              <a:gd name="connsiteY4083" fmla="*/ 1758854 h 2053176"/>
              <a:gd name="connsiteX4084" fmla="*/ 8500288 w 12188965"/>
              <a:gd name="connsiteY4084" fmla="*/ 1733195 h 2053176"/>
              <a:gd name="connsiteX4085" fmla="*/ 8436084 w 12188965"/>
              <a:gd name="connsiteY4085" fmla="*/ 1733195 h 2053176"/>
              <a:gd name="connsiteX4086" fmla="*/ 8461745 w 12188965"/>
              <a:gd name="connsiteY4086" fmla="*/ 1758854 h 2053176"/>
              <a:gd name="connsiteX4087" fmla="*/ 8436084 w 12188965"/>
              <a:gd name="connsiteY4087" fmla="*/ 1784513 h 2053176"/>
              <a:gd name="connsiteX4088" fmla="*/ 8410426 w 12188965"/>
              <a:gd name="connsiteY4088" fmla="*/ 1758854 h 2053176"/>
              <a:gd name="connsiteX4089" fmla="*/ 8436084 w 12188965"/>
              <a:gd name="connsiteY4089" fmla="*/ 1733195 h 2053176"/>
              <a:gd name="connsiteX4090" fmla="*/ 8307675 w 12188965"/>
              <a:gd name="connsiteY4090" fmla="*/ 1733195 h 2053176"/>
              <a:gd name="connsiteX4091" fmla="*/ 8333333 w 12188965"/>
              <a:gd name="connsiteY4091" fmla="*/ 1758854 h 2053176"/>
              <a:gd name="connsiteX4092" fmla="*/ 8307675 w 12188965"/>
              <a:gd name="connsiteY4092" fmla="*/ 1784513 h 2053176"/>
              <a:gd name="connsiteX4093" fmla="*/ 8282014 w 12188965"/>
              <a:gd name="connsiteY4093" fmla="*/ 1758854 h 2053176"/>
              <a:gd name="connsiteX4094" fmla="*/ 8307675 w 12188965"/>
              <a:gd name="connsiteY4094" fmla="*/ 1733195 h 2053176"/>
              <a:gd name="connsiteX4095" fmla="*/ 8243468 w 12188965"/>
              <a:gd name="connsiteY4095" fmla="*/ 1733195 h 2053176"/>
              <a:gd name="connsiteX4096" fmla="*/ 8269126 w 12188965"/>
              <a:gd name="connsiteY4096" fmla="*/ 1758854 h 2053176"/>
              <a:gd name="connsiteX4097" fmla="*/ 8243468 w 12188965"/>
              <a:gd name="connsiteY4097" fmla="*/ 1784513 h 2053176"/>
              <a:gd name="connsiteX4098" fmla="*/ 8217810 w 12188965"/>
              <a:gd name="connsiteY4098" fmla="*/ 1758854 h 2053176"/>
              <a:gd name="connsiteX4099" fmla="*/ 8243468 w 12188965"/>
              <a:gd name="connsiteY4099" fmla="*/ 1733195 h 2053176"/>
              <a:gd name="connsiteX4100" fmla="*/ 8179264 w 12188965"/>
              <a:gd name="connsiteY4100" fmla="*/ 1733195 h 2053176"/>
              <a:gd name="connsiteX4101" fmla="*/ 8204922 w 12188965"/>
              <a:gd name="connsiteY4101" fmla="*/ 1758854 h 2053176"/>
              <a:gd name="connsiteX4102" fmla="*/ 8179264 w 12188965"/>
              <a:gd name="connsiteY4102" fmla="*/ 1784513 h 2053176"/>
              <a:gd name="connsiteX4103" fmla="*/ 8153603 w 12188965"/>
              <a:gd name="connsiteY4103" fmla="*/ 1758854 h 2053176"/>
              <a:gd name="connsiteX4104" fmla="*/ 8179264 w 12188965"/>
              <a:gd name="connsiteY4104" fmla="*/ 1733195 h 2053176"/>
              <a:gd name="connsiteX4105" fmla="*/ 8115057 w 12188965"/>
              <a:gd name="connsiteY4105" fmla="*/ 1733195 h 2053176"/>
              <a:gd name="connsiteX4106" fmla="*/ 8140717 w 12188965"/>
              <a:gd name="connsiteY4106" fmla="*/ 1758854 h 2053176"/>
              <a:gd name="connsiteX4107" fmla="*/ 8115057 w 12188965"/>
              <a:gd name="connsiteY4107" fmla="*/ 1784513 h 2053176"/>
              <a:gd name="connsiteX4108" fmla="*/ 8089398 w 12188965"/>
              <a:gd name="connsiteY4108" fmla="*/ 1758854 h 2053176"/>
              <a:gd name="connsiteX4109" fmla="*/ 8115057 w 12188965"/>
              <a:gd name="connsiteY4109" fmla="*/ 1733195 h 2053176"/>
              <a:gd name="connsiteX4110" fmla="*/ 8050852 w 12188965"/>
              <a:gd name="connsiteY4110" fmla="*/ 1733195 h 2053176"/>
              <a:gd name="connsiteX4111" fmla="*/ 8076510 w 12188965"/>
              <a:gd name="connsiteY4111" fmla="*/ 1758854 h 2053176"/>
              <a:gd name="connsiteX4112" fmla="*/ 8050852 w 12188965"/>
              <a:gd name="connsiteY4112" fmla="*/ 1784513 h 2053176"/>
              <a:gd name="connsiteX4113" fmla="*/ 8025194 w 12188965"/>
              <a:gd name="connsiteY4113" fmla="*/ 1758854 h 2053176"/>
              <a:gd name="connsiteX4114" fmla="*/ 8050852 w 12188965"/>
              <a:gd name="connsiteY4114" fmla="*/ 1733195 h 2053176"/>
              <a:gd name="connsiteX4115" fmla="*/ 7986648 w 12188965"/>
              <a:gd name="connsiteY4115" fmla="*/ 1733195 h 2053176"/>
              <a:gd name="connsiteX4116" fmla="*/ 8012306 w 12188965"/>
              <a:gd name="connsiteY4116" fmla="*/ 1758854 h 2053176"/>
              <a:gd name="connsiteX4117" fmla="*/ 7986648 w 12188965"/>
              <a:gd name="connsiteY4117" fmla="*/ 1784513 h 2053176"/>
              <a:gd name="connsiteX4118" fmla="*/ 7960990 w 12188965"/>
              <a:gd name="connsiteY4118" fmla="*/ 1758854 h 2053176"/>
              <a:gd name="connsiteX4119" fmla="*/ 7986648 w 12188965"/>
              <a:gd name="connsiteY4119" fmla="*/ 1733195 h 2053176"/>
              <a:gd name="connsiteX4120" fmla="*/ 7922444 w 12188965"/>
              <a:gd name="connsiteY4120" fmla="*/ 1733195 h 2053176"/>
              <a:gd name="connsiteX4121" fmla="*/ 7948102 w 12188965"/>
              <a:gd name="connsiteY4121" fmla="*/ 1758854 h 2053176"/>
              <a:gd name="connsiteX4122" fmla="*/ 7922444 w 12188965"/>
              <a:gd name="connsiteY4122" fmla="*/ 1784513 h 2053176"/>
              <a:gd name="connsiteX4123" fmla="*/ 7896783 w 12188965"/>
              <a:gd name="connsiteY4123" fmla="*/ 1758854 h 2053176"/>
              <a:gd name="connsiteX4124" fmla="*/ 7922444 w 12188965"/>
              <a:gd name="connsiteY4124" fmla="*/ 1733195 h 2053176"/>
              <a:gd name="connsiteX4125" fmla="*/ 7858237 w 12188965"/>
              <a:gd name="connsiteY4125" fmla="*/ 1733195 h 2053176"/>
              <a:gd name="connsiteX4126" fmla="*/ 7883895 w 12188965"/>
              <a:gd name="connsiteY4126" fmla="*/ 1758854 h 2053176"/>
              <a:gd name="connsiteX4127" fmla="*/ 7858237 w 12188965"/>
              <a:gd name="connsiteY4127" fmla="*/ 1784513 h 2053176"/>
              <a:gd name="connsiteX4128" fmla="*/ 7832578 w 12188965"/>
              <a:gd name="connsiteY4128" fmla="*/ 1758854 h 2053176"/>
              <a:gd name="connsiteX4129" fmla="*/ 7858237 w 12188965"/>
              <a:gd name="connsiteY4129" fmla="*/ 1733195 h 2053176"/>
              <a:gd name="connsiteX4130" fmla="*/ 7794032 w 12188965"/>
              <a:gd name="connsiteY4130" fmla="*/ 1733195 h 2053176"/>
              <a:gd name="connsiteX4131" fmla="*/ 7819690 w 12188965"/>
              <a:gd name="connsiteY4131" fmla="*/ 1758854 h 2053176"/>
              <a:gd name="connsiteX4132" fmla="*/ 7794032 w 12188965"/>
              <a:gd name="connsiteY4132" fmla="*/ 1784513 h 2053176"/>
              <a:gd name="connsiteX4133" fmla="*/ 7768371 w 12188965"/>
              <a:gd name="connsiteY4133" fmla="*/ 1758854 h 2053176"/>
              <a:gd name="connsiteX4134" fmla="*/ 7794032 w 12188965"/>
              <a:gd name="connsiteY4134" fmla="*/ 1733195 h 2053176"/>
              <a:gd name="connsiteX4135" fmla="*/ 7729825 w 12188965"/>
              <a:gd name="connsiteY4135" fmla="*/ 1733195 h 2053176"/>
              <a:gd name="connsiteX4136" fmla="*/ 7755486 w 12188965"/>
              <a:gd name="connsiteY4136" fmla="*/ 1758854 h 2053176"/>
              <a:gd name="connsiteX4137" fmla="*/ 7729825 w 12188965"/>
              <a:gd name="connsiteY4137" fmla="*/ 1784513 h 2053176"/>
              <a:gd name="connsiteX4138" fmla="*/ 7704167 w 12188965"/>
              <a:gd name="connsiteY4138" fmla="*/ 1758854 h 2053176"/>
              <a:gd name="connsiteX4139" fmla="*/ 7729825 w 12188965"/>
              <a:gd name="connsiteY4139" fmla="*/ 1733195 h 2053176"/>
              <a:gd name="connsiteX4140" fmla="*/ 7665621 w 12188965"/>
              <a:gd name="connsiteY4140" fmla="*/ 1733195 h 2053176"/>
              <a:gd name="connsiteX4141" fmla="*/ 7691279 w 12188965"/>
              <a:gd name="connsiteY4141" fmla="*/ 1758854 h 2053176"/>
              <a:gd name="connsiteX4142" fmla="*/ 7665621 w 12188965"/>
              <a:gd name="connsiteY4142" fmla="*/ 1784513 h 2053176"/>
              <a:gd name="connsiteX4143" fmla="*/ 7639963 w 12188965"/>
              <a:gd name="connsiteY4143" fmla="*/ 1758854 h 2053176"/>
              <a:gd name="connsiteX4144" fmla="*/ 7665621 w 12188965"/>
              <a:gd name="connsiteY4144" fmla="*/ 1733195 h 2053176"/>
              <a:gd name="connsiteX4145" fmla="*/ 7601299 w 12188965"/>
              <a:gd name="connsiteY4145" fmla="*/ 1733195 h 2053176"/>
              <a:gd name="connsiteX4146" fmla="*/ 7626959 w 12188965"/>
              <a:gd name="connsiteY4146" fmla="*/ 1758854 h 2053176"/>
              <a:gd name="connsiteX4147" fmla="*/ 7601299 w 12188965"/>
              <a:gd name="connsiteY4147" fmla="*/ 1784513 h 2053176"/>
              <a:gd name="connsiteX4148" fmla="*/ 7575640 w 12188965"/>
              <a:gd name="connsiteY4148" fmla="*/ 1758854 h 2053176"/>
              <a:gd name="connsiteX4149" fmla="*/ 7601299 w 12188965"/>
              <a:gd name="connsiteY4149" fmla="*/ 1733195 h 2053176"/>
              <a:gd name="connsiteX4150" fmla="*/ 7537094 w 12188965"/>
              <a:gd name="connsiteY4150" fmla="*/ 1733195 h 2053176"/>
              <a:gd name="connsiteX4151" fmla="*/ 7562752 w 12188965"/>
              <a:gd name="connsiteY4151" fmla="*/ 1758854 h 2053176"/>
              <a:gd name="connsiteX4152" fmla="*/ 7537094 w 12188965"/>
              <a:gd name="connsiteY4152" fmla="*/ 1784513 h 2053176"/>
              <a:gd name="connsiteX4153" fmla="*/ 7511436 w 12188965"/>
              <a:gd name="connsiteY4153" fmla="*/ 1758854 h 2053176"/>
              <a:gd name="connsiteX4154" fmla="*/ 7537094 w 12188965"/>
              <a:gd name="connsiteY4154" fmla="*/ 1733195 h 2053176"/>
              <a:gd name="connsiteX4155" fmla="*/ 7472890 w 12188965"/>
              <a:gd name="connsiteY4155" fmla="*/ 1733195 h 2053176"/>
              <a:gd name="connsiteX4156" fmla="*/ 7498548 w 12188965"/>
              <a:gd name="connsiteY4156" fmla="*/ 1758854 h 2053176"/>
              <a:gd name="connsiteX4157" fmla="*/ 7472890 w 12188965"/>
              <a:gd name="connsiteY4157" fmla="*/ 1784513 h 2053176"/>
              <a:gd name="connsiteX4158" fmla="*/ 7447229 w 12188965"/>
              <a:gd name="connsiteY4158" fmla="*/ 1758854 h 2053176"/>
              <a:gd name="connsiteX4159" fmla="*/ 7472890 w 12188965"/>
              <a:gd name="connsiteY4159" fmla="*/ 1733195 h 2053176"/>
              <a:gd name="connsiteX4160" fmla="*/ 7408683 w 12188965"/>
              <a:gd name="connsiteY4160" fmla="*/ 1733195 h 2053176"/>
              <a:gd name="connsiteX4161" fmla="*/ 7434341 w 12188965"/>
              <a:gd name="connsiteY4161" fmla="*/ 1758854 h 2053176"/>
              <a:gd name="connsiteX4162" fmla="*/ 7408683 w 12188965"/>
              <a:gd name="connsiteY4162" fmla="*/ 1784513 h 2053176"/>
              <a:gd name="connsiteX4163" fmla="*/ 7383025 w 12188965"/>
              <a:gd name="connsiteY4163" fmla="*/ 1758854 h 2053176"/>
              <a:gd name="connsiteX4164" fmla="*/ 7408683 w 12188965"/>
              <a:gd name="connsiteY4164" fmla="*/ 1733195 h 2053176"/>
              <a:gd name="connsiteX4165" fmla="*/ 7344479 w 12188965"/>
              <a:gd name="connsiteY4165" fmla="*/ 1733195 h 2053176"/>
              <a:gd name="connsiteX4166" fmla="*/ 7370137 w 12188965"/>
              <a:gd name="connsiteY4166" fmla="*/ 1758854 h 2053176"/>
              <a:gd name="connsiteX4167" fmla="*/ 7344479 w 12188965"/>
              <a:gd name="connsiteY4167" fmla="*/ 1784513 h 2053176"/>
              <a:gd name="connsiteX4168" fmla="*/ 7318820 w 12188965"/>
              <a:gd name="connsiteY4168" fmla="*/ 1758854 h 2053176"/>
              <a:gd name="connsiteX4169" fmla="*/ 7344479 w 12188965"/>
              <a:gd name="connsiteY4169" fmla="*/ 1733195 h 2053176"/>
              <a:gd name="connsiteX4170" fmla="*/ 7280274 w 12188965"/>
              <a:gd name="connsiteY4170" fmla="*/ 1733195 h 2053176"/>
              <a:gd name="connsiteX4171" fmla="*/ 7305932 w 12188965"/>
              <a:gd name="connsiteY4171" fmla="*/ 1758854 h 2053176"/>
              <a:gd name="connsiteX4172" fmla="*/ 7280274 w 12188965"/>
              <a:gd name="connsiteY4172" fmla="*/ 1784513 h 2053176"/>
              <a:gd name="connsiteX4173" fmla="*/ 7254613 w 12188965"/>
              <a:gd name="connsiteY4173" fmla="*/ 1758854 h 2053176"/>
              <a:gd name="connsiteX4174" fmla="*/ 7280274 w 12188965"/>
              <a:gd name="connsiteY4174" fmla="*/ 1733195 h 2053176"/>
              <a:gd name="connsiteX4175" fmla="*/ 7216067 w 12188965"/>
              <a:gd name="connsiteY4175" fmla="*/ 1733195 h 2053176"/>
              <a:gd name="connsiteX4176" fmla="*/ 7241725 w 12188965"/>
              <a:gd name="connsiteY4176" fmla="*/ 1758854 h 2053176"/>
              <a:gd name="connsiteX4177" fmla="*/ 7216067 w 12188965"/>
              <a:gd name="connsiteY4177" fmla="*/ 1784513 h 2053176"/>
              <a:gd name="connsiteX4178" fmla="*/ 7190409 w 12188965"/>
              <a:gd name="connsiteY4178" fmla="*/ 1758854 h 2053176"/>
              <a:gd name="connsiteX4179" fmla="*/ 7216067 w 12188965"/>
              <a:gd name="connsiteY4179" fmla="*/ 1733195 h 2053176"/>
              <a:gd name="connsiteX4180" fmla="*/ 7151863 w 12188965"/>
              <a:gd name="connsiteY4180" fmla="*/ 1733195 h 2053176"/>
              <a:gd name="connsiteX4181" fmla="*/ 7177521 w 12188965"/>
              <a:gd name="connsiteY4181" fmla="*/ 1758854 h 2053176"/>
              <a:gd name="connsiteX4182" fmla="*/ 7151863 w 12188965"/>
              <a:gd name="connsiteY4182" fmla="*/ 1784513 h 2053176"/>
              <a:gd name="connsiteX4183" fmla="*/ 7126205 w 12188965"/>
              <a:gd name="connsiteY4183" fmla="*/ 1758854 h 2053176"/>
              <a:gd name="connsiteX4184" fmla="*/ 7151863 w 12188965"/>
              <a:gd name="connsiteY4184" fmla="*/ 1733195 h 2053176"/>
              <a:gd name="connsiteX4185" fmla="*/ 7087658 w 12188965"/>
              <a:gd name="connsiteY4185" fmla="*/ 1733195 h 2053176"/>
              <a:gd name="connsiteX4186" fmla="*/ 7113317 w 12188965"/>
              <a:gd name="connsiteY4186" fmla="*/ 1758854 h 2053176"/>
              <a:gd name="connsiteX4187" fmla="*/ 7087658 w 12188965"/>
              <a:gd name="connsiteY4187" fmla="*/ 1784513 h 2053176"/>
              <a:gd name="connsiteX4188" fmla="*/ 7061998 w 12188965"/>
              <a:gd name="connsiteY4188" fmla="*/ 1758854 h 2053176"/>
              <a:gd name="connsiteX4189" fmla="*/ 7087658 w 12188965"/>
              <a:gd name="connsiteY4189" fmla="*/ 1733195 h 2053176"/>
              <a:gd name="connsiteX4190" fmla="*/ 6959247 w 12188965"/>
              <a:gd name="connsiteY4190" fmla="*/ 1733195 h 2053176"/>
              <a:gd name="connsiteX4191" fmla="*/ 6984905 w 12188965"/>
              <a:gd name="connsiteY4191" fmla="*/ 1758854 h 2053176"/>
              <a:gd name="connsiteX4192" fmla="*/ 6959247 w 12188965"/>
              <a:gd name="connsiteY4192" fmla="*/ 1784513 h 2053176"/>
              <a:gd name="connsiteX4193" fmla="*/ 6933589 w 12188965"/>
              <a:gd name="connsiteY4193" fmla="*/ 1758854 h 2053176"/>
              <a:gd name="connsiteX4194" fmla="*/ 6959247 w 12188965"/>
              <a:gd name="connsiteY4194" fmla="*/ 1733195 h 2053176"/>
              <a:gd name="connsiteX4195" fmla="*/ 6895043 w 12188965"/>
              <a:gd name="connsiteY4195" fmla="*/ 1733195 h 2053176"/>
              <a:gd name="connsiteX4196" fmla="*/ 6920701 w 12188965"/>
              <a:gd name="connsiteY4196" fmla="*/ 1758854 h 2053176"/>
              <a:gd name="connsiteX4197" fmla="*/ 6895043 w 12188965"/>
              <a:gd name="connsiteY4197" fmla="*/ 1784513 h 2053176"/>
              <a:gd name="connsiteX4198" fmla="*/ 6869382 w 12188965"/>
              <a:gd name="connsiteY4198" fmla="*/ 1758854 h 2053176"/>
              <a:gd name="connsiteX4199" fmla="*/ 6895043 w 12188965"/>
              <a:gd name="connsiteY4199" fmla="*/ 1733195 h 2053176"/>
              <a:gd name="connsiteX4200" fmla="*/ 6830836 w 12188965"/>
              <a:gd name="connsiteY4200" fmla="*/ 1733195 h 2053176"/>
              <a:gd name="connsiteX4201" fmla="*/ 6856494 w 12188965"/>
              <a:gd name="connsiteY4201" fmla="*/ 1758854 h 2053176"/>
              <a:gd name="connsiteX4202" fmla="*/ 6830836 w 12188965"/>
              <a:gd name="connsiteY4202" fmla="*/ 1784513 h 2053176"/>
              <a:gd name="connsiteX4203" fmla="*/ 6805178 w 12188965"/>
              <a:gd name="connsiteY4203" fmla="*/ 1758854 h 2053176"/>
              <a:gd name="connsiteX4204" fmla="*/ 6830836 w 12188965"/>
              <a:gd name="connsiteY4204" fmla="*/ 1733195 h 2053176"/>
              <a:gd name="connsiteX4205" fmla="*/ 6766631 w 12188965"/>
              <a:gd name="connsiteY4205" fmla="*/ 1733195 h 2053176"/>
              <a:gd name="connsiteX4206" fmla="*/ 6792290 w 12188965"/>
              <a:gd name="connsiteY4206" fmla="*/ 1758854 h 2053176"/>
              <a:gd name="connsiteX4207" fmla="*/ 6766631 w 12188965"/>
              <a:gd name="connsiteY4207" fmla="*/ 1784513 h 2053176"/>
              <a:gd name="connsiteX4208" fmla="*/ 6740973 w 12188965"/>
              <a:gd name="connsiteY4208" fmla="*/ 1758854 h 2053176"/>
              <a:gd name="connsiteX4209" fmla="*/ 6766631 w 12188965"/>
              <a:gd name="connsiteY4209" fmla="*/ 1733195 h 2053176"/>
              <a:gd name="connsiteX4210" fmla="*/ 6702427 w 12188965"/>
              <a:gd name="connsiteY4210" fmla="*/ 1733195 h 2053176"/>
              <a:gd name="connsiteX4211" fmla="*/ 6728085 w 12188965"/>
              <a:gd name="connsiteY4211" fmla="*/ 1758854 h 2053176"/>
              <a:gd name="connsiteX4212" fmla="*/ 6702427 w 12188965"/>
              <a:gd name="connsiteY4212" fmla="*/ 1784513 h 2053176"/>
              <a:gd name="connsiteX4213" fmla="*/ 6676766 w 12188965"/>
              <a:gd name="connsiteY4213" fmla="*/ 1758854 h 2053176"/>
              <a:gd name="connsiteX4214" fmla="*/ 6702427 w 12188965"/>
              <a:gd name="connsiteY4214" fmla="*/ 1733195 h 2053176"/>
              <a:gd name="connsiteX4215" fmla="*/ 6638220 w 12188965"/>
              <a:gd name="connsiteY4215" fmla="*/ 1733195 h 2053176"/>
              <a:gd name="connsiteX4216" fmla="*/ 6663881 w 12188965"/>
              <a:gd name="connsiteY4216" fmla="*/ 1758854 h 2053176"/>
              <a:gd name="connsiteX4217" fmla="*/ 6638220 w 12188965"/>
              <a:gd name="connsiteY4217" fmla="*/ 1784513 h 2053176"/>
              <a:gd name="connsiteX4218" fmla="*/ 6612562 w 12188965"/>
              <a:gd name="connsiteY4218" fmla="*/ 1758854 h 2053176"/>
              <a:gd name="connsiteX4219" fmla="*/ 6638220 w 12188965"/>
              <a:gd name="connsiteY4219" fmla="*/ 1733195 h 2053176"/>
              <a:gd name="connsiteX4220" fmla="*/ 6574016 w 12188965"/>
              <a:gd name="connsiteY4220" fmla="*/ 1733195 h 2053176"/>
              <a:gd name="connsiteX4221" fmla="*/ 6599674 w 12188965"/>
              <a:gd name="connsiteY4221" fmla="*/ 1758854 h 2053176"/>
              <a:gd name="connsiteX4222" fmla="*/ 6574016 w 12188965"/>
              <a:gd name="connsiteY4222" fmla="*/ 1784513 h 2053176"/>
              <a:gd name="connsiteX4223" fmla="*/ 6548357 w 12188965"/>
              <a:gd name="connsiteY4223" fmla="*/ 1758854 h 2053176"/>
              <a:gd name="connsiteX4224" fmla="*/ 6574016 w 12188965"/>
              <a:gd name="connsiteY4224" fmla="*/ 1733195 h 2053176"/>
              <a:gd name="connsiteX4225" fmla="*/ 6509693 w 12188965"/>
              <a:gd name="connsiteY4225" fmla="*/ 1733195 h 2053176"/>
              <a:gd name="connsiteX4226" fmla="*/ 6535352 w 12188965"/>
              <a:gd name="connsiteY4226" fmla="*/ 1758854 h 2053176"/>
              <a:gd name="connsiteX4227" fmla="*/ 6509693 w 12188965"/>
              <a:gd name="connsiteY4227" fmla="*/ 1784513 h 2053176"/>
              <a:gd name="connsiteX4228" fmla="*/ 6484035 w 12188965"/>
              <a:gd name="connsiteY4228" fmla="*/ 1758854 h 2053176"/>
              <a:gd name="connsiteX4229" fmla="*/ 6509693 w 12188965"/>
              <a:gd name="connsiteY4229" fmla="*/ 1733195 h 2053176"/>
              <a:gd name="connsiteX4230" fmla="*/ 6445489 w 12188965"/>
              <a:gd name="connsiteY4230" fmla="*/ 1733195 h 2053176"/>
              <a:gd name="connsiteX4231" fmla="*/ 6471147 w 12188965"/>
              <a:gd name="connsiteY4231" fmla="*/ 1758854 h 2053176"/>
              <a:gd name="connsiteX4232" fmla="*/ 6445489 w 12188965"/>
              <a:gd name="connsiteY4232" fmla="*/ 1784513 h 2053176"/>
              <a:gd name="connsiteX4233" fmla="*/ 6419831 w 12188965"/>
              <a:gd name="connsiteY4233" fmla="*/ 1758854 h 2053176"/>
              <a:gd name="connsiteX4234" fmla="*/ 6445489 w 12188965"/>
              <a:gd name="connsiteY4234" fmla="*/ 1733195 h 2053176"/>
              <a:gd name="connsiteX4235" fmla="*/ 6381282 w 12188965"/>
              <a:gd name="connsiteY4235" fmla="*/ 1733195 h 2053176"/>
              <a:gd name="connsiteX4236" fmla="*/ 6406943 w 12188965"/>
              <a:gd name="connsiteY4236" fmla="*/ 1758854 h 2053176"/>
              <a:gd name="connsiteX4237" fmla="*/ 6381282 w 12188965"/>
              <a:gd name="connsiteY4237" fmla="*/ 1784513 h 2053176"/>
              <a:gd name="connsiteX4238" fmla="*/ 6355624 w 12188965"/>
              <a:gd name="connsiteY4238" fmla="*/ 1758854 h 2053176"/>
              <a:gd name="connsiteX4239" fmla="*/ 6381282 w 12188965"/>
              <a:gd name="connsiteY4239" fmla="*/ 1733195 h 2053176"/>
              <a:gd name="connsiteX4240" fmla="*/ 6317078 w 12188965"/>
              <a:gd name="connsiteY4240" fmla="*/ 1733195 h 2053176"/>
              <a:gd name="connsiteX4241" fmla="*/ 6342736 w 12188965"/>
              <a:gd name="connsiteY4241" fmla="*/ 1758854 h 2053176"/>
              <a:gd name="connsiteX4242" fmla="*/ 6317078 w 12188965"/>
              <a:gd name="connsiteY4242" fmla="*/ 1784513 h 2053176"/>
              <a:gd name="connsiteX4243" fmla="*/ 6291420 w 12188965"/>
              <a:gd name="connsiteY4243" fmla="*/ 1758854 h 2053176"/>
              <a:gd name="connsiteX4244" fmla="*/ 6317078 w 12188965"/>
              <a:gd name="connsiteY4244" fmla="*/ 1733195 h 2053176"/>
              <a:gd name="connsiteX4245" fmla="*/ 6252873 w 12188965"/>
              <a:gd name="connsiteY4245" fmla="*/ 1733195 h 2053176"/>
              <a:gd name="connsiteX4246" fmla="*/ 6278532 w 12188965"/>
              <a:gd name="connsiteY4246" fmla="*/ 1758854 h 2053176"/>
              <a:gd name="connsiteX4247" fmla="*/ 6252873 w 12188965"/>
              <a:gd name="connsiteY4247" fmla="*/ 1784513 h 2053176"/>
              <a:gd name="connsiteX4248" fmla="*/ 6227213 w 12188965"/>
              <a:gd name="connsiteY4248" fmla="*/ 1758854 h 2053176"/>
              <a:gd name="connsiteX4249" fmla="*/ 6252873 w 12188965"/>
              <a:gd name="connsiteY4249" fmla="*/ 1733195 h 2053176"/>
              <a:gd name="connsiteX4250" fmla="*/ 6188666 w 12188965"/>
              <a:gd name="connsiteY4250" fmla="*/ 1733195 h 2053176"/>
              <a:gd name="connsiteX4251" fmla="*/ 6214327 w 12188965"/>
              <a:gd name="connsiteY4251" fmla="*/ 1758854 h 2053176"/>
              <a:gd name="connsiteX4252" fmla="*/ 6188666 w 12188965"/>
              <a:gd name="connsiteY4252" fmla="*/ 1784513 h 2053176"/>
              <a:gd name="connsiteX4253" fmla="*/ 6163008 w 12188965"/>
              <a:gd name="connsiteY4253" fmla="*/ 1758854 h 2053176"/>
              <a:gd name="connsiteX4254" fmla="*/ 6188666 w 12188965"/>
              <a:gd name="connsiteY4254" fmla="*/ 1733195 h 2053176"/>
              <a:gd name="connsiteX4255" fmla="*/ 6124462 w 12188965"/>
              <a:gd name="connsiteY4255" fmla="*/ 1733195 h 2053176"/>
              <a:gd name="connsiteX4256" fmla="*/ 6150123 w 12188965"/>
              <a:gd name="connsiteY4256" fmla="*/ 1758854 h 2053176"/>
              <a:gd name="connsiteX4257" fmla="*/ 6124462 w 12188965"/>
              <a:gd name="connsiteY4257" fmla="*/ 1784513 h 2053176"/>
              <a:gd name="connsiteX4258" fmla="*/ 6098804 w 12188965"/>
              <a:gd name="connsiteY4258" fmla="*/ 1758854 h 2053176"/>
              <a:gd name="connsiteX4259" fmla="*/ 6124462 w 12188965"/>
              <a:gd name="connsiteY4259" fmla="*/ 1733195 h 2053176"/>
              <a:gd name="connsiteX4260" fmla="*/ 6064505 w 12188965"/>
              <a:gd name="connsiteY4260" fmla="*/ 1733195 h 2053176"/>
              <a:gd name="connsiteX4261" fmla="*/ 6090163 w 12188965"/>
              <a:gd name="connsiteY4261" fmla="*/ 1758854 h 2053176"/>
              <a:gd name="connsiteX4262" fmla="*/ 6064505 w 12188965"/>
              <a:gd name="connsiteY4262" fmla="*/ 1784513 h 2053176"/>
              <a:gd name="connsiteX4263" fmla="*/ 6038844 w 12188965"/>
              <a:gd name="connsiteY4263" fmla="*/ 1758854 h 2053176"/>
              <a:gd name="connsiteX4264" fmla="*/ 6064505 w 12188965"/>
              <a:gd name="connsiteY4264" fmla="*/ 1733195 h 2053176"/>
              <a:gd name="connsiteX4265" fmla="*/ 6000298 w 12188965"/>
              <a:gd name="connsiteY4265" fmla="*/ 1733195 h 2053176"/>
              <a:gd name="connsiteX4266" fmla="*/ 6025956 w 12188965"/>
              <a:gd name="connsiteY4266" fmla="*/ 1758854 h 2053176"/>
              <a:gd name="connsiteX4267" fmla="*/ 6000298 w 12188965"/>
              <a:gd name="connsiteY4267" fmla="*/ 1784513 h 2053176"/>
              <a:gd name="connsiteX4268" fmla="*/ 5974639 w 12188965"/>
              <a:gd name="connsiteY4268" fmla="*/ 1758854 h 2053176"/>
              <a:gd name="connsiteX4269" fmla="*/ 6000298 w 12188965"/>
              <a:gd name="connsiteY4269" fmla="*/ 1733195 h 2053176"/>
              <a:gd name="connsiteX4270" fmla="*/ 5936092 w 12188965"/>
              <a:gd name="connsiteY4270" fmla="*/ 1733195 h 2053176"/>
              <a:gd name="connsiteX4271" fmla="*/ 5961751 w 12188965"/>
              <a:gd name="connsiteY4271" fmla="*/ 1758854 h 2053176"/>
              <a:gd name="connsiteX4272" fmla="*/ 5936092 w 12188965"/>
              <a:gd name="connsiteY4272" fmla="*/ 1784513 h 2053176"/>
              <a:gd name="connsiteX4273" fmla="*/ 5910435 w 12188965"/>
              <a:gd name="connsiteY4273" fmla="*/ 1758854 h 2053176"/>
              <a:gd name="connsiteX4274" fmla="*/ 5936092 w 12188965"/>
              <a:gd name="connsiteY4274" fmla="*/ 1733195 h 2053176"/>
              <a:gd name="connsiteX4275" fmla="*/ 5807683 w 12188965"/>
              <a:gd name="connsiteY4275" fmla="*/ 1733195 h 2053176"/>
              <a:gd name="connsiteX4276" fmla="*/ 5833341 w 12188965"/>
              <a:gd name="connsiteY4276" fmla="*/ 1758854 h 2053176"/>
              <a:gd name="connsiteX4277" fmla="*/ 5807683 w 12188965"/>
              <a:gd name="connsiteY4277" fmla="*/ 1784513 h 2053176"/>
              <a:gd name="connsiteX4278" fmla="*/ 5782024 w 12188965"/>
              <a:gd name="connsiteY4278" fmla="*/ 1758854 h 2053176"/>
              <a:gd name="connsiteX4279" fmla="*/ 5807683 w 12188965"/>
              <a:gd name="connsiteY4279" fmla="*/ 1733195 h 2053176"/>
              <a:gd name="connsiteX4280" fmla="*/ 5743477 w 12188965"/>
              <a:gd name="connsiteY4280" fmla="*/ 1733195 h 2053176"/>
              <a:gd name="connsiteX4281" fmla="*/ 5769136 w 12188965"/>
              <a:gd name="connsiteY4281" fmla="*/ 1758854 h 2053176"/>
              <a:gd name="connsiteX4282" fmla="*/ 5743477 w 12188965"/>
              <a:gd name="connsiteY4282" fmla="*/ 1784513 h 2053176"/>
              <a:gd name="connsiteX4283" fmla="*/ 5717818 w 12188965"/>
              <a:gd name="connsiteY4283" fmla="*/ 1758854 h 2053176"/>
              <a:gd name="connsiteX4284" fmla="*/ 5743477 w 12188965"/>
              <a:gd name="connsiteY4284" fmla="*/ 1733195 h 2053176"/>
              <a:gd name="connsiteX4285" fmla="*/ 5679272 w 12188965"/>
              <a:gd name="connsiteY4285" fmla="*/ 1733195 h 2053176"/>
              <a:gd name="connsiteX4286" fmla="*/ 5704930 w 12188965"/>
              <a:gd name="connsiteY4286" fmla="*/ 1758854 h 2053176"/>
              <a:gd name="connsiteX4287" fmla="*/ 5679272 w 12188965"/>
              <a:gd name="connsiteY4287" fmla="*/ 1784513 h 2053176"/>
              <a:gd name="connsiteX4288" fmla="*/ 5653614 w 12188965"/>
              <a:gd name="connsiteY4288" fmla="*/ 1758854 h 2053176"/>
              <a:gd name="connsiteX4289" fmla="*/ 5679272 w 12188965"/>
              <a:gd name="connsiteY4289" fmla="*/ 1733195 h 2053176"/>
              <a:gd name="connsiteX4290" fmla="*/ 5615066 w 12188965"/>
              <a:gd name="connsiteY4290" fmla="*/ 1733195 h 2053176"/>
              <a:gd name="connsiteX4291" fmla="*/ 5640726 w 12188965"/>
              <a:gd name="connsiteY4291" fmla="*/ 1758854 h 2053176"/>
              <a:gd name="connsiteX4292" fmla="*/ 5615066 w 12188965"/>
              <a:gd name="connsiteY4292" fmla="*/ 1784513 h 2053176"/>
              <a:gd name="connsiteX4293" fmla="*/ 5589407 w 12188965"/>
              <a:gd name="connsiteY4293" fmla="*/ 1758854 h 2053176"/>
              <a:gd name="connsiteX4294" fmla="*/ 5615066 w 12188965"/>
              <a:gd name="connsiteY4294" fmla="*/ 1733195 h 2053176"/>
              <a:gd name="connsiteX4295" fmla="*/ 5550862 w 12188965"/>
              <a:gd name="connsiteY4295" fmla="*/ 1733195 h 2053176"/>
              <a:gd name="connsiteX4296" fmla="*/ 5576520 w 12188965"/>
              <a:gd name="connsiteY4296" fmla="*/ 1758854 h 2053176"/>
              <a:gd name="connsiteX4297" fmla="*/ 5550862 w 12188965"/>
              <a:gd name="connsiteY4297" fmla="*/ 1784513 h 2053176"/>
              <a:gd name="connsiteX4298" fmla="*/ 5525203 w 12188965"/>
              <a:gd name="connsiteY4298" fmla="*/ 1758854 h 2053176"/>
              <a:gd name="connsiteX4299" fmla="*/ 5550862 w 12188965"/>
              <a:gd name="connsiteY4299" fmla="*/ 1733195 h 2053176"/>
              <a:gd name="connsiteX4300" fmla="*/ 5486655 w 12188965"/>
              <a:gd name="connsiteY4300" fmla="*/ 1733195 h 2053176"/>
              <a:gd name="connsiteX4301" fmla="*/ 5512316 w 12188965"/>
              <a:gd name="connsiteY4301" fmla="*/ 1758854 h 2053176"/>
              <a:gd name="connsiteX4302" fmla="*/ 5486655 w 12188965"/>
              <a:gd name="connsiteY4302" fmla="*/ 1784513 h 2053176"/>
              <a:gd name="connsiteX4303" fmla="*/ 5460997 w 12188965"/>
              <a:gd name="connsiteY4303" fmla="*/ 1758854 h 2053176"/>
              <a:gd name="connsiteX4304" fmla="*/ 5486655 w 12188965"/>
              <a:gd name="connsiteY4304" fmla="*/ 1733195 h 2053176"/>
              <a:gd name="connsiteX4305" fmla="*/ 5422451 w 12188965"/>
              <a:gd name="connsiteY4305" fmla="*/ 1733195 h 2053176"/>
              <a:gd name="connsiteX4306" fmla="*/ 5448109 w 12188965"/>
              <a:gd name="connsiteY4306" fmla="*/ 1758854 h 2053176"/>
              <a:gd name="connsiteX4307" fmla="*/ 5422451 w 12188965"/>
              <a:gd name="connsiteY4307" fmla="*/ 1784513 h 2053176"/>
              <a:gd name="connsiteX4308" fmla="*/ 5396791 w 12188965"/>
              <a:gd name="connsiteY4308" fmla="*/ 1758854 h 2053176"/>
              <a:gd name="connsiteX4309" fmla="*/ 5422451 w 12188965"/>
              <a:gd name="connsiteY4309" fmla="*/ 1733195 h 2053176"/>
              <a:gd name="connsiteX4310" fmla="*/ 5358245 w 12188965"/>
              <a:gd name="connsiteY4310" fmla="*/ 1733195 h 2053176"/>
              <a:gd name="connsiteX4311" fmla="*/ 5383904 w 12188965"/>
              <a:gd name="connsiteY4311" fmla="*/ 1758854 h 2053176"/>
              <a:gd name="connsiteX4312" fmla="*/ 5358245 w 12188965"/>
              <a:gd name="connsiteY4312" fmla="*/ 1784513 h 2053176"/>
              <a:gd name="connsiteX4313" fmla="*/ 5332587 w 12188965"/>
              <a:gd name="connsiteY4313" fmla="*/ 1758854 h 2053176"/>
              <a:gd name="connsiteX4314" fmla="*/ 5358245 w 12188965"/>
              <a:gd name="connsiteY4314" fmla="*/ 1733195 h 2053176"/>
              <a:gd name="connsiteX4315" fmla="*/ 5294040 w 12188965"/>
              <a:gd name="connsiteY4315" fmla="*/ 1733195 h 2053176"/>
              <a:gd name="connsiteX4316" fmla="*/ 5319699 w 12188965"/>
              <a:gd name="connsiteY4316" fmla="*/ 1758854 h 2053176"/>
              <a:gd name="connsiteX4317" fmla="*/ 5294040 w 12188965"/>
              <a:gd name="connsiteY4317" fmla="*/ 1784513 h 2053176"/>
              <a:gd name="connsiteX4318" fmla="*/ 5268382 w 12188965"/>
              <a:gd name="connsiteY4318" fmla="*/ 1758854 h 2053176"/>
              <a:gd name="connsiteX4319" fmla="*/ 5294040 w 12188965"/>
              <a:gd name="connsiteY4319" fmla="*/ 1733195 h 2053176"/>
              <a:gd name="connsiteX4320" fmla="*/ 5229719 w 12188965"/>
              <a:gd name="connsiteY4320" fmla="*/ 1733195 h 2053176"/>
              <a:gd name="connsiteX4321" fmla="*/ 5255377 w 12188965"/>
              <a:gd name="connsiteY4321" fmla="*/ 1758854 h 2053176"/>
              <a:gd name="connsiteX4322" fmla="*/ 5229719 w 12188965"/>
              <a:gd name="connsiteY4322" fmla="*/ 1784513 h 2053176"/>
              <a:gd name="connsiteX4323" fmla="*/ 5204058 w 12188965"/>
              <a:gd name="connsiteY4323" fmla="*/ 1758854 h 2053176"/>
              <a:gd name="connsiteX4324" fmla="*/ 5229719 w 12188965"/>
              <a:gd name="connsiteY4324" fmla="*/ 1733195 h 2053176"/>
              <a:gd name="connsiteX4325" fmla="*/ 5165514 w 12188965"/>
              <a:gd name="connsiteY4325" fmla="*/ 1733195 h 2053176"/>
              <a:gd name="connsiteX4326" fmla="*/ 5191171 w 12188965"/>
              <a:gd name="connsiteY4326" fmla="*/ 1758854 h 2053176"/>
              <a:gd name="connsiteX4327" fmla="*/ 5165514 w 12188965"/>
              <a:gd name="connsiteY4327" fmla="*/ 1784513 h 2053176"/>
              <a:gd name="connsiteX4328" fmla="*/ 5139855 w 12188965"/>
              <a:gd name="connsiteY4328" fmla="*/ 1758854 h 2053176"/>
              <a:gd name="connsiteX4329" fmla="*/ 5165514 w 12188965"/>
              <a:gd name="connsiteY4329" fmla="*/ 1733195 h 2053176"/>
              <a:gd name="connsiteX4330" fmla="*/ 5101309 w 12188965"/>
              <a:gd name="connsiteY4330" fmla="*/ 1733195 h 2053176"/>
              <a:gd name="connsiteX4331" fmla="*/ 5126967 w 12188965"/>
              <a:gd name="connsiteY4331" fmla="*/ 1758854 h 2053176"/>
              <a:gd name="connsiteX4332" fmla="*/ 5101309 w 12188965"/>
              <a:gd name="connsiteY4332" fmla="*/ 1784513 h 2053176"/>
              <a:gd name="connsiteX4333" fmla="*/ 5075649 w 12188965"/>
              <a:gd name="connsiteY4333" fmla="*/ 1758854 h 2053176"/>
              <a:gd name="connsiteX4334" fmla="*/ 5101309 w 12188965"/>
              <a:gd name="connsiteY4334" fmla="*/ 1733195 h 2053176"/>
              <a:gd name="connsiteX4335" fmla="*/ 5037104 w 12188965"/>
              <a:gd name="connsiteY4335" fmla="*/ 1733195 h 2053176"/>
              <a:gd name="connsiteX4336" fmla="*/ 5062762 w 12188965"/>
              <a:gd name="connsiteY4336" fmla="*/ 1758854 h 2053176"/>
              <a:gd name="connsiteX4337" fmla="*/ 5037104 w 12188965"/>
              <a:gd name="connsiteY4337" fmla="*/ 1784513 h 2053176"/>
              <a:gd name="connsiteX4338" fmla="*/ 5011444 w 12188965"/>
              <a:gd name="connsiteY4338" fmla="*/ 1758854 h 2053176"/>
              <a:gd name="connsiteX4339" fmla="*/ 5037104 w 12188965"/>
              <a:gd name="connsiteY4339" fmla="*/ 1733195 h 2053176"/>
              <a:gd name="connsiteX4340" fmla="*/ 4972896 w 12188965"/>
              <a:gd name="connsiteY4340" fmla="*/ 1733195 h 2053176"/>
              <a:gd name="connsiteX4341" fmla="*/ 4998557 w 12188965"/>
              <a:gd name="connsiteY4341" fmla="*/ 1758854 h 2053176"/>
              <a:gd name="connsiteX4342" fmla="*/ 4972896 w 12188965"/>
              <a:gd name="connsiteY4342" fmla="*/ 1784513 h 2053176"/>
              <a:gd name="connsiteX4343" fmla="*/ 4947240 w 12188965"/>
              <a:gd name="connsiteY4343" fmla="*/ 1758854 h 2053176"/>
              <a:gd name="connsiteX4344" fmla="*/ 4972896 w 12188965"/>
              <a:gd name="connsiteY4344" fmla="*/ 1733195 h 2053176"/>
              <a:gd name="connsiteX4345" fmla="*/ 4908693 w 12188965"/>
              <a:gd name="connsiteY4345" fmla="*/ 1733195 h 2053176"/>
              <a:gd name="connsiteX4346" fmla="*/ 4934352 w 12188965"/>
              <a:gd name="connsiteY4346" fmla="*/ 1758854 h 2053176"/>
              <a:gd name="connsiteX4347" fmla="*/ 4908693 w 12188965"/>
              <a:gd name="connsiteY4347" fmla="*/ 1784513 h 2053176"/>
              <a:gd name="connsiteX4348" fmla="*/ 4883033 w 12188965"/>
              <a:gd name="connsiteY4348" fmla="*/ 1758854 h 2053176"/>
              <a:gd name="connsiteX4349" fmla="*/ 4908693 w 12188965"/>
              <a:gd name="connsiteY4349" fmla="*/ 1733195 h 2053176"/>
              <a:gd name="connsiteX4350" fmla="*/ 4844487 w 12188965"/>
              <a:gd name="connsiteY4350" fmla="*/ 1733195 h 2053176"/>
              <a:gd name="connsiteX4351" fmla="*/ 4870146 w 12188965"/>
              <a:gd name="connsiteY4351" fmla="*/ 1758854 h 2053176"/>
              <a:gd name="connsiteX4352" fmla="*/ 4844487 w 12188965"/>
              <a:gd name="connsiteY4352" fmla="*/ 1784513 h 2053176"/>
              <a:gd name="connsiteX4353" fmla="*/ 4818828 w 12188965"/>
              <a:gd name="connsiteY4353" fmla="*/ 1758854 h 2053176"/>
              <a:gd name="connsiteX4354" fmla="*/ 4844487 w 12188965"/>
              <a:gd name="connsiteY4354" fmla="*/ 1733195 h 2053176"/>
              <a:gd name="connsiteX4355" fmla="*/ 4780282 w 12188965"/>
              <a:gd name="connsiteY4355" fmla="*/ 1733195 h 2053176"/>
              <a:gd name="connsiteX4356" fmla="*/ 4805941 w 12188965"/>
              <a:gd name="connsiteY4356" fmla="*/ 1758854 h 2053176"/>
              <a:gd name="connsiteX4357" fmla="*/ 4780282 w 12188965"/>
              <a:gd name="connsiteY4357" fmla="*/ 1784513 h 2053176"/>
              <a:gd name="connsiteX4358" fmla="*/ 4754622 w 12188965"/>
              <a:gd name="connsiteY4358" fmla="*/ 1758854 h 2053176"/>
              <a:gd name="connsiteX4359" fmla="*/ 4780282 w 12188965"/>
              <a:gd name="connsiteY4359" fmla="*/ 1733195 h 2053176"/>
              <a:gd name="connsiteX4360" fmla="*/ 4716077 w 12188965"/>
              <a:gd name="connsiteY4360" fmla="*/ 1733195 h 2053176"/>
              <a:gd name="connsiteX4361" fmla="*/ 4741736 w 12188965"/>
              <a:gd name="connsiteY4361" fmla="*/ 1758854 h 2053176"/>
              <a:gd name="connsiteX4362" fmla="*/ 4716077 w 12188965"/>
              <a:gd name="connsiteY4362" fmla="*/ 1784513 h 2053176"/>
              <a:gd name="connsiteX4363" fmla="*/ 4690419 w 12188965"/>
              <a:gd name="connsiteY4363" fmla="*/ 1758854 h 2053176"/>
              <a:gd name="connsiteX4364" fmla="*/ 4716077 w 12188965"/>
              <a:gd name="connsiteY4364" fmla="*/ 1733195 h 2053176"/>
              <a:gd name="connsiteX4365" fmla="*/ 4651872 w 12188965"/>
              <a:gd name="connsiteY4365" fmla="*/ 1733195 h 2053176"/>
              <a:gd name="connsiteX4366" fmla="*/ 4677531 w 12188965"/>
              <a:gd name="connsiteY4366" fmla="*/ 1758854 h 2053176"/>
              <a:gd name="connsiteX4367" fmla="*/ 4651872 w 12188965"/>
              <a:gd name="connsiteY4367" fmla="*/ 1784513 h 2053176"/>
              <a:gd name="connsiteX4368" fmla="*/ 4626213 w 12188965"/>
              <a:gd name="connsiteY4368" fmla="*/ 1758854 h 2053176"/>
              <a:gd name="connsiteX4369" fmla="*/ 4651872 w 12188965"/>
              <a:gd name="connsiteY4369" fmla="*/ 1733195 h 2053176"/>
              <a:gd name="connsiteX4370" fmla="*/ 4587666 w 12188965"/>
              <a:gd name="connsiteY4370" fmla="*/ 1733195 h 2053176"/>
              <a:gd name="connsiteX4371" fmla="*/ 4613324 w 12188965"/>
              <a:gd name="connsiteY4371" fmla="*/ 1758854 h 2053176"/>
              <a:gd name="connsiteX4372" fmla="*/ 4587666 w 12188965"/>
              <a:gd name="connsiteY4372" fmla="*/ 1784513 h 2053176"/>
              <a:gd name="connsiteX4373" fmla="*/ 4562007 w 12188965"/>
              <a:gd name="connsiteY4373" fmla="*/ 1758854 h 2053176"/>
              <a:gd name="connsiteX4374" fmla="*/ 4587666 w 12188965"/>
              <a:gd name="connsiteY4374" fmla="*/ 1733195 h 2053176"/>
              <a:gd name="connsiteX4375" fmla="*/ 4523461 w 12188965"/>
              <a:gd name="connsiteY4375" fmla="*/ 1733195 h 2053176"/>
              <a:gd name="connsiteX4376" fmla="*/ 4549121 w 12188965"/>
              <a:gd name="connsiteY4376" fmla="*/ 1758854 h 2053176"/>
              <a:gd name="connsiteX4377" fmla="*/ 4523461 w 12188965"/>
              <a:gd name="connsiteY4377" fmla="*/ 1784513 h 2053176"/>
              <a:gd name="connsiteX4378" fmla="*/ 4497802 w 12188965"/>
              <a:gd name="connsiteY4378" fmla="*/ 1758854 h 2053176"/>
              <a:gd name="connsiteX4379" fmla="*/ 4523461 w 12188965"/>
              <a:gd name="connsiteY4379" fmla="*/ 1733195 h 2053176"/>
              <a:gd name="connsiteX4380" fmla="*/ 4459256 w 12188965"/>
              <a:gd name="connsiteY4380" fmla="*/ 1733195 h 2053176"/>
              <a:gd name="connsiteX4381" fmla="*/ 4484914 w 12188965"/>
              <a:gd name="connsiteY4381" fmla="*/ 1758854 h 2053176"/>
              <a:gd name="connsiteX4382" fmla="*/ 4459256 w 12188965"/>
              <a:gd name="connsiteY4382" fmla="*/ 1784513 h 2053176"/>
              <a:gd name="connsiteX4383" fmla="*/ 4433596 w 12188965"/>
              <a:gd name="connsiteY4383" fmla="*/ 1758854 h 2053176"/>
              <a:gd name="connsiteX4384" fmla="*/ 4459256 w 12188965"/>
              <a:gd name="connsiteY4384" fmla="*/ 1733195 h 2053176"/>
              <a:gd name="connsiteX4385" fmla="*/ 4395050 w 12188965"/>
              <a:gd name="connsiteY4385" fmla="*/ 1733195 h 2053176"/>
              <a:gd name="connsiteX4386" fmla="*/ 4420710 w 12188965"/>
              <a:gd name="connsiteY4386" fmla="*/ 1758854 h 2053176"/>
              <a:gd name="connsiteX4387" fmla="*/ 4395050 w 12188965"/>
              <a:gd name="connsiteY4387" fmla="*/ 1784513 h 2053176"/>
              <a:gd name="connsiteX4388" fmla="*/ 4369391 w 12188965"/>
              <a:gd name="connsiteY4388" fmla="*/ 1758854 h 2053176"/>
              <a:gd name="connsiteX4389" fmla="*/ 4395050 w 12188965"/>
              <a:gd name="connsiteY4389" fmla="*/ 1733195 h 2053176"/>
              <a:gd name="connsiteX4390" fmla="*/ 4330845 w 12188965"/>
              <a:gd name="connsiteY4390" fmla="*/ 1733195 h 2053176"/>
              <a:gd name="connsiteX4391" fmla="*/ 4356504 w 12188965"/>
              <a:gd name="connsiteY4391" fmla="*/ 1758854 h 2053176"/>
              <a:gd name="connsiteX4392" fmla="*/ 4330845 w 12188965"/>
              <a:gd name="connsiteY4392" fmla="*/ 1784513 h 2053176"/>
              <a:gd name="connsiteX4393" fmla="*/ 4305186 w 12188965"/>
              <a:gd name="connsiteY4393" fmla="*/ 1758854 h 2053176"/>
              <a:gd name="connsiteX4394" fmla="*/ 4330845 w 12188965"/>
              <a:gd name="connsiteY4394" fmla="*/ 1733195 h 2053176"/>
              <a:gd name="connsiteX4395" fmla="*/ 4266640 w 12188965"/>
              <a:gd name="connsiteY4395" fmla="*/ 1733195 h 2053176"/>
              <a:gd name="connsiteX4396" fmla="*/ 4292298 w 12188965"/>
              <a:gd name="connsiteY4396" fmla="*/ 1758854 h 2053176"/>
              <a:gd name="connsiteX4397" fmla="*/ 4266640 w 12188965"/>
              <a:gd name="connsiteY4397" fmla="*/ 1784513 h 2053176"/>
              <a:gd name="connsiteX4398" fmla="*/ 4240981 w 12188965"/>
              <a:gd name="connsiteY4398" fmla="*/ 1758854 h 2053176"/>
              <a:gd name="connsiteX4399" fmla="*/ 4266640 w 12188965"/>
              <a:gd name="connsiteY4399" fmla="*/ 1733195 h 2053176"/>
              <a:gd name="connsiteX4400" fmla="*/ 4202435 w 12188965"/>
              <a:gd name="connsiteY4400" fmla="*/ 1733195 h 2053176"/>
              <a:gd name="connsiteX4401" fmla="*/ 4228093 w 12188965"/>
              <a:gd name="connsiteY4401" fmla="*/ 1758854 h 2053176"/>
              <a:gd name="connsiteX4402" fmla="*/ 4202435 w 12188965"/>
              <a:gd name="connsiteY4402" fmla="*/ 1784513 h 2053176"/>
              <a:gd name="connsiteX4403" fmla="*/ 4176776 w 12188965"/>
              <a:gd name="connsiteY4403" fmla="*/ 1758854 h 2053176"/>
              <a:gd name="connsiteX4404" fmla="*/ 4202435 w 12188965"/>
              <a:gd name="connsiteY4404" fmla="*/ 1733195 h 2053176"/>
              <a:gd name="connsiteX4405" fmla="*/ 4138112 w 12188965"/>
              <a:gd name="connsiteY4405" fmla="*/ 1733195 h 2053176"/>
              <a:gd name="connsiteX4406" fmla="*/ 4163773 w 12188965"/>
              <a:gd name="connsiteY4406" fmla="*/ 1758854 h 2053176"/>
              <a:gd name="connsiteX4407" fmla="*/ 4138112 w 12188965"/>
              <a:gd name="connsiteY4407" fmla="*/ 1784513 h 2053176"/>
              <a:gd name="connsiteX4408" fmla="*/ 4112454 w 12188965"/>
              <a:gd name="connsiteY4408" fmla="*/ 1758854 h 2053176"/>
              <a:gd name="connsiteX4409" fmla="*/ 4138112 w 12188965"/>
              <a:gd name="connsiteY4409" fmla="*/ 1733195 h 2053176"/>
              <a:gd name="connsiteX4410" fmla="*/ 4073908 w 12188965"/>
              <a:gd name="connsiteY4410" fmla="*/ 1733195 h 2053176"/>
              <a:gd name="connsiteX4411" fmla="*/ 4099565 w 12188965"/>
              <a:gd name="connsiteY4411" fmla="*/ 1758854 h 2053176"/>
              <a:gd name="connsiteX4412" fmla="*/ 4073908 w 12188965"/>
              <a:gd name="connsiteY4412" fmla="*/ 1784513 h 2053176"/>
              <a:gd name="connsiteX4413" fmla="*/ 4048248 w 12188965"/>
              <a:gd name="connsiteY4413" fmla="*/ 1758854 h 2053176"/>
              <a:gd name="connsiteX4414" fmla="*/ 4073908 w 12188965"/>
              <a:gd name="connsiteY4414" fmla="*/ 1733195 h 2053176"/>
              <a:gd name="connsiteX4415" fmla="*/ 4009702 w 12188965"/>
              <a:gd name="connsiteY4415" fmla="*/ 1733195 h 2053176"/>
              <a:gd name="connsiteX4416" fmla="*/ 4035362 w 12188965"/>
              <a:gd name="connsiteY4416" fmla="*/ 1758854 h 2053176"/>
              <a:gd name="connsiteX4417" fmla="*/ 4009702 w 12188965"/>
              <a:gd name="connsiteY4417" fmla="*/ 1784513 h 2053176"/>
              <a:gd name="connsiteX4418" fmla="*/ 3984043 w 12188965"/>
              <a:gd name="connsiteY4418" fmla="*/ 1758854 h 2053176"/>
              <a:gd name="connsiteX4419" fmla="*/ 4009702 w 12188965"/>
              <a:gd name="connsiteY4419" fmla="*/ 1733195 h 2053176"/>
              <a:gd name="connsiteX4420" fmla="*/ 3945497 w 12188965"/>
              <a:gd name="connsiteY4420" fmla="*/ 1733195 h 2053176"/>
              <a:gd name="connsiteX4421" fmla="*/ 3971155 w 12188965"/>
              <a:gd name="connsiteY4421" fmla="*/ 1758854 h 2053176"/>
              <a:gd name="connsiteX4422" fmla="*/ 3945497 w 12188965"/>
              <a:gd name="connsiteY4422" fmla="*/ 1784513 h 2053176"/>
              <a:gd name="connsiteX4423" fmla="*/ 3919838 w 12188965"/>
              <a:gd name="connsiteY4423" fmla="*/ 1758854 h 2053176"/>
              <a:gd name="connsiteX4424" fmla="*/ 3945497 w 12188965"/>
              <a:gd name="connsiteY4424" fmla="*/ 1733195 h 2053176"/>
              <a:gd name="connsiteX4425" fmla="*/ 3881291 w 12188965"/>
              <a:gd name="connsiteY4425" fmla="*/ 1733195 h 2053176"/>
              <a:gd name="connsiteX4426" fmla="*/ 3906950 w 12188965"/>
              <a:gd name="connsiteY4426" fmla="*/ 1758854 h 2053176"/>
              <a:gd name="connsiteX4427" fmla="*/ 3881291 w 12188965"/>
              <a:gd name="connsiteY4427" fmla="*/ 1784513 h 2053176"/>
              <a:gd name="connsiteX4428" fmla="*/ 3855633 w 12188965"/>
              <a:gd name="connsiteY4428" fmla="*/ 1758854 h 2053176"/>
              <a:gd name="connsiteX4429" fmla="*/ 3881291 w 12188965"/>
              <a:gd name="connsiteY4429" fmla="*/ 1733195 h 2053176"/>
              <a:gd name="connsiteX4430" fmla="*/ 3817085 w 12188965"/>
              <a:gd name="connsiteY4430" fmla="*/ 1733195 h 2053176"/>
              <a:gd name="connsiteX4431" fmla="*/ 3842745 w 12188965"/>
              <a:gd name="connsiteY4431" fmla="*/ 1758854 h 2053176"/>
              <a:gd name="connsiteX4432" fmla="*/ 3817085 w 12188965"/>
              <a:gd name="connsiteY4432" fmla="*/ 1784513 h 2053176"/>
              <a:gd name="connsiteX4433" fmla="*/ 3791427 w 12188965"/>
              <a:gd name="connsiteY4433" fmla="*/ 1758854 h 2053176"/>
              <a:gd name="connsiteX4434" fmla="*/ 3817085 w 12188965"/>
              <a:gd name="connsiteY4434" fmla="*/ 1733195 h 2053176"/>
              <a:gd name="connsiteX4435" fmla="*/ 3752882 w 12188965"/>
              <a:gd name="connsiteY4435" fmla="*/ 1733195 h 2053176"/>
              <a:gd name="connsiteX4436" fmla="*/ 3778539 w 12188965"/>
              <a:gd name="connsiteY4436" fmla="*/ 1758854 h 2053176"/>
              <a:gd name="connsiteX4437" fmla="*/ 3752882 w 12188965"/>
              <a:gd name="connsiteY4437" fmla="*/ 1784513 h 2053176"/>
              <a:gd name="connsiteX4438" fmla="*/ 3727221 w 12188965"/>
              <a:gd name="connsiteY4438" fmla="*/ 1758854 h 2053176"/>
              <a:gd name="connsiteX4439" fmla="*/ 3752882 w 12188965"/>
              <a:gd name="connsiteY4439" fmla="*/ 1733195 h 2053176"/>
              <a:gd name="connsiteX4440" fmla="*/ 3688674 w 12188965"/>
              <a:gd name="connsiteY4440" fmla="*/ 1733195 h 2053176"/>
              <a:gd name="connsiteX4441" fmla="*/ 3714335 w 12188965"/>
              <a:gd name="connsiteY4441" fmla="*/ 1758854 h 2053176"/>
              <a:gd name="connsiteX4442" fmla="*/ 3688674 w 12188965"/>
              <a:gd name="connsiteY4442" fmla="*/ 1784513 h 2053176"/>
              <a:gd name="connsiteX4443" fmla="*/ 3663017 w 12188965"/>
              <a:gd name="connsiteY4443" fmla="*/ 1758854 h 2053176"/>
              <a:gd name="connsiteX4444" fmla="*/ 3688674 w 12188965"/>
              <a:gd name="connsiteY4444" fmla="*/ 1733195 h 2053176"/>
              <a:gd name="connsiteX4445" fmla="*/ 3624472 w 12188965"/>
              <a:gd name="connsiteY4445" fmla="*/ 1733195 h 2053176"/>
              <a:gd name="connsiteX4446" fmla="*/ 3650129 w 12188965"/>
              <a:gd name="connsiteY4446" fmla="*/ 1758854 h 2053176"/>
              <a:gd name="connsiteX4447" fmla="*/ 3624472 w 12188965"/>
              <a:gd name="connsiteY4447" fmla="*/ 1784513 h 2053176"/>
              <a:gd name="connsiteX4448" fmla="*/ 3598810 w 12188965"/>
              <a:gd name="connsiteY4448" fmla="*/ 1758854 h 2053176"/>
              <a:gd name="connsiteX4449" fmla="*/ 3624472 w 12188965"/>
              <a:gd name="connsiteY4449" fmla="*/ 1733195 h 2053176"/>
              <a:gd name="connsiteX4450" fmla="*/ 3560264 w 12188965"/>
              <a:gd name="connsiteY4450" fmla="*/ 1733195 h 2053176"/>
              <a:gd name="connsiteX4451" fmla="*/ 3585923 w 12188965"/>
              <a:gd name="connsiteY4451" fmla="*/ 1758854 h 2053176"/>
              <a:gd name="connsiteX4452" fmla="*/ 3560264 w 12188965"/>
              <a:gd name="connsiteY4452" fmla="*/ 1784513 h 2053176"/>
              <a:gd name="connsiteX4453" fmla="*/ 3534607 w 12188965"/>
              <a:gd name="connsiteY4453" fmla="*/ 1758854 h 2053176"/>
              <a:gd name="connsiteX4454" fmla="*/ 3560264 w 12188965"/>
              <a:gd name="connsiteY4454" fmla="*/ 1733195 h 2053176"/>
              <a:gd name="connsiteX4455" fmla="*/ 3496060 w 12188965"/>
              <a:gd name="connsiteY4455" fmla="*/ 1733195 h 2053176"/>
              <a:gd name="connsiteX4456" fmla="*/ 3521719 w 12188965"/>
              <a:gd name="connsiteY4456" fmla="*/ 1758854 h 2053176"/>
              <a:gd name="connsiteX4457" fmla="*/ 3496060 w 12188965"/>
              <a:gd name="connsiteY4457" fmla="*/ 1784513 h 2053176"/>
              <a:gd name="connsiteX4458" fmla="*/ 3470400 w 12188965"/>
              <a:gd name="connsiteY4458" fmla="*/ 1758854 h 2053176"/>
              <a:gd name="connsiteX4459" fmla="*/ 3496060 w 12188965"/>
              <a:gd name="connsiteY4459" fmla="*/ 1733195 h 2053176"/>
              <a:gd name="connsiteX4460" fmla="*/ 3431855 w 12188965"/>
              <a:gd name="connsiteY4460" fmla="*/ 1733195 h 2053176"/>
              <a:gd name="connsiteX4461" fmla="*/ 3457512 w 12188965"/>
              <a:gd name="connsiteY4461" fmla="*/ 1758854 h 2053176"/>
              <a:gd name="connsiteX4462" fmla="*/ 3431855 w 12188965"/>
              <a:gd name="connsiteY4462" fmla="*/ 1784513 h 2053176"/>
              <a:gd name="connsiteX4463" fmla="*/ 3406196 w 12188965"/>
              <a:gd name="connsiteY4463" fmla="*/ 1758854 h 2053176"/>
              <a:gd name="connsiteX4464" fmla="*/ 3431855 w 12188965"/>
              <a:gd name="connsiteY4464" fmla="*/ 1733195 h 2053176"/>
              <a:gd name="connsiteX4465" fmla="*/ 3367649 w 12188965"/>
              <a:gd name="connsiteY4465" fmla="*/ 1733195 h 2053176"/>
              <a:gd name="connsiteX4466" fmla="*/ 3393308 w 12188965"/>
              <a:gd name="connsiteY4466" fmla="*/ 1758854 h 2053176"/>
              <a:gd name="connsiteX4467" fmla="*/ 3367649 w 12188965"/>
              <a:gd name="connsiteY4467" fmla="*/ 1784513 h 2053176"/>
              <a:gd name="connsiteX4468" fmla="*/ 3341990 w 12188965"/>
              <a:gd name="connsiteY4468" fmla="*/ 1758854 h 2053176"/>
              <a:gd name="connsiteX4469" fmla="*/ 3367649 w 12188965"/>
              <a:gd name="connsiteY4469" fmla="*/ 1733195 h 2053176"/>
              <a:gd name="connsiteX4470" fmla="*/ 3303444 w 12188965"/>
              <a:gd name="connsiteY4470" fmla="*/ 1733195 h 2053176"/>
              <a:gd name="connsiteX4471" fmla="*/ 3329102 w 12188965"/>
              <a:gd name="connsiteY4471" fmla="*/ 1758854 h 2053176"/>
              <a:gd name="connsiteX4472" fmla="*/ 3303444 w 12188965"/>
              <a:gd name="connsiteY4472" fmla="*/ 1784513 h 2053176"/>
              <a:gd name="connsiteX4473" fmla="*/ 3277785 w 12188965"/>
              <a:gd name="connsiteY4473" fmla="*/ 1758854 h 2053176"/>
              <a:gd name="connsiteX4474" fmla="*/ 3303444 w 12188965"/>
              <a:gd name="connsiteY4474" fmla="*/ 1733195 h 2053176"/>
              <a:gd name="connsiteX4475" fmla="*/ 3239238 w 12188965"/>
              <a:gd name="connsiteY4475" fmla="*/ 1733195 h 2053176"/>
              <a:gd name="connsiteX4476" fmla="*/ 3264898 w 12188965"/>
              <a:gd name="connsiteY4476" fmla="*/ 1758854 h 2053176"/>
              <a:gd name="connsiteX4477" fmla="*/ 3239238 w 12188965"/>
              <a:gd name="connsiteY4477" fmla="*/ 1784513 h 2053176"/>
              <a:gd name="connsiteX4478" fmla="*/ 3213580 w 12188965"/>
              <a:gd name="connsiteY4478" fmla="*/ 1758854 h 2053176"/>
              <a:gd name="connsiteX4479" fmla="*/ 3239238 w 12188965"/>
              <a:gd name="connsiteY4479" fmla="*/ 1733195 h 2053176"/>
              <a:gd name="connsiteX4480" fmla="*/ 3110828 w 12188965"/>
              <a:gd name="connsiteY4480" fmla="*/ 1733195 h 2053176"/>
              <a:gd name="connsiteX4481" fmla="*/ 3136487 w 12188965"/>
              <a:gd name="connsiteY4481" fmla="*/ 1758854 h 2053176"/>
              <a:gd name="connsiteX4482" fmla="*/ 3110828 w 12188965"/>
              <a:gd name="connsiteY4482" fmla="*/ 1784513 h 2053176"/>
              <a:gd name="connsiteX4483" fmla="*/ 3085170 w 12188965"/>
              <a:gd name="connsiteY4483" fmla="*/ 1758854 h 2053176"/>
              <a:gd name="connsiteX4484" fmla="*/ 3110828 w 12188965"/>
              <a:gd name="connsiteY4484" fmla="*/ 1733195 h 2053176"/>
              <a:gd name="connsiteX4485" fmla="*/ 3046623 w 12188965"/>
              <a:gd name="connsiteY4485" fmla="*/ 1733195 h 2053176"/>
              <a:gd name="connsiteX4486" fmla="*/ 3072282 w 12188965"/>
              <a:gd name="connsiteY4486" fmla="*/ 1758854 h 2053176"/>
              <a:gd name="connsiteX4487" fmla="*/ 3046623 w 12188965"/>
              <a:gd name="connsiteY4487" fmla="*/ 1784513 h 2053176"/>
              <a:gd name="connsiteX4488" fmla="*/ 3020964 w 12188965"/>
              <a:gd name="connsiteY4488" fmla="*/ 1758854 h 2053176"/>
              <a:gd name="connsiteX4489" fmla="*/ 3046623 w 12188965"/>
              <a:gd name="connsiteY4489" fmla="*/ 1733195 h 2053176"/>
              <a:gd name="connsiteX4490" fmla="*/ 2982301 w 12188965"/>
              <a:gd name="connsiteY4490" fmla="*/ 1733195 h 2053176"/>
              <a:gd name="connsiteX4491" fmla="*/ 3007960 w 12188965"/>
              <a:gd name="connsiteY4491" fmla="*/ 1758854 h 2053176"/>
              <a:gd name="connsiteX4492" fmla="*/ 2982301 w 12188965"/>
              <a:gd name="connsiteY4492" fmla="*/ 1784513 h 2053176"/>
              <a:gd name="connsiteX4493" fmla="*/ 2956642 w 12188965"/>
              <a:gd name="connsiteY4493" fmla="*/ 1758854 h 2053176"/>
              <a:gd name="connsiteX4494" fmla="*/ 2982301 w 12188965"/>
              <a:gd name="connsiteY4494" fmla="*/ 1733195 h 2053176"/>
              <a:gd name="connsiteX4495" fmla="*/ 2918096 w 12188965"/>
              <a:gd name="connsiteY4495" fmla="*/ 1733195 h 2053176"/>
              <a:gd name="connsiteX4496" fmla="*/ 2943755 w 12188965"/>
              <a:gd name="connsiteY4496" fmla="*/ 1758854 h 2053176"/>
              <a:gd name="connsiteX4497" fmla="*/ 2918096 w 12188965"/>
              <a:gd name="connsiteY4497" fmla="*/ 1784513 h 2053176"/>
              <a:gd name="connsiteX4498" fmla="*/ 2892438 w 12188965"/>
              <a:gd name="connsiteY4498" fmla="*/ 1758854 h 2053176"/>
              <a:gd name="connsiteX4499" fmla="*/ 2918096 w 12188965"/>
              <a:gd name="connsiteY4499" fmla="*/ 1733195 h 2053176"/>
              <a:gd name="connsiteX4500" fmla="*/ 2853890 w 12188965"/>
              <a:gd name="connsiteY4500" fmla="*/ 1733195 h 2053176"/>
              <a:gd name="connsiteX4501" fmla="*/ 2879550 w 12188965"/>
              <a:gd name="connsiteY4501" fmla="*/ 1758854 h 2053176"/>
              <a:gd name="connsiteX4502" fmla="*/ 2853890 w 12188965"/>
              <a:gd name="connsiteY4502" fmla="*/ 1784513 h 2053176"/>
              <a:gd name="connsiteX4503" fmla="*/ 2828231 w 12188965"/>
              <a:gd name="connsiteY4503" fmla="*/ 1758854 h 2053176"/>
              <a:gd name="connsiteX4504" fmla="*/ 2853890 w 12188965"/>
              <a:gd name="connsiteY4504" fmla="*/ 1733195 h 2053176"/>
              <a:gd name="connsiteX4505" fmla="*/ 2789686 w 12188965"/>
              <a:gd name="connsiteY4505" fmla="*/ 1733195 h 2053176"/>
              <a:gd name="connsiteX4506" fmla="*/ 2815344 w 12188965"/>
              <a:gd name="connsiteY4506" fmla="*/ 1758854 h 2053176"/>
              <a:gd name="connsiteX4507" fmla="*/ 2789686 w 12188965"/>
              <a:gd name="connsiteY4507" fmla="*/ 1784513 h 2053176"/>
              <a:gd name="connsiteX4508" fmla="*/ 2764027 w 12188965"/>
              <a:gd name="connsiteY4508" fmla="*/ 1758854 h 2053176"/>
              <a:gd name="connsiteX4509" fmla="*/ 2789686 w 12188965"/>
              <a:gd name="connsiteY4509" fmla="*/ 1733195 h 2053176"/>
              <a:gd name="connsiteX4510" fmla="*/ 2725480 w 12188965"/>
              <a:gd name="connsiteY4510" fmla="*/ 1733195 h 2053176"/>
              <a:gd name="connsiteX4511" fmla="*/ 2751140 w 12188965"/>
              <a:gd name="connsiteY4511" fmla="*/ 1758854 h 2053176"/>
              <a:gd name="connsiteX4512" fmla="*/ 2725480 w 12188965"/>
              <a:gd name="connsiteY4512" fmla="*/ 1784513 h 2053176"/>
              <a:gd name="connsiteX4513" fmla="*/ 2699821 w 12188965"/>
              <a:gd name="connsiteY4513" fmla="*/ 1758854 h 2053176"/>
              <a:gd name="connsiteX4514" fmla="*/ 2725480 w 12188965"/>
              <a:gd name="connsiteY4514" fmla="*/ 1733195 h 2053176"/>
              <a:gd name="connsiteX4515" fmla="*/ 2597069 w 12188965"/>
              <a:gd name="connsiteY4515" fmla="*/ 1733195 h 2053176"/>
              <a:gd name="connsiteX4516" fmla="*/ 2622729 w 12188965"/>
              <a:gd name="connsiteY4516" fmla="*/ 1758854 h 2053176"/>
              <a:gd name="connsiteX4517" fmla="*/ 2597069 w 12188965"/>
              <a:gd name="connsiteY4517" fmla="*/ 1784513 h 2053176"/>
              <a:gd name="connsiteX4518" fmla="*/ 2571410 w 12188965"/>
              <a:gd name="connsiteY4518" fmla="*/ 1758854 h 2053176"/>
              <a:gd name="connsiteX4519" fmla="*/ 2597069 w 12188965"/>
              <a:gd name="connsiteY4519" fmla="*/ 1733195 h 2053176"/>
              <a:gd name="connsiteX4520" fmla="*/ 2532865 w 12188965"/>
              <a:gd name="connsiteY4520" fmla="*/ 1733195 h 2053176"/>
              <a:gd name="connsiteX4521" fmla="*/ 2558523 w 12188965"/>
              <a:gd name="connsiteY4521" fmla="*/ 1758854 h 2053176"/>
              <a:gd name="connsiteX4522" fmla="*/ 2532865 w 12188965"/>
              <a:gd name="connsiteY4522" fmla="*/ 1784513 h 2053176"/>
              <a:gd name="connsiteX4523" fmla="*/ 2507205 w 12188965"/>
              <a:gd name="connsiteY4523" fmla="*/ 1758854 h 2053176"/>
              <a:gd name="connsiteX4524" fmla="*/ 2532865 w 12188965"/>
              <a:gd name="connsiteY4524" fmla="*/ 1733195 h 2053176"/>
              <a:gd name="connsiteX4525" fmla="*/ 2468658 w 12188965"/>
              <a:gd name="connsiteY4525" fmla="*/ 1733195 h 2053176"/>
              <a:gd name="connsiteX4526" fmla="*/ 2494318 w 12188965"/>
              <a:gd name="connsiteY4526" fmla="*/ 1758854 h 2053176"/>
              <a:gd name="connsiteX4527" fmla="*/ 2468658 w 12188965"/>
              <a:gd name="connsiteY4527" fmla="*/ 1784513 h 2053176"/>
              <a:gd name="connsiteX4528" fmla="*/ 2443000 w 12188965"/>
              <a:gd name="connsiteY4528" fmla="*/ 1758854 h 2053176"/>
              <a:gd name="connsiteX4529" fmla="*/ 2468658 w 12188965"/>
              <a:gd name="connsiteY4529" fmla="*/ 1733195 h 2053176"/>
              <a:gd name="connsiteX4530" fmla="*/ 2404454 w 12188965"/>
              <a:gd name="connsiteY4530" fmla="*/ 1733195 h 2053176"/>
              <a:gd name="connsiteX4531" fmla="*/ 2430112 w 12188965"/>
              <a:gd name="connsiteY4531" fmla="*/ 1758854 h 2053176"/>
              <a:gd name="connsiteX4532" fmla="*/ 2404454 w 12188965"/>
              <a:gd name="connsiteY4532" fmla="*/ 1784513 h 2053176"/>
              <a:gd name="connsiteX4533" fmla="*/ 2378795 w 12188965"/>
              <a:gd name="connsiteY4533" fmla="*/ 1758854 h 2053176"/>
              <a:gd name="connsiteX4534" fmla="*/ 2404454 w 12188965"/>
              <a:gd name="connsiteY4534" fmla="*/ 1733195 h 2053176"/>
              <a:gd name="connsiteX4535" fmla="*/ 2340249 w 12188965"/>
              <a:gd name="connsiteY4535" fmla="*/ 1733195 h 2053176"/>
              <a:gd name="connsiteX4536" fmla="*/ 2365908 w 12188965"/>
              <a:gd name="connsiteY4536" fmla="*/ 1758854 h 2053176"/>
              <a:gd name="connsiteX4537" fmla="*/ 2340249 w 12188965"/>
              <a:gd name="connsiteY4537" fmla="*/ 1784513 h 2053176"/>
              <a:gd name="connsiteX4538" fmla="*/ 2314590 w 12188965"/>
              <a:gd name="connsiteY4538" fmla="*/ 1758854 h 2053176"/>
              <a:gd name="connsiteX4539" fmla="*/ 2340249 w 12188965"/>
              <a:gd name="connsiteY4539" fmla="*/ 1733195 h 2053176"/>
              <a:gd name="connsiteX4540" fmla="*/ 2276044 w 12188965"/>
              <a:gd name="connsiteY4540" fmla="*/ 1733195 h 2053176"/>
              <a:gd name="connsiteX4541" fmla="*/ 2301702 w 12188965"/>
              <a:gd name="connsiteY4541" fmla="*/ 1758854 h 2053176"/>
              <a:gd name="connsiteX4542" fmla="*/ 2276044 w 12188965"/>
              <a:gd name="connsiteY4542" fmla="*/ 1784513 h 2053176"/>
              <a:gd name="connsiteX4543" fmla="*/ 2250385 w 12188965"/>
              <a:gd name="connsiteY4543" fmla="*/ 1758854 h 2053176"/>
              <a:gd name="connsiteX4544" fmla="*/ 2276044 w 12188965"/>
              <a:gd name="connsiteY4544" fmla="*/ 1733195 h 2053176"/>
              <a:gd name="connsiteX4545" fmla="*/ 2211838 w 12188965"/>
              <a:gd name="connsiteY4545" fmla="*/ 1733195 h 2053176"/>
              <a:gd name="connsiteX4546" fmla="*/ 2237497 w 12188965"/>
              <a:gd name="connsiteY4546" fmla="*/ 1758854 h 2053176"/>
              <a:gd name="connsiteX4547" fmla="*/ 2211838 w 12188965"/>
              <a:gd name="connsiteY4547" fmla="*/ 1784513 h 2053176"/>
              <a:gd name="connsiteX4548" fmla="*/ 2186178 w 12188965"/>
              <a:gd name="connsiteY4548" fmla="*/ 1758854 h 2053176"/>
              <a:gd name="connsiteX4549" fmla="*/ 2211838 w 12188965"/>
              <a:gd name="connsiteY4549" fmla="*/ 1733195 h 2053176"/>
              <a:gd name="connsiteX4550" fmla="*/ 2147633 w 12188965"/>
              <a:gd name="connsiteY4550" fmla="*/ 1733195 h 2053176"/>
              <a:gd name="connsiteX4551" fmla="*/ 2173293 w 12188965"/>
              <a:gd name="connsiteY4551" fmla="*/ 1758854 h 2053176"/>
              <a:gd name="connsiteX4552" fmla="*/ 2147633 w 12188965"/>
              <a:gd name="connsiteY4552" fmla="*/ 1784513 h 2053176"/>
              <a:gd name="connsiteX4553" fmla="*/ 2121975 w 12188965"/>
              <a:gd name="connsiteY4553" fmla="*/ 1758854 h 2053176"/>
              <a:gd name="connsiteX4554" fmla="*/ 2147633 w 12188965"/>
              <a:gd name="connsiteY4554" fmla="*/ 1733195 h 2053176"/>
              <a:gd name="connsiteX4555" fmla="*/ 2083427 w 12188965"/>
              <a:gd name="connsiteY4555" fmla="*/ 1733195 h 2053176"/>
              <a:gd name="connsiteX4556" fmla="*/ 2109087 w 12188965"/>
              <a:gd name="connsiteY4556" fmla="*/ 1758854 h 2053176"/>
              <a:gd name="connsiteX4557" fmla="*/ 2083427 w 12188965"/>
              <a:gd name="connsiteY4557" fmla="*/ 1784513 h 2053176"/>
              <a:gd name="connsiteX4558" fmla="*/ 2057768 w 12188965"/>
              <a:gd name="connsiteY4558" fmla="*/ 1758854 h 2053176"/>
              <a:gd name="connsiteX4559" fmla="*/ 2083427 w 12188965"/>
              <a:gd name="connsiteY4559" fmla="*/ 1733195 h 2053176"/>
              <a:gd name="connsiteX4560" fmla="*/ 2019222 w 12188965"/>
              <a:gd name="connsiteY4560" fmla="*/ 1733195 h 2053176"/>
              <a:gd name="connsiteX4561" fmla="*/ 2044880 w 12188965"/>
              <a:gd name="connsiteY4561" fmla="*/ 1758854 h 2053176"/>
              <a:gd name="connsiteX4562" fmla="*/ 2019222 w 12188965"/>
              <a:gd name="connsiteY4562" fmla="*/ 1784513 h 2053176"/>
              <a:gd name="connsiteX4563" fmla="*/ 1993563 w 12188965"/>
              <a:gd name="connsiteY4563" fmla="*/ 1758854 h 2053176"/>
              <a:gd name="connsiteX4564" fmla="*/ 2019222 w 12188965"/>
              <a:gd name="connsiteY4564" fmla="*/ 1733195 h 2053176"/>
              <a:gd name="connsiteX4565" fmla="*/ 1955016 w 12188965"/>
              <a:gd name="connsiteY4565" fmla="*/ 1733195 h 2053176"/>
              <a:gd name="connsiteX4566" fmla="*/ 1980676 w 12188965"/>
              <a:gd name="connsiteY4566" fmla="*/ 1758854 h 2053176"/>
              <a:gd name="connsiteX4567" fmla="*/ 1955016 w 12188965"/>
              <a:gd name="connsiteY4567" fmla="*/ 1784513 h 2053176"/>
              <a:gd name="connsiteX4568" fmla="*/ 1929358 w 12188965"/>
              <a:gd name="connsiteY4568" fmla="*/ 1758854 h 2053176"/>
              <a:gd name="connsiteX4569" fmla="*/ 1955016 w 12188965"/>
              <a:gd name="connsiteY4569" fmla="*/ 1733195 h 2053176"/>
              <a:gd name="connsiteX4570" fmla="*/ 1890696 w 12188965"/>
              <a:gd name="connsiteY4570" fmla="*/ 1733195 h 2053176"/>
              <a:gd name="connsiteX4571" fmla="*/ 1916355 w 12188965"/>
              <a:gd name="connsiteY4571" fmla="*/ 1758854 h 2053176"/>
              <a:gd name="connsiteX4572" fmla="*/ 1890696 w 12188965"/>
              <a:gd name="connsiteY4572" fmla="*/ 1784513 h 2053176"/>
              <a:gd name="connsiteX4573" fmla="*/ 1865037 w 12188965"/>
              <a:gd name="connsiteY4573" fmla="*/ 1758854 h 2053176"/>
              <a:gd name="connsiteX4574" fmla="*/ 1890696 w 12188965"/>
              <a:gd name="connsiteY4574" fmla="*/ 1733195 h 2053176"/>
              <a:gd name="connsiteX4575" fmla="*/ 1826490 w 12188965"/>
              <a:gd name="connsiteY4575" fmla="*/ 1733195 h 2053176"/>
              <a:gd name="connsiteX4576" fmla="*/ 1852149 w 12188965"/>
              <a:gd name="connsiteY4576" fmla="*/ 1758854 h 2053176"/>
              <a:gd name="connsiteX4577" fmla="*/ 1826490 w 12188965"/>
              <a:gd name="connsiteY4577" fmla="*/ 1784513 h 2053176"/>
              <a:gd name="connsiteX4578" fmla="*/ 1800830 w 12188965"/>
              <a:gd name="connsiteY4578" fmla="*/ 1758854 h 2053176"/>
              <a:gd name="connsiteX4579" fmla="*/ 1826490 w 12188965"/>
              <a:gd name="connsiteY4579" fmla="*/ 1733195 h 2053176"/>
              <a:gd name="connsiteX4580" fmla="*/ 1762285 w 12188965"/>
              <a:gd name="connsiteY4580" fmla="*/ 1733195 h 2053176"/>
              <a:gd name="connsiteX4581" fmla="*/ 1787944 w 12188965"/>
              <a:gd name="connsiteY4581" fmla="*/ 1758854 h 2053176"/>
              <a:gd name="connsiteX4582" fmla="*/ 1762285 w 12188965"/>
              <a:gd name="connsiteY4582" fmla="*/ 1784513 h 2053176"/>
              <a:gd name="connsiteX4583" fmla="*/ 1736626 w 12188965"/>
              <a:gd name="connsiteY4583" fmla="*/ 1758854 h 2053176"/>
              <a:gd name="connsiteX4584" fmla="*/ 1762285 w 12188965"/>
              <a:gd name="connsiteY4584" fmla="*/ 1733195 h 2053176"/>
              <a:gd name="connsiteX4585" fmla="*/ 1698080 w 12188965"/>
              <a:gd name="connsiteY4585" fmla="*/ 1733195 h 2053176"/>
              <a:gd name="connsiteX4586" fmla="*/ 1723738 w 12188965"/>
              <a:gd name="connsiteY4586" fmla="*/ 1758854 h 2053176"/>
              <a:gd name="connsiteX4587" fmla="*/ 1698080 w 12188965"/>
              <a:gd name="connsiteY4587" fmla="*/ 1784513 h 2053176"/>
              <a:gd name="connsiteX4588" fmla="*/ 1672420 w 12188965"/>
              <a:gd name="connsiteY4588" fmla="*/ 1758854 h 2053176"/>
              <a:gd name="connsiteX4589" fmla="*/ 1698080 w 12188965"/>
              <a:gd name="connsiteY4589" fmla="*/ 1733195 h 2053176"/>
              <a:gd name="connsiteX4590" fmla="*/ 1633874 w 12188965"/>
              <a:gd name="connsiteY4590" fmla="*/ 1733195 h 2053176"/>
              <a:gd name="connsiteX4591" fmla="*/ 1659533 w 12188965"/>
              <a:gd name="connsiteY4591" fmla="*/ 1758854 h 2053176"/>
              <a:gd name="connsiteX4592" fmla="*/ 1633874 w 12188965"/>
              <a:gd name="connsiteY4592" fmla="*/ 1784513 h 2053176"/>
              <a:gd name="connsiteX4593" fmla="*/ 1608216 w 12188965"/>
              <a:gd name="connsiteY4593" fmla="*/ 1758854 h 2053176"/>
              <a:gd name="connsiteX4594" fmla="*/ 1633874 w 12188965"/>
              <a:gd name="connsiteY4594" fmla="*/ 1733195 h 2053176"/>
              <a:gd name="connsiteX4595" fmla="*/ 1569669 w 12188965"/>
              <a:gd name="connsiteY4595" fmla="*/ 1733195 h 2053176"/>
              <a:gd name="connsiteX4596" fmla="*/ 1595328 w 12188965"/>
              <a:gd name="connsiteY4596" fmla="*/ 1758854 h 2053176"/>
              <a:gd name="connsiteX4597" fmla="*/ 1569669 w 12188965"/>
              <a:gd name="connsiteY4597" fmla="*/ 1784513 h 2053176"/>
              <a:gd name="connsiteX4598" fmla="*/ 1544010 w 12188965"/>
              <a:gd name="connsiteY4598" fmla="*/ 1758854 h 2053176"/>
              <a:gd name="connsiteX4599" fmla="*/ 1569669 w 12188965"/>
              <a:gd name="connsiteY4599" fmla="*/ 1733195 h 2053176"/>
              <a:gd name="connsiteX4600" fmla="*/ 1505464 w 12188965"/>
              <a:gd name="connsiteY4600" fmla="*/ 1733195 h 2053176"/>
              <a:gd name="connsiteX4601" fmla="*/ 1531123 w 12188965"/>
              <a:gd name="connsiteY4601" fmla="*/ 1758854 h 2053176"/>
              <a:gd name="connsiteX4602" fmla="*/ 1505464 w 12188965"/>
              <a:gd name="connsiteY4602" fmla="*/ 1784513 h 2053176"/>
              <a:gd name="connsiteX4603" fmla="*/ 1479806 w 12188965"/>
              <a:gd name="connsiteY4603" fmla="*/ 1758854 h 2053176"/>
              <a:gd name="connsiteX4604" fmla="*/ 1505464 w 12188965"/>
              <a:gd name="connsiteY4604" fmla="*/ 1733195 h 2053176"/>
              <a:gd name="connsiteX4605" fmla="*/ 1441258 w 12188965"/>
              <a:gd name="connsiteY4605" fmla="*/ 1733195 h 2053176"/>
              <a:gd name="connsiteX4606" fmla="*/ 1466917 w 12188965"/>
              <a:gd name="connsiteY4606" fmla="*/ 1758854 h 2053176"/>
              <a:gd name="connsiteX4607" fmla="*/ 1441258 w 12188965"/>
              <a:gd name="connsiteY4607" fmla="*/ 1784513 h 2053176"/>
              <a:gd name="connsiteX4608" fmla="*/ 1415599 w 12188965"/>
              <a:gd name="connsiteY4608" fmla="*/ 1758854 h 2053176"/>
              <a:gd name="connsiteX4609" fmla="*/ 1441258 w 12188965"/>
              <a:gd name="connsiteY4609" fmla="*/ 1733195 h 2053176"/>
              <a:gd name="connsiteX4610" fmla="*/ 1377053 w 12188965"/>
              <a:gd name="connsiteY4610" fmla="*/ 1733195 h 2053176"/>
              <a:gd name="connsiteX4611" fmla="*/ 1402712 w 12188965"/>
              <a:gd name="connsiteY4611" fmla="*/ 1758854 h 2053176"/>
              <a:gd name="connsiteX4612" fmla="*/ 1377053 w 12188965"/>
              <a:gd name="connsiteY4612" fmla="*/ 1784513 h 2053176"/>
              <a:gd name="connsiteX4613" fmla="*/ 1351395 w 12188965"/>
              <a:gd name="connsiteY4613" fmla="*/ 1758854 h 2053176"/>
              <a:gd name="connsiteX4614" fmla="*/ 1377053 w 12188965"/>
              <a:gd name="connsiteY4614" fmla="*/ 1733195 h 2053176"/>
              <a:gd name="connsiteX4615" fmla="*/ 1248643 w 12188965"/>
              <a:gd name="connsiteY4615" fmla="*/ 1733195 h 2053176"/>
              <a:gd name="connsiteX4616" fmla="*/ 1274302 w 12188965"/>
              <a:gd name="connsiteY4616" fmla="*/ 1758854 h 2053176"/>
              <a:gd name="connsiteX4617" fmla="*/ 1248643 w 12188965"/>
              <a:gd name="connsiteY4617" fmla="*/ 1784513 h 2053176"/>
              <a:gd name="connsiteX4618" fmla="*/ 1222984 w 12188965"/>
              <a:gd name="connsiteY4618" fmla="*/ 1758854 h 2053176"/>
              <a:gd name="connsiteX4619" fmla="*/ 1248643 w 12188965"/>
              <a:gd name="connsiteY4619" fmla="*/ 1733195 h 2053176"/>
              <a:gd name="connsiteX4620" fmla="*/ 1184437 w 12188965"/>
              <a:gd name="connsiteY4620" fmla="*/ 1733195 h 2053176"/>
              <a:gd name="connsiteX4621" fmla="*/ 1210096 w 12188965"/>
              <a:gd name="connsiteY4621" fmla="*/ 1758854 h 2053176"/>
              <a:gd name="connsiteX4622" fmla="*/ 1184437 w 12188965"/>
              <a:gd name="connsiteY4622" fmla="*/ 1784513 h 2053176"/>
              <a:gd name="connsiteX4623" fmla="*/ 1158780 w 12188965"/>
              <a:gd name="connsiteY4623" fmla="*/ 1758854 h 2053176"/>
              <a:gd name="connsiteX4624" fmla="*/ 1184437 w 12188965"/>
              <a:gd name="connsiteY4624" fmla="*/ 1733195 h 2053176"/>
              <a:gd name="connsiteX4625" fmla="*/ 1120233 w 12188965"/>
              <a:gd name="connsiteY4625" fmla="*/ 1733195 h 2053176"/>
              <a:gd name="connsiteX4626" fmla="*/ 1145892 w 12188965"/>
              <a:gd name="connsiteY4626" fmla="*/ 1758854 h 2053176"/>
              <a:gd name="connsiteX4627" fmla="*/ 1120233 w 12188965"/>
              <a:gd name="connsiteY4627" fmla="*/ 1784513 h 2053176"/>
              <a:gd name="connsiteX4628" fmla="*/ 1094573 w 12188965"/>
              <a:gd name="connsiteY4628" fmla="*/ 1758854 h 2053176"/>
              <a:gd name="connsiteX4629" fmla="*/ 1120233 w 12188965"/>
              <a:gd name="connsiteY4629" fmla="*/ 1733195 h 2053176"/>
              <a:gd name="connsiteX4630" fmla="*/ 1056027 w 12188965"/>
              <a:gd name="connsiteY4630" fmla="*/ 1733195 h 2053176"/>
              <a:gd name="connsiteX4631" fmla="*/ 1081685 w 12188965"/>
              <a:gd name="connsiteY4631" fmla="*/ 1758854 h 2053176"/>
              <a:gd name="connsiteX4632" fmla="*/ 1056027 w 12188965"/>
              <a:gd name="connsiteY4632" fmla="*/ 1784513 h 2053176"/>
              <a:gd name="connsiteX4633" fmla="*/ 1030369 w 12188965"/>
              <a:gd name="connsiteY4633" fmla="*/ 1758854 h 2053176"/>
              <a:gd name="connsiteX4634" fmla="*/ 1056027 w 12188965"/>
              <a:gd name="connsiteY4634" fmla="*/ 1733195 h 2053176"/>
              <a:gd name="connsiteX4635" fmla="*/ 991823 w 12188965"/>
              <a:gd name="connsiteY4635" fmla="*/ 1733195 h 2053176"/>
              <a:gd name="connsiteX4636" fmla="*/ 1017481 w 12188965"/>
              <a:gd name="connsiteY4636" fmla="*/ 1758854 h 2053176"/>
              <a:gd name="connsiteX4637" fmla="*/ 991823 w 12188965"/>
              <a:gd name="connsiteY4637" fmla="*/ 1784513 h 2053176"/>
              <a:gd name="connsiteX4638" fmla="*/ 966162 w 12188965"/>
              <a:gd name="connsiteY4638" fmla="*/ 1758854 h 2053176"/>
              <a:gd name="connsiteX4639" fmla="*/ 991823 w 12188965"/>
              <a:gd name="connsiteY4639" fmla="*/ 1733195 h 2053176"/>
              <a:gd name="connsiteX4640" fmla="*/ 927616 w 12188965"/>
              <a:gd name="connsiteY4640" fmla="*/ 1733195 h 2053176"/>
              <a:gd name="connsiteX4641" fmla="*/ 953275 w 12188965"/>
              <a:gd name="connsiteY4641" fmla="*/ 1758854 h 2053176"/>
              <a:gd name="connsiteX4642" fmla="*/ 927616 w 12188965"/>
              <a:gd name="connsiteY4642" fmla="*/ 1784513 h 2053176"/>
              <a:gd name="connsiteX4643" fmla="*/ 901957 w 12188965"/>
              <a:gd name="connsiteY4643" fmla="*/ 1758854 h 2053176"/>
              <a:gd name="connsiteX4644" fmla="*/ 927616 w 12188965"/>
              <a:gd name="connsiteY4644" fmla="*/ 1733195 h 2053176"/>
              <a:gd name="connsiteX4645" fmla="*/ 863411 w 12188965"/>
              <a:gd name="connsiteY4645" fmla="*/ 1733195 h 2053176"/>
              <a:gd name="connsiteX4646" fmla="*/ 889071 w 12188965"/>
              <a:gd name="connsiteY4646" fmla="*/ 1758854 h 2053176"/>
              <a:gd name="connsiteX4647" fmla="*/ 863411 w 12188965"/>
              <a:gd name="connsiteY4647" fmla="*/ 1784513 h 2053176"/>
              <a:gd name="connsiteX4648" fmla="*/ 837752 w 12188965"/>
              <a:gd name="connsiteY4648" fmla="*/ 1758854 h 2053176"/>
              <a:gd name="connsiteX4649" fmla="*/ 863411 w 12188965"/>
              <a:gd name="connsiteY4649" fmla="*/ 1733195 h 2053176"/>
              <a:gd name="connsiteX4650" fmla="*/ 799089 w 12188965"/>
              <a:gd name="connsiteY4650" fmla="*/ 1733195 h 2053176"/>
              <a:gd name="connsiteX4651" fmla="*/ 824748 w 12188965"/>
              <a:gd name="connsiteY4651" fmla="*/ 1758854 h 2053176"/>
              <a:gd name="connsiteX4652" fmla="*/ 799089 w 12188965"/>
              <a:gd name="connsiteY4652" fmla="*/ 1784513 h 2053176"/>
              <a:gd name="connsiteX4653" fmla="*/ 773432 w 12188965"/>
              <a:gd name="connsiteY4653" fmla="*/ 1758854 h 2053176"/>
              <a:gd name="connsiteX4654" fmla="*/ 799089 w 12188965"/>
              <a:gd name="connsiteY4654" fmla="*/ 1733195 h 2053176"/>
              <a:gd name="connsiteX4655" fmla="*/ 734885 w 12188965"/>
              <a:gd name="connsiteY4655" fmla="*/ 1733195 h 2053176"/>
              <a:gd name="connsiteX4656" fmla="*/ 760544 w 12188965"/>
              <a:gd name="connsiteY4656" fmla="*/ 1758854 h 2053176"/>
              <a:gd name="connsiteX4657" fmla="*/ 734885 w 12188965"/>
              <a:gd name="connsiteY4657" fmla="*/ 1784513 h 2053176"/>
              <a:gd name="connsiteX4658" fmla="*/ 709225 w 12188965"/>
              <a:gd name="connsiteY4658" fmla="*/ 1758854 h 2053176"/>
              <a:gd name="connsiteX4659" fmla="*/ 734885 w 12188965"/>
              <a:gd name="connsiteY4659" fmla="*/ 1733195 h 2053176"/>
              <a:gd name="connsiteX4660" fmla="*/ 670679 w 12188965"/>
              <a:gd name="connsiteY4660" fmla="*/ 1733195 h 2053176"/>
              <a:gd name="connsiteX4661" fmla="*/ 696338 w 12188965"/>
              <a:gd name="connsiteY4661" fmla="*/ 1758854 h 2053176"/>
              <a:gd name="connsiteX4662" fmla="*/ 670679 w 12188965"/>
              <a:gd name="connsiteY4662" fmla="*/ 1784513 h 2053176"/>
              <a:gd name="connsiteX4663" fmla="*/ 645020 w 12188965"/>
              <a:gd name="connsiteY4663" fmla="*/ 1758854 h 2053176"/>
              <a:gd name="connsiteX4664" fmla="*/ 670679 w 12188965"/>
              <a:gd name="connsiteY4664" fmla="*/ 1733195 h 2053176"/>
              <a:gd name="connsiteX4665" fmla="*/ 606475 w 12188965"/>
              <a:gd name="connsiteY4665" fmla="*/ 1733195 h 2053176"/>
              <a:gd name="connsiteX4666" fmla="*/ 632134 w 12188965"/>
              <a:gd name="connsiteY4666" fmla="*/ 1758854 h 2053176"/>
              <a:gd name="connsiteX4667" fmla="*/ 606475 w 12188965"/>
              <a:gd name="connsiteY4667" fmla="*/ 1784513 h 2053176"/>
              <a:gd name="connsiteX4668" fmla="*/ 580815 w 12188965"/>
              <a:gd name="connsiteY4668" fmla="*/ 1758854 h 2053176"/>
              <a:gd name="connsiteX4669" fmla="*/ 606475 w 12188965"/>
              <a:gd name="connsiteY4669" fmla="*/ 1733195 h 2053176"/>
              <a:gd name="connsiteX4670" fmla="*/ 542268 w 12188965"/>
              <a:gd name="connsiteY4670" fmla="*/ 1733195 h 2053176"/>
              <a:gd name="connsiteX4671" fmla="*/ 567927 w 12188965"/>
              <a:gd name="connsiteY4671" fmla="*/ 1758854 h 2053176"/>
              <a:gd name="connsiteX4672" fmla="*/ 542268 w 12188965"/>
              <a:gd name="connsiteY4672" fmla="*/ 1784513 h 2053176"/>
              <a:gd name="connsiteX4673" fmla="*/ 516610 w 12188965"/>
              <a:gd name="connsiteY4673" fmla="*/ 1758854 h 2053176"/>
              <a:gd name="connsiteX4674" fmla="*/ 542268 w 12188965"/>
              <a:gd name="connsiteY4674" fmla="*/ 1733195 h 2053176"/>
              <a:gd name="connsiteX4675" fmla="*/ 478063 w 12188965"/>
              <a:gd name="connsiteY4675" fmla="*/ 1733195 h 2053176"/>
              <a:gd name="connsiteX4676" fmla="*/ 503724 w 12188965"/>
              <a:gd name="connsiteY4676" fmla="*/ 1758854 h 2053176"/>
              <a:gd name="connsiteX4677" fmla="*/ 478063 w 12188965"/>
              <a:gd name="connsiteY4677" fmla="*/ 1784513 h 2053176"/>
              <a:gd name="connsiteX4678" fmla="*/ 452404 w 12188965"/>
              <a:gd name="connsiteY4678" fmla="*/ 1758854 h 2053176"/>
              <a:gd name="connsiteX4679" fmla="*/ 478063 w 12188965"/>
              <a:gd name="connsiteY4679" fmla="*/ 1733195 h 2053176"/>
              <a:gd name="connsiteX4680" fmla="*/ 413858 w 12188965"/>
              <a:gd name="connsiteY4680" fmla="*/ 1733195 h 2053176"/>
              <a:gd name="connsiteX4681" fmla="*/ 439517 w 12188965"/>
              <a:gd name="connsiteY4681" fmla="*/ 1758854 h 2053176"/>
              <a:gd name="connsiteX4682" fmla="*/ 413858 w 12188965"/>
              <a:gd name="connsiteY4682" fmla="*/ 1784513 h 2053176"/>
              <a:gd name="connsiteX4683" fmla="*/ 388200 w 12188965"/>
              <a:gd name="connsiteY4683" fmla="*/ 1758854 h 2053176"/>
              <a:gd name="connsiteX4684" fmla="*/ 413858 w 12188965"/>
              <a:gd name="connsiteY4684" fmla="*/ 1733195 h 2053176"/>
              <a:gd name="connsiteX4685" fmla="*/ 346686 w 12188965"/>
              <a:gd name="connsiteY4685" fmla="*/ 1733195 h 2053176"/>
              <a:gd name="connsiteX4686" fmla="*/ 372344 w 12188965"/>
              <a:gd name="connsiteY4686" fmla="*/ 1758854 h 2053176"/>
              <a:gd name="connsiteX4687" fmla="*/ 346686 w 12188965"/>
              <a:gd name="connsiteY4687" fmla="*/ 1784513 h 2053176"/>
              <a:gd name="connsiteX4688" fmla="*/ 321027 w 12188965"/>
              <a:gd name="connsiteY4688" fmla="*/ 1758854 h 2053176"/>
              <a:gd name="connsiteX4689" fmla="*/ 346686 w 12188965"/>
              <a:gd name="connsiteY4689" fmla="*/ 1733195 h 2053176"/>
              <a:gd name="connsiteX4690" fmla="*/ 282480 w 12188965"/>
              <a:gd name="connsiteY4690" fmla="*/ 1733195 h 2053176"/>
              <a:gd name="connsiteX4691" fmla="*/ 308138 w 12188965"/>
              <a:gd name="connsiteY4691" fmla="*/ 1758854 h 2053176"/>
              <a:gd name="connsiteX4692" fmla="*/ 282480 w 12188965"/>
              <a:gd name="connsiteY4692" fmla="*/ 1784513 h 2053176"/>
              <a:gd name="connsiteX4693" fmla="*/ 256820 w 12188965"/>
              <a:gd name="connsiteY4693" fmla="*/ 1758854 h 2053176"/>
              <a:gd name="connsiteX4694" fmla="*/ 282480 w 12188965"/>
              <a:gd name="connsiteY4694" fmla="*/ 1733195 h 2053176"/>
              <a:gd name="connsiteX4695" fmla="*/ 218274 w 12188965"/>
              <a:gd name="connsiteY4695" fmla="*/ 1733195 h 2053176"/>
              <a:gd name="connsiteX4696" fmla="*/ 243932 w 12188965"/>
              <a:gd name="connsiteY4696" fmla="*/ 1758854 h 2053176"/>
              <a:gd name="connsiteX4697" fmla="*/ 218274 w 12188965"/>
              <a:gd name="connsiteY4697" fmla="*/ 1784513 h 2053176"/>
              <a:gd name="connsiteX4698" fmla="*/ 192615 w 12188965"/>
              <a:gd name="connsiteY4698" fmla="*/ 1758854 h 2053176"/>
              <a:gd name="connsiteX4699" fmla="*/ 218274 w 12188965"/>
              <a:gd name="connsiteY4699" fmla="*/ 1733195 h 2053176"/>
              <a:gd name="connsiteX4700" fmla="*/ 89864 w 12188965"/>
              <a:gd name="connsiteY4700" fmla="*/ 1733195 h 2053176"/>
              <a:gd name="connsiteX4701" fmla="*/ 115522 w 12188965"/>
              <a:gd name="connsiteY4701" fmla="*/ 1758854 h 2053176"/>
              <a:gd name="connsiteX4702" fmla="*/ 89864 w 12188965"/>
              <a:gd name="connsiteY4702" fmla="*/ 1784513 h 2053176"/>
              <a:gd name="connsiteX4703" fmla="*/ 64205 w 12188965"/>
              <a:gd name="connsiteY4703" fmla="*/ 1758854 h 2053176"/>
              <a:gd name="connsiteX4704" fmla="*/ 89864 w 12188965"/>
              <a:gd name="connsiteY4704" fmla="*/ 1733195 h 2053176"/>
              <a:gd name="connsiteX4705" fmla="*/ 25659 w 12188965"/>
              <a:gd name="connsiteY4705" fmla="*/ 1733195 h 2053176"/>
              <a:gd name="connsiteX4706" fmla="*/ 51317 w 12188965"/>
              <a:gd name="connsiteY4706" fmla="*/ 1758854 h 2053176"/>
              <a:gd name="connsiteX4707" fmla="*/ 25659 w 12188965"/>
              <a:gd name="connsiteY4707" fmla="*/ 1784513 h 2053176"/>
              <a:gd name="connsiteX4708" fmla="*/ 0 w 12188965"/>
              <a:gd name="connsiteY4708" fmla="*/ 1758854 h 2053176"/>
              <a:gd name="connsiteX4709" fmla="*/ 25659 w 12188965"/>
              <a:gd name="connsiteY4709" fmla="*/ 1733195 h 2053176"/>
              <a:gd name="connsiteX4710" fmla="*/ 11582491 w 12188965"/>
              <a:gd name="connsiteY4710" fmla="*/ 1678857 h 2053176"/>
              <a:gd name="connsiteX4711" fmla="*/ 11595379 w 12188965"/>
              <a:gd name="connsiteY4711" fmla="*/ 1691745 h 2053176"/>
              <a:gd name="connsiteX4712" fmla="*/ 11582491 w 12188965"/>
              <a:gd name="connsiteY4712" fmla="*/ 1704633 h 2053176"/>
              <a:gd name="connsiteX4713" fmla="*/ 11569605 w 12188965"/>
              <a:gd name="connsiteY4713" fmla="*/ 1691745 h 2053176"/>
              <a:gd name="connsiteX4714" fmla="*/ 11582491 w 12188965"/>
              <a:gd name="connsiteY4714" fmla="*/ 1678857 h 2053176"/>
              <a:gd name="connsiteX4715" fmla="*/ 11518287 w 12188965"/>
              <a:gd name="connsiteY4715" fmla="*/ 1678857 h 2053176"/>
              <a:gd name="connsiteX4716" fmla="*/ 11531175 w 12188965"/>
              <a:gd name="connsiteY4716" fmla="*/ 1691745 h 2053176"/>
              <a:gd name="connsiteX4717" fmla="*/ 11518287 w 12188965"/>
              <a:gd name="connsiteY4717" fmla="*/ 1704633 h 2053176"/>
              <a:gd name="connsiteX4718" fmla="*/ 11505399 w 12188965"/>
              <a:gd name="connsiteY4718" fmla="*/ 1691745 h 2053176"/>
              <a:gd name="connsiteX4719" fmla="*/ 11518287 w 12188965"/>
              <a:gd name="connsiteY4719" fmla="*/ 1678857 h 2053176"/>
              <a:gd name="connsiteX4720" fmla="*/ 10169743 w 12188965"/>
              <a:gd name="connsiteY4720" fmla="*/ 1678857 h 2053176"/>
              <a:gd name="connsiteX4721" fmla="*/ 10182631 w 12188965"/>
              <a:gd name="connsiteY4721" fmla="*/ 1691745 h 2053176"/>
              <a:gd name="connsiteX4722" fmla="*/ 10169743 w 12188965"/>
              <a:gd name="connsiteY4722" fmla="*/ 1704633 h 2053176"/>
              <a:gd name="connsiteX4723" fmla="*/ 10156855 w 12188965"/>
              <a:gd name="connsiteY4723" fmla="*/ 1691745 h 2053176"/>
              <a:gd name="connsiteX4724" fmla="*/ 10169743 w 12188965"/>
              <a:gd name="connsiteY4724" fmla="*/ 1678857 h 2053176"/>
              <a:gd name="connsiteX4725" fmla="*/ 9848716 w 12188965"/>
              <a:gd name="connsiteY4725" fmla="*/ 1678857 h 2053176"/>
              <a:gd name="connsiteX4726" fmla="*/ 9861604 w 12188965"/>
              <a:gd name="connsiteY4726" fmla="*/ 1691745 h 2053176"/>
              <a:gd name="connsiteX4727" fmla="*/ 9848716 w 12188965"/>
              <a:gd name="connsiteY4727" fmla="*/ 1704633 h 2053176"/>
              <a:gd name="connsiteX4728" fmla="*/ 9835828 w 12188965"/>
              <a:gd name="connsiteY4728" fmla="*/ 1691745 h 2053176"/>
              <a:gd name="connsiteX4729" fmla="*/ 9848716 w 12188965"/>
              <a:gd name="connsiteY4729" fmla="*/ 1678857 h 2053176"/>
              <a:gd name="connsiteX4730" fmla="*/ 7023451 w 12188965"/>
              <a:gd name="connsiteY4730" fmla="*/ 1678857 h 2053176"/>
              <a:gd name="connsiteX4731" fmla="*/ 7036339 w 12188965"/>
              <a:gd name="connsiteY4731" fmla="*/ 1691745 h 2053176"/>
              <a:gd name="connsiteX4732" fmla="*/ 7023451 w 12188965"/>
              <a:gd name="connsiteY4732" fmla="*/ 1704633 h 2053176"/>
              <a:gd name="connsiteX4733" fmla="*/ 7010566 w 12188965"/>
              <a:gd name="connsiteY4733" fmla="*/ 1691745 h 2053176"/>
              <a:gd name="connsiteX4734" fmla="*/ 7023451 w 12188965"/>
              <a:gd name="connsiteY4734" fmla="*/ 1678857 h 2053176"/>
              <a:gd name="connsiteX4735" fmla="*/ 5871887 w 12188965"/>
              <a:gd name="connsiteY4735" fmla="*/ 1678857 h 2053176"/>
              <a:gd name="connsiteX4736" fmla="*/ 5884776 w 12188965"/>
              <a:gd name="connsiteY4736" fmla="*/ 1691745 h 2053176"/>
              <a:gd name="connsiteX4737" fmla="*/ 5871887 w 12188965"/>
              <a:gd name="connsiteY4737" fmla="*/ 1704633 h 2053176"/>
              <a:gd name="connsiteX4738" fmla="*/ 5859000 w 12188965"/>
              <a:gd name="connsiteY4738" fmla="*/ 1691745 h 2053176"/>
              <a:gd name="connsiteX4739" fmla="*/ 5871887 w 12188965"/>
              <a:gd name="connsiteY4739" fmla="*/ 1678857 h 2053176"/>
              <a:gd name="connsiteX4740" fmla="*/ 5807683 w 12188965"/>
              <a:gd name="connsiteY4740" fmla="*/ 1678857 h 2053176"/>
              <a:gd name="connsiteX4741" fmla="*/ 5820571 w 12188965"/>
              <a:gd name="connsiteY4741" fmla="*/ 1691745 h 2053176"/>
              <a:gd name="connsiteX4742" fmla="*/ 5807683 w 12188965"/>
              <a:gd name="connsiteY4742" fmla="*/ 1704633 h 2053176"/>
              <a:gd name="connsiteX4743" fmla="*/ 5794796 w 12188965"/>
              <a:gd name="connsiteY4743" fmla="*/ 1691745 h 2053176"/>
              <a:gd name="connsiteX4744" fmla="*/ 5807683 w 12188965"/>
              <a:gd name="connsiteY4744" fmla="*/ 1678857 h 2053176"/>
              <a:gd name="connsiteX4745" fmla="*/ 4459140 w 12188965"/>
              <a:gd name="connsiteY4745" fmla="*/ 1678857 h 2053176"/>
              <a:gd name="connsiteX4746" fmla="*/ 4472025 w 12188965"/>
              <a:gd name="connsiteY4746" fmla="*/ 1691745 h 2053176"/>
              <a:gd name="connsiteX4747" fmla="*/ 4459140 w 12188965"/>
              <a:gd name="connsiteY4747" fmla="*/ 1704633 h 2053176"/>
              <a:gd name="connsiteX4748" fmla="*/ 4446252 w 12188965"/>
              <a:gd name="connsiteY4748" fmla="*/ 1691745 h 2053176"/>
              <a:gd name="connsiteX4749" fmla="*/ 4459140 w 12188965"/>
              <a:gd name="connsiteY4749" fmla="*/ 1678857 h 2053176"/>
              <a:gd name="connsiteX4750" fmla="*/ 4138112 w 12188965"/>
              <a:gd name="connsiteY4750" fmla="*/ 1678857 h 2053176"/>
              <a:gd name="connsiteX4751" fmla="*/ 4151000 w 12188965"/>
              <a:gd name="connsiteY4751" fmla="*/ 1691745 h 2053176"/>
              <a:gd name="connsiteX4752" fmla="*/ 4138112 w 12188965"/>
              <a:gd name="connsiteY4752" fmla="*/ 1704633 h 2053176"/>
              <a:gd name="connsiteX4753" fmla="*/ 4125224 w 12188965"/>
              <a:gd name="connsiteY4753" fmla="*/ 1691745 h 2053176"/>
              <a:gd name="connsiteX4754" fmla="*/ 4138112 w 12188965"/>
              <a:gd name="connsiteY4754" fmla="*/ 1678857 h 2053176"/>
              <a:gd name="connsiteX4755" fmla="*/ 1312848 w 12188965"/>
              <a:gd name="connsiteY4755" fmla="*/ 1678857 h 2053176"/>
              <a:gd name="connsiteX4756" fmla="*/ 1325735 w 12188965"/>
              <a:gd name="connsiteY4756" fmla="*/ 1691745 h 2053176"/>
              <a:gd name="connsiteX4757" fmla="*/ 1312848 w 12188965"/>
              <a:gd name="connsiteY4757" fmla="*/ 1704633 h 2053176"/>
              <a:gd name="connsiteX4758" fmla="*/ 1299962 w 12188965"/>
              <a:gd name="connsiteY4758" fmla="*/ 1691745 h 2053176"/>
              <a:gd name="connsiteX4759" fmla="*/ 1312848 w 12188965"/>
              <a:gd name="connsiteY4759" fmla="*/ 1678857 h 2053176"/>
              <a:gd name="connsiteX4760" fmla="*/ 154069 w 12188965"/>
              <a:gd name="connsiteY4760" fmla="*/ 1678857 h 2053176"/>
              <a:gd name="connsiteX4761" fmla="*/ 166957 w 12188965"/>
              <a:gd name="connsiteY4761" fmla="*/ 1691745 h 2053176"/>
              <a:gd name="connsiteX4762" fmla="*/ 154069 w 12188965"/>
              <a:gd name="connsiteY4762" fmla="*/ 1704633 h 2053176"/>
              <a:gd name="connsiteX4763" fmla="*/ 141182 w 12188965"/>
              <a:gd name="connsiteY4763" fmla="*/ 1691745 h 2053176"/>
              <a:gd name="connsiteX4764" fmla="*/ 154069 w 12188965"/>
              <a:gd name="connsiteY4764" fmla="*/ 1678857 h 2053176"/>
              <a:gd name="connsiteX4765" fmla="*/ 89864 w 12188965"/>
              <a:gd name="connsiteY4765" fmla="*/ 1678857 h 2053176"/>
              <a:gd name="connsiteX4766" fmla="*/ 102752 w 12188965"/>
              <a:gd name="connsiteY4766" fmla="*/ 1691745 h 2053176"/>
              <a:gd name="connsiteX4767" fmla="*/ 89864 w 12188965"/>
              <a:gd name="connsiteY4767" fmla="*/ 1704633 h 2053176"/>
              <a:gd name="connsiteX4768" fmla="*/ 76977 w 12188965"/>
              <a:gd name="connsiteY4768" fmla="*/ 1691745 h 2053176"/>
              <a:gd name="connsiteX4769" fmla="*/ 89864 w 12188965"/>
              <a:gd name="connsiteY4769" fmla="*/ 1678857 h 2053176"/>
              <a:gd name="connsiteX4770" fmla="*/ 12099103 w 12188965"/>
              <a:gd name="connsiteY4770" fmla="*/ 1666086 h 2053176"/>
              <a:gd name="connsiteX4771" fmla="*/ 12124761 w 12188965"/>
              <a:gd name="connsiteY4771" fmla="*/ 1691745 h 2053176"/>
              <a:gd name="connsiteX4772" fmla="*/ 12099103 w 12188965"/>
              <a:gd name="connsiteY4772" fmla="*/ 1717404 h 2053176"/>
              <a:gd name="connsiteX4773" fmla="*/ 12073441 w 12188965"/>
              <a:gd name="connsiteY4773" fmla="*/ 1691745 h 2053176"/>
              <a:gd name="connsiteX4774" fmla="*/ 12099103 w 12188965"/>
              <a:gd name="connsiteY4774" fmla="*/ 1666086 h 2053176"/>
              <a:gd name="connsiteX4775" fmla="*/ 12034897 w 12188965"/>
              <a:gd name="connsiteY4775" fmla="*/ 1666086 h 2053176"/>
              <a:gd name="connsiteX4776" fmla="*/ 12060557 w 12188965"/>
              <a:gd name="connsiteY4776" fmla="*/ 1691745 h 2053176"/>
              <a:gd name="connsiteX4777" fmla="*/ 12034897 w 12188965"/>
              <a:gd name="connsiteY4777" fmla="*/ 1717404 h 2053176"/>
              <a:gd name="connsiteX4778" fmla="*/ 12009237 w 12188965"/>
              <a:gd name="connsiteY4778" fmla="*/ 1691745 h 2053176"/>
              <a:gd name="connsiteX4779" fmla="*/ 12034897 w 12188965"/>
              <a:gd name="connsiteY4779" fmla="*/ 1666086 h 2053176"/>
              <a:gd name="connsiteX4780" fmla="*/ 11970691 w 12188965"/>
              <a:gd name="connsiteY4780" fmla="*/ 1666086 h 2053176"/>
              <a:gd name="connsiteX4781" fmla="*/ 11996349 w 12188965"/>
              <a:gd name="connsiteY4781" fmla="*/ 1691745 h 2053176"/>
              <a:gd name="connsiteX4782" fmla="*/ 11970691 w 12188965"/>
              <a:gd name="connsiteY4782" fmla="*/ 1717404 h 2053176"/>
              <a:gd name="connsiteX4783" fmla="*/ 11945033 w 12188965"/>
              <a:gd name="connsiteY4783" fmla="*/ 1691745 h 2053176"/>
              <a:gd name="connsiteX4784" fmla="*/ 11970691 w 12188965"/>
              <a:gd name="connsiteY4784" fmla="*/ 1666086 h 2053176"/>
              <a:gd name="connsiteX4785" fmla="*/ 11906483 w 12188965"/>
              <a:gd name="connsiteY4785" fmla="*/ 1666086 h 2053176"/>
              <a:gd name="connsiteX4786" fmla="*/ 11932145 w 12188965"/>
              <a:gd name="connsiteY4786" fmla="*/ 1691745 h 2053176"/>
              <a:gd name="connsiteX4787" fmla="*/ 11906483 w 12188965"/>
              <a:gd name="connsiteY4787" fmla="*/ 1717404 h 2053176"/>
              <a:gd name="connsiteX4788" fmla="*/ 11880825 w 12188965"/>
              <a:gd name="connsiteY4788" fmla="*/ 1691745 h 2053176"/>
              <a:gd name="connsiteX4789" fmla="*/ 11906483 w 12188965"/>
              <a:gd name="connsiteY4789" fmla="*/ 1666086 h 2053176"/>
              <a:gd name="connsiteX4790" fmla="*/ 11842279 w 12188965"/>
              <a:gd name="connsiteY4790" fmla="*/ 1666086 h 2053176"/>
              <a:gd name="connsiteX4791" fmla="*/ 11867941 w 12188965"/>
              <a:gd name="connsiteY4791" fmla="*/ 1691745 h 2053176"/>
              <a:gd name="connsiteX4792" fmla="*/ 11842279 w 12188965"/>
              <a:gd name="connsiteY4792" fmla="*/ 1717404 h 2053176"/>
              <a:gd name="connsiteX4793" fmla="*/ 11816621 w 12188965"/>
              <a:gd name="connsiteY4793" fmla="*/ 1691745 h 2053176"/>
              <a:gd name="connsiteX4794" fmla="*/ 11842279 w 12188965"/>
              <a:gd name="connsiteY4794" fmla="*/ 1666086 h 2053176"/>
              <a:gd name="connsiteX4795" fmla="*/ 11775107 w 12188965"/>
              <a:gd name="connsiteY4795" fmla="*/ 1666086 h 2053176"/>
              <a:gd name="connsiteX4796" fmla="*/ 11800767 w 12188965"/>
              <a:gd name="connsiteY4796" fmla="*/ 1691745 h 2053176"/>
              <a:gd name="connsiteX4797" fmla="*/ 11775107 w 12188965"/>
              <a:gd name="connsiteY4797" fmla="*/ 1717404 h 2053176"/>
              <a:gd name="connsiteX4798" fmla="*/ 11749449 w 12188965"/>
              <a:gd name="connsiteY4798" fmla="*/ 1691745 h 2053176"/>
              <a:gd name="connsiteX4799" fmla="*/ 11775107 w 12188965"/>
              <a:gd name="connsiteY4799" fmla="*/ 1666086 h 2053176"/>
              <a:gd name="connsiteX4800" fmla="*/ 11710901 w 12188965"/>
              <a:gd name="connsiteY4800" fmla="*/ 1666086 h 2053176"/>
              <a:gd name="connsiteX4801" fmla="*/ 11736561 w 12188965"/>
              <a:gd name="connsiteY4801" fmla="*/ 1691745 h 2053176"/>
              <a:gd name="connsiteX4802" fmla="*/ 11710901 w 12188965"/>
              <a:gd name="connsiteY4802" fmla="*/ 1717404 h 2053176"/>
              <a:gd name="connsiteX4803" fmla="*/ 11685243 w 12188965"/>
              <a:gd name="connsiteY4803" fmla="*/ 1691745 h 2053176"/>
              <a:gd name="connsiteX4804" fmla="*/ 11710901 w 12188965"/>
              <a:gd name="connsiteY4804" fmla="*/ 1666086 h 2053176"/>
              <a:gd name="connsiteX4805" fmla="*/ 11646697 w 12188965"/>
              <a:gd name="connsiteY4805" fmla="*/ 1666086 h 2053176"/>
              <a:gd name="connsiteX4806" fmla="*/ 11672355 w 12188965"/>
              <a:gd name="connsiteY4806" fmla="*/ 1691745 h 2053176"/>
              <a:gd name="connsiteX4807" fmla="*/ 11646697 w 12188965"/>
              <a:gd name="connsiteY4807" fmla="*/ 1717404 h 2053176"/>
              <a:gd name="connsiteX4808" fmla="*/ 11621037 w 12188965"/>
              <a:gd name="connsiteY4808" fmla="*/ 1691745 h 2053176"/>
              <a:gd name="connsiteX4809" fmla="*/ 11646697 w 12188965"/>
              <a:gd name="connsiteY4809" fmla="*/ 1666086 h 2053176"/>
              <a:gd name="connsiteX4810" fmla="*/ 11454081 w 12188965"/>
              <a:gd name="connsiteY4810" fmla="*/ 1666086 h 2053176"/>
              <a:gd name="connsiteX4811" fmla="*/ 11479739 w 12188965"/>
              <a:gd name="connsiteY4811" fmla="*/ 1691745 h 2053176"/>
              <a:gd name="connsiteX4812" fmla="*/ 11454081 w 12188965"/>
              <a:gd name="connsiteY4812" fmla="*/ 1717404 h 2053176"/>
              <a:gd name="connsiteX4813" fmla="*/ 11428421 w 12188965"/>
              <a:gd name="connsiteY4813" fmla="*/ 1691745 h 2053176"/>
              <a:gd name="connsiteX4814" fmla="*/ 11454081 w 12188965"/>
              <a:gd name="connsiteY4814" fmla="*/ 1666086 h 2053176"/>
              <a:gd name="connsiteX4815" fmla="*/ 11389875 w 12188965"/>
              <a:gd name="connsiteY4815" fmla="*/ 1666086 h 2053176"/>
              <a:gd name="connsiteX4816" fmla="*/ 11415533 w 12188965"/>
              <a:gd name="connsiteY4816" fmla="*/ 1691745 h 2053176"/>
              <a:gd name="connsiteX4817" fmla="*/ 11389875 w 12188965"/>
              <a:gd name="connsiteY4817" fmla="*/ 1717404 h 2053176"/>
              <a:gd name="connsiteX4818" fmla="*/ 11364217 w 12188965"/>
              <a:gd name="connsiteY4818" fmla="*/ 1691745 h 2053176"/>
              <a:gd name="connsiteX4819" fmla="*/ 11389875 w 12188965"/>
              <a:gd name="connsiteY4819" fmla="*/ 1666086 h 2053176"/>
              <a:gd name="connsiteX4820" fmla="*/ 11325670 w 12188965"/>
              <a:gd name="connsiteY4820" fmla="*/ 1666086 h 2053176"/>
              <a:gd name="connsiteX4821" fmla="*/ 11351329 w 12188965"/>
              <a:gd name="connsiteY4821" fmla="*/ 1691745 h 2053176"/>
              <a:gd name="connsiteX4822" fmla="*/ 11325670 w 12188965"/>
              <a:gd name="connsiteY4822" fmla="*/ 1717404 h 2053176"/>
              <a:gd name="connsiteX4823" fmla="*/ 11300012 w 12188965"/>
              <a:gd name="connsiteY4823" fmla="*/ 1691745 h 2053176"/>
              <a:gd name="connsiteX4824" fmla="*/ 11325670 w 12188965"/>
              <a:gd name="connsiteY4824" fmla="*/ 1666086 h 2053176"/>
              <a:gd name="connsiteX4825" fmla="*/ 11261466 w 12188965"/>
              <a:gd name="connsiteY4825" fmla="*/ 1666086 h 2053176"/>
              <a:gd name="connsiteX4826" fmla="*/ 11287124 w 12188965"/>
              <a:gd name="connsiteY4826" fmla="*/ 1691745 h 2053176"/>
              <a:gd name="connsiteX4827" fmla="*/ 11261466 w 12188965"/>
              <a:gd name="connsiteY4827" fmla="*/ 1717404 h 2053176"/>
              <a:gd name="connsiteX4828" fmla="*/ 11235805 w 12188965"/>
              <a:gd name="connsiteY4828" fmla="*/ 1691745 h 2053176"/>
              <a:gd name="connsiteX4829" fmla="*/ 11261466 w 12188965"/>
              <a:gd name="connsiteY4829" fmla="*/ 1666086 h 2053176"/>
              <a:gd name="connsiteX4830" fmla="*/ 11197259 w 12188965"/>
              <a:gd name="connsiteY4830" fmla="*/ 1666086 h 2053176"/>
              <a:gd name="connsiteX4831" fmla="*/ 11222917 w 12188965"/>
              <a:gd name="connsiteY4831" fmla="*/ 1691745 h 2053176"/>
              <a:gd name="connsiteX4832" fmla="*/ 11197259 w 12188965"/>
              <a:gd name="connsiteY4832" fmla="*/ 1717404 h 2053176"/>
              <a:gd name="connsiteX4833" fmla="*/ 11171601 w 12188965"/>
              <a:gd name="connsiteY4833" fmla="*/ 1691745 h 2053176"/>
              <a:gd name="connsiteX4834" fmla="*/ 11197259 w 12188965"/>
              <a:gd name="connsiteY4834" fmla="*/ 1666086 h 2053176"/>
              <a:gd name="connsiteX4835" fmla="*/ 11133055 w 12188965"/>
              <a:gd name="connsiteY4835" fmla="*/ 1666086 h 2053176"/>
              <a:gd name="connsiteX4836" fmla="*/ 11158713 w 12188965"/>
              <a:gd name="connsiteY4836" fmla="*/ 1691745 h 2053176"/>
              <a:gd name="connsiteX4837" fmla="*/ 11133055 w 12188965"/>
              <a:gd name="connsiteY4837" fmla="*/ 1717404 h 2053176"/>
              <a:gd name="connsiteX4838" fmla="*/ 11107396 w 12188965"/>
              <a:gd name="connsiteY4838" fmla="*/ 1691745 h 2053176"/>
              <a:gd name="connsiteX4839" fmla="*/ 11133055 w 12188965"/>
              <a:gd name="connsiteY4839" fmla="*/ 1666086 h 2053176"/>
              <a:gd name="connsiteX4840" fmla="*/ 11068848 w 12188965"/>
              <a:gd name="connsiteY4840" fmla="*/ 1666086 h 2053176"/>
              <a:gd name="connsiteX4841" fmla="*/ 11094509 w 12188965"/>
              <a:gd name="connsiteY4841" fmla="*/ 1691745 h 2053176"/>
              <a:gd name="connsiteX4842" fmla="*/ 11068848 w 12188965"/>
              <a:gd name="connsiteY4842" fmla="*/ 1717404 h 2053176"/>
              <a:gd name="connsiteX4843" fmla="*/ 11043189 w 12188965"/>
              <a:gd name="connsiteY4843" fmla="*/ 1691745 h 2053176"/>
              <a:gd name="connsiteX4844" fmla="*/ 11068848 w 12188965"/>
              <a:gd name="connsiteY4844" fmla="*/ 1666086 h 2053176"/>
              <a:gd name="connsiteX4845" fmla="*/ 11004643 w 12188965"/>
              <a:gd name="connsiteY4845" fmla="*/ 1666086 h 2053176"/>
              <a:gd name="connsiteX4846" fmla="*/ 11030301 w 12188965"/>
              <a:gd name="connsiteY4846" fmla="*/ 1691745 h 2053176"/>
              <a:gd name="connsiteX4847" fmla="*/ 11004643 w 12188965"/>
              <a:gd name="connsiteY4847" fmla="*/ 1717404 h 2053176"/>
              <a:gd name="connsiteX4848" fmla="*/ 10978985 w 12188965"/>
              <a:gd name="connsiteY4848" fmla="*/ 1691745 h 2053176"/>
              <a:gd name="connsiteX4849" fmla="*/ 11004643 w 12188965"/>
              <a:gd name="connsiteY4849" fmla="*/ 1666086 h 2053176"/>
              <a:gd name="connsiteX4850" fmla="*/ 10940321 w 12188965"/>
              <a:gd name="connsiteY4850" fmla="*/ 1666086 h 2053176"/>
              <a:gd name="connsiteX4851" fmla="*/ 10965982 w 12188965"/>
              <a:gd name="connsiteY4851" fmla="*/ 1691745 h 2053176"/>
              <a:gd name="connsiteX4852" fmla="*/ 10940321 w 12188965"/>
              <a:gd name="connsiteY4852" fmla="*/ 1717404 h 2053176"/>
              <a:gd name="connsiteX4853" fmla="*/ 10914663 w 12188965"/>
              <a:gd name="connsiteY4853" fmla="*/ 1691745 h 2053176"/>
              <a:gd name="connsiteX4854" fmla="*/ 10940321 w 12188965"/>
              <a:gd name="connsiteY4854" fmla="*/ 1666086 h 2053176"/>
              <a:gd name="connsiteX4855" fmla="*/ 10876117 w 12188965"/>
              <a:gd name="connsiteY4855" fmla="*/ 1666086 h 2053176"/>
              <a:gd name="connsiteX4856" fmla="*/ 10901775 w 12188965"/>
              <a:gd name="connsiteY4856" fmla="*/ 1691745 h 2053176"/>
              <a:gd name="connsiteX4857" fmla="*/ 10876117 w 12188965"/>
              <a:gd name="connsiteY4857" fmla="*/ 1717404 h 2053176"/>
              <a:gd name="connsiteX4858" fmla="*/ 10850459 w 12188965"/>
              <a:gd name="connsiteY4858" fmla="*/ 1691745 h 2053176"/>
              <a:gd name="connsiteX4859" fmla="*/ 10876117 w 12188965"/>
              <a:gd name="connsiteY4859" fmla="*/ 1666086 h 2053176"/>
              <a:gd name="connsiteX4860" fmla="*/ 10811912 w 12188965"/>
              <a:gd name="connsiteY4860" fmla="*/ 1666086 h 2053176"/>
              <a:gd name="connsiteX4861" fmla="*/ 10837571 w 12188965"/>
              <a:gd name="connsiteY4861" fmla="*/ 1691745 h 2053176"/>
              <a:gd name="connsiteX4862" fmla="*/ 10811912 w 12188965"/>
              <a:gd name="connsiteY4862" fmla="*/ 1717404 h 2053176"/>
              <a:gd name="connsiteX4863" fmla="*/ 10786254 w 12188965"/>
              <a:gd name="connsiteY4863" fmla="*/ 1691745 h 2053176"/>
              <a:gd name="connsiteX4864" fmla="*/ 10811912 w 12188965"/>
              <a:gd name="connsiteY4864" fmla="*/ 1666086 h 2053176"/>
              <a:gd name="connsiteX4865" fmla="*/ 10747708 w 12188965"/>
              <a:gd name="connsiteY4865" fmla="*/ 1666086 h 2053176"/>
              <a:gd name="connsiteX4866" fmla="*/ 10773366 w 12188965"/>
              <a:gd name="connsiteY4866" fmla="*/ 1691745 h 2053176"/>
              <a:gd name="connsiteX4867" fmla="*/ 10747708 w 12188965"/>
              <a:gd name="connsiteY4867" fmla="*/ 1717404 h 2053176"/>
              <a:gd name="connsiteX4868" fmla="*/ 10722047 w 12188965"/>
              <a:gd name="connsiteY4868" fmla="*/ 1691745 h 2053176"/>
              <a:gd name="connsiteX4869" fmla="*/ 10747708 w 12188965"/>
              <a:gd name="connsiteY4869" fmla="*/ 1666086 h 2053176"/>
              <a:gd name="connsiteX4870" fmla="*/ 10683501 w 12188965"/>
              <a:gd name="connsiteY4870" fmla="*/ 1666086 h 2053176"/>
              <a:gd name="connsiteX4871" fmla="*/ 10709159 w 12188965"/>
              <a:gd name="connsiteY4871" fmla="*/ 1691745 h 2053176"/>
              <a:gd name="connsiteX4872" fmla="*/ 10683501 w 12188965"/>
              <a:gd name="connsiteY4872" fmla="*/ 1717404 h 2053176"/>
              <a:gd name="connsiteX4873" fmla="*/ 10657843 w 12188965"/>
              <a:gd name="connsiteY4873" fmla="*/ 1691745 h 2053176"/>
              <a:gd name="connsiteX4874" fmla="*/ 10683501 w 12188965"/>
              <a:gd name="connsiteY4874" fmla="*/ 1666086 h 2053176"/>
              <a:gd name="connsiteX4875" fmla="*/ 10619297 w 12188965"/>
              <a:gd name="connsiteY4875" fmla="*/ 1666086 h 2053176"/>
              <a:gd name="connsiteX4876" fmla="*/ 10644955 w 12188965"/>
              <a:gd name="connsiteY4876" fmla="*/ 1691745 h 2053176"/>
              <a:gd name="connsiteX4877" fmla="*/ 10619297 w 12188965"/>
              <a:gd name="connsiteY4877" fmla="*/ 1717404 h 2053176"/>
              <a:gd name="connsiteX4878" fmla="*/ 10593639 w 12188965"/>
              <a:gd name="connsiteY4878" fmla="*/ 1691745 h 2053176"/>
              <a:gd name="connsiteX4879" fmla="*/ 10619297 w 12188965"/>
              <a:gd name="connsiteY4879" fmla="*/ 1666086 h 2053176"/>
              <a:gd name="connsiteX4880" fmla="*/ 10555092 w 12188965"/>
              <a:gd name="connsiteY4880" fmla="*/ 1666086 h 2053176"/>
              <a:gd name="connsiteX4881" fmla="*/ 10580751 w 12188965"/>
              <a:gd name="connsiteY4881" fmla="*/ 1691745 h 2053176"/>
              <a:gd name="connsiteX4882" fmla="*/ 10555092 w 12188965"/>
              <a:gd name="connsiteY4882" fmla="*/ 1717404 h 2053176"/>
              <a:gd name="connsiteX4883" fmla="*/ 10529432 w 12188965"/>
              <a:gd name="connsiteY4883" fmla="*/ 1691745 h 2053176"/>
              <a:gd name="connsiteX4884" fmla="*/ 10555092 w 12188965"/>
              <a:gd name="connsiteY4884" fmla="*/ 1666086 h 2053176"/>
              <a:gd name="connsiteX4885" fmla="*/ 10490885 w 12188965"/>
              <a:gd name="connsiteY4885" fmla="*/ 1666086 h 2053176"/>
              <a:gd name="connsiteX4886" fmla="*/ 10516544 w 12188965"/>
              <a:gd name="connsiteY4886" fmla="*/ 1691745 h 2053176"/>
              <a:gd name="connsiteX4887" fmla="*/ 10490885 w 12188965"/>
              <a:gd name="connsiteY4887" fmla="*/ 1717404 h 2053176"/>
              <a:gd name="connsiteX4888" fmla="*/ 10465227 w 12188965"/>
              <a:gd name="connsiteY4888" fmla="*/ 1691745 h 2053176"/>
              <a:gd name="connsiteX4889" fmla="*/ 10490885 w 12188965"/>
              <a:gd name="connsiteY4889" fmla="*/ 1666086 h 2053176"/>
              <a:gd name="connsiteX4890" fmla="*/ 10426681 w 12188965"/>
              <a:gd name="connsiteY4890" fmla="*/ 1666086 h 2053176"/>
              <a:gd name="connsiteX4891" fmla="*/ 10452339 w 12188965"/>
              <a:gd name="connsiteY4891" fmla="*/ 1691745 h 2053176"/>
              <a:gd name="connsiteX4892" fmla="*/ 10426681 w 12188965"/>
              <a:gd name="connsiteY4892" fmla="*/ 1717404 h 2053176"/>
              <a:gd name="connsiteX4893" fmla="*/ 10401023 w 12188965"/>
              <a:gd name="connsiteY4893" fmla="*/ 1691745 h 2053176"/>
              <a:gd name="connsiteX4894" fmla="*/ 10426681 w 12188965"/>
              <a:gd name="connsiteY4894" fmla="*/ 1666086 h 2053176"/>
              <a:gd name="connsiteX4895" fmla="*/ 10362474 w 12188965"/>
              <a:gd name="connsiteY4895" fmla="*/ 1666086 h 2053176"/>
              <a:gd name="connsiteX4896" fmla="*/ 10388135 w 12188965"/>
              <a:gd name="connsiteY4896" fmla="*/ 1691745 h 2053176"/>
              <a:gd name="connsiteX4897" fmla="*/ 10362474 w 12188965"/>
              <a:gd name="connsiteY4897" fmla="*/ 1717404 h 2053176"/>
              <a:gd name="connsiteX4898" fmla="*/ 10336816 w 12188965"/>
              <a:gd name="connsiteY4898" fmla="*/ 1691745 h 2053176"/>
              <a:gd name="connsiteX4899" fmla="*/ 10362474 w 12188965"/>
              <a:gd name="connsiteY4899" fmla="*/ 1666086 h 2053176"/>
              <a:gd name="connsiteX4900" fmla="*/ 10298270 w 12188965"/>
              <a:gd name="connsiteY4900" fmla="*/ 1666086 h 2053176"/>
              <a:gd name="connsiteX4901" fmla="*/ 10323928 w 12188965"/>
              <a:gd name="connsiteY4901" fmla="*/ 1691745 h 2053176"/>
              <a:gd name="connsiteX4902" fmla="*/ 10298270 w 12188965"/>
              <a:gd name="connsiteY4902" fmla="*/ 1717404 h 2053176"/>
              <a:gd name="connsiteX4903" fmla="*/ 10272611 w 12188965"/>
              <a:gd name="connsiteY4903" fmla="*/ 1691745 h 2053176"/>
              <a:gd name="connsiteX4904" fmla="*/ 10298270 w 12188965"/>
              <a:gd name="connsiteY4904" fmla="*/ 1666086 h 2053176"/>
              <a:gd name="connsiteX4905" fmla="*/ 10234065 w 12188965"/>
              <a:gd name="connsiteY4905" fmla="*/ 1666086 h 2053176"/>
              <a:gd name="connsiteX4906" fmla="*/ 10259723 w 12188965"/>
              <a:gd name="connsiteY4906" fmla="*/ 1691745 h 2053176"/>
              <a:gd name="connsiteX4907" fmla="*/ 10234065 w 12188965"/>
              <a:gd name="connsiteY4907" fmla="*/ 1717404 h 2053176"/>
              <a:gd name="connsiteX4908" fmla="*/ 10208404 w 12188965"/>
              <a:gd name="connsiteY4908" fmla="*/ 1691745 h 2053176"/>
              <a:gd name="connsiteX4909" fmla="*/ 10234065 w 12188965"/>
              <a:gd name="connsiteY4909" fmla="*/ 1666086 h 2053176"/>
              <a:gd name="connsiteX4910" fmla="*/ 10105654 w 12188965"/>
              <a:gd name="connsiteY4910" fmla="*/ 1666086 h 2053176"/>
              <a:gd name="connsiteX4911" fmla="*/ 10131312 w 12188965"/>
              <a:gd name="connsiteY4911" fmla="*/ 1691745 h 2053176"/>
              <a:gd name="connsiteX4912" fmla="*/ 10105654 w 12188965"/>
              <a:gd name="connsiteY4912" fmla="*/ 1717404 h 2053176"/>
              <a:gd name="connsiteX4913" fmla="*/ 10079996 w 12188965"/>
              <a:gd name="connsiteY4913" fmla="*/ 1691745 h 2053176"/>
              <a:gd name="connsiteX4914" fmla="*/ 10105654 w 12188965"/>
              <a:gd name="connsiteY4914" fmla="*/ 1666086 h 2053176"/>
              <a:gd name="connsiteX4915" fmla="*/ 9977242 w 12188965"/>
              <a:gd name="connsiteY4915" fmla="*/ 1666086 h 2053176"/>
              <a:gd name="connsiteX4916" fmla="*/ 10002903 w 12188965"/>
              <a:gd name="connsiteY4916" fmla="*/ 1691745 h 2053176"/>
              <a:gd name="connsiteX4917" fmla="*/ 9977242 w 12188965"/>
              <a:gd name="connsiteY4917" fmla="*/ 1717404 h 2053176"/>
              <a:gd name="connsiteX4918" fmla="*/ 9951584 w 12188965"/>
              <a:gd name="connsiteY4918" fmla="*/ 1691745 h 2053176"/>
              <a:gd name="connsiteX4919" fmla="*/ 9977242 w 12188965"/>
              <a:gd name="connsiteY4919" fmla="*/ 1666086 h 2053176"/>
              <a:gd name="connsiteX4920" fmla="*/ 9913038 w 12188965"/>
              <a:gd name="connsiteY4920" fmla="*/ 1666086 h 2053176"/>
              <a:gd name="connsiteX4921" fmla="*/ 9938696 w 12188965"/>
              <a:gd name="connsiteY4921" fmla="*/ 1691745 h 2053176"/>
              <a:gd name="connsiteX4922" fmla="*/ 9913038 w 12188965"/>
              <a:gd name="connsiteY4922" fmla="*/ 1717404 h 2053176"/>
              <a:gd name="connsiteX4923" fmla="*/ 9887380 w 12188965"/>
              <a:gd name="connsiteY4923" fmla="*/ 1691745 h 2053176"/>
              <a:gd name="connsiteX4924" fmla="*/ 9913038 w 12188965"/>
              <a:gd name="connsiteY4924" fmla="*/ 1666086 h 2053176"/>
              <a:gd name="connsiteX4925" fmla="*/ 9784512 w 12188965"/>
              <a:gd name="connsiteY4925" fmla="*/ 1666086 h 2053176"/>
              <a:gd name="connsiteX4926" fmla="*/ 9810170 w 12188965"/>
              <a:gd name="connsiteY4926" fmla="*/ 1691745 h 2053176"/>
              <a:gd name="connsiteX4927" fmla="*/ 9784512 w 12188965"/>
              <a:gd name="connsiteY4927" fmla="*/ 1717404 h 2053176"/>
              <a:gd name="connsiteX4928" fmla="*/ 9758853 w 12188965"/>
              <a:gd name="connsiteY4928" fmla="*/ 1691745 h 2053176"/>
              <a:gd name="connsiteX4929" fmla="*/ 9784512 w 12188965"/>
              <a:gd name="connsiteY4929" fmla="*/ 1666086 h 2053176"/>
              <a:gd name="connsiteX4930" fmla="*/ 9720307 w 12188965"/>
              <a:gd name="connsiteY4930" fmla="*/ 1666086 h 2053176"/>
              <a:gd name="connsiteX4931" fmla="*/ 9745965 w 12188965"/>
              <a:gd name="connsiteY4931" fmla="*/ 1691745 h 2053176"/>
              <a:gd name="connsiteX4932" fmla="*/ 9720307 w 12188965"/>
              <a:gd name="connsiteY4932" fmla="*/ 1717404 h 2053176"/>
              <a:gd name="connsiteX4933" fmla="*/ 9694646 w 12188965"/>
              <a:gd name="connsiteY4933" fmla="*/ 1691745 h 2053176"/>
              <a:gd name="connsiteX4934" fmla="*/ 9720307 w 12188965"/>
              <a:gd name="connsiteY4934" fmla="*/ 1666086 h 2053176"/>
              <a:gd name="connsiteX4935" fmla="*/ 9656100 w 12188965"/>
              <a:gd name="connsiteY4935" fmla="*/ 1666086 h 2053176"/>
              <a:gd name="connsiteX4936" fmla="*/ 9681758 w 12188965"/>
              <a:gd name="connsiteY4936" fmla="*/ 1691745 h 2053176"/>
              <a:gd name="connsiteX4937" fmla="*/ 9656100 w 12188965"/>
              <a:gd name="connsiteY4937" fmla="*/ 1717404 h 2053176"/>
              <a:gd name="connsiteX4938" fmla="*/ 9630442 w 12188965"/>
              <a:gd name="connsiteY4938" fmla="*/ 1691745 h 2053176"/>
              <a:gd name="connsiteX4939" fmla="*/ 9656100 w 12188965"/>
              <a:gd name="connsiteY4939" fmla="*/ 1666086 h 2053176"/>
              <a:gd name="connsiteX4940" fmla="*/ 9591896 w 12188965"/>
              <a:gd name="connsiteY4940" fmla="*/ 1666086 h 2053176"/>
              <a:gd name="connsiteX4941" fmla="*/ 9617554 w 12188965"/>
              <a:gd name="connsiteY4941" fmla="*/ 1691745 h 2053176"/>
              <a:gd name="connsiteX4942" fmla="*/ 9591896 w 12188965"/>
              <a:gd name="connsiteY4942" fmla="*/ 1717404 h 2053176"/>
              <a:gd name="connsiteX4943" fmla="*/ 9566238 w 12188965"/>
              <a:gd name="connsiteY4943" fmla="*/ 1691745 h 2053176"/>
              <a:gd name="connsiteX4944" fmla="*/ 9591896 w 12188965"/>
              <a:gd name="connsiteY4944" fmla="*/ 1666086 h 2053176"/>
              <a:gd name="connsiteX4945" fmla="*/ 9527689 w 12188965"/>
              <a:gd name="connsiteY4945" fmla="*/ 1666086 h 2053176"/>
              <a:gd name="connsiteX4946" fmla="*/ 9553350 w 12188965"/>
              <a:gd name="connsiteY4946" fmla="*/ 1691745 h 2053176"/>
              <a:gd name="connsiteX4947" fmla="*/ 9527689 w 12188965"/>
              <a:gd name="connsiteY4947" fmla="*/ 1717404 h 2053176"/>
              <a:gd name="connsiteX4948" fmla="*/ 9502031 w 12188965"/>
              <a:gd name="connsiteY4948" fmla="*/ 1691745 h 2053176"/>
              <a:gd name="connsiteX4949" fmla="*/ 9527689 w 12188965"/>
              <a:gd name="connsiteY4949" fmla="*/ 1666086 h 2053176"/>
              <a:gd name="connsiteX4950" fmla="*/ 9463485 w 12188965"/>
              <a:gd name="connsiteY4950" fmla="*/ 1666086 h 2053176"/>
              <a:gd name="connsiteX4951" fmla="*/ 9489143 w 12188965"/>
              <a:gd name="connsiteY4951" fmla="*/ 1691745 h 2053176"/>
              <a:gd name="connsiteX4952" fmla="*/ 9463485 w 12188965"/>
              <a:gd name="connsiteY4952" fmla="*/ 1717404 h 2053176"/>
              <a:gd name="connsiteX4953" fmla="*/ 9437826 w 12188965"/>
              <a:gd name="connsiteY4953" fmla="*/ 1691745 h 2053176"/>
              <a:gd name="connsiteX4954" fmla="*/ 9463485 w 12188965"/>
              <a:gd name="connsiteY4954" fmla="*/ 1666086 h 2053176"/>
              <a:gd name="connsiteX4955" fmla="*/ 9399280 w 12188965"/>
              <a:gd name="connsiteY4955" fmla="*/ 1666086 h 2053176"/>
              <a:gd name="connsiteX4956" fmla="*/ 9424938 w 12188965"/>
              <a:gd name="connsiteY4956" fmla="*/ 1691745 h 2053176"/>
              <a:gd name="connsiteX4957" fmla="*/ 9399280 w 12188965"/>
              <a:gd name="connsiteY4957" fmla="*/ 1717404 h 2053176"/>
              <a:gd name="connsiteX4958" fmla="*/ 9373619 w 12188965"/>
              <a:gd name="connsiteY4958" fmla="*/ 1691745 h 2053176"/>
              <a:gd name="connsiteX4959" fmla="*/ 9399280 w 12188965"/>
              <a:gd name="connsiteY4959" fmla="*/ 1666086 h 2053176"/>
              <a:gd name="connsiteX4960" fmla="*/ 9335073 w 12188965"/>
              <a:gd name="connsiteY4960" fmla="*/ 1666086 h 2053176"/>
              <a:gd name="connsiteX4961" fmla="*/ 9360734 w 12188965"/>
              <a:gd name="connsiteY4961" fmla="*/ 1691745 h 2053176"/>
              <a:gd name="connsiteX4962" fmla="*/ 9335073 w 12188965"/>
              <a:gd name="connsiteY4962" fmla="*/ 1717404 h 2053176"/>
              <a:gd name="connsiteX4963" fmla="*/ 9309415 w 12188965"/>
              <a:gd name="connsiteY4963" fmla="*/ 1691745 h 2053176"/>
              <a:gd name="connsiteX4964" fmla="*/ 9335073 w 12188965"/>
              <a:gd name="connsiteY4964" fmla="*/ 1666086 h 2053176"/>
              <a:gd name="connsiteX4965" fmla="*/ 9206664 w 12188965"/>
              <a:gd name="connsiteY4965" fmla="*/ 1666086 h 2053176"/>
              <a:gd name="connsiteX4966" fmla="*/ 9232323 w 12188965"/>
              <a:gd name="connsiteY4966" fmla="*/ 1691745 h 2053176"/>
              <a:gd name="connsiteX4967" fmla="*/ 9206664 w 12188965"/>
              <a:gd name="connsiteY4967" fmla="*/ 1717404 h 2053176"/>
              <a:gd name="connsiteX4968" fmla="*/ 9181006 w 12188965"/>
              <a:gd name="connsiteY4968" fmla="*/ 1691745 h 2053176"/>
              <a:gd name="connsiteX4969" fmla="*/ 9206664 w 12188965"/>
              <a:gd name="connsiteY4969" fmla="*/ 1666086 h 2053176"/>
              <a:gd name="connsiteX4970" fmla="*/ 9142457 w 12188965"/>
              <a:gd name="connsiteY4970" fmla="*/ 1666086 h 2053176"/>
              <a:gd name="connsiteX4971" fmla="*/ 9168118 w 12188965"/>
              <a:gd name="connsiteY4971" fmla="*/ 1691745 h 2053176"/>
              <a:gd name="connsiteX4972" fmla="*/ 9142457 w 12188965"/>
              <a:gd name="connsiteY4972" fmla="*/ 1717404 h 2053176"/>
              <a:gd name="connsiteX4973" fmla="*/ 9116799 w 12188965"/>
              <a:gd name="connsiteY4973" fmla="*/ 1691745 h 2053176"/>
              <a:gd name="connsiteX4974" fmla="*/ 9142457 w 12188965"/>
              <a:gd name="connsiteY4974" fmla="*/ 1666086 h 2053176"/>
              <a:gd name="connsiteX4975" fmla="*/ 9078253 w 12188965"/>
              <a:gd name="connsiteY4975" fmla="*/ 1666086 h 2053176"/>
              <a:gd name="connsiteX4976" fmla="*/ 9103911 w 12188965"/>
              <a:gd name="connsiteY4976" fmla="*/ 1691745 h 2053176"/>
              <a:gd name="connsiteX4977" fmla="*/ 9078253 w 12188965"/>
              <a:gd name="connsiteY4977" fmla="*/ 1717404 h 2053176"/>
              <a:gd name="connsiteX4978" fmla="*/ 9052595 w 12188965"/>
              <a:gd name="connsiteY4978" fmla="*/ 1691745 h 2053176"/>
              <a:gd name="connsiteX4979" fmla="*/ 9078253 w 12188965"/>
              <a:gd name="connsiteY4979" fmla="*/ 1666086 h 2053176"/>
              <a:gd name="connsiteX4980" fmla="*/ 9014049 w 12188965"/>
              <a:gd name="connsiteY4980" fmla="*/ 1666086 h 2053176"/>
              <a:gd name="connsiteX4981" fmla="*/ 9039707 w 12188965"/>
              <a:gd name="connsiteY4981" fmla="*/ 1691745 h 2053176"/>
              <a:gd name="connsiteX4982" fmla="*/ 9014049 w 12188965"/>
              <a:gd name="connsiteY4982" fmla="*/ 1717404 h 2053176"/>
              <a:gd name="connsiteX4983" fmla="*/ 8988388 w 12188965"/>
              <a:gd name="connsiteY4983" fmla="*/ 1691745 h 2053176"/>
              <a:gd name="connsiteX4984" fmla="*/ 9014049 w 12188965"/>
              <a:gd name="connsiteY4984" fmla="*/ 1666086 h 2053176"/>
              <a:gd name="connsiteX4985" fmla="*/ 8949842 w 12188965"/>
              <a:gd name="connsiteY4985" fmla="*/ 1666086 h 2053176"/>
              <a:gd name="connsiteX4986" fmla="*/ 8975503 w 12188965"/>
              <a:gd name="connsiteY4986" fmla="*/ 1691745 h 2053176"/>
              <a:gd name="connsiteX4987" fmla="*/ 8949842 w 12188965"/>
              <a:gd name="connsiteY4987" fmla="*/ 1717404 h 2053176"/>
              <a:gd name="connsiteX4988" fmla="*/ 8924183 w 12188965"/>
              <a:gd name="connsiteY4988" fmla="*/ 1691745 h 2053176"/>
              <a:gd name="connsiteX4989" fmla="*/ 8949842 w 12188965"/>
              <a:gd name="connsiteY4989" fmla="*/ 1666086 h 2053176"/>
              <a:gd name="connsiteX4990" fmla="*/ 8821433 w 12188965"/>
              <a:gd name="connsiteY4990" fmla="*/ 1666086 h 2053176"/>
              <a:gd name="connsiteX4991" fmla="*/ 8847091 w 12188965"/>
              <a:gd name="connsiteY4991" fmla="*/ 1691745 h 2053176"/>
              <a:gd name="connsiteX4992" fmla="*/ 8821433 w 12188965"/>
              <a:gd name="connsiteY4992" fmla="*/ 1717404 h 2053176"/>
              <a:gd name="connsiteX4993" fmla="*/ 8795772 w 12188965"/>
              <a:gd name="connsiteY4993" fmla="*/ 1691745 h 2053176"/>
              <a:gd name="connsiteX4994" fmla="*/ 8821433 w 12188965"/>
              <a:gd name="connsiteY4994" fmla="*/ 1666086 h 2053176"/>
              <a:gd name="connsiteX4995" fmla="*/ 8757226 w 12188965"/>
              <a:gd name="connsiteY4995" fmla="*/ 1666086 h 2053176"/>
              <a:gd name="connsiteX4996" fmla="*/ 8782887 w 12188965"/>
              <a:gd name="connsiteY4996" fmla="*/ 1691745 h 2053176"/>
              <a:gd name="connsiteX4997" fmla="*/ 8757226 w 12188965"/>
              <a:gd name="connsiteY4997" fmla="*/ 1717404 h 2053176"/>
              <a:gd name="connsiteX4998" fmla="*/ 8731568 w 12188965"/>
              <a:gd name="connsiteY4998" fmla="*/ 1691745 h 2053176"/>
              <a:gd name="connsiteX4999" fmla="*/ 8757226 w 12188965"/>
              <a:gd name="connsiteY4999" fmla="*/ 1666086 h 2053176"/>
              <a:gd name="connsiteX5000" fmla="*/ 8692904 w 12188965"/>
              <a:gd name="connsiteY5000" fmla="*/ 1666086 h 2053176"/>
              <a:gd name="connsiteX5001" fmla="*/ 8718565 w 12188965"/>
              <a:gd name="connsiteY5001" fmla="*/ 1691745 h 2053176"/>
              <a:gd name="connsiteX5002" fmla="*/ 8692904 w 12188965"/>
              <a:gd name="connsiteY5002" fmla="*/ 1717404 h 2053176"/>
              <a:gd name="connsiteX5003" fmla="*/ 8667246 w 12188965"/>
              <a:gd name="connsiteY5003" fmla="*/ 1691745 h 2053176"/>
              <a:gd name="connsiteX5004" fmla="*/ 8692904 w 12188965"/>
              <a:gd name="connsiteY5004" fmla="*/ 1666086 h 2053176"/>
              <a:gd name="connsiteX5005" fmla="*/ 8628699 w 12188965"/>
              <a:gd name="connsiteY5005" fmla="*/ 1666086 h 2053176"/>
              <a:gd name="connsiteX5006" fmla="*/ 8654358 w 12188965"/>
              <a:gd name="connsiteY5006" fmla="*/ 1691745 h 2053176"/>
              <a:gd name="connsiteX5007" fmla="*/ 8628699 w 12188965"/>
              <a:gd name="connsiteY5007" fmla="*/ 1717404 h 2053176"/>
              <a:gd name="connsiteX5008" fmla="*/ 8603041 w 12188965"/>
              <a:gd name="connsiteY5008" fmla="*/ 1691745 h 2053176"/>
              <a:gd name="connsiteX5009" fmla="*/ 8628699 w 12188965"/>
              <a:gd name="connsiteY5009" fmla="*/ 1666086 h 2053176"/>
              <a:gd name="connsiteX5010" fmla="*/ 8564495 w 12188965"/>
              <a:gd name="connsiteY5010" fmla="*/ 1666086 h 2053176"/>
              <a:gd name="connsiteX5011" fmla="*/ 8590153 w 12188965"/>
              <a:gd name="connsiteY5011" fmla="*/ 1691745 h 2053176"/>
              <a:gd name="connsiteX5012" fmla="*/ 8564495 w 12188965"/>
              <a:gd name="connsiteY5012" fmla="*/ 1717404 h 2053176"/>
              <a:gd name="connsiteX5013" fmla="*/ 8538837 w 12188965"/>
              <a:gd name="connsiteY5013" fmla="*/ 1691745 h 2053176"/>
              <a:gd name="connsiteX5014" fmla="*/ 8564495 w 12188965"/>
              <a:gd name="connsiteY5014" fmla="*/ 1666086 h 2053176"/>
              <a:gd name="connsiteX5015" fmla="*/ 8500288 w 12188965"/>
              <a:gd name="connsiteY5015" fmla="*/ 1666086 h 2053176"/>
              <a:gd name="connsiteX5016" fmla="*/ 8525949 w 12188965"/>
              <a:gd name="connsiteY5016" fmla="*/ 1691745 h 2053176"/>
              <a:gd name="connsiteX5017" fmla="*/ 8500288 w 12188965"/>
              <a:gd name="connsiteY5017" fmla="*/ 1717404 h 2053176"/>
              <a:gd name="connsiteX5018" fmla="*/ 8474630 w 12188965"/>
              <a:gd name="connsiteY5018" fmla="*/ 1691745 h 2053176"/>
              <a:gd name="connsiteX5019" fmla="*/ 8500288 w 12188965"/>
              <a:gd name="connsiteY5019" fmla="*/ 1666086 h 2053176"/>
              <a:gd name="connsiteX5020" fmla="*/ 8436084 w 12188965"/>
              <a:gd name="connsiteY5020" fmla="*/ 1666086 h 2053176"/>
              <a:gd name="connsiteX5021" fmla="*/ 8461745 w 12188965"/>
              <a:gd name="connsiteY5021" fmla="*/ 1691745 h 2053176"/>
              <a:gd name="connsiteX5022" fmla="*/ 8436084 w 12188965"/>
              <a:gd name="connsiteY5022" fmla="*/ 1717404 h 2053176"/>
              <a:gd name="connsiteX5023" fmla="*/ 8410426 w 12188965"/>
              <a:gd name="connsiteY5023" fmla="*/ 1691745 h 2053176"/>
              <a:gd name="connsiteX5024" fmla="*/ 8436084 w 12188965"/>
              <a:gd name="connsiteY5024" fmla="*/ 1666086 h 2053176"/>
              <a:gd name="connsiteX5025" fmla="*/ 8307675 w 12188965"/>
              <a:gd name="connsiteY5025" fmla="*/ 1666086 h 2053176"/>
              <a:gd name="connsiteX5026" fmla="*/ 8333333 w 12188965"/>
              <a:gd name="connsiteY5026" fmla="*/ 1691745 h 2053176"/>
              <a:gd name="connsiteX5027" fmla="*/ 8307675 w 12188965"/>
              <a:gd name="connsiteY5027" fmla="*/ 1717404 h 2053176"/>
              <a:gd name="connsiteX5028" fmla="*/ 8282014 w 12188965"/>
              <a:gd name="connsiteY5028" fmla="*/ 1691745 h 2053176"/>
              <a:gd name="connsiteX5029" fmla="*/ 8307675 w 12188965"/>
              <a:gd name="connsiteY5029" fmla="*/ 1666086 h 2053176"/>
              <a:gd name="connsiteX5030" fmla="*/ 8243468 w 12188965"/>
              <a:gd name="connsiteY5030" fmla="*/ 1666086 h 2053176"/>
              <a:gd name="connsiteX5031" fmla="*/ 8269126 w 12188965"/>
              <a:gd name="connsiteY5031" fmla="*/ 1691745 h 2053176"/>
              <a:gd name="connsiteX5032" fmla="*/ 8243468 w 12188965"/>
              <a:gd name="connsiteY5032" fmla="*/ 1717404 h 2053176"/>
              <a:gd name="connsiteX5033" fmla="*/ 8217810 w 12188965"/>
              <a:gd name="connsiteY5033" fmla="*/ 1691745 h 2053176"/>
              <a:gd name="connsiteX5034" fmla="*/ 8243468 w 12188965"/>
              <a:gd name="connsiteY5034" fmla="*/ 1666086 h 2053176"/>
              <a:gd name="connsiteX5035" fmla="*/ 8115057 w 12188965"/>
              <a:gd name="connsiteY5035" fmla="*/ 1666086 h 2053176"/>
              <a:gd name="connsiteX5036" fmla="*/ 8140717 w 12188965"/>
              <a:gd name="connsiteY5036" fmla="*/ 1691745 h 2053176"/>
              <a:gd name="connsiteX5037" fmla="*/ 8115057 w 12188965"/>
              <a:gd name="connsiteY5037" fmla="*/ 1717404 h 2053176"/>
              <a:gd name="connsiteX5038" fmla="*/ 8089398 w 12188965"/>
              <a:gd name="connsiteY5038" fmla="*/ 1691745 h 2053176"/>
              <a:gd name="connsiteX5039" fmla="*/ 8115057 w 12188965"/>
              <a:gd name="connsiteY5039" fmla="*/ 1666086 h 2053176"/>
              <a:gd name="connsiteX5040" fmla="*/ 8050852 w 12188965"/>
              <a:gd name="connsiteY5040" fmla="*/ 1666086 h 2053176"/>
              <a:gd name="connsiteX5041" fmla="*/ 8076510 w 12188965"/>
              <a:gd name="connsiteY5041" fmla="*/ 1691745 h 2053176"/>
              <a:gd name="connsiteX5042" fmla="*/ 8050852 w 12188965"/>
              <a:gd name="connsiteY5042" fmla="*/ 1717404 h 2053176"/>
              <a:gd name="connsiteX5043" fmla="*/ 8025194 w 12188965"/>
              <a:gd name="connsiteY5043" fmla="*/ 1691745 h 2053176"/>
              <a:gd name="connsiteX5044" fmla="*/ 8050852 w 12188965"/>
              <a:gd name="connsiteY5044" fmla="*/ 1666086 h 2053176"/>
              <a:gd name="connsiteX5045" fmla="*/ 7986648 w 12188965"/>
              <a:gd name="connsiteY5045" fmla="*/ 1666086 h 2053176"/>
              <a:gd name="connsiteX5046" fmla="*/ 8012306 w 12188965"/>
              <a:gd name="connsiteY5046" fmla="*/ 1691745 h 2053176"/>
              <a:gd name="connsiteX5047" fmla="*/ 7986648 w 12188965"/>
              <a:gd name="connsiteY5047" fmla="*/ 1717404 h 2053176"/>
              <a:gd name="connsiteX5048" fmla="*/ 7960990 w 12188965"/>
              <a:gd name="connsiteY5048" fmla="*/ 1691745 h 2053176"/>
              <a:gd name="connsiteX5049" fmla="*/ 7986648 w 12188965"/>
              <a:gd name="connsiteY5049" fmla="*/ 1666086 h 2053176"/>
              <a:gd name="connsiteX5050" fmla="*/ 7922444 w 12188965"/>
              <a:gd name="connsiteY5050" fmla="*/ 1666086 h 2053176"/>
              <a:gd name="connsiteX5051" fmla="*/ 7948102 w 12188965"/>
              <a:gd name="connsiteY5051" fmla="*/ 1691745 h 2053176"/>
              <a:gd name="connsiteX5052" fmla="*/ 7922444 w 12188965"/>
              <a:gd name="connsiteY5052" fmla="*/ 1717404 h 2053176"/>
              <a:gd name="connsiteX5053" fmla="*/ 7896783 w 12188965"/>
              <a:gd name="connsiteY5053" fmla="*/ 1691745 h 2053176"/>
              <a:gd name="connsiteX5054" fmla="*/ 7922444 w 12188965"/>
              <a:gd name="connsiteY5054" fmla="*/ 1666086 h 2053176"/>
              <a:gd name="connsiteX5055" fmla="*/ 7858237 w 12188965"/>
              <a:gd name="connsiteY5055" fmla="*/ 1666086 h 2053176"/>
              <a:gd name="connsiteX5056" fmla="*/ 7883895 w 12188965"/>
              <a:gd name="connsiteY5056" fmla="*/ 1691745 h 2053176"/>
              <a:gd name="connsiteX5057" fmla="*/ 7858237 w 12188965"/>
              <a:gd name="connsiteY5057" fmla="*/ 1717404 h 2053176"/>
              <a:gd name="connsiteX5058" fmla="*/ 7832578 w 12188965"/>
              <a:gd name="connsiteY5058" fmla="*/ 1691745 h 2053176"/>
              <a:gd name="connsiteX5059" fmla="*/ 7858237 w 12188965"/>
              <a:gd name="connsiteY5059" fmla="*/ 1666086 h 2053176"/>
              <a:gd name="connsiteX5060" fmla="*/ 7794032 w 12188965"/>
              <a:gd name="connsiteY5060" fmla="*/ 1666086 h 2053176"/>
              <a:gd name="connsiteX5061" fmla="*/ 7819690 w 12188965"/>
              <a:gd name="connsiteY5061" fmla="*/ 1691745 h 2053176"/>
              <a:gd name="connsiteX5062" fmla="*/ 7794032 w 12188965"/>
              <a:gd name="connsiteY5062" fmla="*/ 1717404 h 2053176"/>
              <a:gd name="connsiteX5063" fmla="*/ 7768371 w 12188965"/>
              <a:gd name="connsiteY5063" fmla="*/ 1691745 h 2053176"/>
              <a:gd name="connsiteX5064" fmla="*/ 7794032 w 12188965"/>
              <a:gd name="connsiteY5064" fmla="*/ 1666086 h 2053176"/>
              <a:gd name="connsiteX5065" fmla="*/ 7729825 w 12188965"/>
              <a:gd name="connsiteY5065" fmla="*/ 1666086 h 2053176"/>
              <a:gd name="connsiteX5066" fmla="*/ 7755486 w 12188965"/>
              <a:gd name="connsiteY5066" fmla="*/ 1691745 h 2053176"/>
              <a:gd name="connsiteX5067" fmla="*/ 7729825 w 12188965"/>
              <a:gd name="connsiteY5067" fmla="*/ 1717404 h 2053176"/>
              <a:gd name="connsiteX5068" fmla="*/ 7704167 w 12188965"/>
              <a:gd name="connsiteY5068" fmla="*/ 1691745 h 2053176"/>
              <a:gd name="connsiteX5069" fmla="*/ 7729825 w 12188965"/>
              <a:gd name="connsiteY5069" fmla="*/ 1666086 h 2053176"/>
              <a:gd name="connsiteX5070" fmla="*/ 7665621 w 12188965"/>
              <a:gd name="connsiteY5070" fmla="*/ 1666086 h 2053176"/>
              <a:gd name="connsiteX5071" fmla="*/ 7691279 w 12188965"/>
              <a:gd name="connsiteY5071" fmla="*/ 1691745 h 2053176"/>
              <a:gd name="connsiteX5072" fmla="*/ 7665621 w 12188965"/>
              <a:gd name="connsiteY5072" fmla="*/ 1717404 h 2053176"/>
              <a:gd name="connsiteX5073" fmla="*/ 7639963 w 12188965"/>
              <a:gd name="connsiteY5073" fmla="*/ 1691745 h 2053176"/>
              <a:gd name="connsiteX5074" fmla="*/ 7665621 w 12188965"/>
              <a:gd name="connsiteY5074" fmla="*/ 1666086 h 2053176"/>
              <a:gd name="connsiteX5075" fmla="*/ 7601299 w 12188965"/>
              <a:gd name="connsiteY5075" fmla="*/ 1666086 h 2053176"/>
              <a:gd name="connsiteX5076" fmla="*/ 7626959 w 12188965"/>
              <a:gd name="connsiteY5076" fmla="*/ 1691745 h 2053176"/>
              <a:gd name="connsiteX5077" fmla="*/ 7601299 w 12188965"/>
              <a:gd name="connsiteY5077" fmla="*/ 1717404 h 2053176"/>
              <a:gd name="connsiteX5078" fmla="*/ 7575640 w 12188965"/>
              <a:gd name="connsiteY5078" fmla="*/ 1691745 h 2053176"/>
              <a:gd name="connsiteX5079" fmla="*/ 7601299 w 12188965"/>
              <a:gd name="connsiteY5079" fmla="*/ 1666086 h 2053176"/>
              <a:gd name="connsiteX5080" fmla="*/ 7537094 w 12188965"/>
              <a:gd name="connsiteY5080" fmla="*/ 1666086 h 2053176"/>
              <a:gd name="connsiteX5081" fmla="*/ 7562752 w 12188965"/>
              <a:gd name="connsiteY5081" fmla="*/ 1691745 h 2053176"/>
              <a:gd name="connsiteX5082" fmla="*/ 7537094 w 12188965"/>
              <a:gd name="connsiteY5082" fmla="*/ 1717404 h 2053176"/>
              <a:gd name="connsiteX5083" fmla="*/ 7511436 w 12188965"/>
              <a:gd name="connsiteY5083" fmla="*/ 1691745 h 2053176"/>
              <a:gd name="connsiteX5084" fmla="*/ 7537094 w 12188965"/>
              <a:gd name="connsiteY5084" fmla="*/ 1666086 h 2053176"/>
              <a:gd name="connsiteX5085" fmla="*/ 7472890 w 12188965"/>
              <a:gd name="connsiteY5085" fmla="*/ 1666086 h 2053176"/>
              <a:gd name="connsiteX5086" fmla="*/ 7498548 w 12188965"/>
              <a:gd name="connsiteY5086" fmla="*/ 1691745 h 2053176"/>
              <a:gd name="connsiteX5087" fmla="*/ 7472890 w 12188965"/>
              <a:gd name="connsiteY5087" fmla="*/ 1717404 h 2053176"/>
              <a:gd name="connsiteX5088" fmla="*/ 7447229 w 12188965"/>
              <a:gd name="connsiteY5088" fmla="*/ 1691745 h 2053176"/>
              <a:gd name="connsiteX5089" fmla="*/ 7472890 w 12188965"/>
              <a:gd name="connsiteY5089" fmla="*/ 1666086 h 2053176"/>
              <a:gd name="connsiteX5090" fmla="*/ 7408683 w 12188965"/>
              <a:gd name="connsiteY5090" fmla="*/ 1666086 h 2053176"/>
              <a:gd name="connsiteX5091" fmla="*/ 7434341 w 12188965"/>
              <a:gd name="connsiteY5091" fmla="*/ 1691745 h 2053176"/>
              <a:gd name="connsiteX5092" fmla="*/ 7408683 w 12188965"/>
              <a:gd name="connsiteY5092" fmla="*/ 1717404 h 2053176"/>
              <a:gd name="connsiteX5093" fmla="*/ 7383025 w 12188965"/>
              <a:gd name="connsiteY5093" fmla="*/ 1691745 h 2053176"/>
              <a:gd name="connsiteX5094" fmla="*/ 7408683 w 12188965"/>
              <a:gd name="connsiteY5094" fmla="*/ 1666086 h 2053176"/>
              <a:gd name="connsiteX5095" fmla="*/ 7344479 w 12188965"/>
              <a:gd name="connsiteY5095" fmla="*/ 1666086 h 2053176"/>
              <a:gd name="connsiteX5096" fmla="*/ 7370137 w 12188965"/>
              <a:gd name="connsiteY5096" fmla="*/ 1691745 h 2053176"/>
              <a:gd name="connsiteX5097" fmla="*/ 7344479 w 12188965"/>
              <a:gd name="connsiteY5097" fmla="*/ 1717404 h 2053176"/>
              <a:gd name="connsiteX5098" fmla="*/ 7318820 w 12188965"/>
              <a:gd name="connsiteY5098" fmla="*/ 1691745 h 2053176"/>
              <a:gd name="connsiteX5099" fmla="*/ 7344479 w 12188965"/>
              <a:gd name="connsiteY5099" fmla="*/ 1666086 h 2053176"/>
              <a:gd name="connsiteX5100" fmla="*/ 7280274 w 12188965"/>
              <a:gd name="connsiteY5100" fmla="*/ 1666086 h 2053176"/>
              <a:gd name="connsiteX5101" fmla="*/ 7305932 w 12188965"/>
              <a:gd name="connsiteY5101" fmla="*/ 1691745 h 2053176"/>
              <a:gd name="connsiteX5102" fmla="*/ 7280274 w 12188965"/>
              <a:gd name="connsiteY5102" fmla="*/ 1717404 h 2053176"/>
              <a:gd name="connsiteX5103" fmla="*/ 7254613 w 12188965"/>
              <a:gd name="connsiteY5103" fmla="*/ 1691745 h 2053176"/>
              <a:gd name="connsiteX5104" fmla="*/ 7280274 w 12188965"/>
              <a:gd name="connsiteY5104" fmla="*/ 1666086 h 2053176"/>
              <a:gd name="connsiteX5105" fmla="*/ 7216067 w 12188965"/>
              <a:gd name="connsiteY5105" fmla="*/ 1666086 h 2053176"/>
              <a:gd name="connsiteX5106" fmla="*/ 7241725 w 12188965"/>
              <a:gd name="connsiteY5106" fmla="*/ 1691745 h 2053176"/>
              <a:gd name="connsiteX5107" fmla="*/ 7216067 w 12188965"/>
              <a:gd name="connsiteY5107" fmla="*/ 1717404 h 2053176"/>
              <a:gd name="connsiteX5108" fmla="*/ 7190409 w 12188965"/>
              <a:gd name="connsiteY5108" fmla="*/ 1691745 h 2053176"/>
              <a:gd name="connsiteX5109" fmla="*/ 7216067 w 12188965"/>
              <a:gd name="connsiteY5109" fmla="*/ 1666086 h 2053176"/>
              <a:gd name="connsiteX5110" fmla="*/ 7151863 w 12188965"/>
              <a:gd name="connsiteY5110" fmla="*/ 1666086 h 2053176"/>
              <a:gd name="connsiteX5111" fmla="*/ 7177521 w 12188965"/>
              <a:gd name="connsiteY5111" fmla="*/ 1691745 h 2053176"/>
              <a:gd name="connsiteX5112" fmla="*/ 7151863 w 12188965"/>
              <a:gd name="connsiteY5112" fmla="*/ 1717404 h 2053176"/>
              <a:gd name="connsiteX5113" fmla="*/ 7126205 w 12188965"/>
              <a:gd name="connsiteY5113" fmla="*/ 1691745 h 2053176"/>
              <a:gd name="connsiteX5114" fmla="*/ 7151863 w 12188965"/>
              <a:gd name="connsiteY5114" fmla="*/ 1666086 h 2053176"/>
              <a:gd name="connsiteX5115" fmla="*/ 7087658 w 12188965"/>
              <a:gd name="connsiteY5115" fmla="*/ 1666086 h 2053176"/>
              <a:gd name="connsiteX5116" fmla="*/ 7113317 w 12188965"/>
              <a:gd name="connsiteY5116" fmla="*/ 1691745 h 2053176"/>
              <a:gd name="connsiteX5117" fmla="*/ 7087658 w 12188965"/>
              <a:gd name="connsiteY5117" fmla="*/ 1717404 h 2053176"/>
              <a:gd name="connsiteX5118" fmla="*/ 7061998 w 12188965"/>
              <a:gd name="connsiteY5118" fmla="*/ 1691745 h 2053176"/>
              <a:gd name="connsiteX5119" fmla="*/ 7087658 w 12188965"/>
              <a:gd name="connsiteY5119" fmla="*/ 1666086 h 2053176"/>
              <a:gd name="connsiteX5120" fmla="*/ 6959247 w 12188965"/>
              <a:gd name="connsiteY5120" fmla="*/ 1666086 h 2053176"/>
              <a:gd name="connsiteX5121" fmla="*/ 6984905 w 12188965"/>
              <a:gd name="connsiteY5121" fmla="*/ 1691745 h 2053176"/>
              <a:gd name="connsiteX5122" fmla="*/ 6959247 w 12188965"/>
              <a:gd name="connsiteY5122" fmla="*/ 1717404 h 2053176"/>
              <a:gd name="connsiteX5123" fmla="*/ 6933589 w 12188965"/>
              <a:gd name="connsiteY5123" fmla="*/ 1691745 h 2053176"/>
              <a:gd name="connsiteX5124" fmla="*/ 6959247 w 12188965"/>
              <a:gd name="connsiteY5124" fmla="*/ 1666086 h 2053176"/>
              <a:gd name="connsiteX5125" fmla="*/ 6895043 w 12188965"/>
              <a:gd name="connsiteY5125" fmla="*/ 1666086 h 2053176"/>
              <a:gd name="connsiteX5126" fmla="*/ 6920701 w 12188965"/>
              <a:gd name="connsiteY5126" fmla="*/ 1691745 h 2053176"/>
              <a:gd name="connsiteX5127" fmla="*/ 6895043 w 12188965"/>
              <a:gd name="connsiteY5127" fmla="*/ 1717404 h 2053176"/>
              <a:gd name="connsiteX5128" fmla="*/ 6869382 w 12188965"/>
              <a:gd name="connsiteY5128" fmla="*/ 1691745 h 2053176"/>
              <a:gd name="connsiteX5129" fmla="*/ 6895043 w 12188965"/>
              <a:gd name="connsiteY5129" fmla="*/ 1666086 h 2053176"/>
              <a:gd name="connsiteX5130" fmla="*/ 6830836 w 12188965"/>
              <a:gd name="connsiteY5130" fmla="*/ 1666086 h 2053176"/>
              <a:gd name="connsiteX5131" fmla="*/ 6856494 w 12188965"/>
              <a:gd name="connsiteY5131" fmla="*/ 1691745 h 2053176"/>
              <a:gd name="connsiteX5132" fmla="*/ 6830836 w 12188965"/>
              <a:gd name="connsiteY5132" fmla="*/ 1717404 h 2053176"/>
              <a:gd name="connsiteX5133" fmla="*/ 6805178 w 12188965"/>
              <a:gd name="connsiteY5133" fmla="*/ 1691745 h 2053176"/>
              <a:gd name="connsiteX5134" fmla="*/ 6830836 w 12188965"/>
              <a:gd name="connsiteY5134" fmla="*/ 1666086 h 2053176"/>
              <a:gd name="connsiteX5135" fmla="*/ 6766631 w 12188965"/>
              <a:gd name="connsiteY5135" fmla="*/ 1666086 h 2053176"/>
              <a:gd name="connsiteX5136" fmla="*/ 6792290 w 12188965"/>
              <a:gd name="connsiteY5136" fmla="*/ 1691745 h 2053176"/>
              <a:gd name="connsiteX5137" fmla="*/ 6766631 w 12188965"/>
              <a:gd name="connsiteY5137" fmla="*/ 1717404 h 2053176"/>
              <a:gd name="connsiteX5138" fmla="*/ 6740973 w 12188965"/>
              <a:gd name="connsiteY5138" fmla="*/ 1691745 h 2053176"/>
              <a:gd name="connsiteX5139" fmla="*/ 6766631 w 12188965"/>
              <a:gd name="connsiteY5139" fmla="*/ 1666086 h 2053176"/>
              <a:gd name="connsiteX5140" fmla="*/ 6702427 w 12188965"/>
              <a:gd name="connsiteY5140" fmla="*/ 1666086 h 2053176"/>
              <a:gd name="connsiteX5141" fmla="*/ 6728085 w 12188965"/>
              <a:gd name="connsiteY5141" fmla="*/ 1691745 h 2053176"/>
              <a:gd name="connsiteX5142" fmla="*/ 6702427 w 12188965"/>
              <a:gd name="connsiteY5142" fmla="*/ 1717404 h 2053176"/>
              <a:gd name="connsiteX5143" fmla="*/ 6676766 w 12188965"/>
              <a:gd name="connsiteY5143" fmla="*/ 1691745 h 2053176"/>
              <a:gd name="connsiteX5144" fmla="*/ 6702427 w 12188965"/>
              <a:gd name="connsiteY5144" fmla="*/ 1666086 h 2053176"/>
              <a:gd name="connsiteX5145" fmla="*/ 6638220 w 12188965"/>
              <a:gd name="connsiteY5145" fmla="*/ 1666086 h 2053176"/>
              <a:gd name="connsiteX5146" fmla="*/ 6663881 w 12188965"/>
              <a:gd name="connsiteY5146" fmla="*/ 1691745 h 2053176"/>
              <a:gd name="connsiteX5147" fmla="*/ 6638220 w 12188965"/>
              <a:gd name="connsiteY5147" fmla="*/ 1717404 h 2053176"/>
              <a:gd name="connsiteX5148" fmla="*/ 6612562 w 12188965"/>
              <a:gd name="connsiteY5148" fmla="*/ 1691745 h 2053176"/>
              <a:gd name="connsiteX5149" fmla="*/ 6638220 w 12188965"/>
              <a:gd name="connsiteY5149" fmla="*/ 1666086 h 2053176"/>
              <a:gd name="connsiteX5150" fmla="*/ 6574016 w 12188965"/>
              <a:gd name="connsiteY5150" fmla="*/ 1666086 h 2053176"/>
              <a:gd name="connsiteX5151" fmla="*/ 6599674 w 12188965"/>
              <a:gd name="connsiteY5151" fmla="*/ 1691745 h 2053176"/>
              <a:gd name="connsiteX5152" fmla="*/ 6574016 w 12188965"/>
              <a:gd name="connsiteY5152" fmla="*/ 1717404 h 2053176"/>
              <a:gd name="connsiteX5153" fmla="*/ 6548357 w 12188965"/>
              <a:gd name="connsiteY5153" fmla="*/ 1691745 h 2053176"/>
              <a:gd name="connsiteX5154" fmla="*/ 6574016 w 12188965"/>
              <a:gd name="connsiteY5154" fmla="*/ 1666086 h 2053176"/>
              <a:gd name="connsiteX5155" fmla="*/ 6381282 w 12188965"/>
              <a:gd name="connsiteY5155" fmla="*/ 1666086 h 2053176"/>
              <a:gd name="connsiteX5156" fmla="*/ 6406943 w 12188965"/>
              <a:gd name="connsiteY5156" fmla="*/ 1691745 h 2053176"/>
              <a:gd name="connsiteX5157" fmla="*/ 6381282 w 12188965"/>
              <a:gd name="connsiteY5157" fmla="*/ 1717404 h 2053176"/>
              <a:gd name="connsiteX5158" fmla="*/ 6355624 w 12188965"/>
              <a:gd name="connsiteY5158" fmla="*/ 1691745 h 2053176"/>
              <a:gd name="connsiteX5159" fmla="*/ 6381282 w 12188965"/>
              <a:gd name="connsiteY5159" fmla="*/ 1666086 h 2053176"/>
              <a:gd name="connsiteX5160" fmla="*/ 6317078 w 12188965"/>
              <a:gd name="connsiteY5160" fmla="*/ 1666086 h 2053176"/>
              <a:gd name="connsiteX5161" fmla="*/ 6342736 w 12188965"/>
              <a:gd name="connsiteY5161" fmla="*/ 1691745 h 2053176"/>
              <a:gd name="connsiteX5162" fmla="*/ 6317078 w 12188965"/>
              <a:gd name="connsiteY5162" fmla="*/ 1717404 h 2053176"/>
              <a:gd name="connsiteX5163" fmla="*/ 6291420 w 12188965"/>
              <a:gd name="connsiteY5163" fmla="*/ 1691745 h 2053176"/>
              <a:gd name="connsiteX5164" fmla="*/ 6317078 w 12188965"/>
              <a:gd name="connsiteY5164" fmla="*/ 1666086 h 2053176"/>
              <a:gd name="connsiteX5165" fmla="*/ 6252873 w 12188965"/>
              <a:gd name="connsiteY5165" fmla="*/ 1666086 h 2053176"/>
              <a:gd name="connsiteX5166" fmla="*/ 6278532 w 12188965"/>
              <a:gd name="connsiteY5166" fmla="*/ 1691745 h 2053176"/>
              <a:gd name="connsiteX5167" fmla="*/ 6252873 w 12188965"/>
              <a:gd name="connsiteY5167" fmla="*/ 1717404 h 2053176"/>
              <a:gd name="connsiteX5168" fmla="*/ 6227213 w 12188965"/>
              <a:gd name="connsiteY5168" fmla="*/ 1691745 h 2053176"/>
              <a:gd name="connsiteX5169" fmla="*/ 6252873 w 12188965"/>
              <a:gd name="connsiteY5169" fmla="*/ 1666086 h 2053176"/>
              <a:gd name="connsiteX5170" fmla="*/ 6188666 w 12188965"/>
              <a:gd name="connsiteY5170" fmla="*/ 1666086 h 2053176"/>
              <a:gd name="connsiteX5171" fmla="*/ 6214327 w 12188965"/>
              <a:gd name="connsiteY5171" fmla="*/ 1691745 h 2053176"/>
              <a:gd name="connsiteX5172" fmla="*/ 6188666 w 12188965"/>
              <a:gd name="connsiteY5172" fmla="*/ 1717404 h 2053176"/>
              <a:gd name="connsiteX5173" fmla="*/ 6163008 w 12188965"/>
              <a:gd name="connsiteY5173" fmla="*/ 1691745 h 2053176"/>
              <a:gd name="connsiteX5174" fmla="*/ 6188666 w 12188965"/>
              <a:gd name="connsiteY5174" fmla="*/ 1666086 h 2053176"/>
              <a:gd name="connsiteX5175" fmla="*/ 6124462 w 12188965"/>
              <a:gd name="connsiteY5175" fmla="*/ 1666086 h 2053176"/>
              <a:gd name="connsiteX5176" fmla="*/ 6150123 w 12188965"/>
              <a:gd name="connsiteY5176" fmla="*/ 1691745 h 2053176"/>
              <a:gd name="connsiteX5177" fmla="*/ 6124462 w 12188965"/>
              <a:gd name="connsiteY5177" fmla="*/ 1717404 h 2053176"/>
              <a:gd name="connsiteX5178" fmla="*/ 6098804 w 12188965"/>
              <a:gd name="connsiteY5178" fmla="*/ 1691745 h 2053176"/>
              <a:gd name="connsiteX5179" fmla="*/ 6124462 w 12188965"/>
              <a:gd name="connsiteY5179" fmla="*/ 1666086 h 2053176"/>
              <a:gd name="connsiteX5180" fmla="*/ 6064505 w 12188965"/>
              <a:gd name="connsiteY5180" fmla="*/ 1666086 h 2053176"/>
              <a:gd name="connsiteX5181" fmla="*/ 6090163 w 12188965"/>
              <a:gd name="connsiteY5181" fmla="*/ 1691745 h 2053176"/>
              <a:gd name="connsiteX5182" fmla="*/ 6064505 w 12188965"/>
              <a:gd name="connsiteY5182" fmla="*/ 1717404 h 2053176"/>
              <a:gd name="connsiteX5183" fmla="*/ 6038844 w 12188965"/>
              <a:gd name="connsiteY5183" fmla="*/ 1691745 h 2053176"/>
              <a:gd name="connsiteX5184" fmla="*/ 6064505 w 12188965"/>
              <a:gd name="connsiteY5184" fmla="*/ 1666086 h 2053176"/>
              <a:gd name="connsiteX5185" fmla="*/ 6000298 w 12188965"/>
              <a:gd name="connsiteY5185" fmla="*/ 1666086 h 2053176"/>
              <a:gd name="connsiteX5186" fmla="*/ 6025956 w 12188965"/>
              <a:gd name="connsiteY5186" fmla="*/ 1691745 h 2053176"/>
              <a:gd name="connsiteX5187" fmla="*/ 6000298 w 12188965"/>
              <a:gd name="connsiteY5187" fmla="*/ 1717404 h 2053176"/>
              <a:gd name="connsiteX5188" fmla="*/ 5974639 w 12188965"/>
              <a:gd name="connsiteY5188" fmla="*/ 1691745 h 2053176"/>
              <a:gd name="connsiteX5189" fmla="*/ 6000298 w 12188965"/>
              <a:gd name="connsiteY5189" fmla="*/ 1666086 h 2053176"/>
              <a:gd name="connsiteX5190" fmla="*/ 5936092 w 12188965"/>
              <a:gd name="connsiteY5190" fmla="*/ 1666086 h 2053176"/>
              <a:gd name="connsiteX5191" fmla="*/ 5961751 w 12188965"/>
              <a:gd name="connsiteY5191" fmla="*/ 1691745 h 2053176"/>
              <a:gd name="connsiteX5192" fmla="*/ 5936092 w 12188965"/>
              <a:gd name="connsiteY5192" fmla="*/ 1717404 h 2053176"/>
              <a:gd name="connsiteX5193" fmla="*/ 5910435 w 12188965"/>
              <a:gd name="connsiteY5193" fmla="*/ 1691745 h 2053176"/>
              <a:gd name="connsiteX5194" fmla="*/ 5936092 w 12188965"/>
              <a:gd name="connsiteY5194" fmla="*/ 1666086 h 2053176"/>
              <a:gd name="connsiteX5195" fmla="*/ 5743477 w 12188965"/>
              <a:gd name="connsiteY5195" fmla="*/ 1666086 h 2053176"/>
              <a:gd name="connsiteX5196" fmla="*/ 5769136 w 12188965"/>
              <a:gd name="connsiteY5196" fmla="*/ 1691745 h 2053176"/>
              <a:gd name="connsiteX5197" fmla="*/ 5743477 w 12188965"/>
              <a:gd name="connsiteY5197" fmla="*/ 1717404 h 2053176"/>
              <a:gd name="connsiteX5198" fmla="*/ 5717818 w 12188965"/>
              <a:gd name="connsiteY5198" fmla="*/ 1691745 h 2053176"/>
              <a:gd name="connsiteX5199" fmla="*/ 5743477 w 12188965"/>
              <a:gd name="connsiteY5199" fmla="*/ 1666086 h 2053176"/>
              <a:gd name="connsiteX5200" fmla="*/ 5679272 w 12188965"/>
              <a:gd name="connsiteY5200" fmla="*/ 1666086 h 2053176"/>
              <a:gd name="connsiteX5201" fmla="*/ 5704930 w 12188965"/>
              <a:gd name="connsiteY5201" fmla="*/ 1691745 h 2053176"/>
              <a:gd name="connsiteX5202" fmla="*/ 5679272 w 12188965"/>
              <a:gd name="connsiteY5202" fmla="*/ 1717404 h 2053176"/>
              <a:gd name="connsiteX5203" fmla="*/ 5653614 w 12188965"/>
              <a:gd name="connsiteY5203" fmla="*/ 1691745 h 2053176"/>
              <a:gd name="connsiteX5204" fmla="*/ 5679272 w 12188965"/>
              <a:gd name="connsiteY5204" fmla="*/ 1666086 h 2053176"/>
              <a:gd name="connsiteX5205" fmla="*/ 5615066 w 12188965"/>
              <a:gd name="connsiteY5205" fmla="*/ 1666086 h 2053176"/>
              <a:gd name="connsiteX5206" fmla="*/ 5640726 w 12188965"/>
              <a:gd name="connsiteY5206" fmla="*/ 1691745 h 2053176"/>
              <a:gd name="connsiteX5207" fmla="*/ 5615066 w 12188965"/>
              <a:gd name="connsiteY5207" fmla="*/ 1717404 h 2053176"/>
              <a:gd name="connsiteX5208" fmla="*/ 5589407 w 12188965"/>
              <a:gd name="connsiteY5208" fmla="*/ 1691745 h 2053176"/>
              <a:gd name="connsiteX5209" fmla="*/ 5615066 w 12188965"/>
              <a:gd name="connsiteY5209" fmla="*/ 1666086 h 2053176"/>
              <a:gd name="connsiteX5210" fmla="*/ 5550862 w 12188965"/>
              <a:gd name="connsiteY5210" fmla="*/ 1666086 h 2053176"/>
              <a:gd name="connsiteX5211" fmla="*/ 5576520 w 12188965"/>
              <a:gd name="connsiteY5211" fmla="*/ 1691745 h 2053176"/>
              <a:gd name="connsiteX5212" fmla="*/ 5550862 w 12188965"/>
              <a:gd name="connsiteY5212" fmla="*/ 1717404 h 2053176"/>
              <a:gd name="connsiteX5213" fmla="*/ 5525203 w 12188965"/>
              <a:gd name="connsiteY5213" fmla="*/ 1691745 h 2053176"/>
              <a:gd name="connsiteX5214" fmla="*/ 5550862 w 12188965"/>
              <a:gd name="connsiteY5214" fmla="*/ 1666086 h 2053176"/>
              <a:gd name="connsiteX5215" fmla="*/ 5486655 w 12188965"/>
              <a:gd name="connsiteY5215" fmla="*/ 1666086 h 2053176"/>
              <a:gd name="connsiteX5216" fmla="*/ 5512316 w 12188965"/>
              <a:gd name="connsiteY5216" fmla="*/ 1691745 h 2053176"/>
              <a:gd name="connsiteX5217" fmla="*/ 5486655 w 12188965"/>
              <a:gd name="connsiteY5217" fmla="*/ 1717404 h 2053176"/>
              <a:gd name="connsiteX5218" fmla="*/ 5460997 w 12188965"/>
              <a:gd name="connsiteY5218" fmla="*/ 1691745 h 2053176"/>
              <a:gd name="connsiteX5219" fmla="*/ 5486655 w 12188965"/>
              <a:gd name="connsiteY5219" fmla="*/ 1666086 h 2053176"/>
              <a:gd name="connsiteX5220" fmla="*/ 5422451 w 12188965"/>
              <a:gd name="connsiteY5220" fmla="*/ 1666086 h 2053176"/>
              <a:gd name="connsiteX5221" fmla="*/ 5448109 w 12188965"/>
              <a:gd name="connsiteY5221" fmla="*/ 1691745 h 2053176"/>
              <a:gd name="connsiteX5222" fmla="*/ 5422451 w 12188965"/>
              <a:gd name="connsiteY5222" fmla="*/ 1717404 h 2053176"/>
              <a:gd name="connsiteX5223" fmla="*/ 5396791 w 12188965"/>
              <a:gd name="connsiteY5223" fmla="*/ 1691745 h 2053176"/>
              <a:gd name="connsiteX5224" fmla="*/ 5422451 w 12188965"/>
              <a:gd name="connsiteY5224" fmla="*/ 1666086 h 2053176"/>
              <a:gd name="connsiteX5225" fmla="*/ 5358245 w 12188965"/>
              <a:gd name="connsiteY5225" fmla="*/ 1666086 h 2053176"/>
              <a:gd name="connsiteX5226" fmla="*/ 5383904 w 12188965"/>
              <a:gd name="connsiteY5226" fmla="*/ 1691745 h 2053176"/>
              <a:gd name="connsiteX5227" fmla="*/ 5358245 w 12188965"/>
              <a:gd name="connsiteY5227" fmla="*/ 1717404 h 2053176"/>
              <a:gd name="connsiteX5228" fmla="*/ 5332587 w 12188965"/>
              <a:gd name="connsiteY5228" fmla="*/ 1691745 h 2053176"/>
              <a:gd name="connsiteX5229" fmla="*/ 5358245 w 12188965"/>
              <a:gd name="connsiteY5229" fmla="*/ 1666086 h 2053176"/>
              <a:gd name="connsiteX5230" fmla="*/ 5294040 w 12188965"/>
              <a:gd name="connsiteY5230" fmla="*/ 1666086 h 2053176"/>
              <a:gd name="connsiteX5231" fmla="*/ 5319699 w 12188965"/>
              <a:gd name="connsiteY5231" fmla="*/ 1691745 h 2053176"/>
              <a:gd name="connsiteX5232" fmla="*/ 5294040 w 12188965"/>
              <a:gd name="connsiteY5232" fmla="*/ 1717404 h 2053176"/>
              <a:gd name="connsiteX5233" fmla="*/ 5268382 w 12188965"/>
              <a:gd name="connsiteY5233" fmla="*/ 1691745 h 2053176"/>
              <a:gd name="connsiteX5234" fmla="*/ 5294040 w 12188965"/>
              <a:gd name="connsiteY5234" fmla="*/ 1666086 h 2053176"/>
              <a:gd name="connsiteX5235" fmla="*/ 5229719 w 12188965"/>
              <a:gd name="connsiteY5235" fmla="*/ 1666086 h 2053176"/>
              <a:gd name="connsiteX5236" fmla="*/ 5255377 w 12188965"/>
              <a:gd name="connsiteY5236" fmla="*/ 1691745 h 2053176"/>
              <a:gd name="connsiteX5237" fmla="*/ 5229719 w 12188965"/>
              <a:gd name="connsiteY5237" fmla="*/ 1717404 h 2053176"/>
              <a:gd name="connsiteX5238" fmla="*/ 5204058 w 12188965"/>
              <a:gd name="connsiteY5238" fmla="*/ 1691745 h 2053176"/>
              <a:gd name="connsiteX5239" fmla="*/ 5229719 w 12188965"/>
              <a:gd name="connsiteY5239" fmla="*/ 1666086 h 2053176"/>
              <a:gd name="connsiteX5240" fmla="*/ 5165514 w 12188965"/>
              <a:gd name="connsiteY5240" fmla="*/ 1666086 h 2053176"/>
              <a:gd name="connsiteX5241" fmla="*/ 5191171 w 12188965"/>
              <a:gd name="connsiteY5241" fmla="*/ 1691745 h 2053176"/>
              <a:gd name="connsiteX5242" fmla="*/ 5165514 w 12188965"/>
              <a:gd name="connsiteY5242" fmla="*/ 1717404 h 2053176"/>
              <a:gd name="connsiteX5243" fmla="*/ 5139855 w 12188965"/>
              <a:gd name="connsiteY5243" fmla="*/ 1691745 h 2053176"/>
              <a:gd name="connsiteX5244" fmla="*/ 5165514 w 12188965"/>
              <a:gd name="connsiteY5244" fmla="*/ 1666086 h 2053176"/>
              <a:gd name="connsiteX5245" fmla="*/ 5101309 w 12188965"/>
              <a:gd name="connsiteY5245" fmla="*/ 1666086 h 2053176"/>
              <a:gd name="connsiteX5246" fmla="*/ 5126967 w 12188965"/>
              <a:gd name="connsiteY5246" fmla="*/ 1691745 h 2053176"/>
              <a:gd name="connsiteX5247" fmla="*/ 5101309 w 12188965"/>
              <a:gd name="connsiteY5247" fmla="*/ 1717404 h 2053176"/>
              <a:gd name="connsiteX5248" fmla="*/ 5075649 w 12188965"/>
              <a:gd name="connsiteY5248" fmla="*/ 1691745 h 2053176"/>
              <a:gd name="connsiteX5249" fmla="*/ 5101309 w 12188965"/>
              <a:gd name="connsiteY5249" fmla="*/ 1666086 h 2053176"/>
              <a:gd name="connsiteX5250" fmla="*/ 5037104 w 12188965"/>
              <a:gd name="connsiteY5250" fmla="*/ 1666086 h 2053176"/>
              <a:gd name="connsiteX5251" fmla="*/ 5062762 w 12188965"/>
              <a:gd name="connsiteY5251" fmla="*/ 1691745 h 2053176"/>
              <a:gd name="connsiteX5252" fmla="*/ 5037104 w 12188965"/>
              <a:gd name="connsiteY5252" fmla="*/ 1717404 h 2053176"/>
              <a:gd name="connsiteX5253" fmla="*/ 5011444 w 12188965"/>
              <a:gd name="connsiteY5253" fmla="*/ 1691745 h 2053176"/>
              <a:gd name="connsiteX5254" fmla="*/ 5037104 w 12188965"/>
              <a:gd name="connsiteY5254" fmla="*/ 1666086 h 2053176"/>
              <a:gd name="connsiteX5255" fmla="*/ 4972896 w 12188965"/>
              <a:gd name="connsiteY5255" fmla="*/ 1666086 h 2053176"/>
              <a:gd name="connsiteX5256" fmla="*/ 4998557 w 12188965"/>
              <a:gd name="connsiteY5256" fmla="*/ 1691745 h 2053176"/>
              <a:gd name="connsiteX5257" fmla="*/ 4972896 w 12188965"/>
              <a:gd name="connsiteY5257" fmla="*/ 1717404 h 2053176"/>
              <a:gd name="connsiteX5258" fmla="*/ 4947240 w 12188965"/>
              <a:gd name="connsiteY5258" fmla="*/ 1691745 h 2053176"/>
              <a:gd name="connsiteX5259" fmla="*/ 4972896 w 12188965"/>
              <a:gd name="connsiteY5259" fmla="*/ 1666086 h 2053176"/>
              <a:gd name="connsiteX5260" fmla="*/ 4908693 w 12188965"/>
              <a:gd name="connsiteY5260" fmla="*/ 1666086 h 2053176"/>
              <a:gd name="connsiteX5261" fmla="*/ 4934352 w 12188965"/>
              <a:gd name="connsiteY5261" fmla="*/ 1691745 h 2053176"/>
              <a:gd name="connsiteX5262" fmla="*/ 4908693 w 12188965"/>
              <a:gd name="connsiteY5262" fmla="*/ 1717404 h 2053176"/>
              <a:gd name="connsiteX5263" fmla="*/ 4883033 w 12188965"/>
              <a:gd name="connsiteY5263" fmla="*/ 1691745 h 2053176"/>
              <a:gd name="connsiteX5264" fmla="*/ 4908693 w 12188965"/>
              <a:gd name="connsiteY5264" fmla="*/ 1666086 h 2053176"/>
              <a:gd name="connsiteX5265" fmla="*/ 4844487 w 12188965"/>
              <a:gd name="connsiteY5265" fmla="*/ 1666086 h 2053176"/>
              <a:gd name="connsiteX5266" fmla="*/ 4870146 w 12188965"/>
              <a:gd name="connsiteY5266" fmla="*/ 1691745 h 2053176"/>
              <a:gd name="connsiteX5267" fmla="*/ 4844487 w 12188965"/>
              <a:gd name="connsiteY5267" fmla="*/ 1717404 h 2053176"/>
              <a:gd name="connsiteX5268" fmla="*/ 4818828 w 12188965"/>
              <a:gd name="connsiteY5268" fmla="*/ 1691745 h 2053176"/>
              <a:gd name="connsiteX5269" fmla="*/ 4844487 w 12188965"/>
              <a:gd name="connsiteY5269" fmla="*/ 1666086 h 2053176"/>
              <a:gd name="connsiteX5270" fmla="*/ 4780282 w 12188965"/>
              <a:gd name="connsiteY5270" fmla="*/ 1666086 h 2053176"/>
              <a:gd name="connsiteX5271" fmla="*/ 4805941 w 12188965"/>
              <a:gd name="connsiteY5271" fmla="*/ 1691745 h 2053176"/>
              <a:gd name="connsiteX5272" fmla="*/ 4780282 w 12188965"/>
              <a:gd name="connsiteY5272" fmla="*/ 1717404 h 2053176"/>
              <a:gd name="connsiteX5273" fmla="*/ 4754622 w 12188965"/>
              <a:gd name="connsiteY5273" fmla="*/ 1691745 h 2053176"/>
              <a:gd name="connsiteX5274" fmla="*/ 4780282 w 12188965"/>
              <a:gd name="connsiteY5274" fmla="*/ 1666086 h 2053176"/>
              <a:gd name="connsiteX5275" fmla="*/ 4716077 w 12188965"/>
              <a:gd name="connsiteY5275" fmla="*/ 1666086 h 2053176"/>
              <a:gd name="connsiteX5276" fmla="*/ 4741736 w 12188965"/>
              <a:gd name="connsiteY5276" fmla="*/ 1691745 h 2053176"/>
              <a:gd name="connsiteX5277" fmla="*/ 4716077 w 12188965"/>
              <a:gd name="connsiteY5277" fmla="*/ 1717404 h 2053176"/>
              <a:gd name="connsiteX5278" fmla="*/ 4690419 w 12188965"/>
              <a:gd name="connsiteY5278" fmla="*/ 1691745 h 2053176"/>
              <a:gd name="connsiteX5279" fmla="*/ 4716077 w 12188965"/>
              <a:gd name="connsiteY5279" fmla="*/ 1666086 h 2053176"/>
              <a:gd name="connsiteX5280" fmla="*/ 4651872 w 12188965"/>
              <a:gd name="connsiteY5280" fmla="*/ 1666086 h 2053176"/>
              <a:gd name="connsiteX5281" fmla="*/ 4677531 w 12188965"/>
              <a:gd name="connsiteY5281" fmla="*/ 1691745 h 2053176"/>
              <a:gd name="connsiteX5282" fmla="*/ 4651872 w 12188965"/>
              <a:gd name="connsiteY5282" fmla="*/ 1717404 h 2053176"/>
              <a:gd name="connsiteX5283" fmla="*/ 4626213 w 12188965"/>
              <a:gd name="connsiteY5283" fmla="*/ 1691745 h 2053176"/>
              <a:gd name="connsiteX5284" fmla="*/ 4651872 w 12188965"/>
              <a:gd name="connsiteY5284" fmla="*/ 1666086 h 2053176"/>
              <a:gd name="connsiteX5285" fmla="*/ 4587666 w 12188965"/>
              <a:gd name="connsiteY5285" fmla="*/ 1666086 h 2053176"/>
              <a:gd name="connsiteX5286" fmla="*/ 4613324 w 12188965"/>
              <a:gd name="connsiteY5286" fmla="*/ 1691745 h 2053176"/>
              <a:gd name="connsiteX5287" fmla="*/ 4587666 w 12188965"/>
              <a:gd name="connsiteY5287" fmla="*/ 1717404 h 2053176"/>
              <a:gd name="connsiteX5288" fmla="*/ 4562007 w 12188965"/>
              <a:gd name="connsiteY5288" fmla="*/ 1691745 h 2053176"/>
              <a:gd name="connsiteX5289" fmla="*/ 4587666 w 12188965"/>
              <a:gd name="connsiteY5289" fmla="*/ 1666086 h 2053176"/>
              <a:gd name="connsiteX5290" fmla="*/ 4523461 w 12188965"/>
              <a:gd name="connsiteY5290" fmla="*/ 1666086 h 2053176"/>
              <a:gd name="connsiteX5291" fmla="*/ 4549121 w 12188965"/>
              <a:gd name="connsiteY5291" fmla="*/ 1691745 h 2053176"/>
              <a:gd name="connsiteX5292" fmla="*/ 4523461 w 12188965"/>
              <a:gd name="connsiteY5292" fmla="*/ 1717404 h 2053176"/>
              <a:gd name="connsiteX5293" fmla="*/ 4497802 w 12188965"/>
              <a:gd name="connsiteY5293" fmla="*/ 1691745 h 2053176"/>
              <a:gd name="connsiteX5294" fmla="*/ 4523461 w 12188965"/>
              <a:gd name="connsiteY5294" fmla="*/ 1666086 h 2053176"/>
              <a:gd name="connsiteX5295" fmla="*/ 4395050 w 12188965"/>
              <a:gd name="connsiteY5295" fmla="*/ 1666086 h 2053176"/>
              <a:gd name="connsiteX5296" fmla="*/ 4420710 w 12188965"/>
              <a:gd name="connsiteY5296" fmla="*/ 1691745 h 2053176"/>
              <a:gd name="connsiteX5297" fmla="*/ 4395050 w 12188965"/>
              <a:gd name="connsiteY5297" fmla="*/ 1717404 h 2053176"/>
              <a:gd name="connsiteX5298" fmla="*/ 4369391 w 12188965"/>
              <a:gd name="connsiteY5298" fmla="*/ 1691745 h 2053176"/>
              <a:gd name="connsiteX5299" fmla="*/ 4395050 w 12188965"/>
              <a:gd name="connsiteY5299" fmla="*/ 1666086 h 2053176"/>
              <a:gd name="connsiteX5300" fmla="*/ 4266640 w 12188965"/>
              <a:gd name="connsiteY5300" fmla="*/ 1666086 h 2053176"/>
              <a:gd name="connsiteX5301" fmla="*/ 4292298 w 12188965"/>
              <a:gd name="connsiteY5301" fmla="*/ 1691745 h 2053176"/>
              <a:gd name="connsiteX5302" fmla="*/ 4266640 w 12188965"/>
              <a:gd name="connsiteY5302" fmla="*/ 1717404 h 2053176"/>
              <a:gd name="connsiteX5303" fmla="*/ 4240981 w 12188965"/>
              <a:gd name="connsiteY5303" fmla="*/ 1691745 h 2053176"/>
              <a:gd name="connsiteX5304" fmla="*/ 4266640 w 12188965"/>
              <a:gd name="connsiteY5304" fmla="*/ 1666086 h 2053176"/>
              <a:gd name="connsiteX5305" fmla="*/ 4202435 w 12188965"/>
              <a:gd name="connsiteY5305" fmla="*/ 1666086 h 2053176"/>
              <a:gd name="connsiteX5306" fmla="*/ 4228093 w 12188965"/>
              <a:gd name="connsiteY5306" fmla="*/ 1691745 h 2053176"/>
              <a:gd name="connsiteX5307" fmla="*/ 4202435 w 12188965"/>
              <a:gd name="connsiteY5307" fmla="*/ 1717404 h 2053176"/>
              <a:gd name="connsiteX5308" fmla="*/ 4176776 w 12188965"/>
              <a:gd name="connsiteY5308" fmla="*/ 1691745 h 2053176"/>
              <a:gd name="connsiteX5309" fmla="*/ 4202435 w 12188965"/>
              <a:gd name="connsiteY5309" fmla="*/ 1666086 h 2053176"/>
              <a:gd name="connsiteX5310" fmla="*/ 4073908 w 12188965"/>
              <a:gd name="connsiteY5310" fmla="*/ 1666086 h 2053176"/>
              <a:gd name="connsiteX5311" fmla="*/ 4099565 w 12188965"/>
              <a:gd name="connsiteY5311" fmla="*/ 1691745 h 2053176"/>
              <a:gd name="connsiteX5312" fmla="*/ 4073908 w 12188965"/>
              <a:gd name="connsiteY5312" fmla="*/ 1717404 h 2053176"/>
              <a:gd name="connsiteX5313" fmla="*/ 4048248 w 12188965"/>
              <a:gd name="connsiteY5313" fmla="*/ 1691745 h 2053176"/>
              <a:gd name="connsiteX5314" fmla="*/ 4073908 w 12188965"/>
              <a:gd name="connsiteY5314" fmla="*/ 1666086 h 2053176"/>
              <a:gd name="connsiteX5315" fmla="*/ 4009702 w 12188965"/>
              <a:gd name="connsiteY5315" fmla="*/ 1666086 h 2053176"/>
              <a:gd name="connsiteX5316" fmla="*/ 4035362 w 12188965"/>
              <a:gd name="connsiteY5316" fmla="*/ 1691745 h 2053176"/>
              <a:gd name="connsiteX5317" fmla="*/ 4009702 w 12188965"/>
              <a:gd name="connsiteY5317" fmla="*/ 1717404 h 2053176"/>
              <a:gd name="connsiteX5318" fmla="*/ 3984043 w 12188965"/>
              <a:gd name="connsiteY5318" fmla="*/ 1691745 h 2053176"/>
              <a:gd name="connsiteX5319" fmla="*/ 4009702 w 12188965"/>
              <a:gd name="connsiteY5319" fmla="*/ 1666086 h 2053176"/>
              <a:gd name="connsiteX5320" fmla="*/ 3945497 w 12188965"/>
              <a:gd name="connsiteY5320" fmla="*/ 1666086 h 2053176"/>
              <a:gd name="connsiteX5321" fmla="*/ 3971155 w 12188965"/>
              <a:gd name="connsiteY5321" fmla="*/ 1691745 h 2053176"/>
              <a:gd name="connsiteX5322" fmla="*/ 3945497 w 12188965"/>
              <a:gd name="connsiteY5322" fmla="*/ 1717404 h 2053176"/>
              <a:gd name="connsiteX5323" fmla="*/ 3919838 w 12188965"/>
              <a:gd name="connsiteY5323" fmla="*/ 1691745 h 2053176"/>
              <a:gd name="connsiteX5324" fmla="*/ 3945497 w 12188965"/>
              <a:gd name="connsiteY5324" fmla="*/ 1666086 h 2053176"/>
              <a:gd name="connsiteX5325" fmla="*/ 3881291 w 12188965"/>
              <a:gd name="connsiteY5325" fmla="*/ 1666086 h 2053176"/>
              <a:gd name="connsiteX5326" fmla="*/ 3906950 w 12188965"/>
              <a:gd name="connsiteY5326" fmla="*/ 1691745 h 2053176"/>
              <a:gd name="connsiteX5327" fmla="*/ 3881291 w 12188965"/>
              <a:gd name="connsiteY5327" fmla="*/ 1717404 h 2053176"/>
              <a:gd name="connsiteX5328" fmla="*/ 3855633 w 12188965"/>
              <a:gd name="connsiteY5328" fmla="*/ 1691745 h 2053176"/>
              <a:gd name="connsiteX5329" fmla="*/ 3881291 w 12188965"/>
              <a:gd name="connsiteY5329" fmla="*/ 1666086 h 2053176"/>
              <a:gd name="connsiteX5330" fmla="*/ 3817085 w 12188965"/>
              <a:gd name="connsiteY5330" fmla="*/ 1666086 h 2053176"/>
              <a:gd name="connsiteX5331" fmla="*/ 3842745 w 12188965"/>
              <a:gd name="connsiteY5331" fmla="*/ 1691745 h 2053176"/>
              <a:gd name="connsiteX5332" fmla="*/ 3817085 w 12188965"/>
              <a:gd name="connsiteY5332" fmla="*/ 1717404 h 2053176"/>
              <a:gd name="connsiteX5333" fmla="*/ 3791427 w 12188965"/>
              <a:gd name="connsiteY5333" fmla="*/ 1691745 h 2053176"/>
              <a:gd name="connsiteX5334" fmla="*/ 3817085 w 12188965"/>
              <a:gd name="connsiteY5334" fmla="*/ 1666086 h 2053176"/>
              <a:gd name="connsiteX5335" fmla="*/ 3752882 w 12188965"/>
              <a:gd name="connsiteY5335" fmla="*/ 1666086 h 2053176"/>
              <a:gd name="connsiteX5336" fmla="*/ 3778539 w 12188965"/>
              <a:gd name="connsiteY5336" fmla="*/ 1691745 h 2053176"/>
              <a:gd name="connsiteX5337" fmla="*/ 3752882 w 12188965"/>
              <a:gd name="connsiteY5337" fmla="*/ 1717404 h 2053176"/>
              <a:gd name="connsiteX5338" fmla="*/ 3727221 w 12188965"/>
              <a:gd name="connsiteY5338" fmla="*/ 1691745 h 2053176"/>
              <a:gd name="connsiteX5339" fmla="*/ 3752882 w 12188965"/>
              <a:gd name="connsiteY5339" fmla="*/ 1666086 h 2053176"/>
              <a:gd name="connsiteX5340" fmla="*/ 3688674 w 12188965"/>
              <a:gd name="connsiteY5340" fmla="*/ 1666086 h 2053176"/>
              <a:gd name="connsiteX5341" fmla="*/ 3714335 w 12188965"/>
              <a:gd name="connsiteY5341" fmla="*/ 1691745 h 2053176"/>
              <a:gd name="connsiteX5342" fmla="*/ 3688674 w 12188965"/>
              <a:gd name="connsiteY5342" fmla="*/ 1717404 h 2053176"/>
              <a:gd name="connsiteX5343" fmla="*/ 3663017 w 12188965"/>
              <a:gd name="connsiteY5343" fmla="*/ 1691745 h 2053176"/>
              <a:gd name="connsiteX5344" fmla="*/ 3688674 w 12188965"/>
              <a:gd name="connsiteY5344" fmla="*/ 1666086 h 2053176"/>
              <a:gd name="connsiteX5345" fmla="*/ 3624472 w 12188965"/>
              <a:gd name="connsiteY5345" fmla="*/ 1666086 h 2053176"/>
              <a:gd name="connsiteX5346" fmla="*/ 3650129 w 12188965"/>
              <a:gd name="connsiteY5346" fmla="*/ 1691745 h 2053176"/>
              <a:gd name="connsiteX5347" fmla="*/ 3624472 w 12188965"/>
              <a:gd name="connsiteY5347" fmla="*/ 1717404 h 2053176"/>
              <a:gd name="connsiteX5348" fmla="*/ 3598810 w 12188965"/>
              <a:gd name="connsiteY5348" fmla="*/ 1691745 h 2053176"/>
              <a:gd name="connsiteX5349" fmla="*/ 3624472 w 12188965"/>
              <a:gd name="connsiteY5349" fmla="*/ 1666086 h 2053176"/>
              <a:gd name="connsiteX5350" fmla="*/ 3496060 w 12188965"/>
              <a:gd name="connsiteY5350" fmla="*/ 1666086 h 2053176"/>
              <a:gd name="connsiteX5351" fmla="*/ 3521719 w 12188965"/>
              <a:gd name="connsiteY5351" fmla="*/ 1691745 h 2053176"/>
              <a:gd name="connsiteX5352" fmla="*/ 3496060 w 12188965"/>
              <a:gd name="connsiteY5352" fmla="*/ 1717404 h 2053176"/>
              <a:gd name="connsiteX5353" fmla="*/ 3470400 w 12188965"/>
              <a:gd name="connsiteY5353" fmla="*/ 1691745 h 2053176"/>
              <a:gd name="connsiteX5354" fmla="*/ 3496060 w 12188965"/>
              <a:gd name="connsiteY5354" fmla="*/ 1666086 h 2053176"/>
              <a:gd name="connsiteX5355" fmla="*/ 3431855 w 12188965"/>
              <a:gd name="connsiteY5355" fmla="*/ 1666086 h 2053176"/>
              <a:gd name="connsiteX5356" fmla="*/ 3457512 w 12188965"/>
              <a:gd name="connsiteY5356" fmla="*/ 1691745 h 2053176"/>
              <a:gd name="connsiteX5357" fmla="*/ 3431855 w 12188965"/>
              <a:gd name="connsiteY5357" fmla="*/ 1717404 h 2053176"/>
              <a:gd name="connsiteX5358" fmla="*/ 3406196 w 12188965"/>
              <a:gd name="connsiteY5358" fmla="*/ 1691745 h 2053176"/>
              <a:gd name="connsiteX5359" fmla="*/ 3431855 w 12188965"/>
              <a:gd name="connsiteY5359" fmla="*/ 1666086 h 2053176"/>
              <a:gd name="connsiteX5360" fmla="*/ 3367649 w 12188965"/>
              <a:gd name="connsiteY5360" fmla="*/ 1666086 h 2053176"/>
              <a:gd name="connsiteX5361" fmla="*/ 3393308 w 12188965"/>
              <a:gd name="connsiteY5361" fmla="*/ 1691745 h 2053176"/>
              <a:gd name="connsiteX5362" fmla="*/ 3367649 w 12188965"/>
              <a:gd name="connsiteY5362" fmla="*/ 1717404 h 2053176"/>
              <a:gd name="connsiteX5363" fmla="*/ 3341990 w 12188965"/>
              <a:gd name="connsiteY5363" fmla="*/ 1691745 h 2053176"/>
              <a:gd name="connsiteX5364" fmla="*/ 3367649 w 12188965"/>
              <a:gd name="connsiteY5364" fmla="*/ 1666086 h 2053176"/>
              <a:gd name="connsiteX5365" fmla="*/ 3303444 w 12188965"/>
              <a:gd name="connsiteY5365" fmla="*/ 1666086 h 2053176"/>
              <a:gd name="connsiteX5366" fmla="*/ 3329102 w 12188965"/>
              <a:gd name="connsiteY5366" fmla="*/ 1691745 h 2053176"/>
              <a:gd name="connsiteX5367" fmla="*/ 3303444 w 12188965"/>
              <a:gd name="connsiteY5367" fmla="*/ 1717404 h 2053176"/>
              <a:gd name="connsiteX5368" fmla="*/ 3277785 w 12188965"/>
              <a:gd name="connsiteY5368" fmla="*/ 1691745 h 2053176"/>
              <a:gd name="connsiteX5369" fmla="*/ 3303444 w 12188965"/>
              <a:gd name="connsiteY5369" fmla="*/ 1666086 h 2053176"/>
              <a:gd name="connsiteX5370" fmla="*/ 3239238 w 12188965"/>
              <a:gd name="connsiteY5370" fmla="*/ 1666086 h 2053176"/>
              <a:gd name="connsiteX5371" fmla="*/ 3264898 w 12188965"/>
              <a:gd name="connsiteY5371" fmla="*/ 1691745 h 2053176"/>
              <a:gd name="connsiteX5372" fmla="*/ 3239238 w 12188965"/>
              <a:gd name="connsiteY5372" fmla="*/ 1717404 h 2053176"/>
              <a:gd name="connsiteX5373" fmla="*/ 3213580 w 12188965"/>
              <a:gd name="connsiteY5373" fmla="*/ 1691745 h 2053176"/>
              <a:gd name="connsiteX5374" fmla="*/ 3239238 w 12188965"/>
              <a:gd name="connsiteY5374" fmla="*/ 1666086 h 2053176"/>
              <a:gd name="connsiteX5375" fmla="*/ 3110828 w 12188965"/>
              <a:gd name="connsiteY5375" fmla="*/ 1666086 h 2053176"/>
              <a:gd name="connsiteX5376" fmla="*/ 3136487 w 12188965"/>
              <a:gd name="connsiteY5376" fmla="*/ 1691745 h 2053176"/>
              <a:gd name="connsiteX5377" fmla="*/ 3110828 w 12188965"/>
              <a:gd name="connsiteY5377" fmla="*/ 1717404 h 2053176"/>
              <a:gd name="connsiteX5378" fmla="*/ 3085170 w 12188965"/>
              <a:gd name="connsiteY5378" fmla="*/ 1691745 h 2053176"/>
              <a:gd name="connsiteX5379" fmla="*/ 3110828 w 12188965"/>
              <a:gd name="connsiteY5379" fmla="*/ 1666086 h 2053176"/>
              <a:gd name="connsiteX5380" fmla="*/ 3046623 w 12188965"/>
              <a:gd name="connsiteY5380" fmla="*/ 1666086 h 2053176"/>
              <a:gd name="connsiteX5381" fmla="*/ 3072282 w 12188965"/>
              <a:gd name="connsiteY5381" fmla="*/ 1691745 h 2053176"/>
              <a:gd name="connsiteX5382" fmla="*/ 3046623 w 12188965"/>
              <a:gd name="connsiteY5382" fmla="*/ 1717404 h 2053176"/>
              <a:gd name="connsiteX5383" fmla="*/ 3020964 w 12188965"/>
              <a:gd name="connsiteY5383" fmla="*/ 1691745 h 2053176"/>
              <a:gd name="connsiteX5384" fmla="*/ 3046623 w 12188965"/>
              <a:gd name="connsiteY5384" fmla="*/ 1666086 h 2053176"/>
              <a:gd name="connsiteX5385" fmla="*/ 2982301 w 12188965"/>
              <a:gd name="connsiteY5385" fmla="*/ 1666086 h 2053176"/>
              <a:gd name="connsiteX5386" fmla="*/ 3007960 w 12188965"/>
              <a:gd name="connsiteY5386" fmla="*/ 1691745 h 2053176"/>
              <a:gd name="connsiteX5387" fmla="*/ 2982301 w 12188965"/>
              <a:gd name="connsiteY5387" fmla="*/ 1717404 h 2053176"/>
              <a:gd name="connsiteX5388" fmla="*/ 2956642 w 12188965"/>
              <a:gd name="connsiteY5388" fmla="*/ 1691745 h 2053176"/>
              <a:gd name="connsiteX5389" fmla="*/ 2982301 w 12188965"/>
              <a:gd name="connsiteY5389" fmla="*/ 1666086 h 2053176"/>
              <a:gd name="connsiteX5390" fmla="*/ 2918096 w 12188965"/>
              <a:gd name="connsiteY5390" fmla="*/ 1666086 h 2053176"/>
              <a:gd name="connsiteX5391" fmla="*/ 2943755 w 12188965"/>
              <a:gd name="connsiteY5391" fmla="*/ 1691745 h 2053176"/>
              <a:gd name="connsiteX5392" fmla="*/ 2918096 w 12188965"/>
              <a:gd name="connsiteY5392" fmla="*/ 1717404 h 2053176"/>
              <a:gd name="connsiteX5393" fmla="*/ 2892438 w 12188965"/>
              <a:gd name="connsiteY5393" fmla="*/ 1691745 h 2053176"/>
              <a:gd name="connsiteX5394" fmla="*/ 2918096 w 12188965"/>
              <a:gd name="connsiteY5394" fmla="*/ 1666086 h 2053176"/>
              <a:gd name="connsiteX5395" fmla="*/ 2853890 w 12188965"/>
              <a:gd name="connsiteY5395" fmla="*/ 1666086 h 2053176"/>
              <a:gd name="connsiteX5396" fmla="*/ 2879550 w 12188965"/>
              <a:gd name="connsiteY5396" fmla="*/ 1691745 h 2053176"/>
              <a:gd name="connsiteX5397" fmla="*/ 2853890 w 12188965"/>
              <a:gd name="connsiteY5397" fmla="*/ 1717404 h 2053176"/>
              <a:gd name="connsiteX5398" fmla="*/ 2828231 w 12188965"/>
              <a:gd name="connsiteY5398" fmla="*/ 1691745 h 2053176"/>
              <a:gd name="connsiteX5399" fmla="*/ 2853890 w 12188965"/>
              <a:gd name="connsiteY5399" fmla="*/ 1666086 h 2053176"/>
              <a:gd name="connsiteX5400" fmla="*/ 2789686 w 12188965"/>
              <a:gd name="connsiteY5400" fmla="*/ 1666086 h 2053176"/>
              <a:gd name="connsiteX5401" fmla="*/ 2815344 w 12188965"/>
              <a:gd name="connsiteY5401" fmla="*/ 1691745 h 2053176"/>
              <a:gd name="connsiteX5402" fmla="*/ 2789686 w 12188965"/>
              <a:gd name="connsiteY5402" fmla="*/ 1717404 h 2053176"/>
              <a:gd name="connsiteX5403" fmla="*/ 2764027 w 12188965"/>
              <a:gd name="connsiteY5403" fmla="*/ 1691745 h 2053176"/>
              <a:gd name="connsiteX5404" fmla="*/ 2789686 w 12188965"/>
              <a:gd name="connsiteY5404" fmla="*/ 1666086 h 2053176"/>
              <a:gd name="connsiteX5405" fmla="*/ 2725480 w 12188965"/>
              <a:gd name="connsiteY5405" fmla="*/ 1666086 h 2053176"/>
              <a:gd name="connsiteX5406" fmla="*/ 2751140 w 12188965"/>
              <a:gd name="connsiteY5406" fmla="*/ 1691745 h 2053176"/>
              <a:gd name="connsiteX5407" fmla="*/ 2725480 w 12188965"/>
              <a:gd name="connsiteY5407" fmla="*/ 1717404 h 2053176"/>
              <a:gd name="connsiteX5408" fmla="*/ 2699821 w 12188965"/>
              <a:gd name="connsiteY5408" fmla="*/ 1691745 h 2053176"/>
              <a:gd name="connsiteX5409" fmla="*/ 2725480 w 12188965"/>
              <a:gd name="connsiteY5409" fmla="*/ 1666086 h 2053176"/>
              <a:gd name="connsiteX5410" fmla="*/ 2597069 w 12188965"/>
              <a:gd name="connsiteY5410" fmla="*/ 1666086 h 2053176"/>
              <a:gd name="connsiteX5411" fmla="*/ 2622729 w 12188965"/>
              <a:gd name="connsiteY5411" fmla="*/ 1691745 h 2053176"/>
              <a:gd name="connsiteX5412" fmla="*/ 2597069 w 12188965"/>
              <a:gd name="connsiteY5412" fmla="*/ 1717404 h 2053176"/>
              <a:gd name="connsiteX5413" fmla="*/ 2571410 w 12188965"/>
              <a:gd name="connsiteY5413" fmla="*/ 1691745 h 2053176"/>
              <a:gd name="connsiteX5414" fmla="*/ 2597069 w 12188965"/>
              <a:gd name="connsiteY5414" fmla="*/ 1666086 h 2053176"/>
              <a:gd name="connsiteX5415" fmla="*/ 2532865 w 12188965"/>
              <a:gd name="connsiteY5415" fmla="*/ 1666086 h 2053176"/>
              <a:gd name="connsiteX5416" fmla="*/ 2558523 w 12188965"/>
              <a:gd name="connsiteY5416" fmla="*/ 1691745 h 2053176"/>
              <a:gd name="connsiteX5417" fmla="*/ 2532865 w 12188965"/>
              <a:gd name="connsiteY5417" fmla="*/ 1717404 h 2053176"/>
              <a:gd name="connsiteX5418" fmla="*/ 2507205 w 12188965"/>
              <a:gd name="connsiteY5418" fmla="*/ 1691745 h 2053176"/>
              <a:gd name="connsiteX5419" fmla="*/ 2532865 w 12188965"/>
              <a:gd name="connsiteY5419" fmla="*/ 1666086 h 2053176"/>
              <a:gd name="connsiteX5420" fmla="*/ 2404454 w 12188965"/>
              <a:gd name="connsiteY5420" fmla="*/ 1666086 h 2053176"/>
              <a:gd name="connsiteX5421" fmla="*/ 2430112 w 12188965"/>
              <a:gd name="connsiteY5421" fmla="*/ 1691745 h 2053176"/>
              <a:gd name="connsiteX5422" fmla="*/ 2404454 w 12188965"/>
              <a:gd name="connsiteY5422" fmla="*/ 1717404 h 2053176"/>
              <a:gd name="connsiteX5423" fmla="*/ 2378795 w 12188965"/>
              <a:gd name="connsiteY5423" fmla="*/ 1691745 h 2053176"/>
              <a:gd name="connsiteX5424" fmla="*/ 2404454 w 12188965"/>
              <a:gd name="connsiteY5424" fmla="*/ 1666086 h 2053176"/>
              <a:gd name="connsiteX5425" fmla="*/ 2340249 w 12188965"/>
              <a:gd name="connsiteY5425" fmla="*/ 1666086 h 2053176"/>
              <a:gd name="connsiteX5426" fmla="*/ 2365908 w 12188965"/>
              <a:gd name="connsiteY5426" fmla="*/ 1691745 h 2053176"/>
              <a:gd name="connsiteX5427" fmla="*/ 2340249 w 12188965"/>
              <a:gd name="connsiteY5427" fmla="*/ 1717404 h 2053176"/>
              <a:gd name="connsiteX5428" fmla="*/ 2314590 w 12188965"/>
              <a:gd name="connsiteY5428" fmla="*/ 1691745 h 2053176"/>
              <a:gd name="connsiteX5429" fmla="*/ 2340249 w 12188965"/>
              <a:gd name="connsiteY5429" fmla="*/ 1666086 h 2053176"/>
              <a:gd name="connsiteX5430" fmla="*/ 2276044 w 12188965"/>
              <a:gd name="connsiteY5430" fmla="*/ 1666086 h 2053176"/>
              <a:gd name="connsiteX5431" fmla="*/ 2301702 w 12188965"/>
              <a:gd name="connsiteY5431" fmla="*/ 1691745 h 2053176"/>
              <a:gd name="connsiteX5432" fmla="*/ 2276044 w 12188965"/>
              <a:gd name="connsiteY5432" fmla="*/ 1717404 h 2053176"/>
              <a:gd name="connsiteX5433" fmla="*/ 2250385 w 12188965"/>
              <a:gd name="connsiteY5433" fmla="*/ 1691745 h 2053176"/>
              <a:gd name="connsiteX5434" fmla="*/ 2276044 w 12188965"/>
              <a:gd name="connsiteY5434" fmla="*/ 1666086 h 2053176"/>
              <a:gd name="connsiteX5435" fmla="*/ 2211838 w 12188965"/>
              <a:gd name="connsiteY5435" fmla="*/ 1666086 h 2053176"/>
              <a:gd name="connsiteX5436" fmla="*/ 2237497 w 12188965"/>
              <a:gd name="connsiteY5436" fmla="*/ 1691745 h 2053176"/>
              <a:gd name="connsiteX5437" fmla="*/ 2211838 w 12188965"/>
              <a:gd name="connsiteY5437" fmla="*/ 1717404 h 2053176"/>
              <a:gd name="connsiteX5438" fmla="*/ 2186178 w 12188965"/>
              <a:gd name="connsiteY5438" fmla="*/ 1691745 h 2053176"/>
              <a:gd name="connsiteX5439" fmla="*/ 2211838 w 12188965"/>
              <a:gd name="connsiteY5439" fmla="*/ 1666086 h 2053176"/>
              <a:gd name="connsiteX5440" fmla="*/ 2147633 w 12188965"/>
              <a:gd name="connsiteY5440" fmla="*/ 1666086 h 2053176"/>
              <a:gd name="connsiteX5441" fmla="*/ 2173293 w 12188965"/>
              <a:gd name="connsiteY5441" fmla="*/ 1691745 h 2053176"/>
              <a:gd name="connsiteX5442" fmla="*/ 2147633 w 12188965"/>
              <a:gd name="connsiteY5442" fmla="*/ 1717404 h 2053176"/>
              <a:gd name="connsiteX5443" fmla="*/ 2121975 w 12188965"/>
              <a:gd name="connsiteY5443" fmla="*/ 1691745 h 2053176"/>
              <a:gd name="connsiteX5444" fmla="*/ 2147633 w 12188965"/>
              <a:gd name="connsiteY5444" fmla="*/ 1666086 h 2053176"/>
              <a:gd name="connsiteX5445" fmla="*/ 2083427 w 12188965"/>
              <a:gd name="connsiteY5445" fmla="*/ 1666086 h 2053176"/>
              <a:gd name="connsiteX5446" fmla="*/ 2109087 w 12188965"/>
              <a:gd name="connsiteY5446" fmla="*/ 1691745 h 2053176"/>
              <a:gd name="connsiteX5447" fmla="*/ 2083427 w 12188965"/>
              <a:gd name="connsiteY5447" fmla="*/ 1717404 h 2053176"/>
              <a:gd name="connsiteX5448" fmla="*/ 2057768 w 12188965"/>
              <a:gd name="connsiteY5448" fmla="*/ 1691745 h 2053176"/>
              <a:gd name="connsiteX5449" fmla="*/ 2083427 w 12188965"/>
              <a:gd name="connsiteY5449" fmla="*/ 1666086 h 2053176"/>
              <a:gd name="connsiteX5450" fmla="*/ 2019222 w 12188965"/>
              <a:gd name="connsiteY5450" fmla="*/ 1666086 h 2053176"/>
              <a:gd name="connsiteX5451" fmla="*/ 2044880 w 12188965"/>
              <a:gd name="connsiteY5451" fmla="*/ 1691745 h 2053176"/>
              <a:gd name="connsiteX5452" fmla="*/ 2019222 w 12188965"/>
              <a:gd name="connsiteY5452" fmla="*/ 1717404 h 2053176"/>
              <a:gd name="connsiteX5453" fmla="*/ 1993563 w 12188965"/>
              <a:gd name="connsiteY5453" fmla="*/ 1691745 h 2053176"/>
              <a:gd name="connsiteX5454" fmla="*/ 2019222 w 12188965"/>
              <a:gd name="connsiteY5454" fmla="*/ 1666086 h 2053176"/>
              <a:gd name="connsiteX5455" fmla="*/ 1955016 w 12188965"/>
              <a:gd name="connsiteY5455" fmla="*/ 1666086 h 2053176"/>
              <a:gd name="connsiteX5456" fmla="*/ 1980676 w 12188965"/>
              <a:gd name="connsiteY5456" fmla="*/ 1691745 h 2053176"/>
              <a:gd name="connsiteX5457" fmla="*/ 1955016 w 12188965"/>
              <a:gd name="connsiteY5457" fmla="*/ 1717404 h 2053176"/>
              <a:gd name="connsiteX5458" fmla="*/ 1929358 w 12188965"/>
              <a:gd name="connsiteY5458" fmla="*/ 1691745 h 2053176"/>
              <a:gd name="connsiteX5459" fmla="*/ 1955016 w 12188965"/>
              <a:gd name="connsiteY5459" fmla="*/ 1666086 h 2053176"/>
              <a:gd name="connsiteX5460" fmla="*/ 1890696 w 12188965"/>
              <a:gd name="connsiteY5460" fmla="*/ 1666086 h 2053176"/>
              <a:gd name="connsiteX5461" fmla="*/ 1916355 w 12188965"/>
              <a:gd name="connsiteY5461" fmla="*/ 1691745 h 2053176"/>
              <a:gd name="connsiteX5462" fmla="*/ 1890696 w 12188965"/>
              <a:gd name="connsiteY5462" fmla="*/ 1717404 h 2053176"/>
              <a:gd name="connsiteX5463" fmla="*/ 1865037 w 12188965"/>
              <a:gd name="connsiteY5463" fmla="*/ 1691745 h 2053176"/>
              <a:gd name="connsiteX5464" fmla="*/ 1890696 w 12188965"/>
              <a:gd name="connsiteY5464" fmla="*/ 1666086 h 2053176"/>
              <a:gd name="connsiteX5465" fmla="*/ 1826490 w 12188965"/>
              <a:gd name="connsiteY5465" fmla="*/ 1666086 h 2053176"/>
              <a:gd name="connsiteX5466" fmla="*/ 1852149 w 12188965"/>
              <a:gd name="connsiteY5466" fmla="*/ 1691745 h 2053176"/>
              <a:gd name="connsiteX5467" fmla="*/ 1826490 w 12188965"/>
              <a:gd name="connsiteY5467" fmla="*/ 1717404 h 2053176"/>
              <a:gd name="connsiteX5468" fmla="*/ 1800830 w 12188965"/>
              <a:gd name="connsiteY5468" fmla="*/ 1691745 h 2053176"/>
              <a:gd name="connsiteX5469" fmla="*/ 1826490 w 12188965"/>
              <a:gd name="connsiteY5469" fmla="*/ 1666086 h 2053176"/>
              <a:gd name="connsiteX5470" fmla="*/ 1762285 w 12188965"/>
              <a:gd name="connsiteY5470" fmla="*/ 1666086 h 2053176"/>
              <a:gd name="connsiteX5471" fmla="*/ 1787944 w 12188965"/>
              <a:gd name="connsiteY5471" fmla="*/ 1691745 h 2053176"/>
              <a:gd name="connsiteX5472" fmla="*/ 1762285 w 12188965"/>
              <a:gd name="connsiteY5472" fmla="*/ 1717404 h 2053176"/>
              <a:gd name="connsiteX5473" fmla="*/ 1736626 w 12188965"/>
              <a:gd name="connsiteY5473" fmla="*/ 1691745 h 2053176"/>
              <a:gd name="connsiteX5474" fmla="*/ 1762285 w 12188965"/>
              <a:gd name="connsiteY5474" fmla="*/ 1666086 h 2053176"/>
              <a:gd name="connsiteX5475" fmla="*/ 1698080 w 12188965"/>
              <a:gd name="connsiteY5475" fmla="*/ 1666086 h 2053176"/>
              <a:gd name="connsiteX5476" fmla="*/ 1723738 w 12188965"/>
              <a:gd name="connsiteY5476" fmla="*/ 1691745 h 2053176"/>
              <a:gd name="connsiteX5477" fmla="*/ 1698080 w 12188965"/>
              <a:gd name="connsiteY5477" fmla="*/ 1717404 h 2053176"/>
              <a:gd name="connsiteX5478" fmla="*/ 1672420 w 12188965"/>
              <a:gd name="connsiteY5478" fmla="*/ 1691745 h 2053176"/>
              <a:gd name="connsiteX5479" fmla="*/ 1698080 w 12188965"/>
              <a:gd name="connsiteY5479" fmla="*/ 1666086 h 2053176"/>
              <a:gd name="connsiteX5480" fmla="*/ 1633874 w 12188965"/>
              <a:gd name="connsiteY5480" fmla="*/ 1666086 h 2053176"/>
              <a:gd name="connsiteX5481" fmla="*/ 1659533 w 12188965"/>
              <a:gd name="connsiteY5481" fmla="*/ 1691745 h 2053176"/>
              <a:gd name="connsiteX5482" fmla="*/ 1633874 w 12188965"/>
              <a:gd name="connsiteY5482" fmla="*/ 1717404 h 2053176"/>
              <a:gd name="connsiteX5483" fmla="*/ 1608216 w 12188965"/>
              <a:gd name="connsiteY5483" fmla="*/ 1691745 h 2053176"/>
              <a:gd name="connsiteX5484" fmla="*/ 1633874 w 12188965"/>
              <a:gd name="connsiteY5484" fmla="*/ 1666086 h 2053176"/>
              <a:gd name="connsiteX5485" fmla="*/ 1569669 w 12188965"/>
              <a:gd name="connsiteY5485" fmla="*/ 1666086 h 2053176"/>
              <a:gd name="connsiteX5486" fmla="*/ 1595328 w 12188965"/>
              <a:gd name="connsiteY5486" fmla="*/ 1691745 h 2053176"/>
              <a:gd name="connsiteX5487" fmla="*/ 1569669 w 12188965"/>
              <a:gd name="connsiteY5487" fmla="*/ 1717404 h 2053176"/>
              <a:gd name="connsiteX5488" fmla="*/ 1544010 w 12188965"/>
              <a:gd name="connsiteY5488" fmla="*/ 1691745 h 2053176"/>
              <a:gd name="connsiteX5489" fmla="*/ 1569669 w 12188965"/>
              <a:gd name="connsiteY5489" fmla="*/ 1666086 h 2053176"/>
              <a:gd name="connsiteX5490" fmla="*/ 1505464 w 12188965"/>
              <a:gd name="connsiteY5490" fmla="*/ 1666086 h 2053176"/>
              <a:gd name="connsiteX5491" fmla="*/ 1531123 w 12188965"/>
              <a:gd name="connsiteY5491" fmla="*/ 1691745 h 2053176"/>
              <a:gd name="connsiteX5492" fmla="*/ 1505464 w 12188965"/>
              <a:gd name="connsiteY5492" fmla="*/ 1717404 h 2053176"/>
              <a:gd name="connsiteX5493" fmla="*/ 1479806 w 12188965"/>
              <a:gd name="connsiteY5493" fmla="*/ 1691745 h 2053176"/>
              <a:gd name="connsiteX5494" fmla="*/ 1505464 w 12188965"/>
              <a:gd name="connsiteY5494" fmla="*/ 1666086 h 2053176"/>
              <a:gd name="connsiteX5495" fmla="*/ 1441258 w 12188965"/>
              <a:gd name="connsiteY5495" fmla="*/ 1666086 h 2053176"/>
              <a:gd name="connsiteX5496" fmla="*/ 1466917 w 12188965"/>
              <a:gd name="connsiteY5496" fmla="*/ 1691745 h 2053176"/>
              <a:gd name="connsiteX5497" fmla="*/ 1441258 w 12188965"/>
              <a:gd name="connsiteY5497" fmla="*/ 1717404 h 2053176"/>
              <a:gd name="connsiteX5498" fmla="*/ 1415599 w 12188965"/>
              <a:gd name="connsiteY5498" fmla="*/ 1691745 h 2053176"/>
              <a:gd name="connsiteX5499" fmla="*/ 1441258 w 12188965"/>
              <a:gd name="connsiteY5499" fmla="*/ 1666086 h 2053176"/>
              <a:gd name="connsiteX5500" fmla="*/ 1377053 w 12188965"/>
              <a:gd name="connsiteY5500" fmla="*/ 1666086 h 2053176"/>
              <a:gd name="connsiteX5501" fmla="*/ 1402712 w 12188965"/>
              <a:gd name="connsiteY5501" fmla="*/ 1691745 h 2053176"/>
              <a:gd name="connsiteX5502" fmla="*/ 1377053 w 12188965"/>
              <a:gd name="connsiteY5502" fmla="*/ 1717404 h 2053176"/>
              <a:gd name="connsiteX5503" fmla="*/ 1351395 w 12188965"/>
              <a:gd name="connsiteY5503" fmla="*/ 1691745 h 2053176"/>
              <a:gd name="connsiteX5504" fmla="*/ 1377053 w 12188965"/>
              <a:gd name="connsiteY5504" fmla="*/ 1666086 h 2053176"/>
              <a:gd name="connsiteX5505" fmla="*/ 1248643 w 12188965"/>
              <a:gd name="connsiteY5505" fmla="*/ 1666086 h 2053176"/>
              <a:gd name="connsiteX5506" fmla="*/ 1274302 w 12188965"/>
              <a:gd name="connsiteY5506" fmla="*/ 1691745 h 2053176"/>
              <a:gd name="connsiteX5507" fmla="*/ 1248643 w 12188965"/>
              <a:gd name="connsiteY5507" fmla="*/ 1717404 h 2053176"/>
              <a:gd name="connsiteX5508" fmla="*/ 1222984 w 12188965"/>
              <a:gd name="connsiteY5508" fmla="*/ 1691745 h 2053176"/>
              <a:gd name="connsiteX5509" fmla="*/ 1248643 w 12188965"/>
              <a:gd name="connsiteY5509" fmla="*/ 1666086 h 2053176"/>
              <a:gd name="connsiteX5510" fmla="*/ 1184437 w 12188965"/>
              <a:gd name="connsiteY5510" fmla="*/ 1666086 h 2053176"/>
              <a:gd name="connsiteX5511" fmla="*/ 1210096 w 12188965"/>
              <a:gd name="connsiteY5511" fmla="*/ 1691745 h 2053176"/>
              <a:gd name="connsiteX5512" fmla="*/ 1184437 w 12188965"/>
              <a:gd name="connsiteY5512" fmla="*/ 1717404 h 2053176"/>
              <a:gd name="connsiteX5513" fmla="*/ 1158780 w 12188965"/>
              <a:gd name="connsiteY5513" fmla="*/ 1691745 h 2053176"/>
              <a:gd name="connsiteX5514" fmla="*/ 1184437 w 12188965"/>
              <a:gd name="connsiteY5514" fmla="*/ 1666086 h 2053176"/>
              <a:gd name="connsiteX5515" fmla="*/ 1120233 w 12188965"/>
              <a:gd name="connsiteY5515" fmla="*/ 1666086 h 2053176"/>
              <a:gd name="connsiteX5516" fmla="*/ 1145892 w 12188965"/>
              <a:gd name="connsiteY5516" fmla="*/ 1691745 h 2053176"/>
              <a:gd name="connsiteX5517" fmla="*/ 1120233 w 12188965"/>
              <a:gd name="connsiteY5517" fmla="*/ 1717404 h 2053176"/>
              <a:gd name="connsiteX5518" fmla="*/ 1094573 w 12188965"/>
              <a:gd name="connsiteY5518" fmla="*/ 1691745 h 2053176"/>
              <a:gd name="connsiteX5519" fmla="*/ 1120233 w 12188965"/>
              <a:gd name="connsiteY5519" fmla="*/ 1666086 h 2053176"/>
              <a:gd name="connsiteX5520" fmla="*/ 1056027 w 12188965"/>
              <a:gd name="connsiteY5520" fmla="*/ 1666086 h 2053176"/>
              <a:gd name="connsiteX5521" fmla="*/ 1081685 w 12188965"/>
              <a:gd name="connsiteY5521" fmla="*/ 1691745 h 2053176"/>
              <a:gd name="connsiteX5522" fmla="*/ 1056027 w 12188965"/>
              <a:gd name="connsiteY5522" fmla="*/ 1717404 h 2053176"/>
              <a:gd name="connsiteX5523" fmla="*/ 1030369 w 12188965"/>
              <a:gd name="connsiteY5523" fmla="*/ 1691745 h 2053176"/>
              <a:gd name="connsiteX5524" fmla="*/ 1056027 w 12188965"/>
              <a:gd name="connsiteY5524" fmla="*/ 1666086 h 2053176"/>
              <a:gd name="connsiteX5525" fmla="*/ 991823 w 12188965"/>
              <a:gd name="connsiteY5525" fmla="*/ 1666086 h 2053176"/>
              <a:gd name="connsiteX5526" fmla="*/ 1017481 w 12188965"/>
              <a:gd name="connsiteY5526" fmla="*/ 1691745 h 2053176"/>
              <a:gd name="connsiteX5527" fmla="*/ 991823 w 12188965"/>
              <a:gd name="connsiteY5527" fmla="*/ 1717404 h 2053176"/>
              <a:gd name="connsiteX5528" fmla="*/ 966162 w 12188965"/>
              <a:gd name="connsiteY5528" fmla="*/ 1691745 h 2053176"/>
              <a:gd name="connsiteX5529" fmla="*/ 991823 w 12188965"/>
              <a:gd name="connsiteY5529" fmla="*/ 1666086 h 2053176"/>
              <a:gd name="connsiteX5530" fmla="*/ 927616 w 12188965"/>
              <a:gd name="connsiteY5530" fmla="*/ 1666086 h 2053176"/>
              <a:gd name="connsiteX5531" fmla="*/ 953275 w 12188965"/>
              <a:gd name="connsiteY5531" fmla="*/ 1691745 h 2053176"/>
              <a:gd name="connsiteX5532" fmla="*/ 927616 w 12188965"/>
              <a:gd name="connsiteY5532" fmla="*/ 1717404 h 2053176"/>
              <a:gd name="connsiteX5533" fmla="*/ 901957 w 12188965"/>
              <a:gd name="connsiteY5533" fmla="*/ 1691745 h 2053176"/>
              <a:gd name="connsiteX5534" fmla="*/ 927616 w 12188965"/>
              <a:gd name="connsiteY5534" fmla="*/ 1666086 h 2053176"/>
              <a:gd name="connsiteX5535" fmla="*/ 863411 w 12188965"/>
              <a:gd name="connsiteY5535" fmla="*/ 1666086 h 2053176"/>
              <a:gd name="connsiteX5536" fmla="*/ 889071 w 12188965"/>
              <a:gd name="connsiteY5536" fmla="*/ 1691745 h 2053176"/>
              <a:gd name="connsiteX5537" fmla="*/ 863411 w 12188965"/>
              <a:gd name="connsiteY5537" fmla="*/ 1717404 h 2053176"/>
              <a:gd name="connsiteX5538" fmla="*/ 837752 w 12188965"/>
              <a:gd name="connsiteY5538" fmla="*/ 1691745 h 2053176"/>
              <a:gd name="connsiteX5539" fmla="*/ 863411 w 12188965"/>
              <a:gd name="connsiteY5539" fmla="*/ 1666086 h 2053176"/>
              <a:gd name="connsiteX5540" fmla="*/ 670679 w 12188965"/>
              <a:gd name="connsiteY5540" fmla="*/ 1666086 h 2053176"/>
              <a:gd name="connsiteX5541" fmla="*/ 696338 w 12188965"/>
              <a:gd name="connsiteY5541" fmla="*/ 1691745 h 2053176"/>
              <a:gd name="connsiteX5542" fmla="*/ 670679 w 12188965"/>
              <a:gd name="connsiteY5542" fmla="*/ 1717404 h 2053176"/>
              <a:gd name="connsiteX5543" fmla="*/ 645020 w 12188965"/>
              <a:gd name="connsiteY5543" fmla="*/ 1691745 h 2053176"/>
              <a:gd name="connsiteX5544" fmla="*/ 670679 w 12188965"/>
              <a:gd name="connsiteY5544" fmla="*/ 1666086 h 2053176"/>
              <a:gd name="connsiteX5545" fmla="*/ 606475 w 12188965"/>
              <a:gd name="connsiteY5545" fmla="*/ 1666086 h 2053176"/>
              <a:gd name="connsiteX5546" fmla="*/ 632134 w 12188965"/>
              <a:gd name="connsiteY5546" fmla="*/ 1691745 h 2053176"/>
              <a:gd name="connsiteX5547" fmla="*/ 606475 w 12188965"/>
              <a:gd name="connsiteY5547" fmla="*/ 1717404 h 2053176"/>
              <a:gd name="connsiteX5548" fmla="*/ 580815 w 12188965"/>
              <a:gd name="connsiteY5548" fmla="*/ 1691745 h 2053176"/>
              <a:gd name="connsiteX5549" fmla="*/ 606475 w 12188965"/>
              <a:gd name="connsiteY5549" fmla="*/ 1666086 h 2053176"/>
              <a:gd name="connsiteX5550" fmla="*/ 542268 w 12188965"/>
              <a:gd name="connsiteY5550" fmla="*/ 1666086 h 2053176"/>
              <a:gd name="connsiteX5551" fmla="*/ 567927 w 12188965"/>
              <a:gd name="connsiteY5551" fmla="*/ 1691745 h 2053176"/>
              <a:gd name="connsiteX5552" fmla="*/ 542268 w 12188965"/>
              <a:gd name="connsiteY5552" fmla="*/ 1717404 h 2053176"/>
              <a:gd name="connsiteX5553" fmla="*/ 516610 w 12188965"/>
              <a:gd name="connsiteY5553" fmla="*/ 1691745 h 2053176"/>
              <a:gd name="connsiteX5554" fmla="*/ 542268 w 12188965"/>
              <a:gd name="connsiteY5554" fmla="*/ 1666086 h 2053176"/>
              <a:gd name="connsiteX5555" fmla="*/ 478063 w 12188965"/>
              <a:gd name="connsiteY5555" fmla="*/ 1666086 h 2053176"/>
              <a:gd name="connsiteX5556" fmla="*/ 503724 w 12188965"/>
              <a:gd name="connsiteY5556" fmla="*/ 1691745 h 2053176"/>
              <a:gd name="connsiteX5557" fmla="*/ 478063 w 12188965"/>
              <a:gd name="connsiteY5557" fmla="*/ 1717404 h 2053176"/>
              <a:gd name="connsiteX5558" fmla="*/ 452404 w 12188965"/>
              <a:gd name="connsiteY5558" fmla="*/ 1691745 h 2053176"/>
              <a:gd name="connsiteX5559" fmla="*/ 478063 w 12188965"/>
              <a:gd name="connsiteY5559" fmla="*/ 1666086 h 2053176"/>
              <a:gd name="connsiteX5560" fmla="*/ 413858 w 12188965"/>
              <a:gd name="connsiteY5560" fmla="*/ 1666086 h 2053176"/>
              <a:gd name="connsiteX5561" fmla="*/ 439517 w 12188965"/>
              <a:gd name="connsiteY5561" fmla="*/ 1691745 h 2053176"/>
              <a:gd name="connsiteX5562" fmla="*/ 413858 w 12188965"/>
              <a:gd name="connsiteY5562" fmla="*/ 1717404 h 2053176"/>
              <a:gd name="connsiteX5563" fmla="*/ 388200 w 12188965"/>
              <a:gd name="connsiteY5563" fmla="*/ 1691745 h 2053176"/>
              <a:gd name="connsiteX5564" fmla="*/ 413858 w 12188965"/>
              <a:gd name="connsiteY5564" fmla="*/ 1666086 h 2053176"/>
              <a:gd name="connsiteX5565" fmla="*/ 346686 w 12188965"/>
              <a:gd name="connsiteY5565" fmla="*/ 1666086 h 2053176"/>
              <a:gd name="connsiteX5566" fmla="*/ 372344 w 12188965"/>
              <a:gd name="connsiteY5566" fmla="*/ 1691745 h 2053176"/>
              <a:gd name="connsiteX5567" fmla="*/ 346686 w 12188965"/>
              <a:gd name="connsiteY5567" fmla="*/ 1717404 h 2053176"/>
              <a:gd name="connsiteX5568" fmla="*/ 321027 w 12188965"/>
              <a:gd name="connsiteY5568" fmla="*/ 1691745 h 2053176"/>
              <a:gd name="connsiteX5569" fmla="*/ 346686 w 12188965"/>
              <a:gd name="connsiteY5569" fmla="*/ 1666086 h 2053176"/>
              <a:gd name="connsiteX5570" fmla="*/ 282480 w 12188965"/>
              <a:gd name="connsiteY5570" fmla="*/ 1666086 h 2053176"/>
              <a:gd name="connsiteX5571" fmla="*/ 308138 w 12188965"/>
              <a:gd name="connsiteY5571" fmla="*/ 1691745 h 2053176"/>
              <a:gd name="connsiteX5572" fmla="*/ 282480 w 12188965"/>
              <a:gd name="connsiteY5572" fmla="*/ 1717404 h 2053176"/>
              <a:gd name="connsiteX5573" fmla="*/ 256820 w 12188965"/>
              <a:gd name="connsiteY5573" fmla="*/ 1691745 h 2053176"/>
              <a:gd name="connsiteX5574" fmla="*/ 282480 w 12188965"/>
              <a:gd name="connsiteY5574" fmla="*/ 1666086 h 2053176"/>
              <a:gd name="connsiteX5575" fmla="*/ 218274 w 12188965"/>
              <a:gd name="connsiteY5575" fmla="*/ 1666086 h 2053176"/>
              <a:gd name="connsiteX5576" fmla="*/ 243932 w 12188965"/>
              <a:gd name="connsiteY5576" fmla="*/ 1691745 h 2053176"/>
              <a:gd name="connsiteX5577" fmla="*/ 218274 w 12188965"/>
              <a:gd name="connsiteY5577" fmla="*/ 1717404 h 2053176"/>
              <a:gd name="connsiteX5578" fmla="*/ 192615 w 12188965"/>
              <a:gd name="connsiteY5578" fmla="*/ 1691745 h 2053176"/>
              <a:gd name="connsiteX5579" fmla="*/ 218274 w 12188965"/>
              <a:gd name="connsiteY5579" fmla="*/ 1666086 h 2053176"/>
              <a:gd name="connsiteX5580" fmla="*/ 25659 w 12188965"/>
              <a:gd name="connsiteY5580" fmla="*/ 1666086 h 2053176"/>
              <a:gd name="connsiteX5581" fmla="*/ 51317 w 12188965"/>
              <a:gd name="connsiteY5581" fmla="*/ 1691745 h 2053176"/>
              <a:gd name="connsiteX5582" fmla="*/ 25659 w 12188965"/>
              <a:gd name="connsiteY5582" fmla="*/ 1717404 h 2053176"/>
              <a:gd name="connsiteX5583" fmla="*/ 0 w 12188965"/>
              <a:gd name="connsiteY5583" fmla="*/ 1691745 h 2053176"/>
              <a:gd name="connsiteX5584" fmla="*/ 25659 w 12188965"/>
              <a:gd name="connsiteY5584" fmla="*/ 1666086 h 2053176"/>
              <a:gd name="connsiteX5585" fmla="*/ 11582491 w 12188965"/>
              <a:gd name="connsiteY5585" fmla="*/ 1611634 h 2053176"/>
              <a:gd name="connsiteX5586" fmla="*/ 11595379 w 12188965"/>
              <a:gd name="connsiteY5586" fmla="*/ 1624521 h 2053176"/>
              <a:gd name="connsiteX5587" fmla="*/ 11582491 w 12188965"/>
              <a:gd name="connsiteY5587" fmla="*/ 1637409 h 2053176"/>
              <a:gd name="connsiteX5588" fmla="*/ 11569605 w 12188965"/>
              <a:gd name="connsiteY5588" fmla="*/ 1624521 h 2053176"/>
              <a:gd name="connsiteX5589" fmla="*/ 11582491 w 12188965"/>
              <a:gd name="connsiteY5589" fmla="*/ 1611634 h 2053176"/>
              <a:gd name="connsiteX5590" fmla="*/ 11518287 w 12188965"/>
              <a:gd name="connsiteY5590" fmla="*/ 1611634 h 2053176"/>
              <a:gd name="connsiteX5591" fmla="*/ 11531175 w 12188965"/>
              <a:gd name="connsiteY5591" fmla="*/ 1624521 h 2053176"/>
              <a:gd name="connsiteX5592" fmla="*/ 11518287 w 12188965"/>
              <a:gd name="connsiteY5592" fmla="*/ 1637409 h 2053176"/>
              <a:gd name="connsiteX5593" fmla="*/ 11505399 w 12188965"/>
              <a:gd name="connsiteY5593" fmla="*/ 1624521 h 2053176"/>
              <a:gd name="connsiteX5594" fmla="*/ 11518287 w 12188965"/>
              <a:gd name="connsiteY5594" fmla="*/ 1611634 h 2053176"/>
              <a:gd name="connsiteX5595" fmla="*/ 10169743 w 12188965"/>
              <a:gd name="connsiteY5595" fmla="*/ 1611634 h 2053176"/>
              <a:gd name="connsiteX5596" fmla="*/ 10182631 w 12188965"/>
              <a:gd name="connsiteY5596" fmla="*/ 1624521 h 2053176"/>
              <a:gd name="connsiteX5597" fmla="*/ 10169743 w 12188965"/>
              <a:gd name="connsiteY5597" fmla="*/ 1637409 h 2053176"/>
              <a:gd name="connsiteX5598" fmla="*/ 10156855 w 12188965"/>
              <a:gd name="connsiteY5598" fmla="*/ 1624521 h 2053176"/>
              <a:gd name="connsiteX5599" fmla="*/ 10169743 w 12188965"/>
              <a:gd name="connsiteY5599" fmla="*/ 1611634 h 2053176"/>
              <a:gd name="connsiteX5600" fmla="*/ 9848716 w 12188965"/>
              <a:gd name="connsiteY5600" fmla="*/ 1611634 h 2053176"/>
              <a:gd name="connsiteX5601" fmla="*/ 9861604 w 12188965"/>
              <a:gd name="connsiteY5601" fmla="*/ 1624521 h 2053176"/>
              <a:gd name="connsiteX5602" fmla="*/ 9848716 w 12188965"/>
              <a:gd name="connsiteY5602" fmla="*/ 1637409 h 2053176"/>
              <a:gd name="connsiteX5603" fmla="*/ 9835828 w 12188965"/>
              <a:gd name="connsiteY5603" fmla="*/ 1624521 h 2053176"/>
              <a:gd name="connsiteX5604" fmla="*/ 9848716 w 12188965"/>
              <a:gd name="connsiteY5604" fmla="*/ 1611634 h 2053176"/>
              <a:gd name="connsiteX5605" fmla="*/ 7023451 w 12188965"/>
              <a:gd name="connsiteY5605" fmla="*/ 1611634 h 2053176"/>
              <a:gd name="connsiteX5606" fmla="*/ 7036339 w 12188965"/>
              <a:gd name="connsiteY5606" fmla="*/ 1624521 h 2053176"/>
              <a:gd name="connsiteX5607" fmla="*/ 7023451 w 12188965"/>
              <a:gd name="connsiteY5607" fmla="*/ 1637409 h 2053176"/>
              <a:gd name="connsiteX5608" fmla="*/ 7010566 w 12188965"/>
              <a:gd name="connsiteY5608" fmla="*/ 1624521 h 2053176"/>
              <a:gd name="connsiteX5609" fmla="*/ 7023451 w 12188965"/>
              <a:gd name="connsiteY5609" fmla="*/ 1611634 h 2053176"/>
              <a:gd name="connsiteX5610" fmla="*/ 5871887 w 12188965"/>
              <a:gd name="connsiteY5610" fmla="*/ 1611634 h 2053176"/>
              <a:gd name="connsiteX5611" fmla="*/ 5884776 w 12188965"/>
              <a:gd name="connsiteY5611" fmla="*/ 1624521 h 2053176"/>
              <a:gd name="connsiteX5612" fmla="*/ 5871887 w 12188965"/>
              <a:gd name="connsiteY5612" fmla="*/ 1637409 h 2053176"/>
              <a:gd name="connsiteX5613" fmla="*/ 5859000 w 12188965"/>
              <a:gd name="connsiteY5613" fmla="*/ 1624521 h 2053176"/>
              <a:gd name="connsiteX5614" fmla="*/ 5871887 w 12188965"/>
              <a:gd name="connsiteY5614" fmla="*/ 1611634 h 2053176"/>
              <a:gd name="connsiteX5615" fmla="*/ 5807683 w 12188965"/>
              <a:gd name="connsiteY5615" fmla="*/ 1611634 h 2053176"/>
              <a:gd name="connsiteX5616" fmla="*/ 5820571 w 12188965"/>
              <a:gd name="connsiteY5616" fmla="*/ 1624521 h 2053176"/>
              <a:gd name="connsiteX5617" fmla="*/ 5807683 w 12188965"/>
              <a:gd name="connsiteY5617" fmla="*/ 1637409 h 2053176"/>
              <a:gd name="connsiteX5618" fmla="*/ 5794796 w 12188965"/>
              <a:gd name="connsiteY5618" fmla="*/ 1624521 h 2053176"/>
              <a:gd name="connsiteX5619" fmla="*/ 5807683 w 12188965"/>
              <a:gd name="connsiteY5619" fmla="*/ 1611634 h 2053176"/>
              <a:gd name="connsiteX5620" fmla="*/ 4459140 w 12188965"/>
              <a:gd name="connsiteY5620" fmla="*/ 1611634 h 2053176"/>
              <a:gd name="connsiteX5621" fmla="*/ 4472025 w 12188965"/>
              <a:gd name="connsiteY5621" fmla="*/ 1624521 h 2053176"/>
              <a:gd name="connsiteX5622" fmla="*/ 4459140 w 12188965"/>
              <a:gd name="connsiteY5622" fmla="*/ 1637409 h 2053176"/>
              <a:gd name="connsiteX5623" fmla="*/ 4446252 w 12188965"/>
              <a:gd name="connsiteY5623" fmla="*/ 1624521 h 2053176"/>
              <a:gd name="connsiteX5624" fmla="*/ 4459140 w 12188965"/>
              <a:gd name="connsiteY5624" fmla="*/ 1611634 h 2053176"/>
              <a:gd name="connsiteX5625" fmla="*/ 4138112 w 12188965"/>
              <a:gd name="connsiteY5625" fmla="*/ 1611634 h 2053176"/>
              <a:gd name="connsiteX5626" fmla="*/ 4151000 w 12188965"/>
              <a:gd name="connsiteY5626" fmla="*/ 1624521 h 2053176"/>
              <a:gd name="connsiteX5627" fmla="*/ 4138112 w 12188965"/>
              <a:gd name="connsiteY5627" fmla="*/ 1637409 h 2053176"/>
              <a:gd name="connsiteX5628" fmla="*/ 4125224 w 12188965"/>
              <a:gd name="connsiteY5628" fmla="*/ 1624521 h 2053176"/>
              <a:gd name="connsiteX5629" fmla="*/ 4138112 w 12188965"/>
              <a:gd name="connsiteY5629" fmla="*/ 1611634 h 2053176"/>
              <a:gd name="connsiteX5630" fmla="*/ 1312848 w 12188965"/>
              <a:gd name="connsiteY5630" fmla="*/ 1611634 h 2053176"/>
              <a:gd name="connsiteX5631" fmla="*/ 1325735 w 12188965"/>
              <a:gd name="connsiteY5631" fmla="*/ 1624521 h 2053176"/>
              <a:gd name="connsiteX5632" fmla="*/ 1312848 w 12188965"/>
              <a:gd name="connsiteY5632" fmla="*/ 1637409 h 2053176"/>
              <a:gd name="connsiteX5633" fmla="*/ 1299962 w 12188965"/>
              <a:gd name="connsiteY5633" fmla="*/ 1624521 h 2053176"/>
              <a:gd name="connsiteX5634" fmla="*/ 1312848 w 12188965"/>
              <a:gd name="connsiteY5634" fmla="*/ 1611634 h 2053176"/>
              <a:gd name="connsiteX5635" fmla="*/ 154069 w 12188965"/>
              <a:gd name="connsiteY5635" fmla="*/ 1611634 h 2053176"/>
              <a:gd name="connsiteX5636" fmla="*/ 166957 w 12188965"/>
              <a:gd name="connsiteY5636" fmla="*/ 1624521 h 2053176"/>
              <a:gd name="connsiteX5637" fmla="*/ 154069 w 12188965"/>
              <a:gd name="connsiteY5637" fmla="*/ 1637409 h 2053176"/>
              <a:gd name="connsiteX5638" fmla="*/ 141182 w 12188965"/>
              <a:gd name="connsiteY5638" fmla="*/ 1624521 h 2053176"/>
              <a:gd name="connsiteX5639" fmla="*/ 154069 w 12188965"/>
              <a:gd name="connsiteY5639" fmla="*/ 1611634 h 2053176"/>
              <a:gd name="connsiteX5640" fmla="*/ 89864 w 12188965"/>
              <a:gd name="connsiteY5640" fmla="*/ 1611634 h 2053176"/>
              <a:gd name="connsiteX5641" fmla="*/ 102752 w 12188965"/>
              <a:gd name="connsiteY5641" fmla="*/ 1624521 h 2053176"/>
              <a:gd name="connsiteX5642" fmla="*/ 89864 w 12188965"/>
              <a:gd name="connsiteY5642" fmla="*/ 1637409 h 2053176"/>
              <a:gd name="connsiteX5643" fmla="*/ 76977 w 12188965"/>
              <a:gd name="connsiteY5643" fmla="*/ 1624521 h 2053176"/>
              <a:gd name="connsiteX5644" fmla="*/ 89864 w 12188965"/>
              <a:gd name="connsiteY5644" fmla="*/ 1611634 h 2053176"/>
              <a:gd name="connsiteX5645" fmla="*/ 12099103 w 12188965"/>
              <a:gd name="connsiteY5645" fmla="*/ 1598863 h 2053176"/>
              <a:gd name="connsiteX5646" fmla="*/ 12124761 w 12188965"/>
              <a:gd name="connsiteY5646" fmla="*/ 1624521 h 2053176"/>
              <a:gd name="connsiteX5647" fmla="*/ 12099103 w 12188965"/>
              <a:gd name="connsiteY5647" fmla="*/ 1650180 h 2053176"/>
              <a:gd name="connsiteX5648" fmla="*/ 12073441 w 12188965"/>
              <a:gd name="connsiteY5648" fmla="*/ 1624521 h 2053176"/>
              <a:gd name="connsiteX5649" fmla="*/ 12099103 w 12188965"/>
              <a:gd name="connsiteY5649" fmla="*/ 1598863 h 2053176"/>
              <a:gd name="connsiteX5650" fmla="*/ 12034897 w 12188965"/>
              <a:gd name="connsiteY5650" fmla="*/ 1598863 h 2053176"/>
              <a:gd name="connsiteX5651" fmla="*/ 12060557 w 12188965"/>
              <a:gd name="connsiteY5651" fmla="*/ 1624521 h 2053176"/>
              <a:gd name="connsiteX5652" fmla="*/ 12034897 w 12188965"/>
              <a:gd name="connsiteY5652" fmla="*/ 1650180 h 2053176"/>
              <a:gd name="connsiteX5653" fmla="*/ 12009237 w 12188965"/>
              <a:gd name="connsiteY5653" fmla="*/ 1624521 h 2053176"/>
              <a:gd name="connsiteX5654" fmla="*/ 12034897 w 12188965"/>
              <a:gd name="connsiteY5654" fmla="*/ 1598863 h 2053176"/>
              <a:gd name="connsiteX5655" fmla="*/ 11970691 w 12188965"/>
              <a:gd name="connsiteY5655" fmla="*/ 1598863 h 2053176"/>
              <a:gd name="connsiteX5656" fmla="*/ 11996349 w 12188965"/>
              <a:gd name="connsiteY5656" fmla="*/ 1624521 h 2053176"/>
              <a:gd name="connsiteX5657" fmla="*/ 11970691 w 12188965"/>
              <a:gd name="connsiteY5657" fmla="*/ 1650180 h 2053176"/>
              <a:gd name="connsiteX5658" fmla="*/ 11945033 w 12188965"/>
              <a:gd name="connsiteY5658" fmla="*/ 1624521 h 2053176"/>
              <a:gd name="connsiteX5659" fmla="*/ 11970691 w 12188965"/>
              <a:gd name="connsiteY5659" fmla="*/ 1598863 h 2053176"/>
              <a:gd name="connsiteX5660" fmla="*/ 11906483 w 12188965"/>
              <a:gd name="connsiteY5660" fmla="*/ 1598863 h 2053176"/>
              <a:gd name="connsiteX5661" fmla="*/ 11932145 w 12188965"/>
              <a:gd name="connsiteY5661" fmla="*/ 1624521 h 2053176"/>
              <a:gd name="connsiteX5662" fmla="*/ 11906483 w 12188965"/>
              <a:gd name="connsiteY5662" fmla="*/ 1650180 h 2053176"/>
              <a:gd name="connsiteX5663" fmla="*/ 11880825 w 12188965"/>
              <a:gd name="connsiteY5663" fmla="*/ 1624521 h 2053176"/>
              <a:gd name="connsiteX5664" fmla="*/ 11906483 w 12188965"/>
              <a:gd name="connsiteY5664" fmla="*/ 1598863 h 2053176"/>
              <a:gd name="connsiteX5665" fmla="*/ 11842279 w 12188965"/>
              <a:gd name="connsiteY5665" fmla="*/ 1598863 h 2053176"/>
              <a:gd name="connsiteX5666" fmla="*/ 11867941 w 12188965"/>
              <a:gd name="connsiteY5666" fmla="*/ 1624521 h 2053176"/>
              <a:gd name="connsiteX5667" fmla="*/ 11842279 w 12188965"/>
              <a:gd name="connsiteY5667" fmla="*/ 1650180 h 2053176"/>
              <a:gd name="connsiteX5668" fmla="*/ 11816621 w 12188965"/>
              <a:gd name="connsiteY5668" fmla="*/ 1624521 h 2053176"/>
              <a:gd name="connsiteX5669" fmla="*/ 11842279 w 12188965"/>
              <a:gd name="connsiteY5669" fmla="*/ 1598863 h 2053176"/>
              <a:gd name="connsiteX5670" fmla="*/ 11775107 w 12188965"/>
              <a:gd name="connsiteY5670" fmla="*/ 1598863 h 2053176"/>
              <a:gd name="connsiteX5671" fmla="*/ 11800767 w 12188965"/>
              <a:gd name="connsiteY5671" fmla="*/ 1624521 h 2053176"/>
              <a:gd name="connsiteX5672" fmla="*/ 11775107 w 12188965"/>
              <a:gd name="connsiteY5672" fmla="*/ 1650180 h 2053176"/>
              <a:gd name="connsiteX5673" fmla="*/ 11749449 w 12188965"/>
              <a:gd name="connsiteY5673" fmla="*/ 1624521 h 2053176"/>
              <a:gd name="connsiteX5674" fmla="*/ 11775107 w 12188965"/>
              <a:gd name="connsiteY5674" fmla="*/ 1598863 h 2053176"/>
              <a:gd name="connsiteX5675" fmla="*/ 11710901 w 12188965"/>
              <a:gd name="connsiteY5675" fmla="*/ 1598863 h 2053176"/>
              <a:gd name="connsiteX5676" fmla="*/ 11736561 w 12188965"/>
              <a:gd name="connsiteY5676" fmla="*/ 1624521 h 2053176"/>
              <a:gd name="connsiteX5677" fmla="*/ 11710901 w 12188965"/>
              <a:gd name="connsiteY5677" fmla="*/ 1650180 h 2053176"/>
              <a:gd name="connsiteX5678" fmla="*/ 11685243 w 12188965"/>
              <a:gd name="connsiteY5678" fmla="*/ 1624521 h 2053176"/>
              <a:gd name="connsiteX5679" fmla="*/ 11710901 w 12188965"/>
              <a:gd name="connsiteY5679" fmla="*/ 1598863 h 2053176"/>
              <a:gd name="connsiteX5680" fmla="*/ 11646697 w 12188965"/>
              <a:gd name="connsiteY5680" fmla="*/ 1598863 h 2053176"/>
              <a:gd name="connsiteX5681" fmla="*/ 11672355 w 12188965"/>
              <a:gd name="connsiteY5681" fmla="*/ 1624521 h 2053176"/>
              <a:gd name="connsiteX5682" fmla="*/ 11646697 w 12188965"/>
              <a:gd name="connsiteY5682" fmla="*/ 1650180 h 2053176"/>
              <a:gd name="connsiteX5683" fmla="*/ 11621037 w 12188965"/>
              <a:gd name="connsiteY5683" fmla="*/ 1624521 h 2053176"/>
              <a:gd name="connsiteX5684" fmla="*/ 11646697 w 12188965"/>
              <a:gd name="connsiteY5684" fmla="*/ 1598863 h 2053176"/>
              <a:gd name="connsiteX5685" fmla="*/ 11454081 w 12188965"/>
              <a:gd name="connsiteY5685" fmla="*/ 1598863 h 2053176"/>
              <a:gd name="connsiteX5686" fmla="*/ 11479739 w 12188965"/>
              <a:gd name="connsiteY5686" fmla="*/ 1624521 h 2053176"/>
              <a:gd name="connsiteX5687" fmla="*/ 11454081 w 12188965"/>
              <a:gd name="connsiteY5687" fmla="*/ 1650180 h 2053176"/>
              <a:gd name="connsiteX5688" fmla="*/ 11428421 w 12188965"/>
              <a:gd name="connsiteY5688" fmla="*/ 1624521 h 2053176"/>
              <a:gd name="connsiteX5689" fmla="*/ 11454081 w 12188965"/>
              <a:gd name="connsiteY5689" fmla="*/ 1598863 h 2053176"/>
              <a:gd name="connsiteX5690" fmla="*/ 11389875 w 12188965"/>
              <a:gd name="connsiteY5690" fmla="*/ 1598863 h 2053176"/>
              <a:gd name="connsiteX5691" fmla="*/ 11415533 w 12188965"/>
              <a:gd name="connsiteY5691" fmla="*/ 1624521 h 2053176"/>
              <a:gd name="connsiteX5692" fmla="*/ 11389875 w 12188965"/>
              <a:gd name="connsiteY5692" fmla="*/ 1650180 h 2053176"/>
              <a:gd name="connsiteX5693" fmla="*/ 11364217 w 12188965"/>
              <a:gd name="connsiteY5693" fmla="*/ 1624521 h 2053176"/>
              <a:gd name="connsiteX5694" fmla="*/ 11389875 w 12188965"/>
              <a:gd name="connsiteY5694" fmla="*/ 1598863 h 2053176"/>
              <a:gd name="connsiteX5695" fmla="*/ 11325670 w 12188965"/>
              <a:gd name="connsiteY5695" fmla="*/ 1598863 h 2053176"/>
              <a:gd name="connsiteX5696" fmla="*/ 11351329 w 12188965"/>
              <a:gd name="connsiteY5696" fmla="*/ 1624521 h 2053176"/>
              <a:gd name="connsiteX5697" fmla="*/ 11325670 w 12188965"/>
              <a:gd name="connsiteY5697" fmla="*/ 1650180 h 2053176"/>
              <a:gd name="connsiteX5698" fmla="*/ 11300012 w 12188965"/>
              <a:gd name="connsiteY5698" fmla="*/ 1624521 h 2053176"/>
              <a:gd name="connsiteX5699" fmla="*/ 11325670 w 12188965"/>
              <a:gd name="connsiteY5699" fmla="*/ 1598863 h 2053176"/>
              <a:gd name="connsiteX5700" fmla="*/ 11261466 w 12188965"/>
              <a:gd name="connsiteY5700" fmla="*/ 1598863 h 2053176"/>
              <a:gd name="connsiteX5701" fmla="*/ 11287124 w 12188965"/>
              <a:gd name="connsiteY5701" fmla="*/ 1624521 h 2053176"/>
              <a:gd name="connsiteX5702" fmla="*/ 11261466 w 12188965"/>
              <a:gd name="connsiteY5702" fmla="*/ 1650180 h 2053176"/>
              <a:gd name="connsiteX5703" fmla="*/ 11235805 w 12188965"/>
              <a:gd name="connsiteY5703" fmla="*/ 1624521 h 2053176"/>
              <a:gd name="connsiteX5704" fmla="*/ 11261466 w 12188965"/>
              <a:gd name="connsiteY5704" fmla="*/ 1598863 h 2053176"/>
              <a:gd name="connsiteX5705" fmla="*/ 11197259 w 12188965"/>
              <a:gd name="connsiteY5705" fmla="*/ 1598863 h 2053176"/>
              <a:gd name="connsiteX5706" fmla="*/ 11222917 w 12188965"/>
              <a:gd name="connsiteY5706" fmla="*/ 1624521 h 2053176"/>
              <a:gd name="connsiteX5707" fmla="*/ 11197259 w 12188965"/>
              <a:gd name="connsiteY5707" fmla="*/ 1650180 h 2053176"/>
              <a:gd name="connsiteX5708" fmla="*/ 11171601 w 12188965"/>
              <a:gd name="connsiteY5708" fmla="*/ 1624521 h 2053176"/>
              <a:gd name="connsiteX5709" fmla="*/ 11197259 w 12188965"/>
              <a:gd name="connsiteY5709" fmla="*/ 1598863 h 2053176"/>
              <a:gd name="connsiteX5710" fmla="*/ 11133055 w 12188965"/>
              <a:gd name="connsiteY5710" fmla="*/ 1598863 h 2053176"/>
              <a:gd name="connsiteX5711" fmla="*/ 11158713 w 12188965"/>
              <a:gd name="connsiteY5711" fmla="*/ 1624521 h 2053176"/>
              <a:gd name="connsiteX5712" fmla="*/ 11133055 w 12188965"/>
              <a:gd name="connsiteY5712" fmla="*/ 1650180 h 2053176"/>
              <a:gd name="connsiteX5713" fmla="*/ 11107396 w 12188965"/>
              <a:gd name="connsiteY5713" fmla="*/ 1624521 h 2053176"/>
              <a:gd name="connsiteX5714" fmla="*/ 11133055 w 12188965"/>
              <a:gd name="connsiteY5714" fmla="*/ 1598863 h 2053176"/>
              <a:gd name="connsiteX5715" fmla="*/ 11068848 w 12188965"/>
              <a:gd name="connsiteY5715" fmla="*/ 1598863 h 2053176"/>
              <a:gd name="connsiteX5716" fmla="*/ 11094509 w 12188965"/>
              <a:gd name="connsiteY5716" fmla="*/ 1624521 h 2053176"/>
              <a:gd name="connsiteX5717" fmla="*/ 11068848 w 12188965"/>
              <a:gd name="connsiteY5717" fmla="*/ 1650180 h 2053176"/>
              <a:gd name="connsiteX5718" fmla="*/ 11043189 w 12188965"/>
              <a:gd name="connsiteY5718" fmla="*/ 1624521 h 2053176"/>
              <a:gd name="connsiteX5719" fmla="*/ 11068848 w 12188965"/>
              <a:gd name="connsiteY5719" fmla="*/ 1598863 h 2053176"/>
              <a:gd name="connsiteX5720" fmla="*/ 11004643 w 12188965"/>
              <a:gd name="connsiteY5720" fmla="*/ 1598863 h 2053176"/>
              <a:gd name="connsiteX5721" fmla="*/ 11030301 w 12188965"/>
              <a:gd name="connsiteY5721" fmla="*/ 1624521 h 2053176"/>
              <a:gd name="connsiteX5722" fmla="*/ 11004643 w 12188965"/>
              <a:gd name="connsiteY5722" fmla="*/ 1650180 h 2053176"/>
              <a:gd name="connsiteX5723" fmla="*/ 10978985 w 12188965"/>
              <a:gd name="connsiteY5723" fmla="*/ 1624521 h 2053176"/>
              <a:gd name="connsiteX5724" fmla="*/ 11004643 w 12188965"/>
              <a:gd name="connsiteY5724" fmla="*/ 1598863 h 2053176"/>
              <a:gd name="connsiteX5725" fmla="*/ 10940321 w 12188965"/>
              <a:gd name="connsiteY5725" fmla="*/ 1598863 h 2053176"/>
              <a:gd name="connsiteX5726" fmla="*/ 10965982 w 12188965"/>
              <a:gd name="connsiteY5726" fmla="*/ 1624521 h 2053176"/>
              <a:gd name="connsiteX5727" fmla="*/ 10940321 w 12188965"/>
              <a:gd name="connsiteY5727" fmla="*/ 1650180 h 2053176"/>
              <a:gd name="connsiteX5728" fmla="*/ 10914663 w 12188965"/>
              <a:gd name="connsiteY5728" fmla="*/ 1624521 h 2053176"/>
              <a:gd name="connsiteX5729" fmla="*/ 10940321 w 12188965"/>
              <a:gd name="connsiteY5729" fmla="*/ 1598863 h 2053176"/>
              <a:gd name="connsiteX5730" fmla="*/ 10811912 w 12188965"/>
              <a:gd name="connsiteY5730" fmla="*/ 1598863 h 2053176"/>
              <a:gd name="connsiteX5731" fmla="*/ 10837571 w 12188965"/>
              <a:gd name="connsiteY5731" fmla="*/ 1624521 h 2053176"/>
              <a:gd name="connsiteX5732" fmla="*/ 10811912 w 12188965"/>
              <a:gd name="connsiteY5732" fmla="*/ 1650180 h 2053176"/>
              <a:gd name="connsiteX5733" fmla="*/ 10786254 w 12188965"/>
              <a:gd name="connsiteY5733" fmla="*/ 1624521 h 2053176"/>
              <a:gd name="connsiteX5734" fmla="*/ 10811912 w 12188965"/>
              <a:gd name="connsiteY5734" fmla="*/ 1598863 h 2053176"/>
              <a:gd name="connsiteX5735" fmla="*/ 10747708 w 12188965"/>
              <a:gd name="connsiteY5735" fmla="*/ 1598863 h 2053176"/>
              <a:gd name="connsiteX5736" fmla="*/ 10773366 w 12188965"/>
              <a:gd name="connsiteY5736" fmla="*/ 1624521 h 2053176"/>
              <a:gd name="connsiteX5737" fmla="*/ 10747708 w 12188965"/>
              <a:gd name="connsiteY5737" fmla="*/ 1650180 h 2053176"/>
              <a:gd name="connsiteX5738" fmla="*/ 10722047 w 12188965"/>
              <a:gd name="connsiteY5738" fmla="*/ 1624521 h 2053176"/>
              <a:gd name="connsiteX5739" fmla="*/ 10747708 w 12188965"/>
              <a:gd name="connsiteY5739" fmla="*/ 1598863 h 2053176"/>
              <a:gd name="connsiteX5740" fmla="*/ 10683501 w 12188965"/>
              <a:gd name="connsiteY5740" fmla="*/ 1598863 h 2053176"/>
              <a:gd name="connsiteX5741" fmla="*/ 10709159 w 12188965"/>
              <a:gd name="connsiteY5741" fmla="*/ 1624521 h 2053176"/>
              <a:gd name="connsiteX5742" fmla="*/ 10683501 w 12188965"/>
              <a:gd name="connsiteY5742" fmla="*/ 1650180 h 2053176"/>
              <a:gd name="connsiteX5743" fmla="*/ 10657843 w 12188965"/>
              <a:gd name="connsiteY5743" fmla="*/ 1624521 h 2053176"/>
              <a:gd name="connsiteX5744" fmla="*/ 10683501 w 12188965"/>
              <a:gd name="connsiteY5744" fmla="*/ 1598863 h 2053176"/>
              <a:gd name="connsiteX5745" fmla="*/ 10619297 w 12188965"/>
              <a:gd name="connsiteY5745" fmla="*/ 1598863 h 2053176"/>
              <a:gd name="connsiteX5746" fmla="*/ 10644955 w 12188965"/>
              <a:gd name="connsiteY5746" fmla="*/ 1624521 h 2053176"/>
              <a:gd name="connsiteX5747" fmla="*/ 10619297 w 12188965"/>
              <a:gd name="connsiteY5747" fmla="*/ 1650180 h 2053176"/>
              <a:gd name="connsiteX5748" fmla="*/ 10593639 w 12188965"/>
              <a:gd name="connsiteY5748" fmla="*/ 1624521 h 2053176"/>
              <a:gd name="connsiteX5749" fmla="*/ 10619297 w 12188965"/>
              <a:gd name="connsiteY5749" fmla="*/ 1598863 h 2053176"/>
              <a:gd name="connsiteX5750" fmla="*/ 10555092 w 12188965"/>
              <a:gd name="connsiteY5750" fmla="*/ 1598863 h 2053176"/>
              <a:gd name="connsiteX5751" fmla="*/ 10580751 w 12188965"/>
              <a:gd name="connsiteY5751" fmla="*/ 1624521 h 2053176"/>
              <a:gd name="connsiteX5752" fmla="*/ 10555092 w 12188965"/>
              <a:gd name="connsiteY5752" fmla="*/ 1650180 h 2053176"/>
              <a:gd name="connsiteX5753" fmla="*/ 10529432 w 12188965"/>
              <a:gd name="connsiteY5753" fmla="*/ 1624521 h 2053176"/>
              <a:gd name="connsiteX5754" fmla="*/ 10555092 w 12188965"/>
              <a:gd name="connsiteY5754" fmla="*/ 1598863 h 2053176"/>
              <a:gd name="connsiteX5755" fmla="*/ 10490885 w 12188965"/>
              <a:gd name="connsiteY5755" fmla="*/ 1598863 h 2053176"/>
              <a:gd name="connsiteX5756" fmla="*/ 10516544 w 12188965"/>
              <a:gd name="connsiteY5756" fmla="*/ 1624521 h 2053176"/>
              <a:gd name="connsiteX5757" fmla="*/ 10490885 w 12188965"/>
              <a:gd name="connsiteY5757" fmla="*/ 1650180 h 2053176"/>
              <a:gd name="connsiteX5758" fmla="*/ 10465227 w 12188965"/>
              <a:gd name="connsiteY5758" fmla="*/ 1624521 h 2053176"/>
              <a:gd name="connsiteX5759" fmla="*/ 10490885 w 12188965"/>
              <a:gd name="connsiteY5759" fmla="*/ 1598863 h 2053176"/>
              <a:gd name="connsiteX5760" fmla="*/ 10426681 w 12188965"/>
              <a:gd name="connsiteY5760" fmla="*/ 1598863 h 2053176"/>
              <a:gd name="connsiteX5761" fmla="*/ 10452339 w 12188965"/>
              <a:gd name="connsiteY5761" fmla="*/ 1624521 h 2053176"/>
              <a:gd name="connsiteX5762" fmla="*/ 10426681 w 12188965"/>
              <a:gd name="connsiteY5762" fmla="*/ 1650180 h 2053176"/>
              <a:gd name="connsiteX5763" fmla="*/ 10401023 w 12188965"/>
              <a:gd name="connsiteY5763" fmla="*/ 1624521 h 2053176"/>
              <a:gd name="connsiteX5764" fmla="*/ 10426681 w 12188965"/>
              <a:gd name="connsiteY5764" fmla="*/ 1598863 h 2053176"/>
              <a:gd name="connsiteX5765" fmla="*/ 10362474 w 12188965"/>
              <a:gd name="connsiteY5765" fmla="*/ 1598863 h 2053176"/>
              <a:gd name="connsiteX5766" fmla="*/ 10388135 w 12188965"/>
              <a:gd name="connsiteY5766" fmla="*/ 1624521 h 2053176"/>
              <a:gd name="connsiteX5767" fmla="*/ 10362474 w 12188965"/>
              <a:gd name="connsiteY5767" fmla="*/ 1650180 h 2053176"/>
              <a:gd name="connsiteX5768" fmla="*/ 10336816 w 12188965"/>
              <a:gd name="connsiteY5768" fmla="*/ 1624521 h 2053176"/>
              <a:gd name="connsiteX5769" fmla="*/ 10362474 w 12188965"/>
              <a:gd name="connsiteY5769" fmla="*/ 1598863 h 2053176"/>
              <a:gd name="connsiteX5770" fmla="*/ 10298270 w 12188965"/>
              <a:gd name="connsiteY5770" fmla="*/ 1598863 h 2053176"/>
              <a:gd name="connsiteX5771" fmla="*/ 10323928 w 12188965"/>
              <a:gd name="connsiteY5771" fmla="*/ 1624521 h 2053176"/>
              <a:gd name="connsiteX5772" fmla="*/ 10298270 w 12188965"/>
              <a:gd name="connsiteY5772" fmla="*/ 1650180 h 2053176"/>
              <a:gd name="connsiteX5773" fmla="*/ 10272611 w 12188965"/>
              <a:gd name="connsiteY5773" fmla="*/ 1624521 h 2053176"/>
              <a:gd name="connsiteX5774" fmla="*/ 10298270 w 12188965"/>
              <a:gd name="connsiteY5774" fmla="*/ 1598863 h 2053176"/>
              <a:gd name="connsiteX5775" fmla="*/ 10234065 w 12188965"/>
              <a:gd name="connsiteY5775" fmla="*/ 1598863 h 2053176"/>
              <a:gd name="connsiteX5776" fmla="*/ 10259723 w 12188965"/>
              <a:gd name="connsiteY5776" fmla="*/ 1624521 h 2053176"/>
              <a:gd name="connsiteX5777" fmla="*/ 10234065 w 12188965"/>
              <a:gd name="connsiteY5777" fmla="*/ 1650180 h 2053176"/>
              <a:gd name="connsiteX5778" fmla="*/ 10208404 w 12188965"/>
              <a:gd name="connsiteY5778" fmla="*/ 1624521 h 2053176"/>
              <a:gd name="connsiteX5779" fmla="*/ 10234065 w 12188965"/>
              <a:gd name="connsiteY5779" fmla="*/ 1598863 h 2053176"/>
              <a:gd name="connsiteX5780" fmla="*/ 10105654 w 12188965"/>
              <a:gd name="connsiteY5780" fmla="*/ 1598863 h 2053176"/>
              <a:gd name="connsiteX5781" fmla="*/ 10131312 w 12188965"/>
              <a:gd name="connsiteY5781" fmla="*/ 1624521 h 2053176"/>
              <a:gd name="connsiteX5782" fmla="*/ 10105654 w 12188965"/>
              <a:gd name="connsiteY5782" fmla="*/ 1650180 h 2053176"/>
              <a:gd name="connsiteX5783" fmla="*/ 10079996 w 12188965"/>
              <a:gd name="connsiteY5783" fmla="*/ 1624521 h 2053176"/>
              <a:gd name="connsiteX5784" fmla="*/ 10105654 w 12188965"/>
              <a:gd name="connsiteY5784" fmla="*/ 1598863 h 2053176"/>
              <a:gd name="connsiteX5785" fmla="*/ 9977242 w 12188965"/>
              <a:gd name="connsiteY5785" fmla="*/ 1598863 h 2053176"/>
              <a:gd name="connsiteX5786" fmla="*/ 10002903 w 12188965"/>
              <a:gd name="connsiteY5786" fmla="*/ 1624521 h 2053176"/>
              <a:gd name="connsiteX5787" fmla="*/ 9977242 w 12188965"/>
              <a:gd name="connsiteY5787" fmla="*/ 1650180 h 2053176"/>
              <a:gd name="connsiteX5788" fmla="*/ 9951584 w 12188965"/>
              <a:gd name="connsiteY5788" fmla="*/ 1624521 h 2053176"/>
              <a:gd name="connsiteX5789" fmla="*/ 9977242 w 12188965"/>
              <a:gd name="connsiteY5789" fmla="*/ 1598863 h 2053176"/>
              <a:gd name="connsiteX5790" fmla="*/ 9913038 w 12188965"/>
              <a:gd name="connsiteY5790" fmla="*/ 1598863 h 2053176"/>
              <a:gd name="connsiteX5791" fmla="*/ 9938696 w 12188965"/>
              <a:gd name="connsiteY5791" fmla="*/ 1624521 h 2053176"/>
              <a:gd name="connsiteX5792" fmla="*/ 9913038 w 12188965"/>
              <a:gd name="connsiteY5792" fmla="*/ 1650180 h 2053176"/>
              <a:gd name="connsiteX5793" fmla="*/ 9887380 w 12188965"/>
              <a:gd name="connsiteY5793" fmla="*/ 1624521 h 2053176"/>
              <a:gd name="connsiteX5794" fmla="*/ 9913038 w 12188965"/>
              <a:gd name="connsiteY5794" fmla="*/ 1598863 h 2053176"/>
              <a:gd name="connsiteX5795" fmla="*/ 9784512 w 12188965"/>
              <a:gd name="connsiteY5795" fmla="*/ 1598863 h 2053176"/>
              <a:gd name="connsiteX5796" fmla="*/ 9810170 w 12188965"/>
              <a:gd name="connsiteY5796" fmla="*/ 1624521 h 2053176"/>
              <a:gd name="connsiteX5797" fmla="*/ 9784512 w 12188965"/>
              <a:gd name="connsiteY5797" fmla="*/ 1650180 h 2053176"/>
              <a:gd name="connsiteX5798" fmla="*/ 9758853 w 12188965"/>
              <a:gd name="connsiteY5798" fmla="*/ 1624521 h 2053176"/>
              <a:gd name="connsiteX5799" fmla="*/ 9784512 w 12188965"/>
              <a:gd name="connsiteY5799" fmla="*/ 1598863 h 2053176"/>
              <a:gd name="connsiteX5800" fmla="*/ 9720307 w 12188965"/>
              <a:gd name="connsiteY5800" fmla="*/ 1598863 h 2053176"/>
              <a:gd name="connsiteX5801" fmla="*/ 9745965 w 12188965"/>
              <a:gd name="connsiteY5801" fmla="*/ 1624521 h 2053176"/>
              <a:gd name="connsiteX5802" fmla="*/ 9720307 w 12188965"/>
              <a:gd name="connsiteY5802" fmla="*/ 1650180 h 2053176"/>
              <a:gd name="connsiteX5803" fmla="*/ 9694646 w 12188965"/>
              <a:gd name="connsiteY5803" fmla="*/ 1624521 h 2053176"/>
              <a:gd name="connsiteX5804" fmla="*/ 9720307 w 12188965"/>
              <a:gd name="connsiteY5804" fmla="*/ 1598863 h 2053176"/>
              <a:gd name="connsiteX5805" fmla="*/ 9656100 w 12188965"/>
              <a:gd name="connsiteY5805" fmla="*/ 1598863 h 2053176"/>
              <a:gd name="connsiteX5806" fmla="*/ 9681758 w 12188965"/>
              <a:gd name="connsiteY5806" fmla="*/ 1624521 h 2053176"/>
              <a:gd name="connsiteX5807" fmla="*/ 9656100 w 12188965"/>
              <a:gd name="connsiteY5807" fmla="*/ 1650180 h 2053176"/>
              <a:gd name="connsiteX5808" fmla="*/ 9630442 w 12188965"/>
              <a:gd name="connsiteY5808" fmla="*/ 1624521 h 2053176"/>
              <a:gd name="connsiteX5809" fmla="*/ 9656100 w 12188965"/>
              <a:gd name="connsiteY5809" fmla="*/ 1598863 h 2053176"/>
              <a:gd name="connsiteX5810" fmla="*/ 9591896 w 12188965"/>
              <a:gd name="connsiteY5810" fmla="*/ 1598863 h 2053176"/>
              <a:gd name="connsiteX5811" fmla="*/ 9617554 w 12188965"/>
              <a:gd name="connsiteY5811" fmla="*/ 1624521 h 2053176"/>
              <a:gd name="connsiteX5812" fmla="*/ 9591896 w 12188965"/>
              <a:gd name="connsiteY5812" fmla="*/ 1650180 h 2053176"/>
              <a:gd name="connsiteX5813" fmla="*/ 9566238 w 12188965"/>
              <a:gd name="connsiteY5813" fmla="*/ 1624521 h 2053176"/>
              <a:gd name="connsiteX5814" fmla="*/ 9591896 w 12188965"/>
              <a:gd name="connsiteY5814" fmla="*/ 1598863 h 2053176"/>
              <a:gd name="connsiteX5815" fmla="*/ 9527689 w 12188965"/>
              <a:gd name="connsiteY5815" fmla="*/ 1598863 h 2053176"/>
              <a:gd name="connsiteX5816" fmla="*/ 9553350 w 12188965"/>
              <a:gd name="connsiteY5816" fmla="*/ 1624521 h 2053176"/>
              <a:gd name="connsiteX5817" fmla="*/ 9527689 w 12188965"/>
              <a:gd name="connsiteY5817" fmla="*/ 1650180 h 2053176"/>
              <a:gd name="connsiteX5818" fmla="*/ 9502031 w 12188965"/>
              <a:gd name="connsiteY5818" fmla="*/ 1624521 h 2053176"/>
              <a:gd name="connsiteX5819" fmla="*/ 9527689 w 12188965"/>
              <a:gd name="connsiteY5819" fmla="*/ 1598863 h 2053176"/>
              <a:gd name="connsiteX5820" fmla="*/ 9463485 w 12188965"/>
              <a:gd name="connsiteY5820" fmla="*/ 1598863 h 2053176"/>
              <a:gd name="connsiteX5821" fmla="*/ 9489143 w 12188965"/>
              <a:gd name="connsiteY5821" fmla="*/ 1624521 h 2053176"/>
              <a:gd name="connsiteX5822" fmla="*/ 9463485 w 12188965"/>
              <a:gd name="connsiteY5822" fmla="*/ 1650180 h 2053176"/>
              <a:gd name="connsiteX5823" fmla="*/ 9437826 w 12188965"/>
              <a:gd name="connsiteY5823" fmla="*/ 1624521 h 2053176"/>
              <a:gd name="connsiteX5824" fmla="*/ 9463485 w 12188965"/>
              <a:gd name="connsiteY5824" fmla="*/ 1598863 h 2053176"/>
              <a:gd name="connsiteX5825" fmla="*/ 9399280 w 12188965"/>
              <a:gd name="connsiteY5825" fmla="*/ 1598863 h 2053176"/>
              <a:gd name="connsiteX5826" fmla="*/ 9424938 w 12188965"/>
              <a:gd name="connsiteY5826" fmla="*/ 1624521 h 2053176"/>
              <a:gd name="connsiteX5827" fmla="*/ 9399280 w 12188965"/>
              <a:gd name="connsiteY5827" fmla="*/ 1650180 h 2053176"/>
              <a:gd name="connsiteX5828" fmla="*/ 9373619 w 12188965"/>
              <a:gd name="connsiteY5828" fmla="*/ 1624521 h 2053176"/>
              <a:gd name="connsiteX5829" fmla="*/ 9399280 w 12188965"/>
              <a:gd name="connsiteY5829" fmla="*/ 1598863 h 2053176"/>
              <a:gd name="connsiteX5830" fmla="*/ 9335073 w 12188965"/>
              <a:gd name="connsiteY5830" fmla="*/ 1598863 h 2053176"/>
              <a:gd name="connsiteX5831" fmla="*/ 9360734 w 12188965"/>
              <a:gd name="connsiteY5831" fmla="*/ 1624521 h 2053176"/>
              <a:gd name="connsiteX5832" fmla="*/ 9335073 w 12188965"/>
              <a:gd name="connsiteY5832" fmla="*/ 1650180 h 2053176"/>
              <a:gd name="connsiteX5833" fmla="*/ 9309415 w 12188965"/>
              <a:gd name="connsiteY5833" fmla="*/ 1624521 h 2053176"/>
              <a:gd name="connsiteX5834" fmla="*/ 9335073 w 12188965"/>
              <a:gd name="connsiteY5834" fmla="*/ 1598863 h 2053176"/>
              <a:gd name="connsiteX5835" fmla="*/ 9206664 w 12188965"/>
              <a:gd name="connsiteY5835" fmla="*/ 1598863 h 2053176"/>
              <a:gd name="connsiteX5836" fmla="*/ 9232323 w 12188965"/>
              <a:gd name="connsiteY5836" fmla="*/ 1624521 h 2053176"/>
              <a:gd name="connsiteX5837" fmla="*/ 9206664 w 12188965"/>
              <a:gd name="connsiteY5837" fmla="*/ 1650180 h 2053176"/>
              <a:gd name="connsiteX5838" fmla="*/ 9181006 w 12188965"/>
              <a:gd name="connsiteY5838" fmla="*/ 1624521 h 2053176"/>
              <a:gd name="connsiteX5839" fmla="*/ 9206664 w 12188965"/>
              <a:gd name="connsiteY5839" fmla="*/ 1598863 h 2053176"/>
              <a:gd name="connsiteX5840" fmla="*/ 9142457 w 12188965"/>
              <a:gd name="connsiteY5840" fmla="*/ 1598863 h 2053176"/>
              <a:gd name="connsiteX5841" fmla="*/ 9168118 w 12188965"/>
              <a:gd name="connsiteY5841" fmla="*/ 1624521 h 2053176"/>
              <a:gd name="connsiteX5842" fmla="*/ 9142457 w 12188965"/>
              <a:gd name="connsiteY5842" fmla="*/ 1650180 h 2053176"/>
              <a:gd name="connsiteX5843" fmla="*/ 9116799 w 12188965"/>
              <a:gd name="connsiteY5843" fmla="*/ 1624521 h 2053176"/>
              <a:gd name="connsiteX5844" fmla="*/ 9142457 w 12188965"/>
              <a:gd name="connsiteY5844" fmla="*/ 1598863 h 2053176"/>
              <a:gd name="connsiteX5845" fmla="*/ 9078253 w 12188965"/>
              <a:gd name="connsiteY5845" fmla="*/ 1598863 h 2053176"/>
              <a:gd name="connsiteX5846" fmla="*/ 9103911 w 12188965"/>
              <a:gd name="connsiteY5846" fmla="*/ 1624521 h 2053176"/>
              <a:gd name="connsiteX5847" fmla="*/ 9078253 w 12188965"/>
              <a:gd name="connsiteY5847" fmla="*/ 1650180 h 2053176"/>
              <a:gd name="connsiteX5848" fmla="*/ 9052595 w 12188965"/>
              <a:gd name="connsiteY5848" fmla="*/ 1624521 h 2053176"/>
              <a:gd name="connsiteX5849" fmla="*/ 9078253 w 12188965"/>
              <a:gd name="connsiteY5849" fmla="*/ 1598863 h 2053176"/>
              <a:gd name="connsiteX5850" fmla="*/ 9014049 w 12188965"/>
              <a:gd name="connsiteY5850" fmla="*/ 1598863 h 2053176"/>
              <a:gd name="connsiteX5851" fmla="*/ 9039707 w 12188965"/>
              <a:gd name="connsiteY5851" fmla="*/ 1624521 h 2053176"/>
              <a:gd name="connsiteX5852" fmla="*/ 9014049 w 12188965"/>
              <a:gd name="connsiteY5852" fmla="*/ 1650180 h 2053176"/>
              <a:gd name="connsiteX5853" fmla="*/ 8988388 w 12188965"/>
              <a:gd name="connsiteY5853" fmla="*/ 1624521 h 2053176"/>
              <a:gd name="connsiteX5854" fmla="*/ 9014049 w 12188965"/>
              <a:gd name="connsiteY5854" fmla="*/ 1598863 h 2053176"/>
              <a:gd name="connsiteX5855" fmla="*/ 8949842 w 12188965"/>
              <a:gd name="connsiteY5855" fmla="*/ 1598863 h 2053176"/>
              <a:gd name="connsiteX5856" fmla="*/ 8975503 w 12188965"/>
              <a:gd name="connsiteY5856" fmla="*/ 1624521 h 2053176"/>
              <a:gd name="connsiteX5857" fmla="*/ 8949842 w 12188965"/>
              <a:gd name="connsiteY5857" fmla="*/ 1650180 h 2053176"/>
              <a:gd name="connsiteX5858" fmla="*/ 8924183 w 12188965"/>
              <a:gd name="connsiteY5858" fmla="*/ 1624521 h 2053176"/>
              <a:gd name="connsiteX5859" fmla="*/ 8949842 w 12188965"/>
              <a:gd name="connsiteY5859" fmla="*/ 1598863 h 2053176"/>
              <a:gd name="connsiteX5860" fmla="*/ 8821433 w 12188965"/>
              <a:gd name="connsiteY5860" fmla="*/ 1598863 h 2053176"/>
              <a:gd name="connsiteX5861" fmla="*/ 8847091 w 12188965"/>
              <a:gd name="connsiteY5861" fmla="*/ 1624521 h 2053176"/>
              <a:gd name="connsiteX5862" fmla="*/ 8821433 w 12188965"/>
              <a:gd name="connsiteY5862" fmla="*/ 1650180 h 2053176"/>
              <a:gd name="connsiteX5863" fmla="*/ 8795772 w 12188965"/>
              <a:gd name="connsiteY5863" fmla="*/ 1624521 h 2053176"/>
              <a:gd name="connsiteX5864" fmla="*/ 8821433 w 12188965"/>
              <a:gd name="connsiteY5864" fmla="*/ 1598863 h 2053176"/>
              <a:gd name="connsiteX5865" fmla="*/ 8757226 w 12188965"/>
              <a:gd name="connsiteY5865" fmla="*/ 1598863 h 2053176"/>
              <a:gd name="connsiteX5866" fmla="*/ 8782887 w 12188965"/>
              <a:gd name="connsiteY5866" fmla="*/ 1624521 h 2053176"/>
              <a:gd name="connsiteX5867" fmla="*/ 8757226 w 12188965"/>
              <a:gd name="connsiteY5867" fmla="*/ 1650180 h 2053176"/>
              <a:gd name="connsiteX5868" fmla="*/ 8731568 w 12188965"/>
              <a:gd name="connsiteY5868" fmla="*/ 1624521 h 2053176"/>
              <a:gd name="connsiteX5869" fmla="*/ 8757226 w 12188965"/>
              <a:gd name="connsiteY5869" fmla="*/ 1598863 h 2053176"/>
              <a:gd name="connsiteX5870" fmla="*/ 8692904 w 12188965"/>
              <a:gd name="connsiteY5870" fmla="*/ 1598863 h 2053176"/>
              <a:gd name="connsiteX5871" fmla="*/ 8718565 w 12188965"/>
              <a:gd name="connsiteY5871" fmla="*/ 1624521 h 2053176"/>
              <a:gd name="connsiteX5872" fmla="*/ 8692904 w 12188965"/>
              <a:gd name="connsiteY5872" fmla="*/ 1650180 h 2053176"/>
              <a:gd name="connsiteX5873" fmla="*/ 8667246 w 12188965"/>
              <a:gd name="connsiteY5873" fmla="*/ 1624521 h 2053176"/>
              <a:gd name="connsiteX5874" fmla="*/ 8692904 w 12188965"/>
              <a:gd name="connsiteY5874" fmla="*/ 1598863 h 2053176"/>
              <a:gd name="connsiteX5875" fmla="*/ 8628699 w 12188965"/>
              <a:gd name="connsiteY5875" fmla="*/ 1598863 h 2053176"/>
              <a:gd name="connsiteX5876" fmla="*/ 8654358 w 12188965"/>
              <a:gd name="connsiteY5876" fmla="*/ 1624521 h 2053176"/>
              <a:gd name="connsiteX5877" fmla="*/ 8628699 w 12188965"/>
              <a:gd name="connsiteY5877" fmla="*/ 1650180 h 2053176"/>
              <a:gd name="connsiteX5878" fmla="*/ 8603041 w 12188965"/>
              <a:gd name="connsiteY5878" fmla="*/ 1624521 h 2053176"/>
              <a:gd name="connsiteX5879" fmla="*/ 8628699 w 12188965"/>
              <a:gd name="connsiteY5879" fmla="*/ 1598863 h 2053176"/>
              <a:gd name="connsiteX5880" fmla="*/ 8564495 w 12188965"/>
              <a:gd name="connsiteY5880" fmla="*/ 1598863 h 2053176"/>
              <a:gd name="connsiteX5881" fmla="*/ 8590153 w 12188965"/>
              <a:gd name="connsiteY5881" fmla="*/ 1624521 h 2053176"/>
              <a:gd name="connsiteX5882" fmla="*/ 8564495 w 12188965"/>
              <a:gd name="connsiteY5882" fmla="*/ 1650180 h 2053176"/>
              <a:gd name="connsiteX5883" fmla="*/ 8538837 w 12188965"/>
              <a:gd name="connsiteY5883" fmla="*/ 1624521 h 2053176"/>
              <a:gd name="connsiteX5884" fmla="*/ 8564495 w 12188965"/>
              <a:gd name="connsiteY5884" fmla="*/ 1598863 h 2053176"/>
              <a:gd name="connsiteX5885" fmla="*/ 8500288 w 12188965"/>
              <a:gd name="connsiteY5885" fmla="*/ 1598863 h 2053176"/>
              <a:gd name="connsiteX5886" fmla="*/ 8525949 w 12188965"/>
              <a:gd name="connsiteY5886" fmla="*/ 1624521 h 2053176"/>
              <a:gd name="connsiteX5887" fmla="*/ 8500288 w 12188965"/>
              <a:gd name="connsiteY5887" fmla="*/ 1650180 h 2053176"/>
              <a:gd name="connsiteX5888" fmla="*/ 8474630 w 12188965"/>
              <a:gd name="connsiteY5888" fmla="*/ 1624521 h 2053176"/>
              <a:gd name="connsiteX5889" fmla="*/ 8500288 w 12188965"/>
              <a:gd name="connsiteY5889" fmla="*/ 1598863 h 2053176"/>
              <a:gd name="connsiteX5890" fmla="*/ 8436084 w 12188965"/>
              <a:gd name="connsiteY5890" fmla="*/ 1598863 h 2053176"/>
              <a:gd name="connsiteX5891" fmla="*/ 8461745 w 12188965"/>
              <a:gd name="connsiteY5891" fmla="*/ 1624521 h 2053176"/>
              <a:gd name="connsiteX5892" fmla="*/ 8436084 w 12188965"/>
              <a:gd name="connsiteY5892" fmla="*/ 1650180 h 2053176"/>
              <a:gd name="connsiteX5893" fmla="*/ 8410426 w 12188965"/>
              <a:gd name="connsiteY5893" fmla="*/ 1624521 h 2053176"/>
              <a:gd name="connsiteX5894" fmla="*/ 8436084 w 12188965"/>
              <a:gd name="connsiteY5894" fmla="*/ 1598863 h 2053176"/>
              <a:gd name="connsiteX5895" fmla="*/ 8307675 w 12188965"/>
              <a:gd name="connsiteY5895" fmla="*/ 1598863 h 2053176"/>
              <a:gd name="connsiteX5896" fmla="*/ 8333333 w 12188965"/>
              <a:gd name="connsiteY5896" fmla="*/ 1624521 h 2053176"/>
              <a:gd name="connsiteX5897" fmla="*/ 8307675 w 12188965"/>
              <a:gd name="connsiteY5897" fmla="*/ 1650180 h 2053176"/>
              <a:gd name="connsiteX5898" fmla="*/ 8282014 w 12188965"/>
              <a:gd name="connsiteY5898" fmla="*/ 1624521 h 2053176"/>
              <a:gd name="connsiteX5899" fmla="*/ 8307675 w 12188965"/>
              <a:gd name="connsiteY5899" fmla="*/ 1598863 h 2053176"/>
              <a:gd name="connsiteX5900" fmla="*/ 8243468 w 12188965"/>
              <a:gd name="connsiteY5900" fmla="*/ 1598863 h 2053176"/>
              <a:gd name="connsiteX5901" fmla="*/ 8269126 w 12188965"/>
              <a:gd name="connsiteY5901" fmla="*/ 1624521 h 2053176"/>
              <a:gd name="connsiteX5902" fmla="*/ 8243468 w 12188965"/>
              <a:gd name="connsiteY5902" fmla="*/ 1650180 h 2053176"/>
              <a:gd name="connsiteX5903" fmla="*/ 8217810 w 12188965"/>
              <a:gd name="connsiteY5903" fmla="*/ 1624521 h 2053176"/>
              <a:gd name="connsiteX5904" fmla="*/ 8243468 w 12188965"/>
              <a:gd name="connsiteY5904" fmla="*/ 1598863 h 2053176"/>
              <a:gd name="connsiteX5905" fmla="*/ 8115057 w 12188965"/>
              <a:gd name="connsiteY5905" fmla="*/ 1598863 h 2053176"/>
              <a:gd name="connsiteX5906" fmla="*/ 8140717 w 12188965"/>
              <a:gd name="connsiteY5906" fmla="*/ 1624521 h 2053176"/>
              <a:gd name="connsiteX5907" fmla="*/ 8115057 w 12188965"/>
              <a:gd name="connsiteY5907" fmla="*/ 1650180 h 2053176"/>
              <a:gd name="connsiteX5908" fmla="*/ 8089398 w 12188965"/>
              <a:gd name="connsiteY5908" fmla="*/ 1624521 h 2053176"/>
              <a:gd name="connsiteX5909" fmla="*/ 8115057 w 12188965"/>
              <a:gd name="connsiteY5909" fmla="*/ 1598863 h 2053176"/>
              <a:gd name="connsiteX5910" fmla="*/ 8050852 w 12188965"/>
              <a:gd name="connsiteY5910" fmla="*/ 1598863 h 2053176"/>
              <a:gd name="connsiteX5911" fmla="*/ 8076510 w 12188965"/>
              <a:gd name="connsiteY5911" fmla="*/ 1624521 h 2053176"/>
              <a:gd name="connsiteX5912" fmla="*/ 8050852 w 12188965"/>
              <a:gd name="connsiteY5912" fmla="*/ 1650180 h 2053176"/>
              <a:gd name="connsiteX5913" fmla="*/ 8025194 w 12188965"/>
              <a:gd name="connsiteY5913" fmla="*/ 1624521 h 2053176"/>
              <a:gd name="connsiteX5914" fmla="*/ 8050852 w 12188965"/>
              <a:gd name="connsiteY5914" fmla="*/ 1598863 h 2053176"/>
              <a:gd name="connsiteX5915" fmla="*/ 7986648 w 12188965"/>
              <a:gd name="connsiteY5915" fmla="*/ 1598863 h 2053176"/>
              <a:gd name="connsiteX5916" fmla="*/ 8012306 w 12188965"/>
              <a:gd name="connsiteY5916" fmla="*/ 1624521 h 2053176"/>
              <a:gd name="connsiteX5917" fmla="*/ 7986648 w 12188965"/>
              <a:gd name="connsiteY5917" fmla="*/ 1650180 h 2053176"/>
              <a:gd name="connsiteX5918" fmla="*/ 7960990 w 12188965"/>
              <a:gd name="connsiteY5918" fmla="*/ 1624521 h 2053176"/>
              <a:gd name="connsiteX5919" fmla="*/ 7986648 w 12188965"/>
              <a:gd name="connsiteY5919" fmla="*/ 1598863 h 2053176"/>
              <a:gd name="connsiteX5920" fmla="*/ 7922444 w 12188965"/>
              <a:gd name="connsiteY5920" fmla="*/ 1598863 h 2053176"/>
              <a:gd name="connsiteX5921" fmla="*/ 7948102 w 12188965"/>
              <a:gd name="connsiteY5921" fmla="*/ 1624521 h 2053176"/>
              <a:gd name="connsiteX5922" fmla="*/ 7922444 w 12188965"/>
              <a:gd name="connsiteY5922" fmla="*/ 1650180 h 2053176"/>
              <a:gd name="connsiteX5923" fmla="*/ 7896783 w 12188965"/>
              <a:gd name="connsiteY5923" fmla="*/ 1624521 h 2053176"/>
              <a:gd name="connsiteX5924" fmla="*/ 7922444 w 12188965"/>
              <a:gd name="connsiteY5924" fmla="*/ 1598863 h 2053176"/>
              <a:gd name="connsiteX5925" fmla="*/ 7858237 w 12188965"/>
              <a:gd name="connsiteY5925" fmla="*/ 1598863 h 2053176"/>
              <a:gd name="connsiteX5926" fmla="*/ 7883895 w 12188965"/>
              <a:gd name="connsiteY5926" fmla="*/ 1624521 h 2053176"/>
              <a:gd name="connsiteX5927" fmla="*/ 7858237 w 12188965"/>
              <a:gd name="connsiteY5927" fmla="*/ 1650180 h 2053176"/>
              <a:gd name="connsiteX5928" fmla="*/ 7832578 w 12188965"/>
              <a:gd name="connsiteY5928" fmla="*/ 1624521 h 2053176"/>
              <a:gd name="connsiteX5929" fmla="*/ 7858237 w 12188965"/>
              <a:gd name="connsiteY5929" fmla="*/ 1598863 h 2053176"/>
              <a:gd name="connsiteX5930" fmla="*/ 7794032 w 12188965"/>
              <a:gd name="connsiteY5930" fmla="*/ 1598863 h 2053176"/>
              <a:gd name="connsiteX5931" fmla="*/ 7819690 w 12188965"/>
              <a:gd name="connsiteY5931" fmla="*/ 1624521 h 2053176"/>
              <a:gd name="connsiteX5932" fmla="*/ 7794032 w 12188965"/>
              <a:gd name="connsiteY5932" fmla="*/ 1650180 h 2053176"/>
              <a:gd name="connsiteX5933" fmla="*/ 7768371 w 12188965"/>
              <a:gd name="connsiteY5933" fmla="*/ 1624521 h 2053176"/>
              <a:gd name="connsiteX5934" fmla="*/ 7794032 w 12188965"/>
              <a:gd name="connsiteY5934" fmla="*/ 1598863 h 2053176"/>
              <a:gd name="connsiteX5935" fmla="*/ 7729825 w 12188965"/>
              <a:gd name="connsiteY5935" fmla="*/ 1598863 h 2053176"/>
              <a:gd name="connsiteX5936" fmla="*/ 7755486 w 12188965"/>
              <a:gd name="connsiteY5936" fmla="*/ 1624521 h 2053176"/>
              <a:gd name="connsiteX5937" fmla="*/ 7729825 w 12188965"/>
              <a:gd name="connsiteY5937" fmla="*/ 1650180 h 2053176"/>
              <a:gd name="connsiteX5938" fmla="*/ 7704167 w 12188965"/>
              <a:gd name="connsiteY5938" fmla="*/ 1624521 h 2053176"/>
              <a:gd name="connsiteX5939" fmla="*/ 7729825 w 12188965"/>
              <a:gd name="connsiteY5939" fmla="*/ 1598863 h 2053176"/>
              <a:gd name="connsiteX5940" fmla="*/ 7665621 w 12188965"/>
              <a:gd name="connsiteY5940" fmla="*/ 1598863 h 2053176"/>
              <a:gd name="connsiteX5941" fmla="*/ 7691279 w 12188965"/>
              <a:gd name="connsiteY5941" fmla="*/ 1624521 h 2053176"/>
              <a:gd name="connsiteX5942" fmla="*/ 7665621 w 12188965"/>
              <a:gd name="connsiteY5942" fmla="*/ 1650180 h 2053176"/>
              <a:gd name="connsiteX5943" fmla="*/ 7639963 w 12188965"/>
              <a:gd name="connsiteY5943" fmla="*/ 1624521 h 2053176"/>
              <a:gd name="connsiteX5944" fmla="*/ 7665621 w 12188965"/>
              <a:gd name="connsiteY5944" fmla="*/ 1598863 h 2053176"/>
              <a:gd name="connsiteX5945" fmla="*/ 7601299 w 12188965"/>
              <a:gd name="connsiteY5945" fmla="*/ 1598863 h 2053176"/>
              <a:gd name="connsiteX5946" fmla="*/ 7626959 w 12188965"/>
              <a:gd name="connsiteY5946" fmla="*/ 1624521 h 2053176"/>
              <a:gd name="connsiteX5947" fmla="*/ 7601299 w 12188965"/>
              <a:gd name="connsiteY5947" fmla="*/ 1650180 h 2053176"/>
              <a:gd name="connsiteX5948" fmla="*/ 7575640 w 12188965"/>
              <a:gd name="connsiteY5948" fmla="*/ 1624521 h 2053176"/>
              <a:gd name="connsiteX5949" fmla="*/ 7601299 w 12188965"/>
              <a:gd name="connsiteY5949" fmla="*/ 1598863 h 2053176"/>
              <a:gd name="connsiteX5950" fmla="*/ 7537094 w 12188965"/>
              <a:gd name="connsiteY5950" fmla="*/ 1598863 h 2053176"/>
              <a:gd name="connsiteX5951" fmla="*/ 7562752 w 12188965"/>
              <a:gd name="connsiteY5951" fmla="*/ 1624521 h 2053176"/>
              <a:gd name="connsiteX5952" fmla="*/ 7537094 w 12188965"/>
              <a:gd name="connsiteY5952" fmla="*/ 1650180 h 2053176"/>
              <a:gd name="connsiteX5953" fmla="*/ 7511436 w 12188965"/>
              <a:gd name="connsiteY5953" fmla="*/ 1624521 h 2053176"/>
              <a:gd name="connsiteX5954" fmla="*/ 7537094 w 12188965"/>
              <a:gd name="connsiteY5954" fmla="*/ 1598863 h 2053176"/>
              <a:gd name="connsiteX5955" fmla="*/ 7472890 w 12188965"/>
              <a:gd name="connsiteY5955" fmla="*/ 1598863 h 2053176"/>
              <a:gd name="connsiteX5956" fmla="*/ 7498548 w 12188965"/>
              <a:gd name="connsiteY5956" fmla="*/ 1624521 h 2053176"/>
              <a:gd name="connsiteX5957" fmla="*/ 7472890 w 12188965"/>
              <a:gd name="connsiteY5957" fmla="*/ 1650180 h 2053176"/>
              <a:gd name="connsiteX5958" fmla="*/ 7447229 w 12188965"/>
              <a:gd name="connsiteY5958" fmla="*/ 1624521 h 2053176"/>
              <a:gd name="connsiteX5959" fmla="*/ 7472890 w 12188965"/>
              <a:gd name="connsiteY5959" fmla="*/ 1598863 h 2053176"/>
              <a:gd name="connsiteX5960" fmla="*/ 7408683 w 12188965"/>
              <a:gd name="connsiteY5960" fmla="*/ 1598863 h 2053176"/>
              <a:gd name="connsiteX5961" fmla="*/ 7434341 w 12188965"/>
              <a:gd name="connsiteY5961" fmla="*/ 1624521 h 2053176"/>
              <a:gd name="connsiteX5962" fmla="*/ 7408683 w 12188965"/>
              <a:gd name="connsiteY5962" fmla="*/ 1650180 h 2053176"/>
              <a:gd name="connsiteX5963" fmla="*/ 7383025 w 12188965"/>
              <a:gd name="connsiteY5963" fmla="*/ 1624521 h 2053176"/>
              <a:gd name="connsiteX5964" fmla="*/ 7408683 w 12188965"/>
              <a:gd name="connsiteY5964" fmla="*/ 1598863 h 2053176"/>
              <a:gd name="connsiteX5965" fmla="*/ 7344479 w 12188965"/>
              <a:gd name="connsiteY5965" fmla="*/ 1598863 h 2053176"/>
              <a:gd name="connsiteX5966" fmla="*/ 7370137 w 12188965"/>
              <a:gd name="connsiteY5966" fmla="*/ 1624521 h 2053176"/>
              <a:gd name="connsiteX5967" fmla="*/ 7344479 w 12188965"/>
              <a:gd name="connsiteY5967" fmla="*/ 1650180 h 2053176"/>
              <a:gd name="connsiteX5968" fmla="*/ 7318820 w 12188965"/>
              <a:gd name="connsiteY5968" fmla="*/ 1624521 h 2053176"/>
              <a:gd name="connsiteX5969" fmla="*/ 7344479 w 12188965"/>
              <a:gd name="connsiteY5969" fmla="*/ 1598863 h 2053176"/>
              <a:gd name="connsiteX5970" fmla="*/ 7280274 w 12188965"/>
              <a:gd name="connsiteY5970" fmla="*/ 1598863 h 2053176"/>
              <a:gd name="connsiteX5971" fmla="*/ 7305932 w 12188965"/>
              <a:gd name="connsiteY5971" fmla="*/ 1624521 h 2053176"/>
              <a:gd name="connsiteX5972" fmla="*/ 7280274 w 12188965"/>
              <a:gd name="connsiteY5972" fmla="*/ 1650180 h 2053176"/>
              <a:gd name="connsiteX5973" fmla="*/ 7254613 w 12188965"/>
              <a:gd name="connsiteY5973" fmla="*/ 1624521 h 2053176"/>
              <a:gd name="connsiteX5974" fmla="*/ 7280274 w 12188965"/>
              <a:gd name="connsiteY5974" fmla="*/ 1598863 h 2053176"/>
              <a:gd name="connsiteX5975" fmla="*/ 7216067 w 12188965"/>
              <a:gd name="connsiteY5975" fmla="*/ 1598863 h 2053176"/>
              <a:gd name="connsiteX5976" fmla="*/ 7241725 w 12188965"/>
              <a:gd name="connsiteY5976" fmla="*/ 1624521 h 2053176"/>
              <a:gd name="connsiteX5977" fmla="*/ 7216067 w 12188965"/>
              <a:gd name="connsiteY5977" fmla="*/ 1650180 h 2053176"/>
              <a:gd name="connsiteX5978" fmla="*/ 7190409 w 12188965"/>
              <a:gd name="connsiteY5978" fmla="*/ 1624521 h 2053176"/>
              <a:gd name="connsiteX5979" fmla="*/ 7216067 w 12188965"/>
              <a:gd name="connsiteY5979" fmla="*/ 1598863 h 2053176"/>
              <a:gd name="connsiteX5980" fmla="*/ 7151863 w 12188965"/>
              <a:gd name="connsiteY5980" fmla="*/ 1598863 h 2053176"/>
              <a:gd name="connsiteX5981" fmla="*/ 7177521 w 12188965"/>
              <a:gd name="connsiteY5981" fmla="*/ 1624521 h 2053176"/>
              <a:gd name="connsiteX5982" fmla="*/ 7151863 w 12188965"/>
              <a:gd name="connsiteY5982" fmla="*/ 1650180 h 2053176"/>
              <a:gd name="connsiteX5983" fmla="*/ 7126205 w 12188965"/>
              <a:gd name="connsiteY5983" fmla="*/ 1624521 h 2053176"/>
              <a:gd name="connsiteX5984" fmla="*/ 7151863 w 12188965"/>
              <a:gd name="connsiteY5984" fmla="*/ 1598863 h 2053176"/>
              <a:gd name="connsiteX5985" fmla="*/ 7087658 w 12188965"/>
              <a:gd name="connsiteY5985" fmla="*/ 1598863 h 2053176"/>
              <a:gd name="connsiteX5986" fmla="*/ 7113317 w 12188965"/>
              <a:gd name="connsiteY5986" fmla="*/ 1624521 h 2053176"/>
              <a:gd name="connsiteX5987" fmla="*/ 7087658 w 12188965"/>
              <a:gd name="connsiteY5987" fmla="*/ 1650180 h 2053176"/>
              <a:gd name="connsiteX5988" fmla="*/ 7061998 w 12188965"/>
              <a:gd name="connsiteY5988" fmla="*/ 1624521 h 2053176"/>
              <a:gd name="connsiteX5989" fmla="*/ 7087658 w 12188965"/>
              <a:gd name="connsiteY5989" fmla="*/ 1598863 h 2053176"/>
              <a:gd name="connsiteX5990" fmla="*/ 6959247 w 12188965"/>
              <a:gd name="connsiteY5990" fmla="*/ 1598863 h 2053176"/>
              <a:gd name="connsiteX5991" fmla="*/ 6984905 w 12188965"/>
              <a:gd name="connsiteY5991" fmla="*/ 1624521 h 2053176"/>
              <a:gd name="connsiteX5992" fmla="*/ 6959247 w 12188965"/>
              <a:gd name="connsiteY5992" fmla="*/ 1650180 h 2053176"/>
              <a:gd name="connsiteX5993" fmla="*/ 6933589 w 12188965"/>
              <a:gd name="connsiteY5993" fmla="*/ 1624521 h 2053176"/>
              <a:gd name="connsiteX5994" fmla="*/ 6959247 w 12188965"/>
              <a:gd name="connsiteY5994" fmla="*/ 1598863 h 2053176"/>
              <a:gd name="connsiteX5995" fmla="*/ 6895043 w 12188965"/>
              <a:gd name="connsiteY5995" fmla="*/ 1598863 h 2053176"/>
              <a:gd name="connsiteX5996" fmla="*/ 6920701 w 12188965"/>
              <a:gd name="connsiteY5996" fmla="*/ 1624521 h 2053176"/>
              <a:gd name="connsiteX5997" fmla="*/ 6895043 w 12188965"/>
              <a:gd name="connsiteY5997" fmla="*/ 1650180 h 2053176"/>
              <a:gd name="connsiteX5998" fmla="*/ 6869382 w 12188965"/>
              <a:gd name="connsiteY5998" fmla="*/ 1624521 h 2053176"/>
              <a:gd name="connsiteX5999" fmla="*/ 6895043 w 12188965"/>
              <a:gd name="connsiteY5999" fmla="*/ 1598863 h 2053176"/>
              <a:gd name="connsiteX6000" fmla="*/ 6830836 w 12188965"/>
              <a:gd name="connsiteY6000" fmla="*/ 1598863 h 2053176"/>
              <a:gd name="connsiteX6001" fmla="*/ 6856494 w 12188965"/>
              <a:gd name="connsiteY6001" fmla="*/ 1624521 h 2053176"/>
              <a:gd name="connsiteX6002" fmla="*/ 6830836 w 12188965"/>
              <a:gd name="connsiteY6002" fmla="*/ 1650180 h 2053176"/>
              <a:gd name="connsiteX6003" fmla="*/ 6805178 w 12188965"/>
              <a:gd name="connsiteY6003" fmla="*/ 1624521 h 2053176"/>
              <a:gd name="connsiteX6004" fmla="*/ 6830836 w 12188965"/>
              <a:gd name="connsiteY6004" fmla="*/ 1598863 h 2053176"/>
              <a:gd name="connsiteX6005" fmla="*/ 6766631 w 12188965"/>
              <a:gd name="connsiteY6005" fmla="*/ 1598863 h 2053176"/>
              <a:gd name="connsiteX6006" fmla="*/ 6792290 w 12188965"/>
              <a:gd name="connsiteY6006" fmla="*/ 1624521 h 2053176"/>
              <a:gd name="connsiteX6007" fmla="*/ 6766631 w 12188965"/>
              <a:gd name="connsiteY6007" fmla="*/ 1650180 h 2053176"/>
              <a:gd name="connsiteX6008" fmla="*/ 6740973 w 12188965"/>
              <a:gd name="connsiteY6008" fmla="*/ 1624521 h 2053176"/>
              <a:gd name="connsiteX6009" fmla="*/ 6766631 w 12188965"/>
              <a:gd name="connsiteY6009" fmla="*/ 1598863 h 2053176"/>
              <a:gd name="connsiteX6010" fmla="*/ 6702427 w 12188965"/>
              <a:gd name="connsiteY6010" fmla="*/ 1598863 h 2053176"/>
              <a:gd name="connsiteX6011" fmla="*/ 6728085 w 12188965"/>
              <a:gd name="connsiteY6011" fmla="*/ 1624521 h 2053176"/>
              <a:gd name="connsiteX6012" fmla="*/ 6702427 w 12188965"/>
              <a:gd name="connsiteY6012" fmla="*/ 1650180 h 2053176"/>
              <a:gd name="connsiteX6013" fmla="*/ 6676766 w 12188965"/>
              <a:gd name="connsiteY6013" fmla="*/ 1624521 h 2053176"/>
              <a:gd name="connsiteX6014" fmla="*/ 6702427 w 12188965"/>
              <a:gd name="connsiteY6014" fmla="*/ 1598863 h 2053176"/>
              <a:gd name="connsiteX6015" fmla="*/ 6638220 w 12188965"/>
              <a:gd name="connsiteY6015" fmla="*/ 1598863 h 2053176"/>
              <a:gd name="connsiteX6016" fmla="*/ 6663881 w 12188965"/>
              <a:gd name="connsiteY6016" fmla="*/ 1624521 h 2053176"/>
              <a:gd name="connsiteX6017" fmla="*/ 6638220 w 12188965"/>
              <a:gd name="connsiteY6017" fmla="*/ 1650180 h 2053176"/>
              <a:gd name="connsiteX6018" fmla="*/ 6612562 w 12188965"/>
              <a:gd name="connsiteY6018" fmla="*/ 1624521 h 2053176"/>
              <a:gd name="connsiteX6019" fmla="*/ 6638220 w 12188965"/>
              <a:gd name="connsiteY6019" fmla="*/ 1598863 h 2053176"/>
              <a:gd name="connsiteX6020" fmla="*/ 6574016 w 12188965"/>
              <a:gd name="connsiteY6020" fmla="*/ 1598863 h 2053176"/>
              <a:gd name="connsiteX6021" fmla="*/ 6599674 w 12188965"/>
              <a:gd name="connsiteY6021" fmla="*/ 1624521 h 2053176"/>
              <a:gd name="connsiteX6022" fmla="*/ 6574016 w 12188965"/>
              <a:gd name="connsiteY6022" fmla="*/ 1650180 h 2053176"/>
              <a:gd name="connsiteX6023" fmla="*/ 6548357 w 12188965"/>
              <a:gd name="connsiteY6023" fmla="*/ 1624521 h 2053176"/>
              <a:gd name="connsiteX6024" fmla="*/ 6574016 w 12188965"/>
              <a:gd name="connsiteY6024" fmla="*/ 1598863 h 2053176"/>
              <a:gd name="connsiteX6025" fmla="*/ 6381282 w 12188965"/>
              <a:gd name="connsiteY6025" fmla="*/ 1598863 h 2053176"/>
              <a:gd name="connsiteX6026" fmla="*/ 6406943 w 12188965"/>
              <a:gd name="connsiteY6026" fmla="*/ 1624521 h 2053176"/>
              <a:gd name="connsiteX6027" fmla="*/ 6381282 w 12188965"/>
              <a:gd name="connsiteY6027" fmla="*/ 1650180 h 2053176"/>
              <a:gd name="connsiteX6028" fmla="*/ 6355624 w 12188965"/>
              <a:gd name="connsiteY6028" fmla="*/ 1624521 h 2053176"/>
              <a:gd name="connsiteX6029" fmla="*/ 6381282 w 12188965"/>
              <a:gd name="connsiteY6029" fmla="*/ 1598863 h 2053176"/>
              <a:gd name="connsiteX6030" fmla="*/ 6317078 w 12188965"/>
              <a:gd name="connsiteY6030" fmla="*/ 1598863 h 2053176"/>
              <a:gd name="connsiteX6031" fmla="*/ 6342736 w 12188965"/>
              <a:gd name="connsiteY6031" fmla="*/ 1624521 h 2053176"/>
              <a:gd name="connsiteX6032" fmla="*/ 6317078 w 12188965"/>
              <a:gd name="connsiteY6032" fmla="*/ 1650180 h 2053176"/>
              <a:gd name="connsiteX6033" fmla="*/ 6291420 w 12188965"/>
              <a:gd name="connsiteY6033" fmla="*/ 1624521 h 2053176"/>
              <a:gd name="connsiteX6034" fmla="*/ 6317078 w 12188965"/>
              <a:gd name="connsiteY6034" fmla="*/ 1598863 h 2053176"/>
              <a:gd name="connsiteX6035" fmla="*/ 6252873 w 12188965"/>
              <a:gd name="connsiteY6035" fmla="*/ 1598863 h 2053176"/>
              <a:gd name="connsiteX6036" fmla="*/ 6278532 w 12188965"/>
              <a:gd name="connsiteY6036" fmla="*/ 1624521 h 2053176"/>
              <a:gd name="connsiteX6037" fmla="*/ 6252873 w 12188965"/>
              <a:gd name="connsiteY6037" fmla="*/ 1650180 h 2053176"/>
              <a:gd name="connsiteX6038" fmla="*/ 6227213 w 12188965"/>
              <a:gd name="connsiteY6038" fmla="*/ 1624521 h 2053176"/>
              <a:gd name="connsiteX6039" fmla="*/ 6252873 w 12188965"/>
              <a:gd name="connsiteY6039" fmla="*/ 1598863 h 2053176"/>
              <a:gd name="connsiteX6040" fmla="*/ 6188666 w 12188965"/>
              <a:gd name="connsiteY6040" fmla="*/ 1598863 h 2053176"/>
              <a:gd name="connsiteX6041" fmla="*/ 6214327 w 12188965"/>
              <a:gd name="connsiteY6041" fmla="*/ 1624521 h 2053176"/>
              <a:gd name="connsiteX6042" fmla="*/ 6188666 w 12188965"/>
              <a:gd name="connsiteY6042" fmla="*/ 1650180 h 2053176"/>
              <a:gd name="connsiteX6043" fmla="*/ 6163008 w 12188965"/>
              <a:gd name="connsiteY6043" fmla="*/ 1624521 h 2053176"/>
              <a:gd name="connsiteX6044" fmla="*/ 6188666 w 12188965"/>
              <a:gd name="connsiteY6044" fmla="*/ 1598863 h 2053176"/>
              <a:gd name="connsiteX6045" fmla="*/ 6124462 w 12188965"/>
              <a:gd name="connsiteY6045" fmla="*/ 1598863 h 2053176"/>
              <a:gd name="connsiteX6046" fmla="*/ 6150123 w 12188965"/>
              <a:gd name="connsiteY6046" fmla="*/ 1624521 h 2053176"/>
              <a:gd name="connsiteX6047" fmla="*/ 6124462 w 12188965"/>
              <a:gd name="connsiteY6047" fmla="*/ 1650180 h 2053176"/>
              <a:gd name="connsiteX6048" fmla="*/ 6098804 w 12188965"/>
              <a:gd name="connsiteY6048" fmla="*/ 1624521 h 2053176"/>
              <a:gd name="connsiteX6049" fmla="*/ 6124462 w 12188965"/>
              <a:gd name="connsiteY6049" fmla="*/ 1598863 h 2053176"/>
              <a:gd name="connsiteX6050" fmla="*/ 6064505 w 12188965"/>
              <a:gd name="connsiteY6050" fmla="*/ 1598863 h 2053176"/>
              <a:gd name="connsiteX6051" fmla="*/ 6090163 w 12188965"/>
              <a:gd name="connsiteY6051" fmla="*/ 1624521 h 2053176"/>
              <a:gd name="connsiteX6052" fmla="*/ 6064505 w 12188965"/>
              <a:gd name="connsiteY6052" fmla="*/ 1650180 h 2053176"/>
              <a:gd name="connsiteX6053" fmla="*/ 6038844 w 12188965"/>
              <a:gd name="connsiteY6053" fmla="*/ 1624521 h 2053176"/>
              <a:gd name="connsiteX6054" fmla="*/ 6064505 w 12188965"/>
              <a:gd name="connsiteY6054" fmla="*/ 1598863 h 2053176"/>
              <a:gd name="connsiteX6055" fmla="*/ 6000298 w 12188965"/>
              <a:gd name="connsiteY6055" fmla="*/ 1598863 h 2053176"/>
              <a:gd name="connsiteX6056" fmla="*/ 6025956 w 12188965"/>
              <a:gd name="connsiteY6056" fmla="*/ 1624521 h 2053176"/>
              <a:gd name="connsiteX6057" fmla="*/ 6000298 w 12188965"/>
              <a:gd name="connsiteY6057" fmla="*/ 1650180 h 2053176"/>
              <a:gd name="connsiteX6058" fmla="*/ 5974639 w 12188965"/>
              <a:gd name="connsiteY6058" fmla="*/ 1624521 h 2053176"/>
              <a:gd name="connsiteX6059" fmla="*/ 6000298 w 12188965"/>
              <a:gd name="connsiteY6059" fmla="*/ 1598863 h 2053176"/>
              <a:gd name="connsiteX6060" fmla="*/ 5936092 w 12188965"/>
              <a:gd name="connsiteY6060" fmla="*/ 1598863 h 2053176"/>
              <a:gd name="connsiteX6061" fmla="*/ 5961751 w 12188965"/>
              <a:gd name="connsiteY6061" fmla="*/ 1624521 h 2053176"/>
              <a:gd name="connsiteX6062" fmla="*/ 5936092 w 12188965"/>
              <a:gd name="connsiteY6062" fmla="*/ 1650180 h 2053176"/>
              <a:gd name="connsiteX6063" fmla="*/ 5910435 w 12188965"/>
              <a:gd name="connsiteY6063" fmla="*/ 1624521 h 2053176"/>
              <a:gd name="connsiteX6064" fmla="*/ 5936092 w 12188965"/>
              <a:gd name="connsiteY6064" fmla="*/ 1598863 h 2053176"/>
              <a:gd name="connsiteX6065" fmla="*/ 5743477 w 12188965"/>
              <a:gd name="connsiteY6065" fmla="*/ 1598863 h 2053176"/>
              <a:gd name="connsiteX6066" fmla="*/ 5769136 w 12188965"/>
              <a:gd name="connsiteY6066" fmla="*/ 1624521 h 2053176"/>
              <a:gd name="connsiteX6067" fmla="*/ 5743477 w 12188965"/>
              <a:gd name="connsiteY6067" fmla="*/ 1650180 h 2053176"/>
              <a:gd name="connsiteX6068" fmla="*/ 5717818 w 12188965"/>
              <a:gd name="connsiteY6068" fmla="*/ 1624521 h 2053176"/>
              <a:gd name="connsiteX6069" fmla="*/ 5743477 w 12188965"/>
              <a:gd name="connsiteY6069" fmla="*/ 1598863 h 2053176"/>
              <a:gd name="connsiteX6070" fmla="*/ 5679272 w 12188965"/>
              <a:gd name="connsiteY6070" fmla="*/ 1598863 h 2053176"/>
              <a:gd name="connsiteX6071" fmla="*/ 5704930 w 12188965"/>
              <a:gd name="connsiteY6071" fmla="*/ 1624521 h 2053176"/>
              <a:gd name="connsiteX6072" fmla="*/ 5679272 w 12188965"/>
              <a:gd name="connsiteY6072" fmla="*/ 1650180 h 2053176"/>
              <a:gd name="connsiteX6073" fmla="*/ 5653614 w 12188965"/>
              <a:gd name="connsiteY6073" fmla="*/ 1624521 h 2053176"/>
              <a:gd name="connsiteX6074" fmla="*/ 5679272 w 12188965"/>
              <a:gd name="connsiteY6074" fmla="*/ 1598863 h 2053176"/>
              <a:gd name="connsiteX6075" fmla="*/ 5615066 w 12188965"/>
              <a:gd name="connsiteY6075" fmla="*/ 1598863 h 2053176"/>
              <a:gd name="connsiteX6076" fmla="*/ 5640726 w 12188965"/>
              <a:gd name="connsiteY6076" fmla="*/ 1624521 h 2053176"/>
              <a:gd name="connsiteX6077" fmla="*/ 5615066 w 12188965"/>
              <a:gd name="connsiteY6077" fmla="*/ 1650180 h 2053176"/>
              <a:gd name="connsiteX6078" fmla="*/ 5589407 w 12188965"/>
              <a:gd name="connsiteY6078" fmla="*/ 1624521 h 2053176"/>
              <a:gd name="connsiteX6079" fmla="*/ 5615066 w 12188965"/>
              <a:gd name="connsiteY6079" fmla="*/ 1598863 h 2053176"/>
              <a:gd name="connsiteX6080" fmla="*/ 5550862 w 12188965"/>
              <a:gd name="connsiteY6080" fmla="*/ 1598863 h 2053176"/>
              <a:gd name="connsiteX6081" fmla="*/ 5576520 w 12188965"/>
              <a:gd name="connsiteY6081" fmla="*/ 1624521 h 2053176"/>
              <a:gd name="connsiteX6082" fmla="*/ 5550862 w 12188965"/>
              <a:gd name="connsiteY6082" fmla="*/ 1650180 h 2053176"/>
              <a:gd name="connsiteX6083" fmla="*/ 5525203 w 12188965"/>
              <a:gd name="connsiteY6083" fmla="*/ 1624521 h 2053176"/>
              <a:gd name="connsiteX6084" fmla="*/ 5550862 w 12188965"/>
              <a:gd name="connsiteY6084" fmla="*/ 1598863 h 2053176"/>
              <a:gd name="connsiteX6085" fmla="*/ 5486655 w 12188965"/>
              <a:gd name="connsiteY6085" fmla="*/ 1598863 h 2053176"/>
              <a:gd name="connsiteX6086" fmla="*/ 5512316 w 12188965"/>
              <a:gd name="connsiteY6086" fmla="*/ 1624521 h 2053176"/>
              <a:gd name="connsiteX6087" fmla="*/ 5486655 w 12188965"/>
              <a:gd name="connsiteY6087" fmla="*/ 1650180 h 2053176"/>
              <a:gd name="connsiteX6088" fmla="*/ 5460997 w 12188965"/>
              <a:gd name="connsiteY6088" fmla="*/ 1624521 h 2053176"/>
              <a:gd name="connsiteX6089" fmla="*/ 5486655 w 12188965"/>
              <a:gd name="connsiteY6089" fmla="*/ 1598863 h 2053176"/>
              <a:gd name="connsiteX6090" fmla="*/ 5422451 w 12188965"/>
              <a:gd name="connsiteY6090" fmla="*/ 1598863 h 2053176"/>
              <a:gd name="connsiteX6091" fmla="*/ 5448109 w 12188965"/>
              <a:gd name="connsiteY6091" fmla="*/ 1624521 h 2053176"/>
              <a:gd name="connsiteX6092" fmla="*/ 5422451 w 12188965"/>
              <a:gd name="connsiteY6092" fmla="*/ 1650180 h 2053176"/>
              <a:gd name="connsiteX6093" fmla="*/ 5396791 w 12188965"/>
              <a:gd name="connsiteY6093" fmla="*/ 1624521 h 2053176"/>
              <a:gd name="connsiteX6094" fmla="*/ 5422451 w 12188965"/>
              <a:gd name="connsiteY6094" fmla="*/ 1598863 h 2053176"/>
              <a:gd name="connsiteX6095" fmla="*/ 5358245 w 12188965"/>
              <a:gd name="connsiteY6095" fmla="*/ 1598863 h 2053176"/>
              <a:gd name="connsiteX6096" fmla="*/ 5383904 w 12188965"/>
              <a:gd name="connsiteY6096" fmla="*/ 1624521 h 2053176"/>
              <a:gd name="connsiteX6097" fmla="*/ 5358245 w 12188965"/>
              <a:gd name="connsiteY6097" fmla="*/ 1650180 h 2053176"/>
              <a:gd name="connsiteX6098" fmla="*/ 5332587 w 12188965"/>
              <a:gd name="connsiteY6098" fmla="*/ 1624521 h 2053176"/>
              <a:gd name="connsiteX6099" fmla="*/ 5358245 w 12188965"/>
              <a:gd name="connsiteY6099" fmla="*/ 1598863 h 2053176"/>
              <a:gd name="connsiteX6100" fmla="*/ 5294040 w 12188965"/>
              <a:gd name="connsiteY6100" fmla="*/ 1598863 h 2053176"/>
              <a:gd name="connsiteX6101" fmla="*/ 5319699 w 12188965"/>
              <a:gd name="connsiteY6101" fmla="*/ 1624521 h 2053176"/>
              <a:gd name="connsiteX6102" fmla="*/ 5294040 w 12188965"/>
              <a:gd name="connsiteY6102" fmla="*/ 1650180 h 2053176"/>
              <a:gd name="connsiteX6103" fmla="*/ 5268382 w 12188965"/>
              <a:gd name="connsiteY6103" fmla="*/ 1624521 h 2053176"/>
              <a:gd name="connsiteX6104" fmla="*/ 5294040 w 12188965"/>
              <a:gd name="connsiteY6104" fmla="*/ 1598863 h 2053176"/>
              <a:gd name="connsiteX6105" fmla="*/ 5229719 w 12188965"/>
              <a:gd name="connsiteY6105" fmla="*/ 1598863 h 2053176"/>
              <a:gd name="connsiteX6106" fmla="*/ 5255377 w 12188965"/>
              <a:gd name="connsiteY6106" fmla="*/ 1624521 h 2053176"/>
              <a:gd name="connsiteX6107" fmla="*/ 5229719 w 12188965"/>
              <a:gd name="connsiteY6107" fmla="*/ 1650180 h 2053176"/>
              <a:gd name="connsiteX6108" fmla="*/ 5204058 w 12188965"/>
              <a:gd name="connsiteY6108" fmla="*/ 1624521 h 2053176"/>
              <a:gd name="connsiteX6109" fmla="*/ 5229719 w 12188965"/>
              <a:gd name="connsiteY6109" fmla="*/ 1598863 h 2053176"/>
              <a:gd name="connsiteX6110" fmla="*/ 5101309 w 12188965"/>
              <a:gd name="connsiteY6110" fmla="*/ 1598863 h 2053176"/>
              <a:gd name="connsiteX6111" fmla="*/ 5126967 w 12188965"/>
              <a:gd name="connsiteY6111" fmla="*/ 1624521 h 2053176"/>
              <a:gd name="connsiteX6112" fmla="*/ 5101309 w 12188965"/>
              <a:gd name="connsiteY6112" fmla="*/ 1650180 h 2053176"/>
              <a:gd name="connsiteX6113" fmla="*/ 5075649 w 12188965"/>
              <a:gd name="connsiteY6113" fmla="*/ 1624521 h 2053176"/>
              <a:gd name="connsiteX6114" fmla="*/ 5101309 w 12188965"/>
              <a:gd name="connsiteY6114" fmla="*/ 1598863 h 2053176"/>
              <a:gd name="connsiteX6115" fmla="*/ 5037104 w 12188965"/>
              <a:gd name="connsiteY6115" fmla="*/ 1598863 h 2053176"/>
              <a:gd name="connsiteX6116" fmla="*/ 5062762 w 12188965"/>
              <a:gd name="connsiteY6116" fmla="*/ 1624521 h 2053176"/>
              <a:gd name="connsiteX6117" fmla="*/ 5037104 w 12188965"/>
              <a:gd name="connsiteY6117" fmla="*/ 1650180 h 2053176"/>
              <a:gd name="connsiteX6118" fmla="*/ 5011444 w 12188965"/>
              <a:gd name="connsiteY6118" fmla="*/ 1624521 h 2053176"/>
              <a:gd name="connsiteX6119" fmla="*/ 5037104 w 12188965"/>
              <a:gd name="connsiteY6119" fmla="*/ 1598863 h 2053176"/>
              <a:gd name="connsiteX6120" fmla="*/ 4972896 w 12188965"/>
              <a:gd name="connsiteY6120" fmla="*/ 1598863 h 2053176"/>
              <a:gd name="connsiteX6121" fmla="*/ 4998557 w 12188965"/>
              <a:gd name="connsiteY6121" fmla="*/ 1624521 h 2053176"/>
              <a:gd name="connsiteX6122" fmla="*/ 4972896 w 12188965"/>
              <a:gd name="connsiteY6122" fmla="*/ 1650180 h 2053176"/>
              <a:gd name="connsiteX6123" fmla="*/ 4947240 w 12188965"/>
              <a:gd name="connsiteY6123" fmla="*/ 1624521 h 2053176"/>
              <a:gd name="connsiteX6124" fmla="*/ 4972896 w 12188965"/>
              <a:gd name="connsiteY6124" fmla="*/ 1598863 h 2053176"/>
              <a:gd name="connsiteX6125" fmla="*/ 4908693 w 12188965"/>
              <a:gd name="connsiteY6125" fmla="*/ 1598863 h 2053176"/>
              <a:gd name="connsiteX6126" fmla="*/ 4934352 w 12188965"/>
              <a:gd name="connsiteY6126" fmla="*/ 1624521 h 2053176"/>
              <a:gd name="connsiteX6127" fmla="*/ 4908693 w 12188965"/>
              <a:gd name="connsiteY6127" fmla="*/ 1650180 h 2053176"/>
              <a:gd name="connsiteX6128" fmla="*/ 4883033 w 12188965"/>
              <a:gd name="connsiteY6128" fmla="*/ 1624521 h 2053176"/>
              <a:gd name="connsiteX6129" fmla="*/ 4908693 w 12188965"/>
              <a:gd name="connsiteY6129" fmla="*/ 1598863 h 2053176"/>
              <a:gd name="connsiteX6130" fmla="*/ 4844487 w 12188965"/>
              <a:gd name="connsiteY6130" fmla="*/ 1598863 h 2053176"/>
              <a:gd name="connsiteX6131" fmla="*/ 4870146 w 12188965"/>
              <a:gd name="connsiteY6131" fmla="*/ 1624521 h 2053176"/>
              <a:gd name="connsiteX6132" fmla="*/ 4844487 w 12188965"/>
              <a:gd name="connsiteY6132" fmla="*/ 1650180 h 2053176"/>
              <a:gd name="connsiteX6133" fmla="*/ 4818828 w 12188965"/>
              <a:gd name="connsiteY6133" fmla="*/ 1624521 h 2053176"/>
              <a:gd name="connsiteX6134" fmla="*/ 4844487 w 12188965"/>
              <a:gd name="connsiteY6134" fmla="*/ 1598863 h 2053176"/>
              <a:gd name="connsiteX6135" fmla="*/ 4780282 w 12188965"/>
              <a:gd name="connsiteY6135" fmla="*/ 1598863 h 2053176"/>
              <a:gd name="connsiteX6136" fmla="*/ 4805941 w 12188965"/>
              <a:gd name="connsiteY6136" fmla="*/ 1624521 h 2053176"/>
              <a:gd name="connsiteX6137" fmla="*/ 4780282 w 12188965"/>
              <a:gd name="connsiteY6137" fmla="*/ 1650180 h 2053176"/>
              <a:gd name="connsiteX6138" fmla="*/ 4754622 w 12188965"/>
              <a:gd name="connsiteY6138" fmla="*/ 1624521 h 2053176"/>
              <a:gd name="connsiteX6139" fmla="*/ 4780282 w 12188965"/>
              <a:gd name="connsiteY6139" fmla="*/ 1598863 h 2053176"/>
              <a:gd name="connsiteX6140" fmla="*/ 4716077 w 12188965"/>
              <a:gd name="connsiteY6140" fmla="*/ 1598863 h 2053176"/>
              <a:gd name="connsiteX6141" fmla="*/ 4741736 w 12188965"/>
              <a:gd name="connsiteY6141" fmla="*/ 1624521 h 2053176"/>
              <a:gd name="connsiteX6142" fmla="*/ 4716077 w 12188965"/>
              <a:gd name="connsiteY6142" fmla="*/ 1650180 h 2053176"/>
              <a:gd name="connsiteX6143" fmla="*/ 4690419 w 12188965"/>
              <a:gd name="connsiteY6143" fmla="*/ 1624521 h 2053176"/>
              <a:gd name="connsiteX6144" fmla="*/ 4716077 w 12188965"/>
              <a:gd name="connsiteY6144" fmla="*/ 1598863 h 2053176"/>
              <a:gd name="connsiteX6145" fmla="*/ 4651872 w 12188965"/>
              <a:gd name="connsiteY6145" fmla="*/ 1598863 h 2053176"/>
              <a:gd name="connsiteX6146" fmla="*/ 4677531 w 12188965"/>
              <a:gd name="connsiteY6146" fmla="*/ 1624521 h 2053176"/>
              <a:gd name="connsiteX6147" fmla="*/ 4651872 w 12188965"/>
              <a:gd name="connsiteY6147" fmla="*/ 1650180 h 2053176"/>
              <a:gd name="connsiteX6148" fmla="*/ 4626213 w 12188965"/>
              <a:gd name="connsiteY6148" fmla="*/ 1624521 h 2053176"/>
              <a:gd name="connsiteX6149" fmla="*/ 4651872 w 12188965"/>
              <a:gd name="connsiteY6149" fmla="*/ 1598863 h 2053176"/>
              <a:gd name="connsiteX6150" fmla="*/ 4587666 w 12188965"/>
              <a:gd name="connsiteY6150" fmla="*/ 1598863 h 2053176"/>
              <a:gd name="connsiteX6151" fmla="*/ 4613324 w 12188965"/>
              <a:gd name="connsiteY6151" fmla="*/ 1624521 h 2053176"/>
              <a:gd name="connsiteX6152" fmla="*/ 4587666 w 12188965"/>
              <a:gd name="connsiteY6152" fmla="*/ 1650180 h 2053176"/>
              <a:gd name="connsiteX6153" fmla="*/ 4562007 w 12188965"/>
              <a:gd name="connsiteY6153" fmla="*/ 1624521 h 2053176"/>
              <a:gd name="connsiteX6154" fmla="*/ 4587666 w 12188965"/>
              <a:gd name="connsiteY6154" fmla="*/ 1598863 h 2053176"/>
              <a:gd name="connsiteX6155" fmla="*/ 4523461 w 12188965"/>
              <a:gd name="connsiteY6155" fmla="*/ 1598863 h 2053176"/>
              <a:gd name="connsiteX6156" fmla="*/ 4549121 w 12188965"/>
              <a:gd name="connsiteY6156" fmla="*/ 1624521 h 2053176"/>
              <a:gd name="connsiteX6157" fmla="*/ 4523461 w 12188965"/>
              <a:gd name="connsiteY6157" fmla="*/ 1650180 h 2053176"/>
              <a:gd name="connsiteX6158" fmla="*/ 4497802 w 12188965"/>
              <a:gd name="connsiteY6158" fmla="*/ 1624521 h 2053176"/>
              <a:gd name="connsiteX6159" fmla="*/ 4523461 w 12188965"/>
              <a:gd name="connsiteY6159" fmla="*/ 1598863 h 2053176"/>
              <a:gd name="connsiteX6160" fmla="*/ 4395050 w 12188965"/>
              <a:gd name="connsiteY6160" fmla="*/ 1598863 h 2053176"/>
              <a:gd name="connsiteX6161" fmla="*/ 4420710 w 12188965"/>
              <a:gd name="connsiteY6161" fmla="*/ 1624521 h 2053176"/>
              <a:gd name="connsiteX6162" fmla="*/ 4395050 w 12188965"/>
              <a:gd name="connsiteY6162" fmla="*/ 1650180 h 2053176"/>
              <a:gd name="connsiteX6163" fmla="*/ 4369391 w 12188965"/>
              <a:gd name="connsiteY6163" fmla="*/ 1624521 h 2053176"/>
              <a:gd name="connsiteX6164" fmla="*/ 4395050 w 12188965"/>
              <a:gd name="connsiteY6164" fmla="*/ 1598863 h 2053176"/>
              <a:gd name="connsiteX6165" fmla="*/ 4266640 w 12188965"/>
              <a:gd name="connsiteY6165" fmla="*/ 1598863 h 2053176"/>
              <a:gd name="connsiteX6166" fmla="*/ 4292298 w 12188965"/>
              <a:gd name="connsiteY6166" fmla="*/ 1624521 h 2053176"/>
              <a:gd name="connsiteX6167" fmla="*/ 4266640 w 12188965"/>
              <a:gd name="connsiteY6167" fmla="*/ 1650180 h 2053176"/>
              <a:gd name="connsiteX6168" fmla="*/ 4240981 w 12188965"/>
              <a:gd name="connsiteY6168" fmla="*/ 1624521 h 2053176"/>
              <a:gd name="connsiteX6169" fmla="*/ 4266640 w 12188965"/>
              <a:gd name="connsiteY6169" fmla="*/ 1598863 h 2053176"/>
              <a:gd name="connsiteX6170" fmla="*/ 4202435 w 12188965"/>
              <a:gd name="connsiteY6170" fmla="*/ 1598863 h 2053176"/>
              <a:gd name="connsiteX6171" fmla="*/ 4228093 w 12188965"/>
              <a:gd name="connsiteY6171" fmla="*/ 1624521 h 2053176"/>
              <a:gd name="connsiteX6172" fmla="*/ 4202435 w 12188965"/>
              <a:gd name="connsiteY6172" fmla="*/ 1650180 h 2053176"/>
              <a:gd name="connsiteX6173" fmla="*/ 4176776 w 12188965"/>
              <a:gd name="connsiteY6173" fmla="*/ 1624521 h 2053176"/>
              <a:gd name="connsiteX6174" fmla="*/ 4202435 w 12188965"/>
              <a:gd name="connsiteY6174" fmla="*/ 1598863 h 2053176"/>
              <a:gd name="connsiteX6175" fmla="*/ 4073908 w 12188965"/>
              <a:gd name="connsiteY6175" fmla="*/ 1598863 h 2053176"/>
              <a:gd name="connsiteX6176" fmla="*/ 4099565 w 12188965"/>
              <a:gd name="connsiteY6176" fmla="*/ 1624521 h 2053176"/>
              <a:gd name="connsiteX6177" fmla="*/ 4073908 w 12188965"/>
              <a:gd name="connsiteY6177" fmla="*/ 1650180 h 2053176"/>
              <a:gd name="connsiteX6178" fmla="*/ 4048248 w 12188965"/>
              <a:gd name="connsiteY6178" fmla="*/ 1624521 h 2053176"/>
              <a:gd name="connsiteX6179" fmla="*/ 4073908 w 12188965"/>
              <a:gd name="connsiteY6179" fmla="*/ 1598863 h 2053176"/>
              <a:gd name="connsiteX6180" fmla="*/ 4009702 w 12188965"/>
              <a:gd name="connsiteY6180" fmla="*/ 1598863 h 2053176"/>
              <a:gd name="connsiteX6181" fmla="*/ 4035362 w 12188965"/>
              <a:gd name="connsiteY6181" fmla="*/ 1624521 h 2053176"/>
              <a:gd name="connsiteX6182" fmla="*/ 4009702 w 12188965"/>
              <a:gd name="connsiteY6182" fmla="*/ 1650180 h 2053176"/>
              <a:gd name="connsiteX6183" fmla="*/ 3984043 w 12188965"/>
              <a:gd name="connsiteY6183" fmla="*/ 1624521 h 2053176"/>
              <a:gd name="connsiteX6184" fmla="*/ 4009702 w 12188965"/>
              <a:gd name="connsiteY6184" fmla="*/ 1598863 h 2053176"/>
              <a:gd name="connsiteX6185" fmla="*/ 3945497 w 12188965"/>
              <a:gd name="connsiteY6185" fmla="*/ 1598863 h 2053176"/>
              <a:gd name="connsiteX6186" fmla="*/ 3971155 w 12188965"/>
              <a:gd name="connsiteY6186" fmla="*/ 1624521 h 2053176"/>
              <a:gd name="connsiteX6187" fmla="*/ 3945497 w 12188965"/>
              <a:gd name="connsiteY6187" fmla="*/ 1650180 h 2053176"/>
              <a:gd name="connsiteX6188" fmla="*/ 3919838 w 12188965"/>
              <a:gd name="connsiteY6188" fmla="*/ 1624521 h 2053176"/>
              <a:gd name="connsiteX6189" fmla="*/ 3945497 w 12188965"/>
              <a:gd name="connsiteY6189" fmla="*/ 1598863 h 2053176"/>
              <a:gd name="connsiteX6190" fmla="*/ 3881291 w 12188965"/>
              <a:gd name="connsiteY6190" fmla="*/ 1598863 h 2053176"/>
              <a:gd name="connsiteX6191" fmla="*/ 3906950 w 12188965"/>
              <a:gd name="connsiteY6191" fmla="*/ 1624521 h 2053176"/>
              <a:gd name="connsiteX6192" fmla="*/ 3881291 w 12188965"/>
              <a:gd name="connsiteY6192" fmla="*/ 1650180 h 2053176"/>
              <a:gd name="connsiteX6193" fmla="*/ 3855633 w 12188965"/>
              <a:gd name="connsiteY6193" fmla="*/ 1624521 h 2053176"/>
              <a:gd name="connsiteX6194" fmla="*/ 3881291 w 12188965"/>
              <a:gd name="connsiteY6194" fmla="*/ 1598863 h 2053176"/>
              <a:gd name="connsiteX6195" fmla="*/ 3817085 w 12188965"/>
              <a:gd name="connsiteY6195" fmla="*/ 1598863 h 2053176"/>
              <a:gd name="connsiteX6196" fmla="*/ 3842745 w 12188965"/>
              <a:gd name="connsiteY6196" fmla="*/ 1624521 h 2053176"/>
              <a:gd name="connsiteX6197" fmla="*/ 3817085 w 12188965"/>
              <a:gd name="connsiteY6197" fmla="*/ 1650180 h 2053176"/>
              <a:gd name="connsiteX6198" fmla="*/ 3791427 w 12188965"/>
              <a:gd name="connsiteY6198" fmla="*/ 1624521 h 2053176"/>
              <a:gd name="connsiteX6199" fmla="*/ 3817085 w 12188965"/>
              <a:gd name="connsiteY6199" fmla="*/ 1598863 h 2053176"/>
              <a:gd name="connsiteX6200" fmla="*/ 3752882 w 12188965"/>
              <a:gd name="connsiteY6200" fmla="*/ 1598863 h 2053176"/>
              <a:gd name="connsiteX6201" fmla="*/ 3778539 w 12188965"/>
              <a:gd name="connsiteY6201" fmla="*/ 1624521 h 2053176"/>
              <a:gd name="connsiteX6202" fmla="*/ 3752882 w 12188965"/>
              <a:gd name="connsiteY6202" fmla="*/ 1650180 h 2053176"/>
              <a:gd name="connsiteX6203" fmla="*/ 3727221 w 12188965"/>
              <a:gd name="connsiteY6203" fmla="*/ 1624521 h 2053176"/>
              <a:gd name="connsiteX6204" fmla="*/ 3752882 w 12188965"/>
              <a:gd name="connsiteY6204" fmla="*/ 1598863 h 2053176"/>
              <a:gd name="connsiteX6205" fmla="*/ 3688674 w 12188965"/>
              <a:gd name="connsiteY6205" fmla="*/ 1598863 h 2053176"/>
              <a:gd name="connsiteX6206" fmla="*/ 3714335 w 12188965"/>
              <a:gd name="connsiteY6206" fmla="*/ 1624521 h 2053176"/>
              <a:gd name="connsiteX6207" fmla="*/ 3688674 w 12188965"/>
              <a:gd name="connsiteY6207" fmla="*/ 1650180 h 2053176"/>
              <a:gd name="connsiteX6208" fmla="*/ 3663017 w 12188965"/>
              <a:gd name="connsiteY6208" fmla="*/ 1624521 h 2053176"/>
              <a:gd name="connsiteX6209" fmla="*/ 3688674 w 12188965"/>
              <a:gd name="connsiteY6209" fmla="*/ 1598863 h 2053176"/>
              <a:gd name="connsiteX6210" fmla="*/ 3624472 w 12188965"/>
              <a:gd name="connsiteY6210" fmla="*/ 1598863 h 2053176"/>
              <a:gd name="connsiteX6211" fmla="*/ 3650129 w 12188965"/>
              <a:gd name="connsiteY6211" fmla="*/ 1624521 h 2053176"/>
              <a:gd name="connsiteX6212" fmla="*/ 3624472 w 12188965"/>
              <a:gd name="connsiteY6212" fmla="*/ 1650180 h 2053176"/>
              <a:gd name="connsiteX6213" fmla="*/ 3598810 w 12188965"/>
              <a:gd name="connsiteY6213" fmla="*/ 1624521 h 2053176"/>
              <a:gd name="connsiteX6214" fmla="*/ 3624472 w 12188965"/>
              <a:gd name="connsiteY6214" fmla="*/ 1598863 h 2053176"/>
              <a:gd name="connsiteX6215" fmla="*/ 3496060 w 12188965"/>
              <a:gd name="connsiteY6215" fmla="*/ 1598863 h 2053176"/>
              <a:gd name="connsiteX6216" fmla="*/ 3521719 w 12188965"/>
              <a:gd name="connsiteY6216" fmla="*/ 1624521 h 2053176"/>
              <a:gd name="connsiteX6217" fmla="*/ 3496060 w 12188965"/>
              <a:gd name="connsiteY6217" fmla="*/ 1650180 h 2053176"/>
              <a:gd name="connsiteX6218" fmla="*/ 3470400 w 12188965"/>
              <a:gd name="connsiteY6218" fmla="*/ 1624521 h 2053176"/>
              <a:gd name="connsiteX6219" fmla="*/ 3496060 w 12188965"/>
              <a:gd name="connsiteY6219" fmla="*/ 1598863 h 2053176"/>
              <a:gd name="connsiteX6220" fmla="*/ 3431855 w 12188965"/>
              <a:gd name="connsiteY6220" fmla="*/ 1598863 h 2053176"/>
              <a:gd name="connsiteX6221" fmla="*/ 3457512 w 12188965"/>
              <a:gd name="connsiteY6221" fmla="*/ 1624521 h 2053176"/>
              <a:gd name="connsiteX6222" fmla="*/ 3431855 w 12188965"/>
              <a:gd name="connsiteY6222" fmla="*/ 1650180 h 2053176"/>
              <a:gd name="connsiteX6223" fmla="*/ 3406196 w 12188965"/>
              <a:gd name="connsiteY6223" fmla="*/ 1624521 h 2053176"/>
              <a:gd name="connsiteX6224" fmla="*/ 3431855 w 12188965"/>
              <a:gd name="connsiteY6224" fmla="*/ 1598863 h 2053176"/>
              <a:gd name="connsiteX6225" fmla="*/ 3367649 w 12188965"/>
              <a:gd name="connsiteY6225" fmla="*/ 1598863 h 2053176"/>
              <a:gd name="connsiteX6226" fmla="*/ 3393308 w 12188965"/>
              <a:gd name="connsiteY6226" fmla="*/ 1624521 h 2053176"/>
              <a:gd name="connsiteX6227" fmla="*/ 3367649 w 12188965"/>
              <a:gd name="connsiteY6227" fmla="*/ 1650180 h 2053176"/>
              <a:gd name="connsiteX6228" fmla="*/ 3341990 w 12188965"/>
              <a:gd name="connsiteY6228" fmla="*/ 1624521 h 2053176"/>
              <a:gd name="connsiteX6229" fmla="*/ 3367649 w 12188965"/>
              <a:gd name="connsiteY6229" fmla="*/ 1598863 h 2053176"/>
              <a:gd name="connsiteX6230" fmla="*/ 3303444 w 12188965"/>
              <a:gd name="connsiteY6230" fmla="*/ 1598863 h 2053176"/>
              <a:gd name="connsiteX6231" fmla="*/ 3329102 w 12188965"/>
              <a:gd name="connsiteY6231" fmla="*/ 1624521 h 2053176"/>
              <a:gd name="connsiteX6232" fmla="*/ 3303444 w 12188965"/>
              <a:gd name="connsiteY6232" fmla="*/ 1650180 h 2053176"/>
              <a:gd name="connsiteX6233" fmla="*/ 3277785 w 12188965"/>
              <a:gd name="connsiteY6233" fmla="*/ 1624521 h 2053176"/>
              <a:gd name="connsiteX6234" fmla="*/ 3303444 w 12188965"/>
              <a:gd name="connsiteY6234" fmla="*/ 1598863 h 2053176"/>
              <a:gd name="connsiteX6235" fmla="*/ 3239238 w 12188965"/>
              <a:gd name="connsiteY6235" fmla="*/ 1598863 h 2053176"/>
              <a:gd name="connsiteX6236" fmla="*/ 3264898 w 12188965"/>
              <a:gd name="connsiteY6236" fmla="*/ 1624521 h 2053176"/>
              <a:gd name="connsiteX6237" fmla="*/ 3239238 w 12188965"/>
              <a:gd name="connsiteY6237" fmla="*/ 1650180 h 2053176"/>
              <a:gd name="connsiteX6238" fmla="*/ 3213580 w 12188965"/>
              <a:gd name="connsiteY6238" fmla="*/ 1624521 h 2053176"/>
              <a:gd name="connsiteX6239" fmla="*/ 3239238 w 12188965"/>
              <a:gd name="connsiteY6239" fmla="*/ 1598863 h 2053176"/>
              <a:gd name="connsiteX6240" fmla="*/ 3110828 w 12188965"/>
              <a:gd name="connsiteY6240" fmla="*/ 1598863 h 2053176"/>
              <a:gd name="connsiteX6241" fmla="*/ 3136487 w 12188965"/>
              <a:gd name="connsiteY6241" fmla="*/ 1624521 h 2053176"/>
              <a:gd name="connsiteX6242" fmla="*/ 3110828 w 12188965"/>
              <a:gd name="connsiteY6242" fmla="*/ 1650180 h 2053176"/>
              <a:gd name="connsiteX6243" fmla="*/ 3085170 w 12188965"/>
              <a:gd name="connsiteY6243" fmla="*/ 1624521 h 2053176"/>
              <a:gd name="connsiteX6244" fmla="*/ 3110828 w 12188965"/>
              <a:gd name="connsiteY6244" fmla="*/ 1598863 h 2053176"/>
              <a:gd name="connsiteX6245" fmla="*/ 3046623 w 12188965"/>
              <a:gd name="connsiteY6245" fmla="*/ 1598863 h 2053176"/>
              <a:gd name="connsiteX6246" fmla="*/ 3072282 w 12188965"/>
              <a:gd name="connsiteY6246" fmla="*/ 1624521 h 2053176"/>
              <a:gd name="connsiteX6247" fmla="*/ 3046623 w 12188965"/>
              <a:gd name="connsiteY6247" fmla="*/ 1650180 h 2053176"/>
              <a:gd name="connsiteX6248" fmla="*/ 3020964 w 12188965"/>
              <a:gd name="connsiteY6248" fmla="*/ 1624521 h 2053176"/>
              <a:gd name="connsiteX6249" fmla="*/ 3046623 w 12188965"/>
              <a:gd name="connsiteY6249" fmla="*/ 1598863 h 2053176"/>
              <a:gd name="connsiteX6250" fmla="*/ 2982301 w 12188965"/>
              <a:gd name="connsiteY6250" fmla="*/ 1598863 h 2053176"/>
              <a:gd name="connsiteX6251" fmla="*/ 3007960 w 12188965"/>
              <a:gd name="connsiteY6251" fmla="*/ 1624521 h 2053176"/>
              <a:gd name="connsiteX6252" fmla="*/ 2982301 w 12188965"/>
              <a:gd name="connsiteY6252" fmla="*/ 1650180 h 2053176"/>
              <a:gd name="connsiteX6253" fmla="*/ 2956642 w 12188965"/>
              <a:gd name="connsiteY6253" fmla="*/ 1624521 h 2053176"/>
              <a:gd name="connsiteX6254" fmla="*/ 2982301 w 12188965"/>
              <a:gd name="connsiteY6254" fmla="*/ 1598863 h 2053176"/>
              <a:gd name="connsiteX6255" fmla="*/ 2918096 w 12188965"/>
              <a:gd name="connsiteY6255" fmla="*/ 1598863 h 2053176"/>
              <a:gd name="connsiteX6256" fmla="*/ 2943755 w 12188965"/>
              <a:gd name="connsiteY6256" fmla="*/ 1624521 h 2053176"/>
              <a:gd name="connsiteX6257" fmla="*/ 2918096 w 12188965"/>
              <a:gd name="connsiteY6257" fmla="*/ 1650180 h 2053176"/>
              <a:gd name="connsiteX6258" fmla="*/ 2892438 w 12188965"/>
              <a:gd name="connsiteY6258" fmla="*/ 1624521 h 2053176"/>
              <a:gd name="connsiteX6259" fmla="*/ 2918096 w 12188965"/>
              <a:gd name="connsiteY6259" fmla="*/ 1598863 h 2053176"/>
              <a:gd name="connsiteX6260" fmla="*/ 2853890 w 12188965"/>
              <a:gd name="connsiteY6260" fmla="*/ 1598863 h 2053176"/>
              <a:gd name="connsiteX6261" fmla="*/ 2879550 w 12188965"/>
              <a:gd name="connsiteY6261" fmla="*/ 1624521 h 2053176"/>
              <a:gd name="connsiteX6262" fmla="*/ 2853890 w 12188965"/>
              <a:gd name="connsiteY6262" fmla="*/ 1650180 h 2053176"/>
              <a:gd name="connsiteX6263" fmla="*/ 2828231 w 12188965"/>
              <a:gd name="connsiteY6263" fmla="*/ 1624521 h 2053176"/>
              <a:gd name="connsiteX6264" fmla="*/ 2853890 w 12188965"/>
              <a:gd name="connsiteY6264" fmla="*/ 1598863 h 2053176"/>
              <a:gd name="connsiteX6265" fmla="*/ 2789686 w 12188965"/>
              <a:gd name="connsiteY6265" fmla="*/ 1598863 h 2053176"/>
              <a:gd name="connsiteX6266" fmla="*/ 2815344 w 12188965"/>
              <a:gd name="connsiteY6266" fmla="*/ 1624521 h 2053176"/>
              <a:gd name="connsiteX6267" fmla="*/ 2789686 w 12188965"/>
              <a:gd name="connsiteY6267" fmla="*/ 1650180 h 2053176"/>
              <a:gd name="connsiteX6268" fmla="*/ 2764027 w 12188965"/>
              <a:gd name="connsiteY6268" fmla="*/ 1624521 h 2053176"/>
              <a:gd name="connsiteX6269" fmla="*/ 2789686 w 12188965"/>
              <a:gd name="connsiteY6269" fmla="*/ 1598863 h 2053176"/>
              <a:gd name="connsiteX6270" fmla="*/ 2725480 w 12188965"/>
              <a:gd name="connsiteY6270" fmla="*/ 1598863 h 2053176"/>
              <a:gd name="connsiteX6271" fmla="*/ 2751140 w 12188965"/>
              <a:gd name="connsiteY6271" fmla="*/ 1624521 h 2053176"/>
              <a:gd name="connsiteX6272" fmla="*/ 2725480 w 12188965"/>
              <a:gd name="connsiteY6272" fmla="*/ 1650180 h 2053176"/>
              <a:gd name="connsiteX6273" fmla="*/ 2699821 w 12188965"/>
              <a:gd name="connsiteY6273" fmla="*/ 1624521 h 2053176"/>
              <a:gd name="connsiteX6274" fmla="*/ 2725480 w 12188965"/>
              <a:gd name="connsiteY6274" fmla="*/ 1598863 h 2053176"/>
              <a:gd name="connsiteX6275" fmla="*/ 2597069 w 12188965"/>
              <a:gd name="connsiteY6275" fmla="*/ 1598863 h 2053176"/>
              <a:gd name="connsiteX6276" fmla="*/ 2622729 w 12188965"/>
              <a:gd name="connsiteY6276" fmla="*/ 1624521 h 2053176"/>
              <a:gd name="connsiteX6277" fmla="*/ 2597069 w 12188965"/>
              <a:gd name="connsiteY6277" fmla="*/ 1650180 h 2053176"/>
              <a:gd name="connsiteX6278" fmla="*/ 2571410 w 12188965"/>
              <a:gd name="connsiteY6278" fmla="*/ 1624521 h 2053176"/>
              <a:gd name="connsiteX6279" fmla="*/ 2597069 w 12188965"/>
              <a:gd name="connsiteY6279" fmla="*/ 1598863 h 2053176"/>
              <a:gd name="connsiteX6280" fmla="*/ 2532865 w 12188965"/>
              <a:gd name="connsiteY6280" fmla="*/ 1598863 h 2053176"/>
              <a:gd name="connsiteX6281" fmla="*/ 2558523 w 12188965"/>
              <a:gd name="connsiteY6281" fmla="*/ 1624521 h 2053176"/>
              <a:gd name="connsiteX6282" fmla="*/ 2532865 w 12188965"/>
              <a:gd name="connsiteY6282" fmla="*/ 1650180 h 2053176"/>
              <a:gd name="connsiteX6283" fmla="*/ 2507205 w 12188965"/>
              <a:gd name="connsiteY6283" fmla="*/ 1624521 h 2053176"/>
              <a:gd name="connsiteX6284" fmla="*/ 2532865 w 12188965"/>
              <a:gd name="connsiteY6284" fmla="*/ 1598863 h 2053176"/>
              <a:gd name="connsiteX6285" fmla="*/ 2404454 w 12188965"/>
              <a:gd name="connsiteY6285" fmla="*/ 1598863 h 2053176"/>
              <a:gd name="connsiteX6286" fmla="*/ 2430112 w 12188965"/>
              <a:gd name="connsiteY6286" fmla="*/ 1624521 h 2053176"/>
              <a:gd name="connsiteX6287" fmla="*/ 2404454 w 12188965"/>
              <a:gd name="connsiteY6287" fmla="*/ 1650180 h 2053176"/>
              <a:gd name="connsiteX6288" fmla="*/ 2378795 w 12188965"/>
              <a:gd name="connsiteY6288" fmla="*/ 1624521 h 2053176"/>
              <a:gd name="connsiteX6289" fmla="*/ 2404454 w 12188965"/>
              <a:gd name="connsiteY6289" fmla="*/ 1598863 h 2053176"/>
              <a:gd name="connsiteX6290" fmla="*/ 2340249 w 12188965"/>
              <a:gd name="connsiteY6290" fmla="*/ 1598863 h 2053176"/>
              <a:gd name="connsiteX6291" fmla="*/ 2365908 w 12188965"/>
              <a:gd name="connsiteY6291" fmla="*/ 1624521 h 2053176"/>
              <a:gd name="connsiteX6292" fmla="*/ 2340249 w 12188965"/>
              <a:gd name="connsiteY6292" fmla="*/ 1650180 h 2053176"/>
              <a:gd name="connsiteX6293" fmla="*/ 2314590 w 12188965"/>
              <a:gd name="connsiteY6293" fmla="*/ 1624521 h 2053176"/>
              <a:gd name="connsiteX6294" fmla="*/ 2340249 w 12188965"/>
              <a:gd name="connsiteY6294" fmla="*/ 1598863 h 2053176"/>
              <a:gd name="connsiteX6295" fmla="*/ 2276044 w 12188965"/>
              <a:gd name="connsiteY6295" fmla="*/ 1598863 h 2053176"/>
              <a:gd name="connsiteX6296" fmla="*/ 2301702 w 12188965"/>
              <a:gd name="connsiteY6296" fmla="*/ 1624521 h 2053176"/>
              <a:gd name="connsiteX6297" fmla="*/ 2276044 w 12188965"/>
              <a:gd name="connsiteY6297" fmla="*/ 1650180 h 2053176"/>
              <a:gd name="connsiteX6298" fmla="*/ 2250385 w 12188965"/>
              <a:gd name="connsiteY6298" fmla="*/ 1624521 h 2053176"/>
              <a:gd name="connsiteX6299" fmla="*/ 2276044 w 12188965"/>
              <a:gd name="connsiteY6299" fmla="*/ 1598863 h 2053176"/>
              <a:gd name="connsiteX6300" fmla="*/ 2211838 w 12188965"/>
              <a:gd name="connsiteY6300" fmla="*/ 1598863 h 2053176"/>
              <a:gd name="connsiteX6301" fmla="*/ 2237497 w 12188965"/>
              <a:gd name="connsiteY6301" fmla="*/ 1624521 h 2053176"/>
              <a:gd name="connsiteX6302" fmla="*/ 2211838 w 12188965"/>
              <a:gd name="connsiteY6302" fmla="*/ 1650180 h 2053176"/>
              <a:gd name="connsiteX6303" fmla="*/ 2186178 w 12188965"/>
              <a:gd name="connsiteY6303" fmla="*/ 1624521 h 2053176"/>
              <a:gd name="connsiteX6304" fmla="*/ 2211838 w 12188965"/>
              <a:gd name="connsiteY6304" fmla="*/ 1598863 h 2053176"/>
              <a:gd name="connsiteX6305" fmla="*/ 2147633 w 12188965"/>
              <a:gd name="connsiteY6305" fmla="*/ 1598863 h 2053176"/>
              <a:gd name="connsiteX6306" fmla="*/ 2173293 w 12188965"/>
              <a:gd name="connsiteY6306" fmla="*/ 1624521 h 2053176"/>
              <a:gd name="connsiteX6307" fmla="*/ 2147633 w 12188965"/>
              <a:gd name="connsiteY6307" fmla="*/ 1650180 h 2053176"/>
              <a:gd name="connsiteX6308" fmla="*/ 2121975 w 12188965"/>
              <a:gd name="connsiteY6308" fmla="*/ 1624521 h 2053176"/>
              <a:gd name="connsiteX6309" fmla="*/ 2147633 w 12188965"/>
              <a:gd name="connsiteY6309" fmla="*/ 1598863 h 2053176"/>
              <a:gd name="connsiteX6310" fmla="*/ 2083427 w 12188965"/>
              <a:gd name="connsiteY6310" fmla="*/ 1598863 h 2053176"/>
              <a:gd name="connsiteX6311" fmla="*/ 2109087 w 12188965"/>
              <a:gd name="connsiteY6311" fmla="*/ 1624521 h 2053176"/>
              <a:gd name="connsiteX6312" fmla="*/ 2083427 w 12188965"/>
              <a:gd name="connsiteY6312" fmla="*/ 1650180 h 2053176"/>
              <a:gd name="connsiteX6313" fmla="*/ 2057768 w 12188965"/>
              <a:gd name="connsiteY6313" fmla="*/ 1624521 h 2053176"/>
              <a:gd name="connsiteX6314" fmla="*/ 2083427 w 12188965"/>
              <a:gd name="connsiteY6314" fmla="*/ 1598863 h 2053176"/>
              <a:gd name="connsiteX6315" fmla="*/ 2019222 w 12188965"/>
              <a:gd name="connsiteY6315" fmla="*/ 1598863 h 2053176"/>
              <a:gd name="connsiteX6316" fmla="*/ 2044880 w 12188965"/>
              <a:gd name="connsiteY6316" fmla="*/ 1624521 h 2053176"/>
              <a:gd name="connsiteX6317" fmla="*/ 2019222 w 12188965"/>
              <a:gd name="connsiteY6317" fmla="*/ 1650180 h 2053176"/>
              <a:gd name="connsiteX6318" fmla="*/ 1993563 w 12188965"/>
              <a:gd name="connsiteY6318" fmla="*/ 1624521 h 2053176"/>
              <a:gd name="connsiteX6319" fmla="*/ 2019222 w 12188965"/>
              <a:gd name="connsiteY6319" fmla="*/ 1598863 h 2053176"/>
              <a:gd name="connsiteX6320" fmla="*/ 1955016 w 12188965"/>
              <a:gd name="connsiteY6320" fmla="*/ 1598863 h 2053176"/>
              <a:gd name="connsiteX6321" fmla="*/ 1980676 w 12188965"/>
              <a:gd name="connsiteY6321" fmla="*/ 1624521 h 2053176"/>
              <a:gd name="connsiteX6322" fmla="*/ 1955016 w 12188965"/>
              <a:gd name="connsiteY6322" fmla="*/ 1650180 h 2053176"/>
              <a:gd name="connsiteX6323" fmla="*/ 1929358 w 12188965"/>
              <a:gd name="connsiteY6323" fmla="*/ 1624521 h 2053176"/>
              <a:gd name="connsiteX6324" fmla="*/ 1955016 w 12188965"/>
              <a:gd name="connsiteY6324" fmla="*/ 1598863 h 2053176"/>
              <a:gd name="connsiteX6325" fmla="*/ 1890696 w 12188965"/>
              <a:gd name="connsiteY6325" fmla="*/ 1598863 h 2053176"/>
              <a:gd name="connsiteX6326" fmla="*/ 1916355 w 12188965"/>
              <a:gd name="connsiteY6326" fmla="*/ 1624521 h 2053176"/>
              <a:gd name="connsiteX6327" fmla="*/ 1890696 w 12188965"/>
              <a:gd name="connsiteY6327" fmla="*/ 1650180 h 2053176"/>
              <a:gd name="connsiteX6328" fmla="*/ 1865037 w 12188965"/>
              <a:gd name="connsiteY6328" fmla="*/ 1624521 h 2053176"/>
              <a:gd name="connsiteX6329" fmla="*/ 1890696 w 12188965"/>
              <a:gd name="connsiteY6329" fmla="*/ 1598863 h 2053176"/>
              <a:gd name="connsiteX6330" fmla="*/ 1826490 w 12188965"/>
              <a:gd name="connsiteY6330" fmla="*/ 1598863 h 2053176"/>
              <a:gd name="connsiteX6331" fmla="*/ 1852149 w 12188965"/>
              <a:gd name="connsiteY6331" fmla="*/ 1624521 h 2053176"/>
              <a:gd name="connsiteX6332" fmla="*/ 1826490 w 12188965"/>
              <a:gd name="connsiteY6332" fmla="*/ 1650180 h 2053176"/>
              <a:gd name="connsiteX6333" fmla="*/ 1800830 w 12188965"/>
              <a:gd name="connsiteY6333" fmla="*/ 1624521 h 2053176"/>
              <a:gd name="connsiteX6334" fmla="*/ 1826490 w 12188965"/>
              <a:gd name="connsiteY6334" fmla="*/ 1598863 h 2053176"/>
              <a:gd name="connsiteX6335" fmla="*/ 1762285 w 12188965"/>
              <a:gd name="connsiteY6335" fmla="*/ 1598863 h 2053176"/>
              <a:gd name="connsiteX6336" fmla="*/ 1787944 w 12188965"/>
              <a:gd name="connsiteY6336" fmla="*/ 1624521 h 2053176"/>
              <a:gd name="connsiteX6337" fmla="*/ 1762285 w 12188965"/>
              <a:gd name="connsiteY6337" fmla="*/ 1650180 h 2053176"/>
              <a:gd name="connsiteX6338" fmla="*/ 1736626 w 12188965"/>
              <a:gd name="connsiteY6338" fmla="*/ 1624521 h 2053176"/>
              <a:gd name="connsiteX6339" fmla="*/ 1762285 w 12188965"/>
              <a:gd name="connsiteY6339" fmla="*/ 1598863 h 2053176"/>
              <a:gd name="connsiteX6340" fmla="*/ 1698080 w 12188965"/>
              <a:gd name="connsiteY6340" fmla="*/ 1598863 h 2053176"/>
              <a:gd name="connsiteX6341" fmla="*/ 1723738 w 12188965"/>
              <a:gd name="connsiteY6341" fmla="*/ 1624521 h 2053176"/>
              <a:gd name="connsiteX6342" fmla="*/ 1698080 w 12188965"/>
              <a:gd name="connsiteY6342" fmla="*/ 1650180 h 2053176"/>
              <a:gd name="connsiteX6343" fmla="*/ 1672420 w 12188965"/>
              <a:gd name="connsiteY6343" fmla="*/ 1624521 h 2053176"/>
              <a:gd name="connsiteX6344" fmla="*/ 1698080 w 12188965"/>
              <a:gd name="connsiteY6344" fmla="*/ 1598863 h 2053176"/>
              <a:gd name="connsiteX6345" fmla="*/ 1633874 w 12188965"/>
              <a:gd name="connsiteY6345" fmla="*/ 1598863 h 2053176"/>
              <a:gd name="connsiteX6346" fmla="*/ 1659533 w 12188965"/>
              <a:gd name="connsiteY6346" fmla="*/ 1624521 h 2053176"/>
              <a:gd name="connsiteX6347" fmla="*/ 1633874 w 12188965"/>
              <a:gd name="connsiteY6347" fmla="*/ 1650180 h 2053176"/>
              <a:gd name="connsiteX6348" fmla="*/ 1608216 w 12188965"/>
              <a:gd name="connsiteY6348" fmla="*/ 1624521 h 2053176"/>
              <a:gd name="connsiteX6349" fmla="*/ 1633874 w 12188965"/>
              <a:gd name="connsiteY6349" fmla="*/ 1598863 h 2053176"/>
              <a:gd name="connsiteX6350" fmla="*/ 1569669 w 12188965"/>
              <a:gd name="connsiteY6350" fmla="*/ 1598863 h 2053176"/>
              <a:gd name="connsiteX6351" fmla="*/ 1595328 w 12188965"/>
              <a:gd name="connsiteY6351" fmla="*/ 1624521 h 2053176"/>
              <a:gd name="connsiteX6352" fmla="*/ 1569669 w 12188965"/>
              <a:gd name="connsiteY6352" fmla="*/ 1650180 h 2053176"/>
              <a:gd name="connsiteX6353" fmla="*/ 1544010 w 12188965"/>
              <a:gd name="connsiteY6353" fmla="*/ 1624521 h 2053176"/>
              <a:gd name="connsiteX6354" fmla="*/ 1569669 w 12188965"/>
              <a:gd name="connsiteY6354" fmla="*/ 1598863 h 2053176"/>
              <a:gd name="connsiteX6355" fmla="*/ 1505464 w 12188965"/>
              <a:gd name="connsiteY6355" fmla="*/ 1598863 h 2053176"/>
              <a:gd name="connsiteX6356" fmla="*/ 1531123 w 12188965"/>
              <a:gd name="connsiteY6356" fmla="*/ 1624521 h 2053176"/>
              <a:gd name="connsiteX6357" fmla="*/ 1505464 w 12188965"/>
              <a:gd name="connsiteY6357" fmla="*/ 1650180 h 2053176"/>
              <a:gd name="connsiteX6358" fmla="*/ 1479806 w 12188965"/>
              <a:gd name="connsiteY6358" fmla="*/ 1624521 h 2053176"/>
              <a:gd name="connsiteX6359" fmla="*/ 1505464 w 12188965"/>
              <a:gd name="connsiteY6359" fmla="*/ 1598863 h 2053176"/>
              <a:gd name="connsiteX6360" fmla="*/ 1441258 w 12188965"/>
              <a:gd name="connsiteY6360" fmla="*/ 1598863 h 2053176"/>
              <a:gd name="connsiteX6361" fmla="*/ 1466917 w 12188965"/>
              <a:gd name="connsiteY6361" fmla="*/ 1624521 h 2053176"/>
              <a:gd name="connsiteX6362" fmla="*/ 1441258 w 12188965"/>
              <a:gd name="connsiteY6362" fmla="*/ 1650180 h 2053176"/>
              <a:gd name="connsiteX6363" fmla="*/ 1415599 w 12188965"/>
              <a:gd name="connsiteY6363" fmla="*/ 1624521 h 2053176"/>
              <a:gd name="connsiteX6364" fmla="*/ 1441258 w 12188965"/>
              <a:gd name="connsiteY6364" fmla="*/ 1598863 h 2053176"/>
              <a:gd name="connsiteX6365" fmla="*/ 1377053 w 12188965"/>
              <a:gd name="connsiteY6365" fmla="*/ 1598863 h 2053176"/>
              <a:gd name="connsiteX6366" fmla="*/ 1402712 w 12188965"/>
              <a:gd name="connsiteY6366" fmla="*/ 1624521 h 2053176"/>
              <a:gd name="connsiteX6367" fmla="*/ 1377053 w 12188965"/>
              <a:gd name="connsiteY6367" fmla="*/ 1650180 h 2053176"/>
              <a:gd name="connsiteX6368" fmla="*/ 1351395 w 12188965"/>
              <a:gd name="connsiteY6368" fmla="*/ 1624521 h 2053176"/>
              <a:gd name="connsiteX6369" fmla="*/ 1377053 w 12188965"/>
              <a:gd name="connsiteY6369" fmla="*/ 1598863 h 2053176"/>
              <a:gd name="connsiteX6370" fmla="*/ 1248643 w 12188965"/>
              <a:gd name="connsiteY6370" fmla="*/ 1598863 h 2053176"/>
              <a:gd name="connsiteX6371" fmla="*/ 1274302 w 12188965"/>
              <a:gd name="connsiteY6371" fmla="*/ 1624521 h 2053176"/>
              <a:gd name="connsiteX6372" fmla="*/ 1248643 w 12188965"/>
              <a:gd name="connsiteY6372" fmla="*/ 1650180 h 2053176"/>
              <a:gd name="connsiteX6373" fmla="*/ 1222984 w 12188965"/>
              <a:gd name="connsiteY6373" fmla="*/ 1624521 h 2053176"/>
              <a:gd name="connsiteX6374" fmla="*/ 1248643 w 12188965"/>
              <a:gd name="connsiteY6374" fmla="*/ 1598863 h 2053176"/>
              <a:gd name="connsiteX6375" fmla="*/ 1184437 w 12188965"/>
              <a:gd name="connsiteY6375" fmla="*/ 1598863 h 2053176"/>
              <a:gd name="connsiteX6376" fmla="*/ 1210096 w 12188965"/>
              <a:gd name="connsiteY6376" fmla="*/ 1624521 h 2053176"/>
              <a:gd name="connsiteX6377" fmla="*/ 1184437 w 12188965"/>
              <a:gd name="connsiteY6377" fmla="*/ 1650180 h 2053176"/>
              <a:gd name="connsiteX6378" fmla="*/ 1158780 w 12188965"/>
              <a:gd name="connsiteY6378" fmla="*/ 1624521 h 2053176"/>
              <a:gd name="connsiteX6379" fmla="*/ 1184437 w 12188965"/>
              <a:gd name="connsiteY6379" fmla="*/ 1598863 h 2053176"/>
              <a:gd name="connsiteX6380" fmla="*/ 1120233 w 12188965"/>
              <a:gd name="connsiteY6380" fmla="*/ 1598863 h 2053176"/>
              <a:gd name="connsiteX6381" fmla="*/ 1145892 w 12188965"/>
              <a:gd name="connsiteY6381" fmla="*/ 1624521 h 2053176"/>
              <a:gd name="connsiteX6382" fmla="*/ 1120233 w 12188965"/>
              <a:gd name="connsiteY6382" fmla="*/ 1650180 h 2053176"/>
              <a:gd name="connsiteX6383" fmla="*/ 1094573 w 12188965"/>
              <a:gd name="connsiteY6383" fmla="*/ 1624521 h 2053176"/>
              <a:gd name="connsiteX6384" fmla="*/ 1120233 w 12188965"/>
              <a:gd name="connsiteY6384" fmla="*/ 1598863 h 2053176"/>
              <a:gd name="connsiteX6385" fmla="*/ 1056027 w 12188965"/>
              <a:gd name="connsiteY6385" fmla="*/ 1598863 h 2053176"/>
              <a:gd name="connsiteX6386" fmla="*/ 1081685 w 12188965"/>
              <a:gd name="connsiteY6386" fmla="*/ 1624521 h 2053176"/>
              <a:gd name="connsiteX6387" fmla="*/ 1056027 w 12188965"/>
              <a:gd name="connsiteY6387" fmla="*/ 1650180 h 2053176"/>
              <a:gd name="connsiteX6388" fmla="*/ 1030369 w 12188965"/>
              <a:gd name="connsiteY6388" fmla="*/ 1624521 h 2053176"/>
              <a:gd name="connsiteX6389" fmla="*/ 1056027 w 12188965"/>
              <a:gd name="connsiteY6389" fmla="*/ 1598863 h 2053176"/>
              <a:gd name="connsiteX6390" fmla="*/ 991823 w 12188965"/>
              <a:gd name="connsiteY6390" fmla="*/ 1598863 h 2053176"/>
              <a:gd name="connsiteX6391" fmla="*/ 1017481 w 12188965"/>
              <a:gd name="connsiteY6391" fmla="*/ 1624521 h 2053176"/>
              <a:gd name="connsiteX6392" fmla="*/ 991823 w 12188965"/>
              <a:gd name="connsiteY6392" fmla="*/ 1650180 h 2053176"/>
              <a:gd name="connsiteX6393" fmla="*/ 966162 w 12188965"/>
              <a:gd name="connsiteY6393" fmla="*/ 1624521 h 2053176"/>
              <a:gd name="connsiteX6394" fmla="*/ 991823 w 12188965"/>
              <a:gd name="connsiteY6394" fmla="*/ 1598863 h 2053176"/>
              <a:gd name="connsiteX6395" fmla="*/ 927616 w 12188965"/>
              <a:gd name="connsiteY6395" fmla="*/ 1598863 h 2053176"/>
              <a:gd name="connsiteX6396" fmla="*/ 953275 w 12188965"/>
              <a:gd name="connsiteY6396" fmla="*/ 1624521 h 2053176"/>
              <a:gd name="connsiteX6397" fmla="*/ 927616 w 12188965"/>
              <a:gd name="connsiteY6397" fmla="*/ 1650180 h 2053176"/>
              <a:gd name="connsiteX6398" fmla="*/ 901957 w 12188965"/>
              <a:gd name="connsiteY6398" fmla="*/ 1624521 h 2053176"/>
              <a:gd name="connsiteX6399" fmla="*/ 927616 w 12188965"/>
              <a:gd name="connsiteY6399" fmla="*/ 1598863 h 2053176"/>
              <a:gd name="connsiteX6400" fmla="*/ 863411 w 12188965"/>
              <a:gd name="connsiteY6400" fmla="*/ 1598863 h 2053176"/>
              <a:gd name="connsiteX6401" fmla="*/ 889071 w 12188965"/>
              <a:gd name="connsiteY6401" fmla="*/ 1624521 h 2053176"/>
              <a:gd name="connsiteX6402" fmla="*/ 863411 w 12188965"/>
              <a:gd name="connsiteY6402" fmla="*/ 1650180 h 2053176"/>
              <a:gd name="connsiteX6403" fmla="*/ 837752 w 12188965"/>
              <a:gd name="connsiteY6403" fmla="*/ 1624521 h 2053176"/>
              <a:gd name="connsiteX6404" fmla="*/ 863411 w 12188965"/>
              <a:gd name="connsiteY6404" fmla="*/ 1598863 h 2053176"/>
              <a:gd name="connsiteX6405" fmla="*/ 670679 w 12188965"/>
              <a:gd name="connsiteY6405" fmla="*/ 1598863 h 2053176"/>
              <a:gd name="connsiteX6406" fmla="*/ 696338 w 12188965"/>
              <a:gd name="connsiteY6406" fmla="*/ 1624521 h 2053176"/>
              <a:gd name="connsiteX6407" fmla="*/ 670679 w 12188965"/>
              <a:gd name="connsiteY6407" fmla="*/ 1650180 h 2053176"/>
              <a:gd name="connsiteX6408" fmla="*/ 645020 w 12188965"/>
              <a:gd name="connsiteY6408" fmla="*/ 1624521 h 2053176"/>
              <a:gd name="connsiteX6409" fmla="*/ 670679 w 12188965"/>
              <a:gd name="connsiteY6409" fmla="*/ 1598863 h 2053176"/>
              <a:gd name="connsiteX6410" fmla="*/ 606475 w 12188965"/>
              <a:gd name="connsiteY6410" fmla="*/ 1598863 h 2053176"/>
              <a:gd name="connsiteX6411" fmla="*/ 632134 w 12188965"/>
              <a:gd name="connsiteY6411" fmla="*/ 1624521 h 2053176"/>
              <a:gd name="connsiteX6412" fmla="*/ 606475 w 12188965"/>
              <a:gd name="connsiteY6412" fmla="*/ 1650180 h 2053176"/>
              <a:gd name="connsiteX6413" fmla="*/ 580815 w 12188965"/>
              <a:gd name="connsiteY6413" fmla="*/ 1624521 h 2053176"/>
              <a:gd name="connsiteX6414" fmla="*/ 606475 w 12188965"/>
              <a:gd name="connsiteY6414" fmla="*/ 1598863 h 2053176"/>
              <a:gd name="connsiteX6415" fmla="*/ 542268 w 12188965"/>
              <a:gd name="connsiteY6415" fmla="*/ 1598863 h 2053176"/>
              <a:gd name="connsiteX6416" fmla="*/ 567927 w 12188965"/>
              <a:gd name="connsiteY6416" fmla="*/ 1624521 h 2053176"/>
              <a:gd name="connsiteX6417" fmla="*/ 542268 w 12188965"/>
              <a:gd name="connsiteY6417" fmla="*/ 1650180 h 2053176"/>
              <a:gd name="connsiteX6418" fmla="*/ 516610 w 12188965"/>
              <a:gd name="connsiteY6418" fmla="*/ 1624521 h 2053176"/>
              <a:gd name="connsiteX6419" fmla="*/ 542268 w 12188965"/>
              <a:gd name="connsiteY6419" fmla="*/ 1598863 h 2053176"/>
              <a:gd name="connsiteX6420" fmla="*/ 478063 w 12188965"/>
              <a:gd name="connsiteY6420" fmla="*/ 1598863 h 2053176"/>
              <a:gd name="connsiteX6421" fmla="*/ 503724 w 12188965"/>
              <a:gd name="connsiteY6421" fmla="*/ 1624521 h 2053176"/>
              <a:gd name="connsiteX6422" fmla="*/ 478063 w 12188965"/>
              <a:gd name="connsiteY6422" fmla="*/ 1650180 h 2053176"/>
              <a:gd name="connsiteX6423" fmla="*/ 452404 w 12188965"/>
              <a:gd name="connsiteY6423" fmla="*/ 1624521 h 2053176"/>
              <a:gd name="connsiteX6424" fmla="*/ 478063 w 12188965"/>
              <a:gd name="connsiteY6424" fmla="*/ 1598863 h 2053176"/>
              <a:gd name="connsiteX6425" fmla="*/ 413858 w 12188965"/>
              <a:gd name="connsiteY6425" fmla="*/ 1598863 h 2053176"/>
              <a:gd name="connsiteX6426" fmla="*/ 439517 w 12188965"/>
              <a:gd name="connsiteY6426" fmla="*/ 1624521 h 2053176"/>
              <a:gd name="connsiteX6427" fmla="*/ 413858 w 12188965"/>
              <a:gd name="connsiteY6427" fmla="*/ 1650180 h 2053176"/>
              <a:gd name="connsiteX6428" fmla="*/ 388200 w 12188965"/>
              <a:gd name="connsiteY6428" fmla="*/ 1624521 h 2053176"/>
              <a:gd name="connsiteX6429" fmla="*/ 413858 w 12188965"/>
              <a:gd name="connsiteY6429" fmla="*/ 1598863 h 2053176"/>
              <a:gd name="connsiteX6430" fmla="*/ 346686 w 12188965"/>
              <a:gd name="connsiteY6430" fmla="*/ 1598863 h 2053176"/>
              <a:gd name="connsiteX6431" fmla="*/ 372344 w 12188965"/>
              <a:gd name="connsiteY6431" fmla="*/ 1624521 h 2053176"/>
              <a:gd name="connsiteX6432" fmla="*/ 346686 w 12188965"/>
              <a:gd name="connsiteY6432" fmla="*/ 1650180 h 2053176"/>
              <a:gd name="connsiteX6433" fmla="*/ 321027 w 12188965"/>
              <a:gd name="connsiteY6433" fmla="*/ 1624521 h 2053176"/>
              <a:gd name="connsiteX6434" fmla="*/ 346686 w 12188965"/>
              <a:gd name="connsiteY6434" fmla="*/ 1598863 h 2053176"/>
              <a:gd name="connsiteX6435" fmla="*/ 282480 w 12188965"/>
              <a:gd name="connsiteY6435" fmla="*/ 1598863 h 2053176"/>
              <a:gd name="connsiteX6436" fmla="*/ 308138 w 12188965"/>
              <a:gd name="connsiteY6436" fmla="*/ 1624521 h 2053176"/>
              <a:gd name="connsiteX6437" fmla="*/ 282480 w 12188965"/>
              <a:gd name="connsiteY6437" fmla="*/ 1650180 h 2053176"/>
              <a:gd name="connsiteX6438" fmla="*/ 256820 w 12188965"/>
              <a:gd name="connsiteY6438" fmla="*/ 1624521 h 2053176"/>
              <a:gd name="connsiteX6439" fmla="*/ 282480 w 12188965"/>
              <a:gd name="connsiteY6439" fmla="*/ 1598863 h 2053176"/>
              <a:gd name="connsiteX6440" fmla="*/ 218274 w 12188965"/>
              <a:gd name="connsiteY6440" fmla="*/ 1598863 h 2053176"/>
              <a:gd name="connsiteX6441" fmla="*/ 243932 w 12188965"/>
              <a:gd name="connsiteY6441" fmla="*/ 1624521 h 2053176"/>
              <a:gd name="connsiteX6442" fmla="*/ 218274 w 12188965"/>
              <a:gd name="connsiteY6442" fmla="*/ 1650180 h 2053176"/>
              <a:gd name="connsiteX6443" fmla="*/ 192615 w 12188965"/>
              <a:gd name="connsiteY6443" fmla="*/ 1624521 h 2053176"/>
              <a:gd name="connsiteX6444" fmla="*/ 218274 w 12188965"/>
              <a:gd name="connsiteY6444" fmla="*/ 1598863 h 2053176"/>
              <a:gd name="connsiteX6445" fmla="*/ 25659 w 12188965"/>
              <a:gd name="connsiteY6445" fmla="*/ 1598863 h 2053176"/>
              <a:gd name="connsiteX6446" fmla="*/ 51317 w 12188965"/>
              <a:gd name="connsiteY6446" fmla="*/ 1624521 h 2053176"/>
              <a:gd name="connsiteX6447" fmla="*/ 25659 w 12188965"/>
              <a:gd name="connsiteY6447" fmla="*/ 1650180 h 2053176"/>
              <a:gd name="connsiteX6448" fmla="*/ 0 w 12188965"/>
              <a:gd name="connsiteY6448" fmla="*/ 1624521 h 2053176"/>
              <a:gd name="connsiteX6449" fmla="*/ 25659 w 12188965"/>
              <a:gd name="connsiteY6449" fmla="*/ 1598863 h 2053176"/>
              <a:gd name="connsiteX6450" fmla="*/ 11582491 w 12188965"/>
              <a:gd name="connsiteY6450" fmla="*/ 1544527 h 2053176"/>
              <a:gd name="connsiteX6451" fmla="*/ 11595379 w 12188965"/>
              <a:gd name="connsiteY6451" fmla="*/ 1557414 h 2053176"/>
              <a:gd name="connsiteX6452" fmla="*/ 11582491 w 12188965"/>
              <a:gd name="connsiteY6452" fmla="*/ 1570301 h 2053176"/>
              <a:gd name="connsiteX6453" fmla="*/ 11569605 w 12188965"/>
              <a:gd name="connsiteY6453" fmla="*/ 1557414 h 2053176"/>
              <a:gd name="connsiteX6454" fmla="*/ 11582491 w 12188965"/>
              <a:gd name="connsiteY6454" fmla="*/ 1544527 h 2053176"/>
              <a:gd name="connsiteX6455" fmla="*/ 11518287 w 12188965"/>
              <a:gd name="connsiteY6455" fmla="*/ 1544527 h 2053176"/>
              <a:gd name="connsiteX6456" fmla="*/ 11531175 w 12188965"/>
              <a:gd name="connsiteY6456" fmla="*/ 1557414 h 2053176"/>
              <a:gd name="connsiteX6457" fmla="*/ 11518287 w 12188965"/>
              <a:gd name="connsiteY6457" fmla="*/ 1570301 h 2053176"/>
              <a:gd name="connsiteX6458" fmla="*/ 11505399 w 12188965"/>
              <a:gd name="connsiteY6458" fmla="*/ 1557414 h 2053176"/>
              <a:gd name="connsiteX6459" fmla="*/ 11518287 w 12188965"/>
              <a:gd name="connsiteY6459" fmla="*/ 1544527 h 2053176"/>
              <a:gd name="connsiteX6460" fmla="*/ 11004528 w 12188965"/>
              <a:gd name="connsiteY6460" fmla="*/ 1544527 h 2053176"/>
              <a:gd name="connsiteX6461" fmla="*/ 11017416 w 12188965"/>
              <a:gd name="connsiteY6461" fmla="*/ 1557414 h 2053176"/>
              <a:gd name="connsiteX6462" fmla="*/ 11004528 w 12188965"/>
              <a:gd name="connsiteY6462" fmla="*/ 1570301 h 2053176"/>
              <a:gd name="connsiteX6463" fmla="*/ 10991640 w 12188965"/>
              <a:gd name="connsiteY6463" fmla="*/ 1557414 h 2053176"/>
              <a:gd name="connsiteX6464" fmla="*/ 11004528 w 12188965"/>
              <a:gd name="connsiteY6464" fmla="*/ 1544527 h 2053176"/>
              <a:gd name="connsiteX6465" fmla="*/ 10426681 w 12188965"/>
              <a:gd name="connsiteY6465" fmla="*/ 1544527 h 2053176"/>
              <a:gd name="connsiteX6466" fmla="*/ 10439569 w 12188965"/>
              <a:gd name="connsiteY6466" fmla="*/ 1557414 h 2053176"/>
              <a:gd name="connsiteX6467" fmla="*/ 10426681 w 12188965"/>
              <a:gd name="connsiteY6467" fmla="*/ 1570301 h 2053176"/>
              <a:gd name="connsiteX6468" fmla="*/ 10413793 w 12188965"/>
              <a:gd name="connsiteY6468" fmla="*/ 1557414 h 2053176"/>
              <a:gd name="connsiteX6469" fmla="*/ 10426681 w 12188965"/>
              <a:gd name="connsiteY6469" fmla="*/ 1544527 h 2053176"/>
              <a:gd name="connsiteX6470" fmla="*/ 10169743 w 12188965"/>
              <a:gd name="connsiteY6470" fmla="*/ 1544527 h 2053176"/>
              <a:gd name="connsiteX6471" fmla="*/ 10182631 w 12188965"/>
              <a:gd name="connsiteY6471" fmla="*/ 1557414 h 2053176"/>
              <a:gd name="connsiteX6472" fmla="*/ 10169743 w 12188965"/>
              <a:gd name="connsiteY6472" fmla="*/ 1570301 h 2053176"/>
              <a:gd name="connsiteX6473" fmla="*/ 10156855 w 12188965"/>
              <a:gd name="connsiteY6473" fmla="*/ 1557414 h 2053176"/>
              <a:gd name="connsiteX6474" fmla="*/ 10169743 w 12188965"/>
              <a:gd name="connsiteY6474" fmla="*/ 1544527 h 2053176"/>
              <a:gd name="connsiteX6475" fmla="*/ 9848716 w 12188965"/>
              <a:gd name="connsiteY6475" fmla="*/ 1544527 h 2053176"/>
              <a:gd name="connsiteX6476" fmla="*/ 9861604 w 12188965"/>
              <a:gd name="connsiteY6476" fmla="*/ 1557414 h 2053176"/>
              <a:gd name="connsiteX6477" fmla="*/ 9848716 w 12188965"/>
              <a:gd name="connsiteY6477" fmla="*/ 1570301 h 2053176"/>
              <a:gd name="connsiteX6478" fmla="*/ 9835828 w 12188965"/>
              <a:gd name="connsiteY6478" fmla="*/ 1557414 h 2053176"/>
              <a:gd name="connsiteX6479" fmla="*/ 9848716 w 12188965"/>
              <a:gd name="connsiteY6479" fmla="*/ 1544527 h 2053176"/>
              <a:gd name="connsiteX6480" fmla="*/ 7023451 w 12188965"/>
              <a:gd name="connsiteY6480" fmla="*/ 1544527 h 2053176"/>
              <a:gd name="connsiteX6481" fmla="*/ 7036339 w 12188965"/>
              <a:gd name="connsiteY6481" fmla="*/ 1557414 h 2053176"/>
              <a:gd name="connsiteX6482" fmla="*/ 7023451 w 12188965"/>
              <a:gd name="connsiteY6482" fmla="*/ 1570301 h 2053176"/>
              <a:gd name="connsiteX6483" fmla="*/ 7010566 w 12188965"/>
              <a:gd name="connsiteY6483" fmla="*/ 1557414 h 2053176"/>
              <a:gd name="connsiteX6484" fmla="*/ 7023451 w 12188965"/>
              <a:gd name="connsiteY6484" fmla="*/ 1544527 h 2053176"/>
              <a:gd name="connsiteX6485" fmla="*/ 6959132 w 12188965"/>
              <a:gd name="connsiteY6485" fmla="*/ 1544527 h 2053176"/>
              <a:gd name="connsiteX6486" fmla="*/ 6972020 w 12188965"/>
              <a:gd name="connsiteY6486" fmla="*/ 1557414 h 2053176"/>
              <a:gd name="connsiteX6487" fmla="*/ 6959132 w 12188965"/>
              <a:gd name="connsiteY6487" fmla="*/ 1570301 h 2053176"/>
              <a:gd name="connsiteX6488" fmla="*/ 6946244 w 12188965"/>
              <a:gd name="connsiteY6488" fmla="*/ 1557414 h 2053176"/>
              <a:gd name="connsiteX6489" fmla="*/ 6959132 w 12188965"/>
              <a:gd name="connsiteY6489" fmla="*/ 1544527 h 2053176"/>
              <a:gd name="connsiteX6490" fmla="*/ 5871887 w 12188965"/>
              <a:gd name="connsiteY6490" fmla="*/ 1544527 h 2053176"/>
              <a:gd name="connsiteX6491" fmla="*/ 5884776 w 12188965"/>
              <a:gd name="connsiteY6491" fmla="*/ 1557414 h 2053176"/>
              <a:gd name="connsiteX6492" fmla="*/ 5871887 w 12188965"/>
              <a:gd name="connsiteY6492" fmla="*/ 1570301 h 2053176"/>
              <a:gd name="connsiteX6493" fmla="*/ 5859000 w 12188965"/>
              <a:gd name="connsiteY6493" fmla="*/ 1557414 h 2053176"/>
              <a:gd name="connsiteX6494" fmla="*/ 5871887 w 12188965"/>
              <a:gd name="connsiteY6494" fmla="*/ 1544527 h 2053176"/>
              <a:gd name="connsiteX6495" fmla="*/ 5807683 w 12188965"/>
              <a:gd name="connsiteY6495" fmla="*/ 1544527 h 2053176"/>
              <a:gd name="connsiteX6496" fmla="*/ 5820571 w 12188965"/>
              <a:gd name="connsiteY6496" fmla="*/ 1557414 h 2053176"/>
              <a:gd name="connsiteX6497" fmla="*/ 5807683 w 12188965"/>
              <a:gd name="connsiteY6497" fmla="*/ 1570301 h 2053176"/>
              <a:gd name="connsiteX6498" fmla="*/ 5794796 w 12188965"/>
              <a:gd name="connsiteY6498" fmla="*/ 1557414 h 2053176"/>
              <a:gd name="connsiteX6499" fmla="*/ 5807683 w 12188965"/>
              <a:gd name="connsiteY6499" fmla="*/ 1544527 h 2053176"/>
              <a:gd name="connsiteX6500" fmla="*/ 5293924 w 12188965"/>
              <a:gd name="connsiteY6500" fmla="*/ 1544527 h 2053176"/>
              <a:gd name="connsiteX6501" fmla="*/ 5306812 w 12188965"/>
              <a:gd name="connsiteY6501" fmla="*/ 1557414 h 2053176"/>
              <a:gd name="connsiteX6502" fmla="*/ 5293924 w 12188965"/>
              <a:gd name="connsiteY6502" fmla="*/ 1570301 h 2053176"/>
              <a:gd name="connsiteX6503" fmla="*/ 5281036 w 12188965"/>
              <a:gd name="connsiteY6503" fmla="*/ 1557414 h 2053176"/>
              <a:gd name="connsiteX6504" fmla="*/ 5293924 w 12188965"/>
              <a:gd name="connsiteY6504" fmla="*/ 1544527 h 2053176"/>
              <a:gd name="connsiteX6505" fmla="*/ 4716077 w 12188965"/>
              <a:gd name="connsiteY6505" fmla="*/ 1544527 h 2053176"/>
              <a:gd name="connsiteX6506" fmla="*/ 4728964 w 12188965"/>
              <a:gd name="connsiteY6506" fmla="*/ 1557414 h 2053176"/>
              <a:gd name="connsiteX6507" fmla="*/ 4716077 w 12188965"/>
              <a:gd name="connsiteY6507" fmla="*/ 1570301 h 2053176"/>
              <a:gd name="connsiteX6508" fmla="*/ 4703188 w 12188965"/>
              <a:gd name="connsiteY6508" fmla="*/ 1557414 h 2053176"/>
              <a:gd name="connsiteX6509" fmla="*/ 4716077 w 12188965"/>
              <a:gd name="connsiteY6509" fmla="*/ 1544527 h 2053176"/>
              <a:gd name="connsiteX6510" fmla="*/ 4459140 w 12188965"/>
              <a:gd name="connsiteY6510" fmla="*/ 1544527 h 2053176"/>
              <a:gd name="connsiteX6511" fmla="*/ 4472025 w 12188965"/>
              <a:gd name="connsiteY6511" fmla="*/ 1557414 h 2053176"/>
              <a:gd name="connsiteX6512" fmla="*/ 4459140 w 12188965"/>
              <a:gd name="connsiteY6512" fmla="*/ 1570301 h 2053176"/>
              <a:gd name="connsiteX6513" fmla="*/ 4446252 w 12188965"/>
              <a:gd name="connsiteY6513" fmla="*/ 1557414 h 2053176"/>
              <a:gd name="connsiteX6514" fmla="*/ 4459140 w 12188965"/>
              <a:gd name="connsiteY6514" fmla="*/ 1544527 h 2053176"/>
              <a:gd name="connsiteX6515" fmla="*/ 4138112 w 12188965"/>
              <a:gd name="connsiteY6515" fmla="*/ 1544527 h 2053176"/>
              <a:gd name="connsiteX6516" fmla="*/ 4151000 w 12188965"/>
              <a:gd name="connsiteY6516" fmla="*/ 1557414 h 2053176"/>
              <a:gd name="connsiteX6517" fmla="*/ 4138112 w 12188965"/>
              <a:gd name="connsiteY6517" fmla="*/ 1570301 h 2053176"/>
              <a:gd name="connsiteX6518" fmla="*/ 4125224 w 12188965"/>
              <a:gd name="connsiteY6518" fmla="*/ 1557414 h 2053176"/>
              <a:gd name="connsiteX6519" fmla="*/ 4138112 w 12188965"/>
              <a:gd name="connsiteY6519" fmla="*/ 1544527 h 2053176"/>
              <a:gd name="connsiteX6520" fmla="*/ 1312848 w 12188965"/>
              <a:gd name="connsiteY6520" fmla="*/ 1544527 h 2053176"/>
              <a:gd name="connsiteX6521" fmla="*/ 1325735 w 12188965"/>
              <a:gd name="connsiteY6521" fmla="*/ 1557414 h 2053176"/>
              <a:gd name="connsiteX6522" fmla="*/ 1312848 w 12188965"/>
              <a:gd name="connsiteY6522" fmla="*/ 1570301 h 2053176"/>
              <a:gd name="connsiteX6523" fmla="*/ 1299962 w 12188965"/>
              <a:gd name="connsiteY6523" fmla="*/ 1557414 h 2053176"/>
              <a:gd name="connsiteX6524" fmla="*/ 1312848 w 12188965"/>
              <a:gd name="connsiteY6524" fmla="*/ 1544527 h 2053176"/>
              <a:gd name="connsiteX6525" fmla="*/ 1248528 w 12188965"/>
              <a:gd name="connsiteY6525" fmla="*/ 1544527 h 2053176"/>
              <a:gd name="connsiteX6526" fmla="*/ 1261416 w 12188965"/>
              <a:gd name="connsiteY6526" fmla="*/ 1557414 h 2053176"/>
              <a:gd name="connsiteX6527" fmla="*/ 1248528 w 12188965"/>
              <a:gd name="connsiteY6527" fmla="*/ 1570301 h 2053176"/>
              <a:gd name="connsiteX6528" fmla="*/ 1235638 w 12188965"/>
              <a:gd name="connsiteY6528" fmla="*/ 1557414 h 2053176"/>
              <a:gd name="connsiteX6529" fmla="*/ 1248528 w 12188965"/>
              <a:gd name="connsiteY6529" fmla="*/ 1544527 h 2053176"/>
              <a:gd name="connsiteX6530" fmla="*/ 154069 w 12188965"/>
              <a:gd name="connsiteY6530" fmla="*/ 1544527 h 2053176"/>
              <a:gd name="connsiteX6531" fmla="*/ 166957 w 12188965"/>
              <a:gd name="connsiteY6531" fmla="*/ 1557414 h 2053176"/>
              <a:gd name="connsiteX6532" fmla="*/ 154069 w 12188965"/>
              <a:gd name="connsiteY6532" fmla="*/ 1570301 h 2053176"/>
              <a:gd name="connsiteX6533" fmla="*/ 141182 w 12188965"/>
              <a:gd name="connsiteY6533" fmla="*/ 1557414 h 2053176"/>
              <a:gd name="connsiteX6534" fmla="*/ 154069 w 12188965"/>
              <a:gd name="connsiteY6534" fmla="*/ 1544527 h 2053176"/>
              <a:gd name="connsiteX6535" fmla="*/ 89864 w 12188965"/>
              <a:gd name="connsiteY6535" fmla="*/ 1544527 h 2053176"/>
              <a:gd name="connsiteX6536" fmla="*/ 102752 w 12188965"/>
              <a:gd name="connsiteY6536" fmla="*/ 1557414 h 2053176"/>
              <a:gd name="connsiteX6537" fmla="*/ 89864 w 12188965"/>
              <a:gd name="connsiteY6537" fmla="*/ 1570301 h 2053176"/>
              <a:gd name="connsiteX6538" fmla="*/ 76977 w 12188965"/>
              <a:gd name="connsiteY6538" fmla="*/ 1557414 h 2053176"/>
              <a:gd name="connsiteX6539" fmla="*/ 89864 w 12188965"/>
              <a:gd name="connsiteY6539" fmla="*/ 1544527 h 2053176"/>
              <a:gd name="connsiteX6540" fmla="*/ 12099103 w 12188965"/>
              <a:gd name="connsiteY6540" fmla="*/ 1531755 h 2053176"/>
              <a:gd name="connsiteX6541" fmla="*/ 12124761 w 12188965"/>
              <a:gd name="connsiteY6541" fmla="*/ 1557413 h 2053176"/>
              <a:gd name="connsiteX6542" fmla="*/ 12099103 w 12188965"/>
              <a:gd name="connsiteY6542" fmla="*/ 1583073 h 2053176"/>
              <a:gd name="connsiteX6543" fmla="*/ 12073441 w 12188965"/>
              <a:gd name="connsiteY6543" fmla="*/ 1557413 h 2053176"/>
              <a:gd name="connsiteX6544" fmla="*/ 12099103 w 12188965"/>
              <a:gd name="connsiteY6544" fmla="*/ 1531755 h 2053176"/>
              <a:gd name="connsiteX6545" fmla="*/ 12034897 w 12188965"/>
              <a:gd name="connsiteY6545" fmla="*/ 1531755 h 2053176"/>
              <a:gd name="connsiteX6546" fmla="*/ 12060557 w 12188965"/>
              <a:gd name="connsiteY6546" fmla="*/ 1557414 h 2053176"/>
              <a:gd name="connsiteX6547" fmla="*/ 12034897 w 12188965"/>
              <a:gd name="connsiteY6547" fmla="*/ 1583073 h 2053176"/>
              <a:gd name="connsiteX6548" fmla="*/ 12009237 w 12188965"/>
              <a:gd name="connsiteY6548" fmla="*/ 1557414 h 2053176"/>
              <a:gd name="connsiteX6549" fmla="*/ 12034897 w 12188965"/>
              <a:gd name="connsiteY6549" fmla="*/ 1531755 h 2053176"/>
              <a:gd name="connsiteX6550" fmla="*/ 11970691 w 12188965"/>
              <a:gd name="connsiteY6550" fmla="*/ 1531755 h 2053176"/>
              <a:gd name="connsiteX6551" fmla="*/ 11996349 w 12188965"/>
              <a:gd name="connsiteY6551" fmla="*/ 1557414 h 2053176"/>
              <a:gd name="connsiteX6552" fmla="*/ 11970691 w 12188965"/>
              <a:gd name="connsiteY6552" fmla="*/ 1583073 h 2053176"/>
              <a:gd name="connsiteX6553" fmla="*/ 11945033 w 12188965"/>
              <a:gd name="connsiteY6553" fmla="*/ 1557414 h 2053176"/>
              <a:gd name="connsiteX6554" fmla="*/ 11970691 w 12188965"/>
              <a:gd name="connsiteY6554" fmla="*/ 1531755 h 2053176"/>
              <a:gd name="connsiteX6555" fmla="*/ 11906483 w 12188965"/>
              <a:gd name="connsiteY6555" fmla="*/ 1531755 h 2053176"/>
              <a:gd name="connsiteX6556" fmla="*/ 11932145 w 12188965"/>
              <a:gd name="connsiteY6556" fmla="*/ 1557414 h 2053176"/>
              <a:gd name="connsiteX6557" fmla="*/ 11906483 w 12188965"/>
              <a:gd name="connsiteY6557" fmla="*/ 1583073 h 2053176"/>
              <a:gd name="connsiteX6558" fmla="*/ 11880825 w 12188965"/>
              <a:gd name="connsiteY6558" fmla="*/ 1557414 h 2053176"/>
              <a:gd name="connsiteX6559" fmla="*/ 11906483 w 12188965"/>
              <a:gd name="connsiteY6559" fmla="*/ 1531755 h 2053176"/>
              <a:gd name="connsiteX6560" fmla="*/ 11842279 w 12188965"/>
              <a:gd name="connsiteY6560" fmla="*/ 1531755 h 2053176"/>
              <a:gd name="connsiteX6561" fmla="*/ 11867941 w 12188965"/>
              <a:gd name="connsiteY6561" fmla="*/ 1557414 h 2053176"/>
              <a:gd name="connsiteX6562" fmla="*/ 11842279 w 12188965"/>
              <a:gd name="connsiteY6562" fmla="*/ 1583073 h 2053176"/>
              <a:gd name="connsiteX6563" fmla="*/ 11816621 w 12188965"/>
              <a:gd name="connsiteY6563" fmla="*/ 1557414 h 2053176"/>
              <a:gd name="connsiteX6564" fmla="*/ 11842279 w 12188965"/>
              <a:gd name="connsiteY6564" fmla="*/ 1531755 h 2053176"/>
              <a:gd name="connsiteX6565" fmla="*/ 11775107 w 12188965"/>
              <a:gd name="connsiteY6565" fmla="*/ 1531755 h 2053176"/>
              <a:gd name="connsiteX6566" fmla="*/ 11800767 w 12188965"/>
              <a:gd name="connsiteY6566" fmla="*/ 1557414 h 2053176"/>
              <a:gd name="connsiteX6567" fmla="*/ 11775107 w 12188965"/>
              <a:gd name="connsiteY6567" fmla="*/ 1583073 h 2053176"/>
              <a:gd name="connsiteX6568" fmla="*/ 11749449 w 12188965"/>
              <a:gd name="connsiteY6568" fmla="*/ 1557414 h 2053176"/>
              <a:gd name="connsiteX6569" fmla="*/ 11775107 w 12188965"/>
              <a:gd name="connsiteY6569" fmla="*/ 1531755 h 2053176"/>
              <a:gd name="connsiteX6570" fmla="*/ 11710901 w 12188965"/>
              <a:gd name="connsiteY6570" fmla="*/ 1531755 h 2053176"/>
              <a:gd name="connsiteX6571" fmla="*/ 11736561 w 12188965"/>
              <a:gd name="connsiteY6571" fmla="*/ 1557414 h 2053176"/>
              <a:gd name="connsiteX6572" fmla="*/ 11710901 w 12188965"/>
              <a:gd name="connsiteY6572" fmla="*/ 1583073 h 2053176"/>
              <a:gd name="connsiteX6573" fmla="*/ 11685243 w 12188965"/>
              <a:gd name="connsiteY6573" fmla="*/ 1557414 h 2053176"/>
              <a:gd name="connsiteX6574" fmla="*/ 11710901 w 12188965"/>
              <a:gd name="connsiteY6574" fmla="*/ 1531755 h 2053176"/>
              <a:gd name="connsiteX6575" fmla="*/ 11646697 w 12188965"/>
              <a:gd name="connsiteY6575" fmla="*/ 1531755 h 2053176"/>
              <a:gd name="connsiteX6576" fmla="*/ 11672355 w 12188965"/>
              <a:gd name="connsiteY6576" fmla="*/ 1557414 h 2053176"/>
              <a:gd name="connsiteX6577" fmla="*/ 11646697 w 12188965"/>
              <a:gd name="connsiteY6577" fmla="*/ 1583073 h 2053176"/>
              <a:gd name="connsiteX6578" fmla="*/ 11621037 w 12188965"/>
              <a:gd name="connsiteY6578" fmla="*/ 1557414 h 2053176"/>
              <a:gd name="connsiteX6579" fmla="*/ 11646697 w 12188965"/>
              <a:gd name="connsiteY6579" fmla="*/ 1531755 h 2053176"/>
              <a:gd name="connsiteX6580" fmla="*/ 11454081 w 12188965"/>
              <a:gd name="connsiteY6580" fmla="*/ 1531755 h 2053176"/>
              <a:gd name="connsiteX6581" fmla="*/ 11479739 w 12188965"/>
              <a:gd name="connsiteY6581" fmla="*/ 1557413 h 2053176"/>
              <a:gd name="connsiteX6582" fmla="*/ 11454081 w 12188965"/>
              <a:gd name="connsiteY6582" fmla="*/ 1583073 h 2053176"/>
              <a:gd name="connsiteX6583" fmla="*/ 11428421 w 12188965"/>
              <a:gd name="connsiteY6583" fmla="*/ 1557413 h 2053176"/>
              <a:gd name="connsiteX6584" fmla="*/ 11454081 w 12188965"/>
              <a:gd name="connsiteY6584" fmla="*/ 1531755 h 2053176"/>
              <a:gd name="connsiteX6585" fmla="*/ 11389875 w 12188965"/>
              <a:gd name="connsiteY6585" fmla="*/ 1531755 h 2053176"/>
              <a:gd name="connsiteX6586" fmla="*/ 11415533 w 12188965"/>
              <a:gd name="connsiteY6586" fmla="*/ 1557414 h 2053176"/>
              <a:gd name="connsiteX6587" fmla="*/ 11389875 w 12188965"/>
              <a:gd name="connsiteY6587" fmla="*/ 1583073 h 2053176"/>
              <a:gd name="connsiteX6588" fmla="*/ 11364217 w 12188965"/>
              <a:gd name="connsiteY6588" fmla="*/ 1557414 h 2053176"/>
              <a:gd name="connsiteX6589" fmla="*/ 11389875 w 12188965"/>
              <a:gd name="connsiteY6589" fmla="*/ 1531755 h 2053176"/>
              <a:gd name="connsiteX6590" fmla="*/ 11325670 w 12188965"/>
              <a:gd name="connsiteY6590" fmla="*/ 1531755 h 2053176"/>
              <a:gd name="connsiteX6591" fmla="*/ 11351329 w 12188965"/>
              <a:gd name="connsiteY6591" fmla="*/ 1557414 h 2053176"/>
              <a:gd name="connsiteX6592" fmla="*/ 11325670 w 12188965"/>
              <a:gd name="connsiteY6592" fmla="*/ 1583073 h 2053176"/>
              <a:gd name="connsiteX6593" fmla="*/ 11300012 w 12188965"/>
              <a:gd name="connsiteY6593" fmla="*/ 1557414 h 2053176"/>
              <a:gd name="connsiteX6594" fmla="*/ 11325670 w 12188965"/>
              <a:gd name="connsiteY6594" fmla="*/ 1531755 h 2053176"/>
              <a:gd name="connsiteX6595" fmla="*/ 11261466 w 12188965"/>
              <a:gd name="connsiteY6595" fmla="*/ 1531755 h 2053176"/>
              <a:gd name="connsiteX6596" fmla="*/ 11287124 w 12188965"/>
              <a:gd name="connsiteY6596" fmla="*/ 1557414 h 2053176"/>
              <a:gd name="connsiteX6597" fmla="*/ 11261466 w 12188965"/>
              <a:gd name="connsiteY6597" fmla="*/ 1583073 h 2053176"/>
              <a:gd name="connsiteX6598" fmla="*/ 11235805 w 12188965"/>
              <a:gd name="connsiteY6598" fmla="*/ 1557414 h 2053176"/>
              <a:gd name="connsiteX6599" fmla="*/ 11261466 w 12188965"/>
              <a:gd name="connsiteY6599" fmla="*/ 1531755 h 2053176"/>
              <a:gd name="connsiteX6600" fmla="*/ 11197259 w 12188965"/>
              <a:gd name="connsiteY6600" fmla="*/ 1531755 h 2053176"/>
              <a:gd name="connsiteX6601" fmla="*/ 11222917 w 12188965"/>
              <a:gd name="connsiteY6601" fmla="*/ 1557414 h 2053176"/>
              <a:gd name="connsiteX6602" fmla="*/ 11197259 w 12188965"/>
              <a:gd name="connsiteY6602" fmla="*/ 1583073 h 2053176"/>
              <a:gd name="connsiteX6603" fmla="*/ 11171601 w 12188965"/>
              <a:gd name="connsiteY6603" fmla="*/ 1557414 h 2053176"/>
              <a:gd name="connsiteX6604" fmla="*/ 11197259 w 12188965"/>
              <a:gd name="connsiteY6604" fmla="*/ 1531755 h 2053176"/>
              <a:gd name="connsiteX6605" fmla="*/ 11133055 w 12188965"/>
              <a:gd name="connsiteY6605" fmla="*/ 1531755 h 2053176"/>
              <a:gd name="connsiteX6606" fmla="*/ 11158713 w 12188965"/>
              <a:gd name="connsiteY6606" fmla="*/ 1557413 h 2053176"/>
              <a:gd name="connsiteX6607" fmla="*/ 11133055 w 12188965"/>
              <a:gd name="connsiteY6607" fmla="*/ 1583073 h 2053176"/>
              <a:gd name="connsiteX6608" fmla="*/ 11107396 w 12188965"/>
              <a:gd name="connsiteY6608" fmla="*/ 1557413 h 2053176"/>
              <a:gd name="connsiteX6609" fmla="*/ 11133055 w 12188965"/>
              <a:gd name="connsiteY6609" fmla="*/ 1531755 h 2053176"/>
              <a:gd name="connsiteX6610" fmla="*/ 11068848 w 12188965"/>
              <a:gd name="connsiteY6610" fmla="*/ 1531755 h 2053176"/>
              <a:gd name="connsiteX6611" fmla="*/ 11094509 w 12188965"/>
              <a:gd name="connsiteY6611" fmla="*/ 1557413 h 2053176"/>
              <a:gd name="connsiteX6612" fmla="*/ 11068848 w 12188965"/>
              <a:gd name="connsiteY6612" fmla="*/ 1583073 h 2053176"/>
              <a:gd name="connsiteX6613" fmla="*/ 11043189 w 12188965"/>
              <a:gd name="connsiteY6613" fmla="*/ 1557413 h 2053176"/>
              <a:gd name="connsiteX6614" fmla="*/ 11068848 w 12188965"/>
              <a:gd name="connsiteY6614" fmla="*/ 1531755 h 2053176"/>
              <a:gd name="connsiteX6615" fmla="*/ 10940321 w 12188965"/>
              <a:gd name="connsiteY6615" fmla="*/ 1531755 h 2053176"/>
              <a:gd name="connsiteX6616" fmla="*/ 10965982 w 12188965"/>
              <a:gd name="connsiteY6616" fmla="*/ 1557414 h 2053176"/>
              <a:gd name="connsiteX6617" fmla="*/ 10940321 w 12188965"/>
              <a:gd name="connsiteY6617" fmla="*/ 1583073 h 2053176"/>
              <a:gd name="connsiteX6618" fmla="*/ 10914663 w 12188965"/>
              <a:gd name="connsiteY6618" fmla="*/ 1557414 h 2053176"/>
              <a:gd name="connsiteX6619" fmla="*/ 10940321 w 12188965"/>
              <a:gd name="connsiteY6619" fmla="*/ 1531755 h 2053176"/>
              <a:gd name="connsiteX6620" fmla="*/ 10811912 w 12188965"/>
              <a:gd name="connsiteY6620" fmla="*/ 1531755 h 2053176"/>
              <a:gd name="connsiteX6621" fmla="*/ 10837571 w 12188965"/>
              <a:gd name="connsiteY6621" fmla="*/ 1557414 h 2053176"/>
              <a:gd name="connsiteX6622" fmla="*/ 10811912 w 12188965"/>
              <a:gd name="connsiteY6622" fmla="*/ 1583073 h 2053176"/>
              <a:gd name="connsiteX6623" fmla="*/ 10786254 w 12188965"/>
              <a:gd name="connsiteY6623" fmla="*/ 1557414 h 2053176"/>
              <a:gd name="connsiteX6624" fmla="*/ 10811912 w 12188965"/>
              <a:gd name="connsiteY6624" fmla="*/ 1531755 h 2053176"/>
              <a:gd name="connsiteX6625" fmla="*/ 10747708 w 12188965"/>
              <a:gd name="connsiteY6625" fmla="*/ 1531755 h 2053176"/>
              <a:gd name="connsiteX6626" fmla="*/ 10773366 w 12188965"/>
              <a:gd name="connsiteY6626" fmla="*/ 1557413 h 2053176"/>
              <a:gd name="connsiteX6627" fmla="*/ 10747708 w 12188965"/>
              <a:gd name="connsiteY6627" fmla="*/ 1583073 h 2053176"/>
              <a:gd name="connsiteX6628" fmla="*/ 10722047 w 12188965"/>
              <a:gd name="connsiteY6628" fmla="*/ 1557413 h 2053176"/>
              <a:gd name="connsiteX6629" fmla="*/ 10747708 w 12188965"/>
              <a:gd name="connsiteY6629" fmla="*/ 1531755 h 2053176"/>
              <a:gd name="connsiteX6630" fmla="*/ 10683501 w 12188965"/>
              <a:gd name="connsiteY6630" fmla="*/ 1531755 h 2053176"/>
              <a:gd name="connsiteX6631" fmla="*/ 10709159 w 12188965"/>
              <a:gd name="connsiteY6631" fmla="*/ 1557414 h 2053176"/>
              <a:gd name="connsiteX6632" fmla="*/ 10683501 w 12188965"/>
              <a:gd name="connsiteY6632" fmla="*/ 1583073 h 2053176"/>
              <a:gd name="connsiteX6633" fmla="*/ 10657843 w 12188965"/>
              <a:gd name="connsiteY6633" fmla="*/ 1557414 h 2053176"/>
              <a:gd name="connsiteX6634" fmla="*/ 10683501 w 12188965"/>
              <a:gd name="connsiteY6634" fmla="*/ 1531755 h 2053176"/>
              <a:gd name="connsiteX6635" fmla="*/ 10619297 w 12188965"/>
              <a:gd name="connsiteY6635" fmla="*/ 1531755 h 2053176"/>
              <a:gd name="connsiteX6636" fmla="*/ 10644955 w 12188965"/>
              <a:gd name="connsiteY6636" fmla="*/ 1557414 h 2053176"/>
              <a:gd name="connsiteX6637" fmla="*/ 10619297 w 12188965"/>
              <a:gd name="connsiteY6637" fmla="*/ 1583073 h 2053176"/>
              <a:gd name="connsiteX6638" fmla="*/ 10593639 w 12188965"/>
              <a:gd name="connsiteY6638" fmla="*/ 1557414 h 2053176"/>
              <a:gd name="connsiteX6639" fmla="*/ 10619297 w 12188965"/>
              <a:gd name="connsiteY6639" fmla="*/ 1531755 h 2053176"/>
              <a:gd name="connsiteX6640" fmla="*/ 10555092 w 12188965"/>
              <a:gd name="connsiteY6640" fmla="*/ 1531755 h 2053176"/>
              <a:gd name="connsiteX6641" fmla="*/ 10580751 w 12188965"/>
              <a:gd name="connsiteY6641" fmla="*/ 1557414 h 2053176"/>
              <a:gd name="connsiteX6642" fmla="*/ 10555092 w 12188965"/>
              <a:gd name="connsiteY6642" fmla="*/ 1583073 h 2053176"/>
              <a:gd name="connsiteX6643" fmla="*/ 10529432 w 12188965"/>
              <a:gd name="connsiteY6643" fmla="*/ 1557414 h 2053176"/>
              <a:gd name="connsiteX6644" fmla="*/ 10555092 w 12188965"/>
              <a:gd name="connsiteY6644" fmla="*/ 1531755 h 2053176"/>
              <a:gd name="connsiteX6645" fmla="*/ 10490885 w 12188965"/>
              <a:gd name="connsiteY6645" fmla="*/ 1531755 h 2053176"/>
              <a:gd name="connsiteX6646" fmla="*/ 10516544 w 12188965"/>
              <a:gd name="connsiteY6646" fmla="*/ 1557414 h 2053176"/>
              <a:gd name="connsiteX6647" fmla="*/ 10490885 w 12188965"/>
              <a:gd name="connsiteY6647" fmla="*/ 1583073 h 2053176"/>
              <a:gd name="connsiteX6648" fmla="*/ 10465227 w 12188965"/>
              <a:gd name="connsiteY6648" fmla="*/ 1557414 h 2053176"/>
              <a:gd name="connsiteX6649" fmla="*/ 10490885 w 12188965"/>
              <a:gd name="connsiteY6649" fmla="*/ 1531755 h 2053176"/>
              <a:gd name="connsiteX6650" fmla="*/ 10362474 w 12188965"/>
              <a:gd name="connsiteY6650" fmla="*/ 1531755 h 2053176"/>
              <a:gd name="connsiteX6651" fmla="*/ 10388135 w 12188965"/>
              <a:gd name="connsiteY6651" fmla="*/ 1557413 h 2053176"/>
              <a:gd name="connsiteX6652" fmla="*/ 10362474 w 12188965"/>
              <a:gd name="connsiteY6652" fmla="*/ 1583073 h 2053176"/>
              <a:gd name="connsiteX6653" fmla="*/ 10336816 w 12188965"/>
              <a:gd name="connsiteY6653" fmla="*/ 1557413 h 2053176"/>
              <a:gd name="connsiteX6654" fmla="*/ 10362474 w 12188965"/>
              <a:gd name="connsiteY6654" fmla="*/ 1531755 h 2053176"/>
              <a:gd name="connsiteX6655" fmla="*/ 10298270 w 12188965"/>
              <a:gd name="connsiteY6655" fmla="*/ 1531755 h 2053176"/>
              <a:gd name="connsiteX6656" fmla="*/ 10323928 w 12188965"/>
              <a:gd name="connsiteY6656" fmla="*/ 1557414 h 2053176"/>
              <a:gd name="connsiteX6657" fmla="*/ 10298270 w 12188965"/>
              <a:gd name="connsiteY6657" fmla="*/ 1583073 h 2053176"/>
              <a:gd name="connsiteX6658" fmla="*/ 10272611 w 12188965"/>
              <a:gd name="connsiteY6658" fmla="*/ 1557414 h 2053176"/>
              <a:gd name="connsiteX6659" fmla="*/ 10298270 w 12188965"/>
              <a:gd name="connsiteY6659" fmla="*/ 1531755 h 2053176"/>
              <a:gd name="connsiteX6660" fmla="*/ 10234065 w 12188965"/>
              <a:gd name="connsiteY6660" fmla="*/ 1531755 h 2053176"/>
              <a:gd name="connsiteX6661" fmla="*/ 10259723 w 12188965"/>
              <a:gd name="connsiteY6661" fmla="*/ 1557414 h 2053176"/>
              <a:gd name="connsiteX6662" fmla="*/ 10234065 w 12188965"/>
              <a:gd name="connsiteY6662" fmla="*/ 1583073 h 2053176"/>
              <a:gd name="connsiteX6663" fmla="*/ 10208404 w 12188965"/>
              <a:gd name="connsiteY6663" fmla="*/ 1557414 h 2053176"/>
              <a:gd name="connsiteX6664" fmla="*/ 10234065 w 12188965"/>
              <a:gd name="connsiteY6664" fmla="*/ 1531755 h 2053176"/>
              <a:gd name="connsiteX6665" fmla="*/ 10105654 w 12188965"/>
              <a:gd name="connsiteY6665" fmla="*/ 1531755 h 2053176"/>
              <a:gd name="connsiteX6666" fmla="*/ 10131312 w 12188965"/>
              <a:gd name="connsiteY6666" fmla="*/ 1557414 h 2053176"/>
              <a:gd name="connsiteX6667" fmla="*/ 10105654 w 12188965"/>
              <a:gd name="connsiteY6667" fmla="*/ 1583073 h 2053176"/>
              <a:gd name="connsiteX6668" fmla="*/ 10079996 w 12188965"/>
              <a:gd name="connsiteY6668" fmla="*/ 1557414 h 2053176"/>
              <a:gd name="connsiteX6669" fmla="*/ 10105654 w 12188965"/>
              <a:gd name="connsiteY6669" fmla="*/ 1531755 h 2053176"/>
              <a:gd name="connsiteX6670" fmla="*/ 9977242 w 12188965"/>
              <a:gd name="connsiteY6670" fmla="*/ 1531755 h 2053176"/>
              <a:gd name="connsiteX6671" fmla="*/ 10002903 w 12188965"/>
              <a:gd name="connsiteY6671" fmla="*/ 1557413 h 2053176"/>
              <a:gd name="connsiteX6672" fmla="*/ 9977242 w 12188965"/>
              <a:gd name="connsiteY6672" fmla="*/ 1583073 h 2053176"/>
              <a:gd name="connsiteX6673" fmla="*/ 9951584 w 12188965"/>
              <a:gd name="connsiteY6673" fmla="*/ 1557413 h 2053176"/>
              <a:gd name="connsiteX6674" fmla="*/ 9977242 w 12188965"/>
              <a:gd name="connsiteY6674" fmla="*/ 1531755 h 2053176"/>
              <a:gd name="connsiteX6675" fmla="*/ 9913038 w 12188965"/>
              <a:gd name="connsiteY6675" fmla="*/ 1531755 h 2053176"/>
              <a:gd name="connsiteX6676" fmla="*/ 9938696 w 12188965"/>
              <a:gd name="connsiteY6676" fmla="*/ 1557414 h 2053176"/>
              <a:gd name="connsiteX6677" fmla="*/ 9913038 w 12188965"/>
              <a:gd name="connsiteY6677" fmla="*/ 1583073 h 2053176"/>
              <a:gd name="connsiteX6678" fmla="*/ 9887380 w 12188965"/>
              <a:gd name="connsiteY6678" fmla="*/ 1557414 h 2053176"/>
              <a:gd name="connsiteX6679" fmla="*/ 9913038 w 12188965"/>
              <a:gd name="connsiteY6679" fmla="*/ 1531755 h 2053176"/>
              <a:gd name="connsiteX6680" fmla="*/ 9784512 w 12188965"/>
              <a:gd name="connsiteY6680" fmla="*/ 1531755 h 2053176"/>
              <a:gd name="connsiteX6681" fmla="*/ 9810170 w 12188965"/>
              <a:gd name="connsiteY6681" fmla="*/ 1557414 h 2053176"/>
              <a:gd name="connsiteX6682" fmla="*/ 9784512 w 12188965"/>
              <a:gd name="connsiteY6682" fmla="*/ 1583073 h 2053176"/>
              <a:gd name="connsiteX6683" fmla="*/ 9758853 w 12188965"/>
              <a:gd name="connsiteY6683" fmla="*/ 1557414 h 2053176"/>
              <a:gd name="connsiteX6684" fmla="*/ 9784512 w 12188965"/>
              <a:gd name="connsiteY6684" fmla="*/ 1531755 h 2053176"/>
              <a:gd name="connsiteX6685" fmla="*/ 9720307 w 12188965"/>
              <a:gd name="connsiteY6685" fmla="*/ 1531755 h 2053176"/>
              <a:gd name="connsiteX6686" fmla="*/ 9745965 w 12188965"/>
              <a:gd name="connsiteY6686" fmla="*/ 1557414 h 2053176"/>
              <a:gd name="connsiteX6687" fmla="*/ 9720307 w 12188965"/>
              <a:gd name="connsiteY6687" fmla="*/ 1583073 h 2053176"/>
              <a:gd name="connsiteX6688" fmla="*/ 9694646 w 12188965"/>
              <a:gd name="connsiteY6688" fmla="*/ 1557414 h 2053176"/>
              <a:gd name="connsiteX6689" fmla="*/ 9720307 w 12188965"/>
              <a:gd name="connsiteY6689" fmla="*/ 1531755 h 2053176"/>
              <a:gd name="connsiteX6690" fmla="*/ 9591896 w 12188965"/>
              <a:gd name="connsiteY6690" fmla="*/ 1531755 h 2053176"/>
              <a:gd name="connsiteX6691" fmla="*/ 9617554 w 12188965"/>
              <a:gd name="connsiteY6691" fmla="*/ 1557414 h 2053176"/>
              <a:gd name="connsiteX6692" fmla="*/ 9591896 w 12188965"/>
              <a:gd name="connsiteY6692" fmla="*/ 1583073 h 2053176"/>
              <a:gd name="connsiteX6693" fmla="*/ 9566238 w 12188965"/>
              <a:gd name="connsiteY6693" fmla="*/ 1557414 h 2053176"/>
              <a:gd name="connsiteX6694" fmla="*/ 9591896 w 12188965"/>
              <a:gd name="connsiteY6694" fmla="*/ 1531755 h 2053176"/>
              <a:gd name="connsiteX6695" fmla="*/ 9527689 w 12188965"/>
              <a:gd name="connsiteY6695" fmla="*/ 1531755 h 2053176"/>
              <a:gd name="connsiteX6696" fmla="*/ 9553350 w 12188965"/>
              <a:gd name="connsiteY6696" fmla="*/ 1557414 h 2053176"/>
              <a:gd name="connsiteX6697" fmla="*/ 9527689 w 12188965"/>
              <a:gd name="connsiteY6697" fmla="*/ 1583073 h 2053176"/>
              <a:gd name="connsiteX6698" fmla="*/ 9502031 w 12188965"/>
              <a:gd name="connsiteY6698" fmla="*/ 1557414 h 2053176"/>
              <a:gd name="connsiteX6699" fmla="*/ 9527689 w 12188965"/>
              <a:gd name="connsiteY6699" fmla="*/ 1531755 h 2053176"/>
              <a:gd name="connsiteX6700" fmla="*/ 9463485 w 12188965"/>
              <a:gd name="connsiteY6700" fmla="*/ 1531755 h 2053176"/>
              <a:gd name="connsiteX6701" fmla="*/ 9489143 w 12188965"/>
              <a:gd name="connsiteY6701" fmla="*/ 1557414 h 2053176"/>
              <a:gd name="connsiteX6702" fmla="*/ 9463485 w 12188965"/>
              <a:gd name="connsiteY6702" fmla="*/ 1583073 h 2053176"/>
              <a:gd name="connsiteX6703" fmla="*/ 9437826 w 12188965"/>
              <a:gd name="connsiteY6703" fmla="*/ 1557414 h 2053176"/>
              <a:gd name="connsiteX6704" fmla="*/ 9463485 w 12188965"/>
              <a:gd name="connsiteY6704" fmla="*/ 1531755 h 2053176"/>
              <a:gd name="connsiteX6705" fmla="*/ 9399280 w 12188965"/>
              <a:gd name="connsiteY6705" fmla="*/ 1531755 h 2053176"/>
              <a:gd name="connsiteX6706" fmla="*/ 9424938 w 12188965"/>
              <a:gd name="connsiteY6706" fmla="*/ 1557414 h 2053176"/>
              <a:gd name="connsiteX6707" fmla="*/ 9399280 w 12188965"/>
              <a:gd name="connsiteY6707" fmla="*/ 1583073 h 2053176"/>
              <a:gd name="connsiteX6708" fmla="*/ 9373619 w 12188965"/>
              <a:gd name="connsiteY6708" fmla="*/ 1557414 h 2053176"/>
              <a:gd name="connsiteX6709" fmla="*/ 9399280 w 12188965"/>
              <a:gd name="connsiteY6709" fmla="*/ 1531755 h 2053176"/>
              <a:gd name="connsiteX6710" fmla="*/ 9335073 w 12188965"/>
              <a:gd name="connsiteY6710" fmla="*/ 1531755 h 2053176"/>
              <a:gd name="connsiteX6711" fmla="*/ 9360734 w 12188965"/>
              <a:gd name="connsiteY6711" fmla="*/ 1557413 h 2053176"/>
              <a:gd name="connsiteX6712" fmla="*/ 9335073 w 12188965"/>
              <a:gd name="connsiteY6712" fmla="*/ 1583073 h 2053176"/>
              <a:gd name="connsiteX6713" fmla="*/ 9309415 w 12188965"/>
              <a:gd name="connsiteY6713" fmla="*/ 1557413 h 2053176"/>
              <a:gd name="connsiteX6714" fmla="*/ 9335073 w 12188965"/>
              <a:gd name="connsiteY6714" fmla="*/ 1531755 h 2053176"/>
              <a:gd name="connsiteX6715" fmla="*/ 9142457 w 12188965"/>
              <a:gd name="connsiteY6715" fmla="*/ 1531755 h 2053176"/>
              <a:gd name="connsiteX6716" fmla="*/ 9168118 w 12188965"/>
              <a:gd name="connsiteY6716" fmla="*/ 1557414 h 2053176"/>
              <a:gd name="connsiteX6717" fmla="*/ 9142457 w 12188965"/>
              <a:gd name="connsiteY6717" fmla="*/ 1583073 h 2053176"/>
              <a:gd name="connsiteX6718" fmla="*/ 9116799 w 12188965"/>
              <a:gd name="connsiteY6718" fmla="*/ 1557414 h 2053176"/>
              <a:gd name="connsiteX6719" fmla="*/ 9142457 w 12188965"/>
              <a:gd name="connsiteY6719" fmla="*/ 1531755 h 2053176"/>
              <a:gd name="connsiteX6720" fmla="*/ 9078253 w 12188965"/>
              <a:gd name="connsiteY6720" fmla="*/ 1531755 h 2053176"/>
              <a:gd name="connsiteX6721" fmla="*/ 9103911 w 12188965"/>
              <a:gd name="connsiteY6721" fmla="*/ 1557414 h 2053176"/>
              <a:gd name="connsiteX6722" fmla="*/ 9078253 w 12188965"/>
              <a:gd name="connsiteY6722" fmla="*/ 1583073 h 2053176"/>
              <a:gd name="connsiteX6723" fmla="*/ 9052595 w 12188965"/>
              <a:gd name="connsiteY6723" fmla="*/ 1557414 h 2053176"/>
              <a:gd name="connsiteX6724" fmla="*/ 9078253 w 12188965"/>
              <a:gd name="connsiteY6724" fmla="*/ 1531755 h 2053176"/>
              <a:gd name="connsiteX6725" fmla="*/ 9014049 w 12188965"/>
              <a:gd name="connsiteY6725" fmla="*/ 1531755 h 2053176"/>
              <a:gd name="connsiteX6726" fmla="*/ 9039707 w 12188965"/>
              <a:gd name="connsiteY6726" fmla="*/ 1557414 h 2053176"/>
              <a:gd name="connsiteX6727" fmla="*/ 9014049 w 12188965"/>
              <a:gd name="connsiteY6727" fmla="*/ 1583073 h 2053176"/>
              <a:gd name="connsiteX6728" fmla="*/ 8988388 w 12188965"/>
              <a:gd name="connsiteY6728" fmla="*/ 1557414 h 2053176"/>
              <a:gd name="connsiteX6729" fmla="*/ 9014049 w 12188965"/>
              <a:gd name="connsiteY6729" fmla="*/ 1531755 h 2053176"/>
              <a:gd name="connsiteX6730" fmla="*/ 8949842 w 12188965"/>
              <a:gd name="connsiteY6730" fmla="*/ 1531755 h 2053176"/>
              <a:gd name="connsiteX6731" fmla="*/ 8975503 w 12188965"/>
              <a:gd name="connsiteY6731" fmla="*/ 1557413 h 2053176"/>
              <a:gd name="connsiteX6732" fmla="*/ 8949842 w 12188965"/>
              <a:gd name="connsiteY6732" fmla="*/ 1583073 h 2053176"/>
              <a:gd name="connsiteX6733" fmla="*/ 8924183 w 12188965"/>
              <a:gd name="connsiteY6733" fmla="*/ 1557413 h 2053176"/>
              <a:gd name="connsiteX6734" fmla="*/ 8949842 w 12188965"/>
              <a:gd name="connsiteY6734" fmla="*/ 1531755 h 2053176"/>
              <a:gd name="connsiteX6735" fmla="*/ 8821433 w 12188965"/>
              <a:gd name="connsiteY6735" fmla="*/ 1531755 h 2053176"/>
              <a:gd name="connsiteX6736" fmla="*/ 8847091 w 12188965"/>
              <a:gd name="connsiteY6736" fmla="*/ 1557414 h 2053176"/>
              <a:gd name="connsiteX6737" fmla="*/ 8821433 w 12188965"/>
              <a:gd name="connsiteY6737" fmla="*/ 1583073 h 2053176"/>
              <a:gd name="connsiteX6738" fmla="*/ 8795772 w 12188965"/>
              <a:gd name="connsiteY6738" fmla="*/ 1557414 h 2053176"/>
              <a:gd name="connsiteX6739" fmla="*/ 8821433 w 12188965"/>
              <a:gd name="connsiteY6739" fmla="*/ 1531755 h 2053176"/>
              <a:gd name="connsiteX6740" fmla="*/ 8757226 w 12188965"/>
              <a:gd name="connsiteY6740" fmla="*/ 1531755 h 2053176"/>
              <a:gd name="connsiteX6741" fmla="*/ 8782887 w 12188965"/>
              <a:gd name="connsiteY6741" fmla="*/ 1557414 h 2053176"/>
              <a:gd name="connsiteX6742" fmla="*/ 8757226 w 12188965"/>
              <a:gd name="connsiteY6742" fmla="*/ 1583073 h 2053176"/>
              <a:gd name="connsiteX6743" fmla="*/ 8731568 w 12188965"/>
              <a:gd name="connsiteY6743" fmla="*/ 1557414 h 2053176"/>
              <a:gd name="connsiteX6744" fmla="*/ 8757226 w 12188965"/>
              <a:gd name="connsiteY6744" fmla="*/ 1531755 h 2053176"/>
              <a:gd name="connsiteX6745" fmla="*/ 8692904 w 12188965"/>
              <a:gd name="connsiteY6745" fmla="*/ 1531755 h 2053176"/>
              <a:gd name="connsiteX6746" fmla="*/ 8718565 w 12188965"/>
              <a:gd name="connsiteY6746" fmla="*/ 1557414 h 2053176"/>
              <a:gd name="connsiteX6747" fmla="*/ 8692904 w 12188965"/>
              <a:gd name="connsiteY6747" fmla="*/ 1583073 h 2053176"/>
              <a:gd name="connsiteX6748" fmla="*/ 8667246 w 12188965"/>
              <a:gd name="connsiteY6748" fmla="*/ 1557414 h 2053176"/>
              <a:gd name="connsiteX6749" fmla="*/ 8692904 w 12188965"/>
              <a:gd name="connsiteY6749" fmla="*/ 1531755 h 2053176"/>
              <a:gd name="connsiteX6750" fmla="*/ 8564495 w 12188965"/>
              <a:gd name="connsiteY6750" fmla="*/ 1531755 h 2053176"/>
              <a:gd name="connsiteX6751" fmla="*/ 8590153 w 12188965"/>
              <a:gd name="connsiteY6751" fmla="*/ 1557413 h 2053176"/>
              <a:gd name="connsiteX6752" fmla="*/ 8564495 w 12188965"/>
              <a:gd name="connsiteY6752" fmla="*/ 1583073 h 2053176"/>
              <a:gd name="connsiteX6753" fmla="*/ 8538837 w 12188965"/>
              <a:gd name="connsiteY6753" fmla="*/ 1557413 h 2053176"/>
              <a:gd name="connsiteX6754" fmla="*/ 8564495 w 12188965"/>
              <a:gd name="connsiteY6754" fmla="*/ 1531755 h 2053176"/>
              <a:gd name="connsiteX6755" fmla="*/ 8500288 w 12188965"/>
              <a:gd name="connsiteY6755" fmla="*/ 1531755 h 2053176"/>
              <a:gd name="connsiteX6756" fmla="*/ 8525949 w 12188965"/>
              <a:gd name="connsiteY6756" fmla="*/ 1557414 h 2053176"/>
              <a:gd name="connsiteX6757" fmla="*/ 8500288 w 12188965"/>
              <a:gd name="connsiteY6757" fmla="*/ 1583073 h 2053176"/>
              <a:gd name="connsiteX6758" fmla="*/ 8474630 w 12188965"/>
              <a:gd name="connsiteY6758" fmla="*/ 1557414 h 2053176"/>
              <a:gd name="connsiteX6759" fmla="*/ 8500288 w 12188965"/>
              <a:gd name="connsiteY6759" fmla="*/ 1531755 h 2053176"/>
              <a:gd name="connsiteX6760" fmla="*/ 8436084 w 12188965"/>
              <a:gd name="connsiteY6760" fmla="*/ 1531755 h 2053176"/>
              <a:gd name="connsiteX6761" fmla="*/ 8461745 w 12188965"/>
              <a:gd name="connsiteY6761" fmla="*/ 1557414 h 2053176"/>
              <a:gd name="connsiteX6762" fmla="*/ 8436084 w 12188965"/>
              <a:gd name="connsiteY6762" fmla="*/ 1583073 h 2053176"/>
              <a:gd name="connsiteX6763" fmla="*/ 8410426 w 12188965"/>
              <a:gd name="connsiteY6763" fmla="*/ 1557414 h 2053176"/>
              <a:gd name="connsiteX6764" fmla="*/ 8436084 w 12188965"/>
              <a:gd name="connsiteY6764" fmla="*/ 1531755 h 2053176"/>
              <a:gd name="connsiteX6765" fmla="*/ 8307675 w 12188965"/>
              <a:gd name="connsiteY6765" fmla="*/ 1531755 h 2053176"/>
              <a:gd name="connsiteX6766" fmla="*/ 8333333 w 12188965"/>
              <a:gd name="connsiteY6766" fmla="*/ 1557414 h 2053176"/>
              <a:gd name="connsiteX6767" fmla="*/ 8307675 w 12188965"/>
              <a:gd name="connsiteY6767" fmla="*/ 1583073 h 2053176"/>
              <a:gd name="connsiteX6768" fmla="*/ 8282014 w 12188965"/>
              <a:gd name="connsiteY6768" fmla="*/ 1557414 h 2053176"/>
              <a:gd name="connsiteX6769" fmla="*/ 8307675 w 12188965"/>
              <a:gd name="connsiteY6769" fmla="*/ 1531755 h 2053176"/>
              <a:gd name="connsiteX6770" fmla="*/ 8243468 w 12188965"/>
              <a:gd name="connsiteY6770" fmla="*/ 1531755 h 2053176"/>
              <a:gd name="connsiteX6771" fmla="*/ 8269126 w 12188965"/>
              <a:gd name="connsiteY6771" fmla="*/ 1557413 h 2053176"/>
              <a:gd name="connsiteX6772" fmla="*/ 8243468 w 12188965"/>
              <a:gd name="connsiteY6772" fmla="*/ 1583073 h 2053176"/>
              <a:gd name="connsiteX6773" fmla="*/ 8217810 w 12188965"/>
              <a:gd name="connsiteY6773" fmla="*/ 1557413 h 2053176"/>
              <a:gd name="connsiteX6774" fmla="*/ 8243468 w 12188965"/>
              <a:gd name="connsiteY6774" fmla="*/ 1531755 h 2053176"/>
              <a:gd name="connsiteX6775" fmla="*/ 8115057 w 12188965"/>
              <a:gd name="connsiteY6775" fmla="*/ 1531755 h 2053176"/>
              <a:gd name="connsiteX6776" fmla="*/ 8140717 w 12188965"/>
              <a:gd name="connsiteY6776" fmla="*/ 1557414 h 2053176"/>
              <a:gd name="connsiteX6777" fmla="*/ 8115057 w 12188965"/>
              <a:gd name="connsiteY6777" fmla="*/ 1583073 h 2053176"/>
              <a:gd name="connsiteX6778" fmla="*/ 8089398 w 12188965"/>
              <a:gd name="connsiteY6778" fmla="*/ 1557414 h 2053176"/>
              <a:gd name="connsiteX6779" fmla="*/ 8115057 w 12188965"/>
              <a:gd name="connsiteY6779" fmla="*/ 1531755 h 2053176"/>
              <a:gd name="connsiteX6780" fmla="*/ 8050852 w 12188965"/>
              <a:gd name="connsiteY6780" fmla="*/ 1531755 h 2053176"/>
              <a:gd name="connsiteX6781" fmla="*/ 8076510 w 12188965"/>
              <a:gd name="connsiteY6781" fmla="*/ 1557414 h 2053176"/>
              <a:gd name="connsiteX6782" fmla="*/ 8050852 w 12188965"/>
              <a:gd name="connsiteY6782" fmla="*/ 1583073 h 2053176"/>
              <a:gd name="connsiteX6783" fmla="*/ 8025194 w 12188965"/>
              <a:gd name="connsiteY6783" fmla="*/ 1557414 h 2053176"/>
              <a:gd name="connsiteX6784" fmla="*/ 8050852 w 12188965"/>
              <a:gd name="connsiteY6784" fmla="*/ 1531755 h 2053176"/>
              <a:gd name="connsiteX6785" fmla="*/ 7986648 w 12188965"/>
              <a:gd name="connsiteY6785" fmla="*/ 1531755 h 2053176"/>
              <a:gd name="connsiteX6786" fmla="*/ 8012306 w 12188965"/>
              <a:gd name="connsiteY6786" fmla="*/ 1557414 h 2053176"/>
              <a:gd name="connsiteX6787" fmla="*/ 7986648 w 12188965"/>
              <a:gd name="connsiteY6787" fmla="*/ 1583073 h 2053176"/>
              <a:gd name="connsiteX6788" fmla="*/ 7960990 w 12188965"/>
              <a:gd name="connsiteY6788" fmla="*/ 1557414 h 2053176"/>
              <a:gd name="connsiteX6789" fmla="*/ 7986648 w 12188965"/>
              <a:gd name="connsiteY6789" fmla="*/ 1531755 h 2053176"/>
              <a:gd name="connsiteX6790" fmla="*/ 7922444 w 12188965"/>
              <a:gd name="connsiteY6790" fmla="*/ 1531755 h 2053176"/>
              <a:gd name="connsiteX6791" fmla="*/ 7948102 w 12188965"/>
              <a:gd name="connsiteY6791" fmla="*/ 1557414 h 2053176"/>
              <a:gd name="connsiteX6792" fmla="*/ 7922444 w 12188965"/>
              <a:gd name="connsiteY6792" fmla="*/ 1583073 h 2053176"/>
              <a:gd name="connsiteX6793" fmla="*/ 7896783 w 12188965"/>
              <a:gd name="connsiteY6793" fmla="*/ 1557414 h 2053176"/>
              <a:gd name="connsiteX6794" fmla="*/ 7922444 w 12188965"/>
              <a:gd name="connsiteY6794" fmla="*/ 1531755 h 2053176"/>
              <a:gd name="connsiteX6795" fmla="*/ 7858237 w 12188965"/>
              <a:gd name="connsiteY6795" fmla="*/ 1531755 h 2053176"/>
              <a:gd name="connsiteX6796" fmla="*/ 7883895 w 12188965"/>
              <a:gd name="connsiteY6796" fmla="*/ 1557413 h 2053176"/>
              <a:gd name="connsiteX6797" fmla="*/ 7858237 w 12188965"/>
              <a:gd name="connsiteY6797" fmla="*/ 1583073 h 2053176"/>
              <a:gd name="connsiteX6798" fmla="*/ 7832578 w 12188965"/>
              <a:gd name="connsiteY6798" fmla="*/ 1557413 h 2053176"/>
              <a:gd name="connsiteX6799" fmla="*/ 7858237 w 12188965"/>
              <a:gd name="connsiteY6799" fmla="*/ 1531755 h 2053176"/>
              <a:gd name="connsiteX6800" fmla="*/ 7794032 w 12188965"/>
              <a:gd name="connsiteY6800" fmla="*/ 1531755 h 2053176"/>
              <a:gd name="connsiteX6801" fmla="*/ 7819690 w 12188965"/>
              <a:gd name="connsiteY6801" fmla="*/ 1557413 h 2053176"/>
              <a:gd name="connsiteX6802" fmla="*/ 7794032 w 12188965"/>
              <a:gd name="connsiteY6802" fmla="*/ 1583073 h 2053176"/>
              <a:gd name="connsiteX6803" fmla="*/ 7768371 w 12188965"/>
              <a:gd name="connsiteY6803" fmla="*/ 1557413 h 2053176"/>
              <a:gd name="connsiteX6804" fmla="*/ 7794032 w 12188965"/>
              <a:gd name="connsiteY6804" fmla="*/ 1531755 h 2053176"/>
              <a:gd name="connsiteX6805" fmla="*/ 7729825 w 12188965"/>
              <a:gd name="connsiteY6805" fmla="*/ 1531755 h 2053176"/>
              <a:gd name="connsiteX6806" fmla="*/ 7755486 w 12188965"/>
              <a:gd name="connsiteY6806" fmla="*/ 1557414 h 2053176"/>
              <a:gd name="connsiteX6807" fmla="*/ 7729825 w 12188965"/>
              <a:gd name="connsiteY6807" fmla="*/ 1583073 h 2053176"/>
              <a:gd name="connsiteX6808" fmla="*/ 7704167 w 12188965"/>
              <a:gd name="connsiteY6808" fmla="*/ 1557414 h 2053176"/>
              <a:gd name="connsiteX6809" fmla="*/ 7729825 w 12188965"/>
              <a:gd name="connsiteY6809" fmla="*/ 1531755 h 2053176"/>
              <a:gd name="connsiteX6810" fmla="*/ 7665621 w 12188965"/>
              <a:gd name="connsiteY6810" fmla="*/ 1531755 h 2053176"/>
              <a:gd name="connsiteX6811" fmla="*/ 7691279 w 12188965"/>
              <a:gd name="connsiteY6811" fmla="*/ 1557414 h 2053176"/>
              <a:gd name="connsiteX6812" fmla="*/ 7665621 w 12188965"/>
              <a:gd name="connsiteY6812" fmla="*/ 1583073 h 2053176"/>
              <a:gd name="connsiteX6813" fmla="*/ 7639963 w 12188965"/>
              <a:gd name="connsiteY6813" fmla="*/ 1557414 h 2053176"/>
              <a:gd name="connsiteX6814" fmla="*/ 7665621 w 12188965"/>
              <a:gd name="connsiteY6814" fmla="*/ 1531755 h 2053176"/>
              <a:gd name="connsiteX6815" fmla="*/ 7601299 w 12188965"/>
              <a:gd name="connsiteY6815" fmla="*/ 1531755 h 2053176"/>
              <a:gd name="connsiteX6816" fmla="*/ 7626959 w 12188965"/>
              <a:gd name="connsiteY6816" fmla="*/ 1557414 h 2053176"/>
              <a:gd name="connsiteX6817" fmla="*/ 7601299 w 12188965"/>
              <a:gd name="connsiteY6817" fmla="*/ 1583073 h 2053176"/>
              <a:gd name="connsiteX6818" fmla="*/ 7575640 w 12188965"/>
              <a:gd name="connsiteY6818" fmla="*/ 1557414 h 2053176"/>
              <a:gd name="connsiteX6819" fmla="*/ 7601299 w 12188965"/>
              <a:gd name="connsiteY6819" fmla="*/ 1531755 h 2053176"/>
              <a:gd name="connsiteX6820" fmla="*/ 7537094 w 12188965"/>
              <a:gd name="connsiteY6820" fmla="*/ 1531755 h 2053176"/>
              <a:gd name="connsiteX6821" fmla="*/ 7562752 w 12188965"/>
              <a:gd name="connsiteY6821" fmla="*/ 1557414 h 2053176"/>
              <a:gd name="connsiteX6822" fmla="*/ 7537094 w 12188965"/>
              <a:gd name="connsiteY6822" fmla="*/ 1583073 h 2053176"/>
              <a:gd name="connsiteX6823" fmla="*/ 7511436 w 12188965"/>
              <a:gd name="connsiteY6823" fmla="*/ 1557414 h 2053176"/>
              <a:gd name="connsiteX6824" fmla="*/ 7537094 w 12188965"/>
              <a:gd name="connsiteY6824" fmla="*/ 1531755 h 2053176"/>
              <a:gd name="connsiteX6825" fmla="*/ 7472890 w 12188965"/>
              <a:gd name="connsiteY6825" fmla="*/ 1531755 h 2053176"/>
              <a:gd name="connsiteX6826" fmla="*/ 7498548 w 12188965"/>
              <a:gd name="connsiteY6826" fmla="*/ 1557413 h 2053176"/>
              <a:gd name="connsiteX6827" fmla="*/ 7472890 w 12188965"/>
              <a:gd name="connsiteY6827" fmla="*/ 1583073 h 2053176"/>
              <a:gd name="connsiteX6828" fmla="*/ 7447229 w 12188965"/>
              <a:gd name="connsiteY6828" fmla="*/ 1557413 h 2053176"/>
              <a:gd name="connsiteX6829" fmla="*/ 7472890 w 12188965"/>
              <a:gd name="connsiteY6829" fmla="*/ 1531755 h 2053176"/>
              <a:gd name="connsiteX6830" fmla="*/ 7408683 w 12188965"/>
              <a:gd name="connsiteY6830" fmla="*/ 1531755 h 2053176"/>
              <a:gd name="connsiteX6831" fmla="*/ 7434341 w 12188965"/>
              <a:gd name="connsiteY6831" fmla="*/ 1557414 h 2053176"/>
              <a:gd name="connsiteX6832" fmla="*/ 7408683 w 12188965"/>
              <a:gd name="connsiteY6832" fmla="*/ 1583073 h 2053176"/>
              <a:gd name="connsiteX6833" fmla="*/ 7383025 w 12188965"/>
              <a:gd name="connsiteY6833" fmla="*/ 1557414 h 2053176"/>
              <a:gd name="connsiteX6834" fmla="*/ 7408683 w 12188965"/>
              <a:gd name="connsiteY6834" fmla="*/ 1531755 h 2053176"/>
              <a:gd name="connsiteX6835" fmla="*/ 7344479 w 12188965"/>
              <a:gd name="connsiteY6835" fmla="*/ 1531755 h 2053176"/>
              <a:gd name="connsiteX6836" fmla="*/ 7370137 w 12188965"/>
              <a:gd name="connsiteY6836" fmla="*/ 1557414 h 2053176"/>
              <a:gd name="connsiteX6837" fmla="*/ 7344479 w 12188965"/>
              <a:gd name="connsiteY6837" fmla="*/ 1583073 h 2053176"/>
              <a:gd name="connsiteX6838" fmla="*/ 7318820 w 12188965"/>
              <a:gd name="connsiteY6838" fmla="*/ 1557414 h 2053176"/>
              <a:gd name="connsiteX6839" fmla="*/ 7344479 w 12188965"/>
              <a:gd name="connsiteY6839" fmla="*/ 1531755 h 2053176"/>
              <a:gd name="connsiteX6840" fmla="*/ 7280274 w 12188965"/>
              <a:gd name="connsiteY6840" fmla="*/ 1531755 h 2053176"/>
              <a:gd name="connsiteX6841" fmla="*/ 7305932 w 12188965"/>
              <a:gd name="connsiteY6841" fmla="*/ 1557414 h 2053176"/>
              <a:gd name="connsiteX6842" fmla="*/ 7280274 w 12188965"/>
              <a:gd name="connsiteY6842" fmla="*/ 1583073 h 2053176"/>
              <a:gd name="connsiteX6843" fmla="*/ 7254613 w 12188965"/>
              <a:gd name="connsiteY6843" fmla="*/ 1557414 h 2053176"/>
              <a:gd name="connsiteX6844" fmla="*/ 7280274 w 12188965"/>
              <a:gd name="connsiteY6844" fmla="*/ 1531755 h 2053176"/>
              <a:gd name="connsiteX6845" fmla="*/ 7216067 w 12188965"/>
              <a:gd name="connsiteY6845" fmla="*/ 1531755 h 2053176"/>
              <a:gd name="connsiteX6846" fmla="*/ 7241725 w 12188965"/>
              <a:gd name="connsiteY6846" fmla="*/ 1557414 h 2053176"/>
              <a:gd name="connsiteX6847" fmla="*/ 7216067 w 12188965"/>
              <a:gd name="connsiteY6847" fmla="*/ 1583073 h 2053176"/>
              <a:gd name="connsiteX6848" fmla="*/ 7190409 w 12188965"/>
              <a:gd name="connsiteY6848" fmla="*/ 1557414 h 2053176"/>
              <a:gd name="connsiteX6849" fmla="*/ 7216067 w 12188965"/>
              <a:gd name="connsiteY6849" fmla="*/ 1531755 h 2053176"/>
              <a:gd name="connsiteX6850" fmla="*/ 7151863 w 12188965"/>
              <a:gd name="connsiteY6850" fmla="*/ 1531755 h 2053176"/>
              <a:gd name="connsiteX6851" fmla="*/ 7177521 w 12188965"/>
              <a:gd name="connsiteY6851" fmla="*/ 1557413 h 2053176"/>
              <a:gd name="connsiteX6852" fmla="*/ 7151863 w 12188965"/>
              <a:gd name="connsiteY6852" fmla="*/ 1583073 h 2053176"/>
              <a:gd name="connsiteX6853" fmla="*/ 7126205 w 12188965"/>
              <a:gd name="connsiteY6853" fmla="*/ 1557413 h 2053176"/>
              <a:gd name="connsiteX6854" fmla="*/ 7151863 w 12188965"/>
              <a:gd name="connsiteY6854" fmla="*/ 1531755 h 2053176"/>
              <a:gd name="connsiteX6855" fmla="*/ 7087658 w 12188965"/>
              <a:gd name="connsiteY6855" fmla="*/ 1531755 h 2053176"/>
              <a:gd name="connsiteX6856" fmla="*/ 7113317 w 12188965"/>
              <a:gd name="connsiteY6856" fmla="*/ 1557413 h 2053176"/>
              <a:gd name="connsiteX6857" fmla="*/ 7087658 w 12188965"/>
              <a:gd name="connsiteY6857" fmla="*/ 1583073 h 2053176"/>
              <a:gd name="connsiteX6858" fmla="*/ 7061998 w 12188965"/>
              <a:gd name="connsiteY6858" fmla="*/ 1557413 h 2053176"/>
              <a:gd name="connsiteX6859" fmla="*/ 7087658 w 12188965"/>
              <a:gd name="connsiteY6859" fmla="*/ 1531755 h 2053176"/>
              <a:gd name="connsiteX6860" fmla="*/ 6895043 w 12188965"/>
              <a:gd name="connsiteY6860" fmla="*/ 1531755 h 2053176"/>
              <a:gd name="connsiteX6861" fmla="*/ 6920701 w 12188965"/>
              <a:gd name="connsiteY6861" fmla="*/ 1557414 h 2053176"/>
              <a:gd name="connsiteX6862" fmla="*/ 6895043 w 12188965"/>
              <a:gd name="connsiteY6862" fmla="*/ 1583073 h 2053176"/>
              <a:gd name="connsiteX6863" fmla="*/ 6869382 w 12188965"/>
              <a:gd name="connsiteY6863" fmla="*/ 1557414 h 2053176"/>
              <a:gd name="connsiteX6864" fmla="*/ 6895043 w 12188965"/>
              <a:gd name="connsiteY6864" fmla="*/ 1531755 h 2053176"/>
              <a:gd name="connsiteX6865" fmla="*/ 6830836 w 12188965"/>
              <a:gd name="connsiteY6865" fmla="*/ 1531755 h 2053176"/>
              <a:gd name="connsiteX6866" fmla="*/ 6856494 w 12188965"/>
              <a:gd name="connsiteY6866" fmla="*/ 1557414 h 2053176"/>
              <a:gd name="connsiteX6867" fmla="*/ 6830836 w 12188965"/>
              <a:gd name="connsiteY6867" fmla="*/ 1583073 h 2053176"/>
              <a:gd name="connsiteX6868" fmla="*/ 6805178 w 12188965"/>
              <a:gd name="connsiteY6868" fmla="*/ 1557414 h 2053176"/>
              <a:gd name="connsiteX6869" fmla="*/ 6830836 w 12188965"/>
              <a:gd name="connsiteY6869" fmla="*/ 1531755 h 2053176"/>
              <a:gd name="connsiteX6870" fmla="*/ 6766631 w 12188965"/>
              <a:gd name="connsiteY6870" fmla="*/ 1531755 h 2053176"/>
              <a:gd name="connsiteX6871" fmla="*/ 6792290 w 12188965"/>
              <a:gd name="connsiteY6871" fmla="*/ 1557413 h 2053176"/>
              <a:gd name="connsiteX6872" fmla="*/ 6766631 w 12188965"/>
              <a:gd name="connsiteY6872" fmla="*/ 1583073 h 2053176"/>
              <a:gd name="connsiteX6873" fmla="*/ 6740973 w 12188965"/>
              <a:gd name="connsiteY6873" fmla="*/ 1557413 h 2053176"/>
              <a:gd name="connsiteX6874" fmla="*/ 6766631 w 12188965"/>
              <a:gd name="connsiteY6874" fmla="*/ 1531755 h 2053176"/>
              <a:gd name="connsiteX6875" fmla="*/ 6702427 w 12188965"/>
              <a:gd name="connsiteY6875" fmla="*/ 1531755 h 2053176"/>
              <a:gd name="connsiteX6876" fmla="*/ 6728085 w 12188965"/>
              <a:gd name="connsiteY6876" fmla="*/ 1557413 h 2053176"/>
              <a:gd name="connsiteX6877" fmla="*/ 6702427 w 12188965"/>
              <a:gd name="connsiteY6877" fmla="*/ 1583073 h 2053176"/>
              <a:gd name="connsiteX6878" fmla="*/ 6676766 w 12188965"/>
              <a:gd name="connsiteY6878" fmla="*/ 1557413 h 2053176"/>
              <a:gd name="connsiteX6879" fmla="*/ 6702427 w 12188965"/>
              <a:gd name="connsiteY6879" fmla="*/ 1531755 h 2053176"/>
              <a:gd name="connsiteX6880" fmla="*/ 6638220 w 12188965"/>
              <a:gd name="connsiteY6880" fmla="*/ 1531755 h 2053176"/>
              <a:gd name="connsiteX6881" fmla="*/ 6663881 w 12188965"/>
              <a:gd name="connsiteY6881" fmla="*/ 1557414 h 2053176"/>
              <a:gd name="connsiteX6882" fmla="*/ 6638220 w 12188965"/>
              <a:gd name="connsiteY6882" fmla="*/ 1583073 h 2053176"/>
              <a:gd name="connsiteX6883" fmla="*/ 6612562 w 12188965"/>
              <a:gd name="connsiteY6883" fmla="*/ 1557414 h 2053176"/>
              <a:gd name="connsiteX6884" fmla="*/ 6638220 w 12188965"/>
              <a:gd name="connsiteY6884" fmla="*/ 1531755 h 2053176"/>
              <a:gd name="connsiteX6885" fmla="*/ 6574016 w 12188965"/>
              <a:gd name="connsiteY6885" fmla="*/ 1531755 h 2053176"/>
              <a:gd name="connsiteX6886" fmla="*/ 6599674 w 12188965"/>
              <a:gd name="connsiteY6886" fmla="*/ 1557414 h 2053176"/>
              <a:gd name="connsiteX6887" fmla="*/ 6574016 w 12188965"/>
              <a:gd name="connsiteY6887" fmla="*/ 1583073 h 2053176"/>
              <a:gd name="connsiteX6888" fmla="*/ 6548357 w 12188965"/>
              <a:gd name="connsiteY6888" fmla="*/ 1557414 h 2053176"/>
              <a:gd name="connsiteX6889" fmla="*/ 6574016 w 12188965"/>
              <a:gd name="connsiteY6889" fmla="*/ 1531755 h 2053176"/>
              <a:gd name="connsiteX6890" fmla="*/ 6381282 w 12188965"/>
              <a:gd name="connsiteY6890" fmla="*/ 1531755 h 2053176"/>
              <a:gd name="connsiteX6891" fmla="*/ 6406943 w 12188965"/>
              <a:gd name="connsiteY6891" fmla="*/ 1557413 h 2053176"/>
              <a:gd name="connsiteX6892" fmla="*/ 6381282 w 12188965"/>
              <a:gd name="connsiteY6892" fmla="*/ 1583073 h 2053176"/>
              <a:gd name="connsiteX6893" fmla="*/ 6355624 w 12188965"/>
              <a:gd name="connsiteY6893" fmla="*/ 1557413 h 2053176"/>
              <a:gd name="connsiteX6894" fmla="*/ 6381282 w 12188965"/>
              <a:gd name="connsiteY6894" fmla="*/ 1531755 h 2053176"/>
              <a:gd name="connsiteX6895" fmla="*/ 6317078 w 12188965"/>
              <a:gd name="connsiteY6895" fmla="*/ 1531755 h 2053176"/>
              <a:gd name="connsiteX6896" fmla="*/ 6342736 w 12188965"/>
              <a:gd name="connsiteY6896" fmla="*/ 1557414 h 2053176"/>
              <a:gd name="connsiteX6897" fmla="*/ 6317078 w 12188965"/>
              <a:gd name="connsiteY6897" fmla="*/ 1583073 h 2053176"/>
              <a:gd name="connsiteX6898" fmla="*/ 6291420 w 12188965"/>
              <a:gd name="connsiteY6898" fmla="*/ 1557414 h 2053176"/>
              <a:gd name="connsiteX6899" fmla="*/ 6317078 w 12188965"/>
              <a:gd name="connsiteY6899" fmla="*/ 1531755 h 2053176"/>
              <a:gd name="connsiteX6900" fmla="*/ 6252873 w 12188965"/>
              <a:gd name="connsiteY6900" fmla="*/ 1531755 h 2053176"/>
              <a:gd name="connsiteX6901" fmla="*/ 6278532 w 12188965"/>
              <a:gd name="connsiteY6901" fmla="*/ 1557414 h 2053176"/>
              <a:gd name="connsiteX6902" fmla="*/ 6252873 w 12188965"/>
              <a:gd name="connsiteY6902" fmla="*/ 1583073 h 2053176"/>
              <a:gd name="connsiteX6903" fmla="*/ 6227213 w 12188965"/>
              <a:gd name="connsiteY6903" fmla="*/ 1557414 h 2053176"/>
              <a:gd name="connsiteX6904" fmla="*/ 6252873 w 12188965"/>
              <a:gd name="connsiteY6904" fmla="*/ 1531755 h 2053176"/>
              <a:gd name="connsiteX6905" fmla="*/ 6188666 w 12188965"/>
              <a:gd name="connsiteY6905" fmla="*/ 1531755 h 2053176"/>
              <a:gd name="connsiteX6906" fmla="*/ 6214327 w 12188965"/>
              <a:gd name="connsiteY6906" fmla="*/ 1557414 h 2053176"/>
              <a:gd name="connsiteX6907" fmla="*/ 6188666 w 12188965"/>
              <a:gd name="connsiteY6907" fmla="*/ 1583073 h 2053176"/>
              <a:gd name="connsiteX6908" fmla="*/ 6163008 w 12188965"/>
              <a:gd name="connsiteY6908" fmla="*/ 1557414 h 2053176"/>
              <a:gd name="connsiteX6909" fmla="*/ 6188666 w 12188965"/>
              <a:gd name="connsiteY6909" fmla="*/ 1531755 h 2053176"/>
              <a:gd name="connsiteX6910" fmla="*/ 6124462 w 12188965"/>
              <a:gd name="connsiteY6910" fmla="*/ 1531755 h 2053176"/>
              <a:gd name="connsiteX6911" fmla="*/ 6150123 w 12188965"/>
              <a:gd name="connsiteY6911" fmla="*/ 1557414 h 2053176"/>
              <a:gd name="connsiteX6912" fmla="*/ 6124462 w 12188965"/>
              <a:gd name="connsiteY6912" fmla="*/ 1583073 h 2053176"/>
              <a:gd name="connsiteX6913" fmla="*/ 6098804 w 12188965"/>
              <a:gd name="connsiteY6913" fmla="*/ 1557414 h 2053176"/>
              <a:gd name="connsiteX6914" fmla="*/ 6124462 w 12188965"/>
              <a:gd name="connsiteY6914" fmla="*/ 1531755 h 2053176"/>
              <a:gd name="connsiteX6915" fmla="*/ 6064505 w 12188965"/>
              <a:gd name="connsiteY6915" fmla="*/ 1531755 h 2053176"/>
              <a:gd name="connsiteX6916" fmla="*/ 6090163 w 12188965"/>
              <a:gd name="connsiteY6916" fmla="*/ 1557414 h 2053176"/>
              <a:gd name="connsiteX6917" fmla="*/ 6064505 w 12188965"/>
              <a:gd name="connsiteY6917" fmla="*/ 1583073 h 2053176"/>
              <a:gd name="connsiteX6918" fmla="*/ 6038844 w 12188965"/>
              <a:gd name="connsiteY6918" fmla="*/ 1557414 h 2053176"/>
              <a:gd name="connsiteX6919" fmla="*/ 6064505 w 12188965"/>
              <a:gd name="connsiteY6919" fmla="*/ 1531755 h 2053176"/>
              <a:gd name="connsiteX6920" fmla="*/ 6000298 w 12188965"/>
              <a:gd name="connsiteY6920" fmla="*/ 1531755 h 2053176"/>
              <a:gd name="connsiteX6921" fmla="*/ 6025956 w 12188965"/>
              <a:gd name="connsiteY6921" fmla="*/ 1557414 h 2053176"/>
              <a:gd name="connsiteX6922" fmla="*/ 6000298 w 12188965"/>
              <a:gd name="connsiteY6922" fmla="*/ 1583073 h 2053176"/>
              <a:gd name="connsiteX6923" fmla="*/ 5974639 w 12188965"/>
              <a:gd name="connsiteY6923" fmla="*/ 1557414 h 2053176"/>
              <a:gd name="connsiteX6924" fmla="*/ 6000298 w 12188965"/>
              <a:gd name="connsiteY6924" fmla="*/ 1531755 h 2053176"/>
              <a:gd name="connsiteX6925" fmla="*/ 5936092 w 12188965"/>
              <a:gd name="connsiteY6925" fmla="*/ 1531755 h 2053176"/>
              <a:gd name="connsiteX6926" fmla="*/ 5961751 w 12188965"/>
              <a:gd name="connsiteY6926" fmla="*/ 1557414 h 2053176"/>
              <a:gd name="connsiteX6927" fmla="*/ 5936092 w 12188965"/>
              <a:gd name="connsiteY6927" fmla="*/ 1583073 h 2053176"/>
              <a:gd name="connsiteX6928" fmla="*/ 5910435 w 12188965"/>
              <a:gd name="connsiteY6928" fmla="*/ 1557414 h 2053176"/>
              <a:gd name="connsiteX6929" fmla="*/ 5936092 w 12188965"/>
              <a:gd name="connsiteY6929" fmla="*/ 1531755 h 2053176"/>
              <a:gd name="connsiteX6930" fmla="*/ 5743477 w 12188965"/>
              <a:gd name="connsiteY6930" fmla="*/ 1531755 h 2053176"/>
              <a:gd name="connsiteX6931" fmla="*/ 5769136 w 12188965"/>
              <a:gd name="connsiteY6931" fmla="*/ 1557413 h 2053176"/>
              <a:gd name="connsiteX6932" fmla="*/ 5743477 w 12188965"/>
              <a:gd name="connsiteY6932" fmla="*/ 1583073 h 2053176"/>
              <a:gd name="connsiteX6933" fmla="*/ 5717818 w 12188965"/>
              <a:gd name="connsiteY6933" fmla="*/ 1557413 h 2053176"/>
              <a:gd name="connsiteX6934" fmla="*/ 5743477 w 12188965"/>
              <a:gd name="connsiteY6934" fmla="*/ 1531755 h 2053176"/>
              <a:gd name="connsiteX6935" fmla="*/ 5679272 w 12188965"/>
              <a:gd name="connsiteY6935" fmla="*/ 1531755 h 2053176"/>
              <a:gd name="connsiteX6936" fmla="*/ 5704930 w 12188965"/>
              <a:gd name="connsiteY6936" fmla="*/ 1557414 h 2053176"/>
              <a:gd name="connsiteX6937" fmla="*/ 5679272 w 12188965"/>
              <a:gd name="connsiteY6937" fmla="*/ 1583073 h 2053176"/>
              <a:gd name="connsiteX6938" fmla="*/ 5653614 w 12188965"/>
              <a:gd name="connsiteY6938" fmla="*/ 1557414 h 2053176"/>
              <a:gd name="connsiteX6939" fmla="*/ 5679272 w 12188965"/>
              <a:gd name="connsiteY6939" fmla="*/ 1531755 h 2053176"/>
              <a:gd name="connsiteX6940" fmla="*/ 5615066 w 12188965"/>
              <a:gd name="connsiteY6940" fmla="*/ 1531755 h 2053176"/>
              <a:gd name="connsiteX6941" fmla="*/ 5640726 w 12188965"/>
              <a:gd name="connsiteY6941" fmla="*/ 1557414 h 2053176"/>
              <a:gd name="connsiteX6942" fmla="*/ 5615066 w 12188965"/>
              <a:gd name="connsiteY6942" fmla="*/ 1583073 h 2053176"/>
              <a:gd name="connsiteX6943" fmla="*/ 5589407 w 12188965"/>
              <a:gd name="connsiteY6943" fmla="*/ 1557414 h 2053176"/>
              <a:gd name="connsiteX6944" fmla="*/ 5615066 w 12188965"/>
              <a:gd name="connsiteY6944" fmla="*/ 1531755 h 2053176"/>
              <a:gd name="connsiteX6945" fmla="*/ 5550862 w 12188965"/>
              <a:gd name="connsiteY6945" fmla="*/ 1531755 h 2053176"/>
              <a:gd name="connsiteX6946" fmla="*/ 5576520 w 12188965"/>
              <a:gd name="connsiteY6946" fmla="*/ 1557414 h 2053176"/>
              <a:gd name="connsiteX6947" fmla="*/ 5550862 w 12188965"/>
              <a:gd name="connsiteY6947" fmla="*/ 1583073 h 2053176"/>
              <a:gd name="connsiteX6948" fmla="*/ 5525203 w 12188965"/>
              <a:gd name="connsiteY6948" fmla="*/ 1557414 h 2053176"/>
              <a:gd name="connsiteX6949" fmla="*/ 5550862 w 12188965"/>
              <a:gd name="connsiteY6949" fmla="*/ 1531755 h 2053176"/>
              <a:gd name="connsiteX6950" fmla="*/ 5486655 w 12188965"/>
              <a:gd name="connsiteY6950" fmla="*/ 1531755 h 2053176"/>
              <a:gd name="connsiteX6951" fmla="*/ 5512316 w 12188965"/>
              <a:gd name="connsiteY6951" fmla="*/ 1557414 h 2053176"/>
              <a:gd name="connsiteX6952" fmla="*/ 5486655 w 12188965"/>
              <a:gd name="connsiteY6952" fmla="*/ 1583073 h 2053176"/>
              <a:gd name="connsiteX6953" fmla="*/ 5460997 w 12188965"/>
              <a:gd name="connsiteY6953" fmla="*/ 1557414 h 2053176"/>
              <a:gd name="connsiteX6954" fmla="*/ 5486655 w 12188965"/>
              <a:gd name="connsiteY6954" fmla="*/ 1531755 h 2053176"/>
              <a:gd name="connsiteX6955" fmla="*/ 5422451 w 12188965"/>
              <a:gd name="connsiteY6955" fmla="*/ 1531755 h 2053176"/>
              <a:gd name="connsiteX6956" fmla="*/ 5448109 w 12188965"/>
              <a:gd name="connsiteY6956" fmla="*/ 1557413 h 2053176"/>
              <a:gd name="connsiteX6957" fmla="*/ 5422451 w 12188965"/>
              <a:gd name="connsiteY6957" fmla="*/ 1583073 h 2053176"/>
              <a:gd name="connsiteX6958" fmla="*/ 5396791 w 12188965"/>
              <a:gd name="connsiteY6958" fmla="*/ 1557413 h 2053176"/>
              <a:gd name="connsiteX6959" fmla="*/ 5422451 w 12188965"/>
              <a:gd name="connsiteY6959" fmla="*/ 1531755 h 2053176"/>
              <a:gd name="connsiteX6960" fmla="*/ 5358245 w 12188965"/>
              <a:gd name="connsiteY6960" fmla="*/ 1531755 h 2053176"/>
              <a:gd name="connsiteX6961" fmla="*/ 5383904 w 12188965"/>
              <a:gd name="connsiteY6961" fmla="*/ 1557413 h 2053176"/>
              <a:gd name="connsiteX6962" fmla="*/ 5358245 w 12188965"/>
              <a:gd name="connsiteY6962" fmla="*/ 1583073 h 2053176"/>
              <a:gd name="connsiteX6963" fmla="*/ 5332587 w 12188965"/>
              <a:gd name="connsiteY6963" fmla="*/ 1557413 h 2053176"/>
              <a:gd name="connsiteX6964" fmla="*/ 5358245 w 12188965"/>
              <a:gd name="connsiteY6964" fmla="*/ 1531755 h 2053176"/>
              <a:gd name="connsiteX6965" fmla="*/ 5229719 w 12188965"/>
              <a:gd name="connsiteY6965" fmla="*/ 1531755 h 2053176"/>
              <a:gd name="connsiteX6966" fmla="*/ 5255377 w 12188965"/>
              <a:gd name="connsiteY6966" fmla="*/ 1557414 h 2053176"/>
              <a:gd name="connsiteX6967" fmla="*/ 5229719 w 12188965"/>
              <a:gd name="connsiteY6967" fmla="*/ 1583073 h 2053176"/>
              <a:gd name="connsiteX6968" fmla="*/ 5204058 w 12188965"/>
              <a:gd name="connsiteY6968" fmla="*/ 1557414 h 2053176"/>
              <a:gd name="connsiteX6969" fmla="*/ 5229719 w 12188965"/>
              <a:gd name="connsiteY6969" fmla="*/ 1531755 h 2053176"/>
              <a:gd name="connsiteX6970" fmla="*/ 5101309 w 12188965"/>
              <a:gd name="connsiteY6970" fmla="*/ 1531755 h 2053176"/>
              <a:gd name="connsiteX6971" fmla="*/ 5126967 w 12188965"/>
              <a:gd name="connsiteY6971" fmla="*/ 1557414 h 2053176"/>
              <a:gd name="connsiteX6972" fmla="*/ 5101309 w 12188965"/>
              <a:gd name="connsiteY6972" fmla="*/ 1583073 h 2053176"/>
              <a:gd name="connsiteX6973" fmla="*/ 5075649 w 12188965"/>
              <a:gd name="connsiteY6973" fmla="*/ 1557414 h 2053176"/>
              <a:gd name="connsiteX6974" fmla="*/ 5101309 w 12188965"/>
              <a:gd name="connsiteY6974" fmla="*/ 1531755 h 2053176"/>
              <a:gd name="connsiteX6975" fmla="*/ 5037104 w 12188965"/>
              <a:gd name="connsiteY6975" fmla="*/ 1531755 h 2053176"/>
              <a:gd name="connsiteX6976" fmla="*/ 5062762 w 12188965"/>
              <a:gd name="connsiteY6976" fmla="*/ 1557413 h 2053176"/>
              <a:gd name="connsiteX6977" fmla="*/ 5037104 w 12188965"/>
              <a:gd name="connsiteY6977" fmla="*/ 1583073 h 2053176"/>
              <a:gd name="connsiteX6978" fmla="*/ 5011444 w 12188965"/>
              <a:gd name="connsiteY6978" fmla="*/ 1557413 h 2053176"/>
              <a:gd name="connsiteX6979" fmla="*/ 5037104 w 12188965"/>
              <a:gd name="connsiteY6979" fmla="*/ 1531755 h 2053176"/>
              <a:gd name="connsiteX6980" fmla="*/ 4972896 w 12188965"/>
              <a:gd name="connsiteY6980" fmla="*/ 1531755 h 2053176"/>
              <a:gd name="connsiteX6981" fmla="*/ 4998557 w 12188965"/>
              <a:gd name="connsiteY6981" fmla="*/ 1557414 h 2053176"/>
              <a:gd name="connsiteX6982" fmla="*/ 4972896 w 12188965"/>
              <a:gd name="connsiteY6982" fmla="*/ 1583073 h 2053176"/>
              <a:gd name="connsiteX6983" fmla="*/ 4947240 w 12188965"/>
              <a:gd name="connsiteY6983" fmla="*/ 1557414 h 2053176"/>
              <a:gd name="connsiteX6984" fmla="*/ 4972896 w 12188965"/>
              <a:gd name="connsiteY6984" fmla="*/ 1531755 h 2053176"/>
              <a:gd name="connsiteX6985" fmla="*/ 4908693 w 12188965"/>
              <a:gd name="connsiteY6985" fmla="*/ 1531755 h 2053176"/>
              <a:gd name="connsiteX6986" fmla="*/ 4934352 w 12188965"/>
              <a:gd name="connsiteY6986" fmla="*/ 1557414 h 2053176"/>
              <a:gd name="connsiteX6987" fmla="*/ 4908693 w 12188965"/>
              <a:gd name="connsiteY6987" fmla="*/ 1583073 h 2053176"/>
              <a:gd name="connsiteX6988" fmla="*/ 4883033 w 12188965"/>
              <a:gd name="connsiteY6988" fmla="*/ 1557414 h 2053176"/>
              <a:gd name="connsiteX6989" fmla="*/ 4908693 w 12188965"/>
              <a:gd name="connsiteY6989" fmla="*/ 1531755 h 2053176"/>
              <a:gd name="connsiteX6990" fmla="*/ 4844487 w 12188965"/>
              <a:gd name="connsiteY6990" fmla="*/ 1531755 h 2053176"/>
              <a:gd name="connsiteX6991" fmla="*/ 4870146 w 12188965"/>
              <a:gd name="connsiteY6991" fmla="*/ 1557414 h 2053176"/>
              <a:gd name="connsiteX6992" fmla="*/ 4844487 w 12188965"/>
              <a:gd name="connsiteY6992" fmla="*/ 1583073 h 2053176"/>
              <a:gd name="connsiteX6993" fmla="*/ 4818828 w 12188965"/>
              <a:gd name="connsiteY6993" fmla="*/ 1557414 h 2053176"/>
              <a:gd name="connsiteX6994" fmla="*/ 4844487 w 12188965"/>
              <a:gd name="connsiteY6994" fmla="*/ 1531755 h 2053176"/>
              <a:gd name="connsiteX6995" fmla="*/ 4780282 w 12188965"/>
              <a:gd name="connsiteY6995" fmla="*/ 1531755 h 2053176"/>
              <a:gd name="connsiteX6996" fmla="*/ 4805941 w 12188965"/>
              <a:gd name="connsiteY6996" fmla="*/ 1557414 h 2053176"/>
              <a:gd name="connsiteX6997" fmla="*/ 4780282 w 12188965"/>
              <a:gd name="connsiteY6997" fmla="*/ 1583073 h 2053176"/>
              <a:gd name="connsiteX6998" fmla="*/ 4754622 w 12188965"/>
              <a:gd name="connsiteY6998" fmla="*/ 1557414 h 2053176"/>
              <a:gd name="connsiteX6999" fmla="*/ 4780282 w 12188965"/>
              <a:gd name="connsiteY6999" fmla="*/ 1531755 h 2053176"/>
              <a:gd name="connsiteX7000" fmla="*/ 4651872 w 12188965"/>
              <a:gd name="connsiteY7000" fmla="*/ 1531755 h 2053176"/>
              <a:gd name="connsiteX7001" fmla="*/ 4677531 w 12188965"/>
              <a:gd name="connsiteY7001" fmla="*/ 1557413 h 2053176"/>
              <a:gd name="connsiteX7002" fmla="*/ 4651872 w 12188965"/>
              <a:gd name="connsiteY7002" fmla="*/ 1583073 h 2053176"/>
              <a:gd name="connsiteX7003" fmla="*/ 4626213 w 12188965"/>
              <a:gd name="connsiteY7003" fmla="*/ 1557413 h 2053176"/>
              <a:gd name="connsiteX7004" fmla="*/ 4651872 w 12188965"/>
              <a:gd name="connsiteY7004" fmla="*/ 1531755 h 2053176"/>
              <a:gd name="connsiteX7005" fmla="*/ 4587666 w 12188965"/>
              <a:gd name="connsiteY7005" fmla="*/ 1531755 h 2053176"/>
              <a:gd name="connsiteX7006" fmla="*/ 4613324 w 12188965"/>
              <a:gd name="connsiteY7006" fmla="*/ 1557414 h 2053176"/>
              <a:gd name="connsiteX7007" fmla="*/ 4587666 w 12188965"/>
              <a:gd name="connsiteY7007" fmla="*/ 1583073 h 2053176"/>
              <a:gd name="connsiteX7008" fmla="*/ 4562007 w 12188965"/>
              <a:gd name="connsiteY7008" fmla="*/ 1557414 h 2053176"/>
              <a:gd name="connsiteX7009" fmla="*/ 4587666 w 12188965"/>
              <a:gd name="connsiteY7009" fmla="*/ 1531755 h 2053176"/>
              <a:gd name="connsiteX7010" fmla="*/ 4523461 w 12188965"/>
              <a:gd name="connsiteY7010" fmla="*/ 1531755 h 2053176"/>
              <a:gd name="connsiteX7011" fmla="*/ 4549121 w 12188965"/>
              <a:gd name="connsiteY7011" fmla="*/ 1557414 h 2053176"/>
              <a:gd name="connsiteX7012" fmla="*/ 4523461 w 12188965"/>
              <a:gd name="connsiteY7012" fmla="*/ 1583073 h 2053176"/>
              <a:gd name="connsiteX7013" fmla="*/ 4497802 w 12188965"/>
              <a:gd name="connsiteY7013" fmla="*/ 1557414 h 2053176"/>
              <a:gd name="connsiteX7014" fmla="*/ 4523461 w 12188965"/>
              <a:gd name="connsiteY7014" fmla="*/ 1531755 h 2053176"/>
              <a:gd name="connsiteX7015" fmla="*/ 4395050 w 12188965"/>
              <a:gd name="connsiteY7015" fmla="*/ 1531755 h 2053176"/>
              <a:gd name="connsiteX7016" fmla="*/ 4420710 w 12188965"/>
              <a:gd name="connsiteY7016" fmla="*/ 1557414 h 2053176"/>
              <a:gd name="connsiteX7017" fmla="*/ 4395050 w 12188965"/>
              <a:gd name="connsiteY7017" fmla="*/ 1583073 h 2053176"/>
              <a:gd name="connsiteX7018" fmla="*/ 4369391 w 12188965"/>
              <a:gd name="connsiteY7018" fmla="*/ 1557414 h 2053176"/>
              <a:gd name="connsiteX7019" fmla="*/ 4395050 w 12188965"/>
              <a:gd name="connsiteY7019" fmla="*/ 1531755 h 2053176"/>
              <a:gd name="connsiteX7020" fmla="*/ 4266640 w 12188965"/>
              <a:gd name="connsiteY7020" fmla="*/ 1531755 h 2053176"/>
              <a:gd name="connsiteX7021" fmla="*/ 4292298 w 12188965"/>
              <a:gd name="connsiteY7021" fmla="*/ 1557413 h 2053176"/>
              <a:gd name="connsiteX7022" fmla="*/ 4266640 w 12188965"/>
              <a:gd name="connsiteY7022" fmla="*/ 1583073 h 2053176"/>
              <a:gd name="connsiteX7023" fmla="*/ 4240981 w 12188965"/>
              <a:gd name="connsiteY7023" fmla="*/ 1557413 h 2053176"/>
              <a:gd name="connsiteX7024" fmla="*/ 4266640 w 12188965"/>
              <a:gd name="connsiteY7024" fmla="*/ 1531755 h 2053176"/>
              <a:gd name="connsiteX7025" fmla="*/ 4202435 w 12188965"/>
              <a:gd name="connsiteY7025" fmla="*/ 1531755 h 2053176"/>
              <a:gd name="connsiteX7026" fmla="*/ 4228093 w 12188965"/>
              <a:gd name="connsiteY7026" fmla="*/ 1557414 h 2053176"/>
              <a:gd name="connsiteX7027" fmla="*/ 4202435 w 12188965"/>
              <a:gd name="connsiteY7027" fmla="*/ 1583073 h 2053176"/>
              <a:gd name="connsiteX7028" fmla="*/ 4176776 w 12188965"/>
              <a:gd name="connsiteY7028" fmla="*/ 1557414 h 2053176"/>
              <a:gd name="connsiteX7029" fmla="*/ 4202435 w 12188965"/>
              <a:gd name="connsiteY7029" fmla="*/ 1531755 h 2053176"/>
              <a:gd name="connsiteX7030" fmla="*/ 4073908 w 12188965"/>
              <a:gd name="connsiteY7030" fmla="*/ 1531755 h 2053176"/>
              <a:gd name="connsiteX7031" fmla="*/ 4099565 w 12188965"/>
              <a:gd name="connsiteY7031" fmla="*/ 1557414 h 2053176"/>
              <a:gd name="connsiteX7032" fmla="*/ 4073908 w 12188965"/>
              <a:gd name="connsiteY7032" fmla="*/ 1583073 h 2053176"/>
              <a:gd name="connsiteX7033" fmla="*/ 4048248 w 12188965"/>
              <a:gd name="connsiteY7033" fmla="*/ 1557414 h 2053176"/>
              <a:gd name="connsiteX7034" fmla="*/ 4073908 w 12188965"/>
              <a:gd name="connsiteY7034" fmla="*/ 1531755 h 2053176"/>
              <a:gd name="connsiteX7035" fmla="*/ 4009702 w 12188965"/>
              <a:gd name="connsiteY7035" fmla="*/ 1531755 h 2053176"/>
              <a:gd name="connsiteX7036" fmla="*/ 4035362 w 12188965"/>
              <a:gd name="connsiteY7036" fmla="*/ 1557414 h 2053176"/>
              <a:gd name="connsiteX7037" fmla="*/ 4009702 w 12188965"/>
              <a:gd name="connsiteY7037" fmla="*/ 1583073 h 2053176"/>
              <a:gd name="connsiteX7038" fmla="*/ 3984043 w 12188965"/>
              <a:gd name="connsiteY7038" fmla="*/ 1557414 h 2053176"/>
              <a:gd name="connsiteX7039" fmla="*/ 4009702 w 12188965"/>
              <a:gd name="connsiteY7039" fmla="*/ 1531755 h 2053176"/>
              <a:gd name="connsiteX7040" fmla="*/ 3881291 w 12188965"/>
              <a:gd name="connsiteY7040" fmla="*/ 1531755 h 2053176"/>
              <a:gd name="connsiteX7041" fmla="*/ 3906950 w 12188965"/>
              <a:gd name="connsiteY7041" fmla="*/ 1557414 h 2053176"/>
              <a:gd name="connsiteX7042" fmla="*/ 3881291 w 12188965"/>
              <a:gd name="connsiteY7042" fmla="*/ 1583073 h 2053176"/>
              <a:gd name="connsiteX7043" fmla="*/ 3855633 w 12188965"/>
              <a:gd name="connsiteY7043" fmla="*/ 1557414 h 2053176"/>
              <a:gd name="connsiteX7044" fmla="*/ 3881291 w 12188965"/>
              <a:gd name="connsiteY7044" fmla="*/ 1531755 h 2053176"/>
              <a:gd name="connsiteX7045" fmla="*/ 3817085 w 12188965"/>
              <a:gd name="connsiteY7045" fmla="*/ 1531755 h 2053176"/>
              <a:gd name="connsiteX7046" fmla="*/ 3842745 w 12188965"/>
              <a:gd name="connsiteY7046" fmla="*/ 1557414 h 2053176"/>
              <a:gd name="connsiteX7047" fmla="*/ 3817085 w 12188965"/>
              <a:gd name="connsiteY7047" fmla="*/ 1583073 h 2053176"/>
              <a:gd name="connsiteX7048" fmla="*/ 3791427 w 12188965"/>
              <a:gd name="connsiteY7048" fmla="*/ 1557414 h 2053176"/>
              <a:gd name="connsiteX7049" fmla="*/ 3817085 w 12188965"/>
              <a:gd name="connsiteY7049" fmla="*/ 1531755 h 2053176"/>
              <a:gd name="connsiteX7050" fmla="*/ 3752882 w 12188965"/>
              <a:gd name="connsiteY7050" fmla="*/ 1531755 h 2053176"/>
              <a:gd name="connsiteX7051" fmla="*/ 3778539 w 12188965"/>
              <a:gd name="connsiteY7051" fmla="*/ 1557414 h 2053176"/>
              <a:gd name="connsiteX7052" fmla="*/ 3752882 w 12188965"/>
              <a:gd name="connsiteY7052" fmla="*/ 1583073 h 2053176"/>
              <a:gd name="connsiteX7053" fmla="*/ 3727221 w 12188965"/>
              <a:gd name="connsiteY7053" fmla="*/ 1557414 h 2053176"/>
              <a:gd name="connsiteX7054" fmla="*/ 3752882 w 12188965"/>
              <a:gd name="connsiteY7054" fmla="*/ 1531755 h 2053176"/>
              <a:gd name="connsiteX7055" fmla="*/ 3688674 w 12188965"/>
              <a:gd name="connsiteY7055" fmla="*/ 1531755 h 2053176"/>
              <a:gd name="connsiteX7056" fmla="*/ 3714335 w 12188965"/>
              <a:gd name="connsiteY7056" fmla="*/ 1557414 h 2053176"/>
              <a:gd name="connsiteX7057" fmla="*/ 3688674 w 12188965"/>
              <a:gd name="connsiteY7057" fmla="*/ 1583073 h 2053176"/>
              <a:gd name="connsiteX7058" fmla="*/ 3663017 w 12188965"/>
              <a:gd name="connsiteY7058" fmla="*/ 1557414 h 2053176"/>
              <a:gd name="connsiteX7059" fmla="*/ 3688674 w 12188965"/>
              <a:gd name="connsiteY7059" fmla="*/ 1531755 h 2053176"/>
              <a:gd name="connsiteX7060" fmla="*/ 3624472 w 12188965"/>
              <a:gd name="connsiteY7060" fmla="*/ 1531755 h 2053176"/>
              <a:gd name="connsiteX7061" fmla="*/ 3650129 w 12188965"/>
              <a:gd name="connsiteY7061" fmla="*/ 1557413 h 2053176"/>
              <a:gd name="connsiteX7062" fmla="*/ 3624472 w 12188965"/>
              <a:gd name="connsiteY7062" fmla="*/ 1583073 h 2053176"/>
              <a:gd name="connsiteX7063" fmla="*/ 3598810 w 12188965"/>
              <a:gd name="connsiteY7063" fmla="*/ 1557413 h 2053176"/>
              <a:gd name="connsiteX7064" fmla="*/ 3624472 w 12188965"/>
              <a:gd name="connsiteY7064" fmla="*/ 1531755 h 2053176"/>
              <a:gd name="connsiteX7065" fmla="*/ 3431855 w 12188965"/>
              <a:gd name="connsiteY7065" fmla="*/ 1531755 h 2053176"/>
              <a:gd name="connsiteX7066" fmla="*/ 3457512 w 12188965"/>
              <a:gd name="connsiteY7066" fmla="*/ 1557414 h 2053176"/>
              <a:gd name="connsiteX7067" fmla="*/ 3431855 w 12188965"/>
              <a:gd name="connsiteY7067" fmla="*/ 1583073 h 2053176"/>
              <a:gd name="connsiteX7068" fmla="*/ 3406196 w 12188965"/>
              <a:gd name="connsiteY7068" fmla="*/ 1557414 h 2053176"/>
              <a:gd name="connsiteX7069" fmla="*/ 3431855 w 12188965"/>
              <a:gd name="connsiteY7069" fmla="*/ 1531755 h 2053176"/>
              <a:gd name="connsiteX7070" fmla="*/ 3367649 w 12188965"/>
              <a:gd name="connsiteY7070" fmla="*/ 1531755 h 2053176"/>
              <a:gd name="connsiteX7071" fmla="*/ 3393308 w 12188965"/>
              <a:gd name="connsiteY7071" fmla="*/ 1557414 h 2053176"/>
              <a:gd name="connsiteX7072" fmla="*/ 3367649 w 12188965"/>
              <a:gd name="connsiteY7072" fmla="*/ 1583073 h 2053176"/>
              <a:gd name="connsiteX7073" fmla="*/ 3341990 w 12188965"/>
              <a:gd name="connsiteY7073" fmla="*/ 1557414 h 2053176"/>
              <a:gd name="connsiteX7074" fmla="*/ 3367649 w 12188965"/>
              <a:gd name="connsiteY7074" fmla="*/ 1531755 h 2053176"/>
              <a:gd name="connsiteX7075" fmla="*/ 3303444 w 12188965"/>
              <a:gd name="connsiteY7075" fmla="*/ 1531755 h 2053176"/>
              <a:gd name="connsiteX7076" fmla="*/ 3329102 w 12188965"/>
              <a:gd name="connsiteY7076" fmla="*/ 1557414 h 2053176"/>
              <a:gd name="connsiteX7077" fmla="*/ 3303444 w 12188965"/>
              <a:gd name="connsiteY7077" fmla="*/ 1583073 h 2053176"/>
              <a:gd name="connsiteX7078" fmla="*/ 3277785 w 12188965"/>
              <a:gd name="connsiteY7078" fmla="*/ 1557414 h 2053176"/>
              <a:gd name="connsiteX7079" fmla="*/ 3303444 w 12188965"/>
              <a:gd name="connsiteY7079" fmla="*/ 1531755 h 2053176"/>
              <a:gd name="connsiteX7080" fmla="*/ 3239238 w 12188965"/>
              <a:gd name="connsiteY7080" fmla="*/ 1531755 h 2053176"/>
              <a:gd name="connsiteX7081" fmla="*/ 3264898 w 12188965"/>
              <a:gd name="connsiteY7081" fmla="*/ 1557413 h 2053176"/>
              <a:gd name="connsiteX7082" fmla="*/ 3239238 w 12188965"/>
              <a:gd name="connsiteY7082" fmla="*/ 1583073 h 2053176"/>
              <a:gd name="connsiteX7083" fmla="*/ 3213580 w 12188965"/>
              <a:gd name="connsiteY7083" fmla="*/ 1557413 h 2053176"/>
              <a:gd name="connsiteX7084" fmla="*/ 3239238 w 12188965"/>
              <a:gd name="connsiteY7084" fmla="*/ 1531755 h 2053176"/>
              <a:gd name="connsiteX7085" fmla="*/ 3110828 w 12188965"/>
              <a:gd name="connsiteY7085" fmla="*/ 1531755 h 2053176"/>
              <a:gd name="connsiteX7086" fmla="*/ 3136487 w 12188965"/>
              <a:gd name="connsiteY7086" fmla="*/ 1557414 h 2053176"/>
              <a:gd name="connsiteX7087" fmla="*/ 3110828 w 12188965"/>
              <a:gd name="connsiteY7087" fmla="*/ 1583073 h 2053176"/>
              <a:gd name="connsiteX7088" fmla="*/ 3085170 w 12188965"/>
              <a:gd name="connsiteY7088" fmla="*/ 1557414 h 2053176"/>
              <a:gd name="connsiteX7089" fmla="*/ 3110828 w 12188965"/>
              <a:gd name="connsiteY7089" fmla="*/ 1531755 h 2053176"/>
              <a:gd name="connsiteX7090" fmla="*/ 3046623 w 12188965"/>
              <a:gd name="connsiteY7090" fmla="*/ 1531755 h 2053176"/>
              <a:gd name="connsiteX7091" fmla="*/ 3072282 w 12188965"/>
              <a:gd name="connsiteY7091" fmla="*/ 1557414 h 2053176"/>
              <a:gd name="connsiteX7092" fmla="*/ 3046623 w 12188965"/>
              <a:gd name="connsiteY7092" fmla="*/ 1583073 h 2053176"/>
              <a:gd name="connsiteX7093" fmla="*/ 3020964 w 12188965"/>
              <a:gd name="connsiteY7093" fmla="*/ 1557414 h 2053176"/>
              <a:gd name="connsiteX7094" fmla="*/ 3046623 w 12188965"/>
              <a:gd name="connsiteY7094" fmla="*/ 1531755 h 2053176"/>
              <a:gd name="connsiteX7095" fmla="*/ 2982301 w 12188965"/>
              <a:gd name="connsiteY7095" fmla="*/ 1531755 h 2053176"/>
              <a:gd name="connsiteX7096" fmla="*/ 3007960 w 12188965"/>
              <a:gd name="connsiteY7096" fmla="*/ 1557414 h 2053176"/>
              <a:gd name="connsiteX7097" fmla="*/ 2982301 w 12188965"/>
              <a:gd name="connsiteY7097" fmla="*/ 1583073 h 2053176"/>
              <a:gd name="connsiteX7098" fmla="*/ 2956642 w 12188965"/>
              <a:gd name="connsiteY7098" fmla="*/ 1557414 h 2053176"/>
              <a:gd name="connsiteX7099" fmla="*/ 2982301 w 12188965"/>
              <a:gd name="connsiteY7099" fmla="*/ 1531755 h 2053176"/>
              <a:gd name="connsiteX7100" fmla="*/ 2853890 w 12188965"/>
              <a:gd name="connsiteY7100" fmla="*/ 1531755 h 2053176"/>
              <a:gd name="connsiteX7101" fmla="*/ 2879550 w 12188965"/>
              <a:gd name="connsiteY7101" fmla="*/ 1557413 h 2053176"/>
              <a:gd name="connsiteX7102" fmla="*/ 2853890 w 12188965"/>
              <a:gd name="connsiteY7102" fmla="*/ 1583073 h 2053176"/>
              <a:gd name="connsiteX7103" fmla="*/ 2828231 w 12188965"/>
              <a:gd name="connsiteY7103" fmla="*/ 1557413 h 2053176"/>
              <a:gd name="connsiteX7104" fmla="*/ 2853890 w 12188965"/>
              <a:gd name="connsiteY7104" fmla="*/ 1531755 h 2053176"/>
              <a:gd name="connsiteX7105" fmla="*/ 2789686 w 12188965"/>
              <a:gd name="connsiteY7105" fmla="*/ 1531755 h 2053176"/>
              <a:gd name="connsiteX7106" fmla="*/ 2815344 w 12188965"/>
              <a:gd name="connsiteY7106" fmla="*/ 1557414 h 2053176"/>
              <a:gd name="connsiteX7107" fmla="*/ 2789686 w 12188965"/>
              <a:gd name="connsiteY7107" fmla="*/ 1583073 h 2053176"/>
              <a:gd name="connsiteX7108" fmla="*/ 2764027 w 12188965"/>
              <a:gd name="connsiteY7108" fmla="*/ 1557414 h 2053176"/>
              <a:gd name="connsiteX7109" fmla="*/ 2789686 w 12188965"/>
              <a:gd name="connsiteY7109" fmla="*/ 1531755 h 2053176"/>
              <a:gd name="connsiteX7110" fmla="*/ 2725480 w 12188965"/>
              <a:gd name="connsiteY7110" fmla="*/ 1531755 h 2053176"/>
              <a:gd name="connsiteX7111" fmla="*/ 2751140 w 12188965"/>
              <a:gd name="connsiteY7111" fmla="*/ 1557414 h 2053176"/>
              <a:gd name="connsiteX7112" fmla="*/ 2725480 w 12188965"/>
              <a:gd name="connsiteY7112" fmla="*/ 1583073 h 2053176"/>
              <a:gd name="connsiteX7113" fmla="*/ 2699821 w 12188965"/>
              <a:gd name="connsiteY7113" fmla="*/ 1557414 h 2053176"/>
              <a:gd name="connsiteX7114" fmla="*/ 2725480 w 12188965"/>
              <a:gd name="connsiteY7114" fmla="*/ 1531755 h 2053176"/>
              <a:gd name="connsiteX7115" fmla="*/ 2597069 w 12188965"/>
              <a:gd name="connsiteY7115" fmla="*/ 1531755 h 2053176"/>
              <a:gd name="connsiteX7116" fmla="*/ 2622729 w 12188965"/>
              <a:gd name="connsiteY7116" fmla="*/ 1557414 h 2053176"/>
              <a:gd name="connsiteX7117" fmla="*/ 2597069 w 12188965"/>
              <a:gd name="connsiteY7117" fmla="*/ 1583073 h 2053176"/>
              <a:gd name="connsiteX7118" fmla="*/ 2571410 w 12188965"/>
              <a:gd name="connsiteY7118" fmla="*/ 1557414 h 2053176"/>
              <a:gd name="connsiteX7119" fmla="*/ 2597069 w 12188965"/>
              <a:gd name="connsiteY7119" fmla="*/ 1531755 h 2053176"/>
              <a:gd name="connsiteX7120" fmla="*/ 2532865 w 12188965"/>
              <a:gd name="connsiteY7120" fmla="*/ 1531755 h 2053176"/>
              <a:gd name="connsiteX7121" fmla="*/ 2558523 w 12188965"/>
              <a:gd name="connsiteY7121" fmla="*/ 1557413 h 2053176"/>
              <a:gd name="connsiteX7122" fmla="*/ 2532865 w 12188965"/>
              <a:gd name="connsiteY7122" fmla="*/ 1583073 h 2053176"/>
              <a:gd name="connsiteX7123" fmla="*/ 2507205 w 12188965"/>
              <a:gd name="connsiteY7123" fmla="*/ 1557413 h 2053176"/>
              <a:gd name="connsiteX7124" fmla="*/ 2532865 w 12188965"/>
              <a:gd name="connsiteY7124" fmla="*/ 1531755 h 2053176"/>
              <a:gd name="connsiteX7125" fmla="*/ 2404454 w 12188965"/>
              <a:gd name="connsiteY7125" fmla="*/ 1531755 h 2053176"/>
              <a:gd name="connsiteX7126" fmla="*/ 2430112 w 12188965"/>
              <a:gd name="connsiteY7126" fmla="*/ 1557414 h 2053176"/>
              <a:gd name="connsiteX7127" fmla="*/ 2404454 w 12188965"/>
              <a:gd name="connsiteY7127" fmla="*/ 1583073 h 2053176"/>
              <a:gd name="connsiteX7128" fmla="*/ 2378795 w 12188965"/>
              <a:gd name="connsiteY7128" fmla="*/ 1557414 h 2053176"/>
              <a:gd name="connsiteX7129" fmla="*/ 2404454 w 12188965"/>
              <a:gd name="connsiteY7129" fmla="*/ 1531755 h 2053176"/>
              <a:gd name="connsiteX7130" fmla="*/ 2340249 w 12188965"/>
              <a:gd name="connsiteY7130" fmla="*/ 1531755 h 2053176"/>
              <a:gd name="connsiteX7131" fmla="*/ 2365908 w 12188965"/>
              <a:gd name="connsiteY7131" fmla="*/ 1557414 h 2053176"/>
              <a:gd name="connsiteX7132" fmla="*/ 2340249 w 12188965"/>
              <a:gd name="connsiteY7132" fmla="*/ 1583073 h 2053176"/>
              <a:gd name="connsiteX7133" fmla="*/ 2314590 w 12188965"/>
              <a:gd name="connsiteY7133" fmla="*/ 1557414 h 2053176"/>
              <a:gd name="connsiteX7134" fmla="*/ 2340249 w 12188965"/>
              <a:gd name="connsiteY7134" fmla="*/ 1531755 h 2053176"/>
              <a:gd name="connsiteX7135" fmla="*/ 2276044 w 12188965"/>
              <a:gd name="connsiteY7135" fmla="*/ 1531755 h 2053176"/>
              <a:gd name="connsiteX7136" fmla="*/ 2301702 w 12188965"/>
              <a:gd name="connsiteY7136" fmla="*/ 1557414 h 2053176"/>
              <a:gd name="connsiteX7137" fmla="*/ 2276044 w 12188965"/>
              <a:gd name="connsiteY7137" fmla="*/ 1583073 h 2053176"/>
              <a:gd name="connsiteX7138" fmla="*/ 2250385 w 12188965"/>
              <a:gd name="connsiteY7138" fmla="*/ 1557414 h 2053176"/>
              <a:gd name="connsiteX7139" fmla="*/ 2276044 w 12188965"/>
              <a:gd name="connsiteY7139" fmla="*/ 1531755 h 2053176"/>
              <a:gd name="connsiteX7140" fmla="*/ 2211838 w 12188965"/>
              <a:gd name="connsiteY7140" fmla="*/ 1531755 h 2053176"/>
              <a:gd name="connsiteX7141" fmla="*/ 2237497 w 12188965"/>
              <a:gd name="connsiteY7141" fmla="*/ 1557414 h 2053176"/>
              <a:gd name="connsiteX7142" fmla="*/ 2211838 w 12188965"/>
              <a:gd name="connsiteY7142" fmla="*/ 1583073 h 2053176"/>
              <a:gd name="connsiteX7143" fmla="*/ 2186178 w 12188965"/>
              <a:gd name="connsiteY7143" fmla="*/ 1557414 h 2053176"/>
              <a:gd name="connsiteX7144" fmla="*/ 2211838 w 12188965"/>
              <a:gd name="connsiteY7144" fmla="*/ 1531755 h 2053176"/>
              <a:gd name="connsiteX7145" fmla="*/ 2147633 w 12188965"/>
              <a:gd name="connsiteY7145" fmla="*/ 1531755 h 2053176"/>
              <a:gd name="connsiteX7146" fmla="*/ 2173293 w 12188965"/>
              <a:gd name="connsiteY7146" fmla="*/ 1557413 h 2053176"/>
              <a:gd name="connsiteX7147" fmla="*/ 2147633 w 12188965"/>
              <a:gd name="connsiteY7147" fmla="*/ 1583073 h 2053176"/>
              <a:gd name="connsiteX7148" fmla="*/ 2121975 w 12188965"/>
              <a:gd name="connsiteY7148" fmla="*/ 1557413 h 2053176"/>
              <a:gd name="connsiteX7149" fmla="*/ 2147633 w 12188965"/>
              <a:gd name="connsiteY7149" fmla="*/ 1531755 h 2053176"/>
              <a:gd name="connsiteX7150" fmla="*/ 2083427 w 12188965"/>
              <a:gd name="connsiteY7150" fmla="*/ 1531755 h 2053176"/>
              <a:gd name="connsiteX7151" fmla="*/ 2109087 w 12188965"/>
              <a:gd name="connsiteY7151" fmla="*/ 1557413 h 2053176"/>
              <a:gd name="connsiteX7152" fmla="*/ 2083427 w 12188965"/>
              <a:gd name="connsiteY7152" fmla="*/ 1583073 h 2053176"/>
              <a:gd name="connsiteX7153" fmla="*/ 2057768 w 12188965"/>
              <a:gd name="connsiteY7153" fmla="*/ 1557413 h 2053176"/>
              <a:gd name="connsiteX7154" fmla="*/ 2083427 w 12188965"/>
              <a:gd name="connsiteY7154" fmla="*/ 1531755 h 2053176"/>
              <a:gd name="connsiteX7155" fmla="*/ 2019222 w 12188965"/>
              <a:gd name="connsiteY7155" fmla="*/ 1531755 h 2053176"/>
              <a:gd name="connsiteX7156" fmla="*/ 2044880 w 12188965"/>
              <a:gd name="connsiteY7156" fmla="*/ 1557414 h 2053176"/>
              <a:gd name="connsiteX7157" fmla="*/ 2019222 w 12188965"/>
              <a:gd name="connsiteY7157" fmla="*/ 1583073 h 2053176"/>
              <a:gd name="connsiteX7158" fmla="*/ 1993563 w 12188965"/>
              <a:gd name="connsiteY7158" fmla="*/ 1557414 h 2053176"/>
              <a:gd name="connsiteX7159" fmla="*/ 2019222 w 12188965"/>
              <a:gd name="connsiteY7159" fmla="*/ 1531755 h 2053176"/>
              <a:gd name="connsiteX7160" fmla="*/ 1955016 w 12188965"/>
              <a:gd name="connsiteY7160" fmla="*/ 1531755 h 2053176"/>
              <a:gd name="connsiteX7161" fmla="*/ 1980676 w 12188965"/>
              <a:gd name="connsiteY7161" fmla="*/ 1557414 h 2053176"/>
              <a:gd name="connsiteX7162" fmla="*/ 1955016 w 12188965"/>
              <a:gd name="connsiteY7162" fmla="*/ 1583073 h 2053176"/>
              <a:gd name="connsiteX7163" fmla="*/ 1929358 w 12188965"/>
              <a:gd name="connsiteY7163" fmla="*/ 1557414 h 2053176"/>
              <a:gd name="connsiteX7164" fmla="*/ 1955016 w 12188965"/>
              <a:gd name="connsiteY7164" fmla="*/ 1531755 h 2053176"/>
              <a:gd name="connsiteX7165" fmla="*/ 1890696 w 12188965"/>
              <a:gd name="connsiteY7165" fmla="*/ 1531755 h 2053176"/>
              <a:gd name="connsiteX7166" fmla="*/ 1916355 w 12188965"/>
              <a:gd name="connsiteY7166" fmla="*/ 1557414 h 2053176"/>
              <a:gd name="connsiteX7167" fmla="*/ 1890696 w 12188965"/>
              <a:gd name="connsiteY7167" fmla="*/ 1583073 h 2053176"/>
              <a:gd name="connsiteX7168" fmla="*/ 1865037 w 12188965"/>
              <a:gd name="connsiteY7168" fmla="*/ 1557414 h 2053176"/>
              <a:gd name="connsiteX7169" fmla="*/ 1890696 w 12188965"/>
              <a:gd name="connsiteY7169" fmla="*/ 1531755 h 2053176"/>
              <a:gd name="connsiteX7170" fmla="*/ 1826490 w 12188965"/>
              <a:gd name="connsiteY7170" fmla="*/ 1531755 h 2053176"/>
              <a:gd name="connsiteX7171" fmla="*/ 1852149 w 12188965"/>
              <a:gd name="connsiteY7171" fmla="*/ 1557414 h 2053176"/>
              <a:gd name="connsiteX7172" fmla="*/ 1826490 w 12188965"/>
              <a:gd name="connsiteY7172" fmla="*/ 1583073 h 2053176"/>
              <a:gd name="connsiteX7173" fmla="*/ 1800830 w 12188965"/>
              <a:gd name="connsiteY7173" fmla="*/ 1557414 h 2053176"/>
              <a:gd name="connsiteX7174" fmla="*/ 1826490 w 12188965"/>
              <a:gd name="connsiteY7174" fmla="*/ 1531755 h 2053176"/>
              <a:gd name="connsiteX7175" fmla="*/ 1762285 w 12188965"/>
              <a:gd name="connsiteY7175" fmla="*/ 1531755 h 2053176"/>
              <a:gd name="connsiteX7176" fmla="*/ 1787944 w 12188965"/>
              <a:gd name="connsiteY7176" fmla="*/ 1557413 h 2053176"/>
              <a:gd name="connsiteX7177" fmla="*/ 1762285 w 12188965"/>
              <a:gd name="connsiteY7177" fmla="*/ 1583073 h 2053176"/>
              <a:gd name="connsiteX7178" fmla="*/ 1736626 w 12188965"/>
              <a:gd name="connsiteY7178" fmla="*/ 1557413 h 2053176"/>
              <a:gd name="connsiteX7179" fmla="*/ 1762285 w 12188965"/>
              <a:gd name="connsiteY7179" fmla="*/ 1531755 h 2053176"/>
              <a:gd name="connsiteX7180" fmla="*/ 1698080 w 12188965"/>
              <a:gd name="connsiteY7180" fmla="*/ 1531755 h 2053176"/>
              <a:gd name="connsiteX7181" fmla="*/ 1723738 w 12188965"/>
              <a:gd name="connsiteY7181" fmla="*/ 1557414 h 2053176"/>
              <a:gd name="connsiteX7182" fmla="*/ 1698080 w 12188965"/>
              <a:gd name="connsiteY7182" fmla="*/ 1583073 h 2053176"/>
              <a:gd name="connsiteX7183" fmla="*/ 1672420 w 12188965"/>
              <a:gd name="connsiteY7183" fmla="*/ 1557414 h 2053176"/>
              <a:gd name="connsiteX7184" fmla="*/ 1698080 w 12188965"/>
              <a:gd name="connsiteY7184" fmla="*/ 1531755 h 2053176"/>
              <a:gd name="connsiteX7185" fmla="*/ 1633874 w 12188965"/>
              <a:gd name="connsiteY7185" fmla="*/ 1531755 h 2053176"/>
              <a:gd name="connsiteX7186" fmla="*/ 1659533 w 12188965"/>
              <a:gd name="connsiteY7186" fmla="*/ 1557414 h 2053176"/>
              <a:gd name="connsiteX7187" fmla="*/ 1633874 w 12188965"/>
              <a:gd name="connsiteY7187" fmla="*/ 1583073 h 2053176"/>
              <a:gd name="connsiteX7188" fmla="*/ 1608216 w 12188965"/>
              <a:gd name="connsiteY7188" fmla="*/ 1557414 h 2053176"/>
              <a:gd name="connsiteX7189" fmla="*/ 1633874 w 12188965"/>
              <a:gd name="connsiteY7189" fmla="*/ 1531755 h 2053176"/>
              <a:gd name="connsiteX7190" fmla="*/ 1569669 w 12188965"/>
              <a:gd name="connsiteY7190" fmla="*/ 1531755 h 2053176"/>
              <a:gd name="connsiteX7191" fmla="*/ 1595328 w 12188965"/>
              <a:gd name="connsiteY7191" fmla="*/ 1557414 h 2053176"/>
              <a:gd name="connsiteX7192" fmla="*/ 1569669 w 12188965"/>
              <a:gd name="connsiteY7192" fmla="*/ 1583073 h 2053176"/>
              <a:gd name="connsiteX7193" fmla="*/ 1544010 w 12188965"/>
              <a:gd name="connsiteY7193" fmla="*/ 1557414 h 2053176"/>
              <a:gd name="connsiteX7194" fmla="*/ 1569669 w 12188965"/>
              <a:gd name="connsiteY7194" fmla="*/ 1531755 h 2053176"/>
              <a:gd name="connsiteX7195" fmla="*/ 1505464 w 12188965"/>
              <a:gd name="connsiteY7195" fmla="*/ 1531755 h 2053176"/>
              <a:gd name="connsiteX7196" fmla="*/ 1531123 w 12188965"/>
              <a:gd name="connsiteY7196" fmla="*/ 1557414 h 2053176"/>
              <a:gd name="connsiteX7197" fmla="*/ 1505464 w 12188965"/>
              <a:gd name="connsiteY7197" fmla="*/ 1583073 h 2053176"/>
              <a:gd name="connsiteX7198" fmla="*/ 1479806 w 12188965"/>
              <a:gd name="connsiteY7198" fmla="*/ 1557414 h 2053176"/>
              <a:gd name="connsiteX7199" fmla="*/ 1505464 w 12188965"/>
              <a:gd name="connsiteY7199" fmla="*/ 1531755 h 2053176"/>
              <a:gd name="connsiteX7200" fmla="*/ 1441258 w 12188965"/>
              <a:gd name="connsiteY7200" fmla="*/ 1531755 h 2053176"/>
              <a:gd name="connsiteX7201" fmla="*/ 1466917 w 12188965"/>
              <a:gd name="connsiteY7201" fmla="*/ 1557413 h 2053176"/>
              <a:gd name="connsiteX7202" fmla="*/ 1441258 w 12188965"/>
              <a:gd name="connsiteY7202" fmla="*/ 1583073 h 2053176"/>
              <a:gd name="connsiteX7203" fmla="*/ 1415599 w 12188965"/>
              <a:gd name="connsiteY7203" fmla="*/ 1557413 h 2053176"/>
              <a:gd name="connsiteX7204" fmla="*/ 1441258 w 12188965"/>
              <a:gd name="connsiteY7204" fmla="*/ 1531755 h 2053176"/>
              <a:gd name="connsiteX7205" fmla="*/ 1377053 w 12188965"/>
              <a:gd name="connsiteY7205" fmla="*/ 1531755 h 2053176"/>
              <a:gd name="connsiteX7206" fmla="*/ 1402712 w 12188965"/>
              <a:gd name="connsiteY7206" fmla="*/ 1557413 h 2053176"/>
              <a:gd name="connsiteX7207" fmla="*/ 1377053 w 12188965"/>
              <a:gd name="connsiteY7207" fmla="*/ 1583073 h 2053176"/>
              <a:gd name="connsiteX7208" fmla="*/ 1351395 w 12188965"/>
              <a:gd name="connsiteY7208" fmla="*/ 1557413 h 2053176"/>
              <a:gd name="connsiteX7209" fmla="*/ 1377053 w 12188965"/>
              <a:gd name="connsiteY7209" fmla="*/ 1531755 h 2053176"/>
              <a:gd name="connsiteX7210" fmla="*/ 1184437 w 12188965"/>
              <a:gd name="connsiteY7210" fmla="*/ 1531755 h 2053176"/>
              <a:gd name="connsiteX7211" fmla="*/ 1210096 w 12188965"/>
              <a:gd name="connsiteY7211" fmla="*/ 1557414 h 2053176"/>
              <a:gd name="connsiteX7212" fmla="*/ 1184437 w 12188965"/>
              <a:gd name="connsiteY7212" fmla="*/ 1583073 h 2053176"/>
              <a:gd name="connsiteX7213" fmla="*/ 1158780 w 12188965"/>
              <a:gd name="connsiteY7213" fmla="*/ 1557414 h 2053176"/>
              <a:gd name="connsiteX7214" fmla="*/ 1184437 w 12188965"/>
              <a:gd name="connsiteY7214" fmla="*/ 1531755 h 2053176"/>
              <a:gd name="connsiteX7215" fmla="*/ 1120233 w 12188965"/>
              <a:gd name="connsiteY7215" fmla="*/ 1531755 h 2053176"/>
              <a:gd name="connsiteX7216" fmla="*/ 1145892 w 12188965"/>
              <a:gd name="connsiteY7216" fmla="*/ 1557414 h 2053176"/>
              <a:gd name="connsiteX7217" fmla="*/ 1120233 w 12188965"/>
              <a:gd name="connsiteY7217" fmla="*/ 1583073 h 2053176"/>
              <a:gd name="connsiteX7218" fmla="*/ 1094573 w 12188965"/>
              <a:gd name="connsiteY7218" fmla="*/ 1557414 h 2053176"/>
              <a:gd name="connsiteX7219" fmla="*/ 1120233 w 12188965"/>
              <a:gd name="connsiteY7219" fmla="*/ 1531755 h 2053176"/>
              <a:gd name="connsiteX7220" fmla="*/ 1056027 w 12188965"/>
              <a:gd name="connsiteY7220" fmla="*/ 1531755 h 2053176"/>
              <a:gd name="connsiteX7221" fmla="*/ 1081685 w 12188965"/>
              <a:gd name="connsiteY7221" fmla="*/ 1557413 h 2053176"/>
              <a:gd name="connsiteX7222" fmla="*/ 1056027 w 12188965"/>
              <a:gd name="connsiteY7222" fmla="*/ 1583073 h 2053176"/>
              <a:gd name="connsiteX7223" fmla="*/ 1030369 w 12188965"/>
              <a:gd name="connsiteY7223" fmla="*/ 1557413 h 2053176"/>
              <a:gd name="connsiteX7224" fmla="*/ 1056027 w 12188965"/>
              <a:gd name="connsiteY7224" fmla="*/ 1531755 h 2053176"/>
              <a:gd name="connsiteX7225" fmla="*/ 991823 w 12188965"/>
              <a:gd name="connsiteY7225" fmla="*/ 1531755 h 2053176"/>
              <a:gd name="connsiteX7226" fmla="*/ 1017481 w 12188965"/>
              <a:gd name="connsiteY7226" fmla="*/ 1557413 h 2053176"/>
              <a:gd name="connsiteX7227" fmla="*/ 991823 w 12188965"/>
              <a:gd name="connsiteY7227" fmla="*/ 1583073 h 2053176"/>
              <a:gd name="connsiteX7228" fmla="*/ 966162 w 12188965"/>
              <a:gd name="connsiteY7228" fmla="*/ 1557413 h 2053176"/>
              <a:gd name="connsiteX7229" fmla="*/ 991823 w 12188965"/>
              <a:gd name="connsiteY7229" fmla="*/ 1531755 h 2053176"/>
              <a:gd name="connsiteX7230" fmla="*/ 927616 w 12188965"/>
              <a:gd name="connsiteY7230" fmla="*/ 1531755 h 2053176"/>
              <a:gd name="connsiteX7231" fmla="*/ 953275 w 12188965"/>
              <a:gd name="connsiteY7231" fmla="*/ 1557414 h 2053176"/>
              <a:gd name="connsiteX7232" fmla="*/ 927616 w 12188965"/>
              <a:gd name="connsiteY7232" fmla="*/ 1583073 h 2053176"/>
              <a:gd name="connsiteX7233" fmla="*/ 901957 w 12188965"/>
              <a:gd name="connsiteY7233" fmla="*/ 1557414 h 2053176"/>
              <a:gd name="connsiteX7234" fmla="*/ 927616 w 12188965"/>
              <a:gd name="connsiteY7234" fmla="*/ 1531755 h 2053176"/>
              <a:gd name="connsiteX7235" fmla="*/ 863411 w 12188965"/>
              <a:gd name="connsiteY7235" fmla="*/ 1531755 h 2053176"/>
              <a:gd name="connsiteX7236" fmla="*/ 889071 w 12188965"/>
              <a:gd name="connsiteY7236" fmla="*/ 1557414 h 2053176"/>
              <a:gd name="connsiteX7237" fmla="*/ 863411 w 12188965"/>
              <a:gd name="connsiteY7237" fmla="*/ 1583073 h 2053176"/>
              <a:gd name="connsiteX7238" fmla="*/ 837752 w 12188965"/>
              <a:gd name="connsiteY7238" fmla="*/ 1557414 h 2053176"/>
              <a:gd name="connsiteX7239" fmla="*/ 863411 w 12188965"/>
              <a:gd name="connsiteY7239" fmla="*/ 1531755 h 2053176"/>
              <a:gd name="connsiteX7240" fmla="*/ 670679 w 12188965"/>
              <a:gd name="connsiteY7240" fmla="*/ 1531755 h 2053176"/>
              <a:gd name="connsiteX7241" fmla="*/ 696338 w 12188965"/>
              <a:gd name="connsiteY7241" fmla="*/ 1557413 h 2053176"/>
              <a:gd name="connsiteX7242" fmla="*/ 670679 w 12188965"/>
              <a:gd name="connsiteY7242" fmla="*/ 1583073 h 2053176"/>
              <a:gd name="connsiteX7243" fmla="*/ 645020 w 12188965"/>
              <a:gd name="connsiteY7243" fmla="*/ 1557413 h 2053176"/>
              <a:gd name="connsiteX7244" fmla="*/ 670679 w 12188965"/>
              <a:gd name="connsiteY7244" fmla="*/ 1531755 h 2053176"/>
              <a:gd name="connsiteX7245" fmla="*/ 606475 w 12188965"/>
              <a:gd name="connsiteY7245" fmla="*/ 1531755 h 2053176"/>
              <a:gd name="connsiteX7246" fmla="*/ 632134 w 12188965"/>
              <a:gd name="connsiteY7246" fmla="*/ 1557414 h 2053176"/>
              <a:gd name="connsiteX7247" fmla="*/ 606475 w 12188965"/>
              <a:gd name="connsiteY7247" fmla="*/ 1583073 h 2053176"/>
              <a:gd name="connsiteX7248" fmla="*/ 580815 w 12188965"/>
              <a:gd name="connsiteY7248" fmla="*/ 1557414 h 2053176"/>
              <a:gd name="connsiteX7249" fmla="*/ 606475 w 12188965"/>
              <a:gd name="connsiteY7249" fmla="*/ 1531755 h 2053176"/>
              <a:gd name="connsiteX7250" fmla="*/ 542268 w 12188965"/>
              <a:gd name="connsiteY7250" fmla="*/ 1531755 h 2053176"/>
              <a:gd name="connsiteX7251" fmla="*/ 567927 w 12188965"/>
              <a:gd name="connsiteY7251" fmla="*/ 1557414 h 2053176"/>
              <a:gd name="connsiteX7252" fmla="*/ 542268 w 12188965"/>
              <a:gd name="connsiteY7252" fmla="*/ 1583073 h 2053176"/>
              <a:gd name="connsiteX7253" fmla="*/ 516610 w 12188965"/>
              <a:gd name="connsiteY7253" fmla="*/ 1557414 h 2053176"/>
              <a:gd name="connsiteX7254" fmla="*/ 542268 w 12188965"/>
              <a:gd name="connsiteY7254" fmla="*/ 1531755 h 2053176"/>
              <a:gd name="connsiteX7255" fmla="*/ 478063 w 12188965"/>
              <a:gd name="connsiteY7255" fmla="*/ 1531755 h 2053176"/>
              <a:gd name="connsiteX7256" fmla="*/ 503724 w 12188965"/>
              <a:gd name="connsiteY7256" fmla="*/ 1557414 h 2053176"/>
              <a:gd name="connsiteX7257" fmla="*/ 478063 w 12188965"/>
              <a:gd name="connsiteY7257" fmla="*/ 1583073 h 2053176"/>
              <a:gd name="connsiteX7258" fmla="*/ 452404 w 12188965"/>
              <a:gd name="connsiteY7258" fmla="*/ 1557414 h 2053176"/>
              <a:gd name="connsiteX7259" fmla="*/ 478063 w 12188965"/>
              <a:gd name="connsiteY7259" fmla="*/ 1531755 h 2053176"/>
              <a:gd name="connsiteX7260" fmla="*/ 413858 w 12188965"/>
              <a:gd name="connsiteY7260" fmla="*/ 1531755 h 2053176"/>
              <a:gd name="connsiteX7261" fmla="*/ 439517 w 12188965"/>
              <a:gd name="connsiteY7261" fmla="*/ 1557414 h 2053176"/>
              <a:gd name="connsiteX7262" fmla="*/ 413858 w 12188965"/>
              <a:gd name="connsiteY7262" fmla="*/ 1583073 h 2053176"/>
              <a:gd name="connsiteX7263" fmla="*/ 388200 w 12188965"/>
              <a:gd name="connsiteY7263" fmla="*/ 1557414 h 2053176"/>
              <a:gd name="connsiteX7264" fmla="*/ 413858 w 12188965"/>
              <a:gd name="connsiteY7264" fmla="*/ 1531755 h 2053176"/>
              <a:gd name="connsiteX7265" fmla="*/ 346686 w 12188965"/>
              <a:gd name="connsiteY7265" fmla="*/ 1531755 h 2053176"/>
              <a:gd name="connsiteX7266" fmla="*/ 372344 w 12188965"/>
              <a:gd name="connsiteY7266" fmla="*/ 1557414 h 2053176"/>
              <a:gd name="connsiteX7267" fmla="*/ 346686 w 12188965"/>
              <a:gd name="connsiteY7267" fmla="*/ 1583073 h 2053176"/>
              <a:gd name="connsiteX7268" fmla="*/ 321027 w 12188965"/>
              <a:gd name="connsiteY7268" fmla="*/ 1557414 h 2053176"/>
              <a:gd name="connsiteX7269" fmla="*/ 346686 w 12188965"/>
              <a:gd name="connsiteY7269" fmla="*/ 1531755 h 2053176"/>
              <a:gd name="connsiteX7270" fmla="*/ 282480 w 12188965"/>
              <a:gd name="connsiteY7270" fmla="*/ 1531755 h 2053176"/>
              <a:gd name="connsiteX7271" fmla="*/ 308138 w 12188965"/>
              <a:gd name="connsiteY7271" fmla="*/ 1557414 h 2053176"/>
              <a:gd name="connsiteX7272" fmla="*/ 282480 w 12188965"/>
              <a:gd name="connsiteY7272" fmla="*/ 1583073 h 2053176"/>
              <a:gd name="connsiteX7273" fmla="*/ 256820 w 12188965"/>
              <a:gd name="connsiteY7273" fmla="*/ 1557414 h 2053176"/>
              <a:gd name="connsiteX7274" fmla="*/ 282480 w 12188965"/>
              <a:gd name="connsiteY7274" fmla="*/ 1531755 h 2053176"/>
              <a:gd name="connsiteX7275" fmla="*/ 218274 w 12188965"/>
              <a:gd name="connsiteY7275" fmla="*/ 1531755 h 2053176"/>
              <a:gd name="connsiteX7276" fmla="*/ 243932 w 12188965"/>
              <a:gd name="connsiteY7276" fmla="*/ 1557414 h 2053176"/>
              <a:gd name="connsiteX7277" fmla="*/ 218274 w 12188965"/>
              <a:gd name="connsiteY7277" fmla="*/ 1583073 h 2053176"/>
              <a:gd name="connsiteX7278" fmla="*/ 192615 w 12188965"/>
              <a:gd name="connsiteY7278" fmla="*/ 1557414 h 2053176"/>
              <a:gd name="connsiteX7279" fmla="*/ 218274 w 12188965"/>
              <a:gd name="connsiteY7279" fmla="*/ 1531755 h 2053176"/>
              <a:gd name="connsiteX7280" fmla="*/ 25659 w 12188965"/>
              <a:gd name="connsiteY7280" fmla="*/ 1531755 h 2053176"/>
              <a:gd name="connsiteX7281" fmla="*/ 51317 w 12188965"/>
              <a:gd name="connsiteY7281" fmla="*/ 1557413 h 2053176"/>
              <a:gd name="connsiteX7282" fmla="*/ 25659 w 12188965"/>
              <a:gd name="connsiteY7282" fmla="*/ 1583073 h 2053176"/>
              <a:gd name="connsiteX7283" fmla="*/ 0 w 12188965"/>
              <a:gd name="connsiteY7283" fmla="*/ 1557413 h 2053176"/>
              <a:gd name="connsiteX7284" fmla="*/ 25659 w 12188965"/>
              <a:gd name="connsiteY7284" fmla="*/ 1531755 h 2053176"/>
              <a:gd name="connsiteX7285" fmla="*/ 11518287 w 12188965"/>
              <a:gd name="connsiteY7285" fmla="*/ 1477418 h 2053176"/>
              <a:gd name="connsiteX7286" fmla="*/ 11531175 w 12188965"/>
              <a:gd name="connsiteY7286" fmla="*/ 1490305 h 2053176"/>
              <a:gd name="connsiteX7287" fmla="*/ 11518287 w 12188965"/>
              <a:gd name="connsiteY7287" fmla="*/ 1503193 h 2053176"/>
              <a:gd name="connsiteX7288" fmla="*/ 11505399 w 12188965"/>
              <a:gd name="connsiteY7288" fmla="*/ 1490305 h 2053176"/>
              <a:gd name="connsiteX7289" fmla="*/ 11518287 w 12188965"/>
              <a:gd name="connsiteY7289" fmla="*/ 1477418 h 2053176"/>
              <a:gd name="connsiteX7290" fmla="*/ 11004528 w 12188965"/>
              <a:gd name="connsiteY7290" fmla="*/ 1477418 h 2053176"/>
              <a:gd name="connsiteX7291" fmla="*/ 11017416 w 12188965"/>
              <a:gd name="connsiteY7291" fmla="*/ 1490305 h 2053176"/>
              <a:gd name="connsiteX7292" fmla="*/ 11004528 w 12188965"/>
              <a:gd name="connsiteY7292" fmla="*/ 1503193 h 2053176"/>
              <a:gd name="connsiteX7293" fmla="*/ 10991640 w 12188965"/>
              <a:gd name="connsiteY7293" fmla="*/ 1490305 h 2053176"/>
              <a:gd name="connsiteX7294" fmla="*/ 11004528 w 12188965"/>
              <a:gd name="connsiteY7294" fmla="*/ 1477418 h 2053176"/>
              <a:gd name="connsiteX7295" fmla="*/ 10426681 w 12188965"/>
              <a:gd name="connsiteY7295" fmla="*/ 1477418 h 2053176"/>
              <a:gd name="connsiteX7296" fmla="*/ 10439569 w 12188965"/>
              <a:gd name="connsiteY7296" fmla="*/ 1490305 h 2053176"/>
              <a:gd name="connsiteX7297" fmla="*/ 10426681 w 12188965"/>
              <a:gd name="connsiteY7297" fmla="*/ 1503193 h 2053176"/>
              <a:gd name="connsiteX7298" fmla="*/ 10413793 w 12188965"/>
              <a:gd name="connsiteY7298" fmla="*/ 1490305 h 2053176"/>
              <a:gd name="connsiteX7299" fmla="*/ 10426681 w 12188965"/>
              <a:gd name="connsiteY7299" fmla="*/ 1477418 h 2053176"/>
              <a:gd name="connsiteX7300" fmla="*/ 10169743 w 12188965"/>
              <a:gd name="connsiteY7300" fmla="*/ 1477418 h 2053176"/>
              <a:gd name="connsiteX7301" fmla="*/ 10182631 w 12188965"/>
              <a:gd name="connsiteY7301" fmla="*/ 1490305 h 2053176"/>
              <a:gd name="connsiteX7302" fmla="*/ 10169743 w 12188965"/>
              <a:gd name="connsiteY7302" fmla="*/ 1503193 h 2053176"/>
              <a:gd name="connsiteX7303" fmla="*/ 10156855 w 12188965"/>
              <a:gd name="connsiteY7303" fmla="*/ 1490305 h 2053176"/>
              <a:gd name="connsiteX7304" fmla="*/ 10169743 w 12188965"/>
              <a:gd name="connsiteY7304" fmla="*/ 1477418 h 2053176"/>
              <a:gd name="connsiteX7305" fmla="*/ 9848716 w 12188965"/>
              <a:gd name="connsiteY7305" fmla="*/ 1477418 h 2053176"/>
              <a:gd name="connsiteX7306" fmla="*/ 9861604 w 12188965"/>
              <a:gd name="connsiteY7306" fmla="*/ 1490305 h 2053176"/>
              <a:gd name="connsiteX7307" fmla="*/ 9848716 w 12188965"/>
              <a:gd name="connsiteY7307" fmla="*/ 1503193 h 2053176"/>
              <a:gd name="connsiteX7308" fmla="*/ 9835828 w 12188965"/>
              <a:gd name="connsiteY7308" fmla="*/ 1490305 h 2053176"/>
              <a:gd name="connsiteX7309" fmla="*/ 9848716 w 12188965"/>
              <a:gd name="connsiteY7309" fmla="*/ 1477418 h 2053176"/>
              <a:gd name="connsiteX7310" fmla="*/ 9784512 w 12188965"/>
              <a:gd name="connsiteY7310" fmla="*/ 1477418 h 2053176"/>
              <a:gd name="connsiteX7311" fmla="*/ 9797400 w 12188965"/>
              <a:gd name="connsiteY7311" fmla="*/ 1490305 h 2053176"/>
              <a:gd name="connsiteX7312" fmla="*/ 9784512 w 12188965"/>
              <a:gd name="connsiteY7312" fmla="*/ 1503193 h 2053176"/>
              <a:gd name="connsiteX7313" fmla="*/ 9771624 w 12188965"/>
              <a:gd name="connsiteY7313" fmla="*/ 1490305 h 2053176"/>
              <a:gd name="connsiteX7314" fmla="*/ 9784512 w 12188965"/>
              <a:gd name="connsiteY7314" fmla="*/ 1477418 h 2053176"/>
              <a:gd name="connsiteX7315" fmla="*/ 6959132 w 12188965"/>
              <a:gd name="connsiteY7315" fmla="*/ 1477418 h 2053176"/>
              <a:gd name="connsiteX7316" fmla="*/ 6972020 w 12188965"/>
              <a:gd name="connsiteY7316" fmla="*/ 1490305 h 2053176"/>
              <a:gd name="connsiteX7317" fmla="*/ 6959132 w 12188965"/>
              <a:gd name="connsiteY7317" fmla="*/ 1503193 h 2053176"/>
              <a:gd name="connsiteX7318" fmla="*/ 6946244 w 12188965"/>
              <a:gd name="connsiteY7318" fmla="*/ 1490305 h 2053176"/>
              <a:gd name="connsiteX7319" fmla="*/ 6959132 w 12188965"/>
              <a:gd name="connsiteY7319" fmla="*/ 1477418 h 2053176"/>
              <a:gd name="connsiteX7320" fmla="*/ 6830836 w 12188965"/>
              <a:gd name="connsiteY7320" fmla="*/ 1477418 h 2053176"/>
              <a:gd name="connsiteX7321" fmla="*/ 6843724 w 12188965"/>
              <a:gd name="connsiteY7321" fmla="*/ 1490305 h 2053176"/>
              <a:gd name="connsiteX7322" fmla="*/ 6830836 w 12188965"/>
              <a:gd name="connsiteY7322" fmla="*/ 1503193 h 2053176"/>
              <a:gd name="connsiteX7323" fmla="*/ 6817948 w 12188965"/>
              <a:gd name="connsiteY7323" fmla="*/ 1490305 h 2053176"/>
              <a:gd name="connsiteX7324" fmla="*/ 6830836 w 12188965"/>
              <a:gd name="connsiteY7324" fmla="*/ 1477418 h 2053176"/>
              <a:gd name="connsiteX7325" fmla="*/ 5807683 w 12188965"/>
              <a:gd name="connsiteY7325" fmla="*/ 1477418 h 2053176"/>
              <a:gd name="connsiteX7326" fmla="*/ 5820571 w 12188965"/>
              <a:gd name="connsiteY7326" fmla="*/ 1490305 h 2053176"/>
              <a:gd name="connsiteX7327" fmla="*/ 5807683 w 12188965"/>
              <a:gd name="connsiteY7327" fmla="*/ 1503193 h 2053176"/>
              <a:gd name="connsiteX7328" fmla="*/ 5794796 w 12188965"/>
              <a:gd name="connsiteY7328" fmla="*/ 1490305 h 2053176"/>
              <a:gd name="connsiteX7329" fmla="*/ 5807683 w 12188965"/>
              <a:gd name="connsiteY7329" fmla="*/ 1477418 h 2053176"/>
              <a:gd name="connsiteX7330" fmla="*/ 5293924 w 12188965"/>
              <a:gd name="connsiteY7330" fmla="*/ 1477418 h 2053176"/>
              <a:gd name="connsiteX7331" fmla="*/ 5306812 w 12188965"/>
              <a:gd name="connsiteY7331" fmla="*/ 1490305 h 2053176"/>
              <a:gd name="connsiteX7332" fmla="*/ 5293924 w 12188965"/>
              <a:gd name="connsiteY7332" fmla="*/ 1503193 h 2053176"/>
              <a:gd name="connsiteX7333" fmla="*/ 5281036 w 12188965"/>
              <a:gd name="connsiteY7333" fmla="*/ 1490305 h 2053176"/>
              <a:gd name="connsiteX7334" fmla="*/ 5293924 w 12188965"/>
              <a:gd name="connsiteY7334" fmla="*/ 1477418 h 2053176"/>
              <a:gd name="connsiteX7335" fmla="*/ 4716077 w 12188965"/>
              <a:gd name="connsiteY7335" fmla="*/ 1477418 h 2053176"/>
              <a:gd name="connsiteX7336" fmla="*/ 4728964 w 12188965"/>
              <a:gd name="connsiteY7336" fmla="*/ 1490305 h 2053176"/>
              <a:gd name="connsiteX7337" fmla="*/ 4716077 w 12188965"/>
              <a:gd name="connsiteY7337" fmla="*/ 1503193 h 2053176"/>
              <a:gd name="connsiteX7338" fmla="*/ 4703188 w 12188965"/>
              <a:gd name="connsiteY7338" fmla="*/ 1490305 h 2053176"/>
              <a:gd name="connsiteX7339" fmla="*/ 4716077 w 12188965"/>
              <a:gd name="connsiteY7339" fmla="*/ 1477418 h 2053176"/>
              <a:gd name="connsiteX7340" fmla="*/ 4459140 w 12188965"/>
              <a:gd name="connsiteY7340" fmla="*/ 1477418 h 2053176"/>
              <a:gd name="connsiteX7341" fmla="*/ 4472025 w 12188965"/>
              <a:gd name="connsiteY7341" fmla="*/ 1490305 h 2053176"/>
              <a:gd name="connsiteX7342" fmla="*/ 4459140 w 12188965"/>
              <a:gd name="connsiteY7342" fmla="*/ 1503193 h 2053176"/>
              <a:gd name="connsiteX7343" fmla="*/ 4446252 w 12188965"/>
              <a:gd name="connsiteY7343" fmla="*/ 1490305 h 2053176"/>
              <a:gd name="connsiteX7344" fmla="*/ 4459140 w 12188965"/>
              <a:gd name="connsiteY7344" fmla="*/ 1477418 h 2053176"/>
              <a:gd name="connsiteX7345" fmla="*/ 4138112 w 12188965"/>
              <a:gd name="connsiteY7345" fmla="*/ 1477418 h 2053176"/>
              <a:gd name="connsiteX7346" fmla="*/ 4151000 w 12188965"/>
              <a:gd name="connsiteY7346" fmla="*/ 1490305 h 2053176"/>
              <a:gd name="connsiteX7347" fmla="*/ 4138112 w 12188965"/>
              <a:gd name="connsiteY7347" fmla="*/ 1503193 h 2053176"/>
              <a:gd name="connsiteX7348" fmla="*/ 4125224 w 12188965"/>
              <a:gd name="connsiteY7348" fmla="*/ 1490305 h 2053176"/>
              <a:gd name="connsiteX7349" fmla="*/ 4138112 w 12188965"/>
              <a:gd name="connsiteY7349" fmla="*/ 1477418 h 2053176"/>
              <a:gd name="connsiteX7350" fmla="*/ 4073908 w 12188965"/>
              <a:gd name="connsiteY7350" fmla="*/ 1477418 h 2053176"/>
              <a:gd name="connsiteX7351" fmla="*/ 4086795 w 12188965"/>
              <a:gd name="connsiteY7351" fmla="*/ 1490305 h 2053176"/>
              <a:gd name="connsiteX7352" fmla="*/ 4073908 w 12188965"/>
              <a:gd name="connsiteY7352" fmla="*/ 1503193 h 2053176"/>
              <a:gd name="connsiteX7353" fmla="*/ 4061020 w 12188965"/>
              <a:gd name="connsiteY7353" fmla="*/ 1490305 h 2053176"/>
              <a:gd name="connsiteX7354" fmla="*/ 4073908 w 12188965"/>
              <a:gd name="connsiteY7354" fmla="*/ 1477418 h 2053176"/>
              <a:gd name="connsiteX7355" fmla="*/ 1248528 w 12188965"/>
              <a:gd name="connsiteY7355" fmla="*/ 1477418 h 2053176"/>
              <a:gd name="connsiteX7356" fmla="*/ 1261416 w 12188965"/>
              <a:gd name="connsiteY7356" fmla="*/ 1490305 h 2053176"/>
              <a:gd name="connsiteX7357" fmla="*/ 1248528 w 12188965"/>
              <a:gd name="connsiteY7357" fmla="*/ 1503193 h 2053176"/>
              <a:gd name="connsiteX7358" fmla="*/ 1235638 w 12188965"/>
              <a:gd name="connsiteY7358" fmla="*/ 1490305 h 2053176"/>
              <a:gd name="connsiteX7359" fmla="*/ 1248528 w 12188965"/>
              <a:gd name="connsiteY7359" fmla="*/ 1477418 h 2053176"/>
              <a:gd name="connsiteX7360" fmla="*/ 1120233 w 12188965"/>
              <a:gd name="connsiteY7360" fmla="*/ 1477418 h 2053176"/>
              <a:gd name="connsiteX7361" fmla="*/ 1133121 w 12188965"/>
              <a:gd name="connsiteY7361" fmla="*/ 1490305 h 2053176"/>
              <a:gd name="connsiteX7362" fmla="*/ 1120233 w 12188965"/>
              <a:gd name="connsiteY7362" fmla="*/ 1503193 h 2053176"/>
              <a:gd name="connsiteX7363" fmla="*/ 1107345 w 12188965"/>
              <a:gd name="connsiteY7363" fmla="*/ 1490305 h 2053176"/>
              <a:gd name="connsiteX7364" fmla="*/ 1120233 w 12188965"/>
              <a:gd name="connsiteY7364" fmla="*/ 1477418 h 2053176"/>
              <a:gd name="connsiteX7365" fmla="*/ 89864 w 12188965"/>
              <a:gd name="connsiteY7365" fmla="*/ 1477418 h 2053176"/>
              <a:gd name="connsiteX7366" fmla="*/ 102752 w 12188965"/>
              <a:gd name="connsiteY7366" fmla="*/ 1490305 h 2053176"/>
              <a:gd name="connsiteX7367" fmla="*/ 89864 w 12188965"/>
              <a:gd name="connsiteY7367" fmla="*/ 1503193 h 2053176"/>
              <a:gd name="connsiteX7368" fmla="*/ 76977 w 12188965"/>
              <a:gd name="connsiteY7368" fmla="*/ 1490305 h 2053176"/>
              <a:gd name="connsiteX7369" fmla="*/ 89864 w 12188965"/>
              <a:gd name="connsiteY7369" fmla="*/ 1477418 h 2053176"/>
              <a:gd name="connsiteX7370" fmla="*/ 12099103 w 12188965"/>
              <a:gd name="connsiteY7370" fmla="*/ 1464647 h 2053176"/>
              <a:gd name="connsiteX7371" fmla="*/ 12124761 w 12188965"/>
              <a:gd name="connsiteY7371" fmla="*/ 1490305 h 2053176"/>
              <a:gd name="connsiteX7372" fmla="*/ 12099103 w 12188965"/>
              <a:gd name="connsiteY7372" fmla="*/ 1515964 h 2053176"/>
              <a:gd name="connsiteX7373" fmla="*/ 12073441 w 12188965"/>
              <a:gd name="connsiteY7373" fmla="*/ 1490305 h 2053176"/>
              <a:gd name="connsiteX7374" fmla="*/ 12099103 w 12188965"/>
              <a:gd name="connsiteY7374" fmla="*/ 1464647 h 2053176"/>
              <a:gd name="connsiteX7375" fmla="*/ 12034897 w 12188965"/>
              <a:gd name="connsiteY7375" fmla="*/ 1464647 h 2053176"/>
              <a:gd name="connsiteX7376" fmla="*/ 12060557 w 12188965"/>
              <a:gd name="connsiteY7376" fmla="*/ 1490305 h 2053176"/>
              <a:gd name="connsiteX7377" fmla="*/ 12034897 w 12188965"/>
              <a:gd name="connsiteY7377" fmla="*/ 1515965 h 2053176"/>
              <a:gd name="connsiteX7378" fmla="*/ 12009237 w 12188965"/>
              <a:gd name="connsiteY7378" fmla="*/ 1490305 h 2053176"/>
              <a:gd name="connsiteX7379" fmla="*/ 12034897 w 12188965"/>
              <a:gd name="connsiteY7379" fmla="*/ 1464647 h 2053176"/>
              <a:gd name="connsiteX7380" fmla="*/ 11970691 w 12188965"/>
              <a:gd name="connsiteY7380" fmla="*/ 1464647 h 2053176"/>
              <a:gd name="connsiteX7381" fmla="*/ 11996349 w 12188965"/>
              <a:gd name="connsiteY7381" fmla="*/ 1490305 h 2053176"/>
              <a:gd name="connsiteX7382" fmla="*/ 11970691 w 12188965"/>
              <a:gd name="connsiteY7382" fmla="*/ 1515965 h 2053176"/>
              <a:gd name="connsiteX7383" fmla="*/ 11945033 w 12188965"/>
              <a:gd name="connsiteY7383" fmla="*/ 1490305 h 2053176"/>
              <a:gd name="connsiteX7384" fmla="*/ 11970691 w 12188965"/>
              <a:gd name="connsiteY7384" fmla="*/ 1464647 h 2053176"/>
              <a:gd name="connsiteX7385" fmla="*/ 11906483 w 12188965"/>
              <a:gd name="connsiteY7385" fmla="*/ 1464647 h 2053176"/>
              <a:gd name="connsiteX7386" fmla="*/ 11932145 w 12188965"/>
              <a:gd name="connsiteY7386" fmla="*/ 1490305 h 2053176"/>
              <a:gd name="connsiteX7387" fmla="*/ 11906483 w 12188965"/>
              <a:gd name="connsiteY7387" fmla="*/ 1515965 h 2053176"/>
              <a:gd name="connsiteX7388" fmla="*/ 11880825 w 12188965"/>
              <a:gd name="connsiteY7388" fmla="*/ 1490305 h 2053176"/>
              <a:gd name="connsiteX7389" fmla="*/ 11906483 w 12188965"/>
              <a:gd name="connsiteY7389" fmla="*/ 1464647 h 2053176"/>
              <a:gd name="connsiteX7390" fmla="*/ 11842279 w 12188965"/>
              <a:gd name="connsiteY7390" fmla="*/ 1464647 h 2053176"/>
              <a:gd name="connsiteX7391" fmla="*/ 11867941 w 12188965"/>
              <a:gd name="connsiteY7391" fmla="*/ 1490305 h 2053176"/>
              <a:gd name="connsiteX7392" fmla="*/ 11842279 w 12188965"/>
              <a:gd name="connsiteY7392" fmla="*/ 1515965 h 2053176"/>
              <a:gd name="connsiteX7393" fmla="*/ 11816621 w 12188965"/>
              <a:gd name="connsiteY7393" fmla="*/ 1490305 h 2053176"/>
              <a:gd name="connsiteX7394" fmla="*/ 11842279 w 12188965"/>
              <a:gd name="connsiteY7394" fmla="*/ 1464647 h 2053176"/>
              <a:gd name="connsiteX7395" fmla="*/ 11775107 w 12188965"/>
              <a:gd name="connsiteY7395" fmla="*/ 1464647 h 2053176"/>
              <a:gd name="connsiteX7396" fmla="*/ 11800767 w 12188965"/>
              <a:gd name="connsiteY7396" fmla="*/ 1490305 h 2053176"/>
              <a:gd name="connsiteX7397" fmla="*/ 11775107 w 12188965"/>
              <a:gd name="connsiteY7397" fmla="*/ 1515965 h 2053176"/>
              <a:gd name="connsiteX7398" fmla="*/ 11749449 w 12188965"/>
              <a:gd name="connsiteY7398" fmla="*/ 1490305 h 2053176"/>
              <a:gd name="connsiteX7399" fmla="*/ 11775107 w 12188965"/>
              <a:gd name="connsiteY7399" fmla="*/ 1464647 h 2053176"/>
              <a:gd name="connsiteX7400" fmla="*/ 11710901 w 12188965"/>
              <a:gd name="connsiteY7400" fmla="*/ 1464647 h 2053176"/>
              <a:gd name="connsiteX7401" fmla="*/ 11736561 w 12188965"/>
              <a:gd name="connsiteY7401" fmla="*/ 1490305 h 2053176"/>
              <a:gd name="connsiteX7402" fmla="*/ 11710901 w 12188965"/>
              <a:gd name="connsiteY7402" fmla="*/ 1515965 h 2053176"/>
              <a:gd name="connsiteX7403" fmla="*/ 11685243 w 12188965"/>
              <a:gd name="connsiteY7403" fmla="*/ 1490305 h 2053176"/>
              <a:gd name="connsiteX7404" fmla="*/ 11710901 w 12188965"/>
              <a:gd name="connsiteY7404" fmla="*/ 1464647 h 2053176"/>
              <a:gd name="connsiteX7405" fmla="*/ 11646697 w 12188965"/>
              <a:gd name="connsiteY7405" fmla="*/ 1464647 h 2053176"/>
              <a:gd name="connsiteX7406" fmla="*/ 11672355 w 12188965"/>
              <a:gd name="connsiteY7406" fmla="*/ 1490305 h 2053176"/>
              <a:gd name="connsiteX7407" fmla="*/ 11646697 w 12188965"/>
              <a:gd name="connsiteY7407" fmla="*/ 1515965 h 2053176"/>
              <a:gd name="connsiteX7408" fmla="*/ 11621037 w 12188965"/>
              <a:gd name="connsiteY7408" fmla="*/ 1490305 h 2053176"/>
              <a:gd name="connsiteX7409" fmla="*/ 11646697 w 12188965"/>
              <a:gd name="connsiteY7409" fmla="*/ 1464647 h 2053176"/>
              <a:gd name="connsiteX7410" fmla="*/ 11454081 w 12188965"/>
              <a:gd name="connsiteY7410" fmla="*/ 1464647 h 2053176"/>
              <a:gd name="connsiteX7411" fmla="*/ 11479739 w 12188965"/>
              <a:gd name="connsiteY7411" fmla="*/ 1490305 h 2053176"/>
              <a:gd name="connsiteX7412" fmla="*/ 11454081 w 12188965"/>
              <a:gd name="connsiteY7412" fmla="*/ 1515964 h 2053176"/>
              <a:gd name="connsiteX7413" fmla="*/ 11428421 w 12188965"/>
              <a:gd name="connsiteY7413" fmla="*/ 1490305 h 2053176"/>
              <a:gd name="connsiteX7414" fmla="*/ 11454081 w 12188965"/>
              <a:gd name="connsiteY7414" fmla="*/ 1464647 h 2053176"/>
              <a:gd name="connsiteX7415" fmla="*/ 11389875 w 12188965"/>
              <a:gd name="connsiteY7415" fmla="*/ 1464647 h 2053176"/>
              <a:gd name="connsiteX7416" fmla="*/ 11415533 w 12188965"/>
              <a:gd name="connsiteY7416" fmla="*/ 1490305 h 2053176"/>
              <a:gd name="connsiteX7417" fmla="*/ 11389875 w 12188965"/>
              <a:gd name="connsiteY7417" fmla="*/ 1515965 h 2053176"/>
              <a:gd name="connsiteX7418" fmla="*/ 11364217 w 12188965"/>
              <a:gd name="connsiteY7418" fmla="*/ 1490305 h 2053176"/>
              <a:gd name="connsiteX7419" fmla="*/ 11389875 w 12188965"/>
              <a:gd name="connsiteY7419" fmla="*/ 1464647 h 2053176"/>
              <a:gd name="connsiteX7420" fmla="*/ 11325670 w 12188965"/>
              <a:gd name="connsiteY7420" fmla="*/ 1464647 h 2053176"/>
              <a:gd name="connsiteX7421" fmla="*/ 11351329 w 12188965"/>
              <a:gd name="connsiteY7421" fmla="*/ 1490305 h 2053176"/>
              <a:gd name="connsiteX7422" fmla="*/ 11325670 w 12188965"/>
              <a:gd name="connsiteY7422" fmla="*/ 1515965 h 2053176"/>
              <a:gd name="connsiteX7423" fmla="*/ 11300012 w 12188965"/>
              <a:gd name="connsiteY7423" fmla="*/ 1490305 h 2053176"/>
              <a:gd name="connsiteX7424" fmla="*/ 11325670 w 12188965"/>
              <a:gd name="connsiteY7424" fmla="*/ 1464647 h 2053176"/>
              <a:gd name="connsiteX7425" fmla="*/ 11261466 w 12188965"/>
              <a:gd name="connsiteY7425" fmla="*/ 1464647 h 2053176"/>
              <a:gd name="connsiteX7426" fmla="*/ 11287124 w 12188965"/>
              <a:gd name="connsiteY7426" fmla="*/ 1490305 h 2053176"/>
              <a:gd name="connsiteX7427" fmla="*/ 11261466 w 12188965"/>
              <a:gd name="connsiteY7427" fmla="*/ 1515965 h 2053176"/>
              <a:gd name="connsiteX7428" fmla="*/ 11235805 w 12188965"/>
              <a:gd name="connsiteY7428" fmla="*/ 1490305 h 2053176"/>
              <a:gd name="connsiteX7429" fmla="*/ 11261466 w 12188965"/>
              <a:gd name="connsiteY7429" fmla="*/ 1464647 h 2053176"/>
              <a:gd name="connsiteX7430" fmla="*/ 11197259 w 12188965"/>
              <a:gd name="connsiteY7430" fmla="*/ 1464647 h 2053176"/>
              <a:gd name="connsiteX7431" fmla="*/ 11222917 w 12188965"/>
              <a:gd name="connsiteY7431" fmla="*/ 1490305 h 2053176"/>
              <a:gd name="connsiteX7432" fmla="*/ 11197259 w 12188965"/>
              <a:gd name="connsiteY7432" fmla="*/ 1515965 h 2053176"/>
              <a:gd name="connsiteX7433" fmla="*/ 11171601 w 12188965"/>
              <a:gd name="connsiteY7433" fmla="*/ 1490305 h 2053176"/>
              <a:gd name="connsiteX7434" fmla="*/ 11197259 w 12188965"/>
              <a:gd name="connsiteY7434" fmla="*/ 1464647 h 2053176"/>
              <a:gd name="connsiteX7435" fmla="*/ 11133055 w 12188965"/>
              <a:gd name="connsiteY7435" fmla="*/ 1464647 h 2053176"/>
              <a:gd name="connsiteX7436" fmla="*/ 11158713 w 12188965"/>
              <a:gd name="connsiteY7436" fmla="*/ 1490305 h 2053176"/>
              <a:gd name="connsiteX7437" fmla="*/ 11133055 w 12188965"/>
              <a:gd name="connsiteY7437" fmla="*/ 1515964 h 2053176"/>
              <a:gd name="connsiteX7438" fmla="*/ 11107396 w 12188965"/>
              <a:gd name="connsiteY7438" fmla="*/ 1490305 h 2053176"/>
              <a:gd name="connsiteX7439" fmla="*/ 11133055 w 12188965"/>
              <a:gd name="connsiteY7439" fmla="*/ 1464647 h 2053176"/>
              <a:gd name="connsiteX7440" fmla="*/ 11068848 w 12188965"/>
              <a:gd name="connsiteY7440" fmla="*/ 1464647 h 2053176"/>
              <a:gd name="connsiteX7441" fmla="*/ 11094509 w 12188965"/>
              <a:gd name="connsiteY7441" fmla="*/ 1490305 h 2053176"/>
              <a:gd name="connsiteX7442" fmla="*/ 11068848 w 12188965"/>
              <a:gd name="connsiteY7442" fmla="*/ 1515964 h 2053176"/>
              <a:gd name="connsiteX7443" fmla="*/ 11043189 w 12188965"/>
              <a:gd name="connsiteY7443" fmla="*/ 1490305 h 2053176"/>
              <a:gd name="connsiteX7444" fmla="*/ 11068848 w 12188965"/>
              <a:gd name="connsiteY7444" fmla="*/ 1464647 h 2053176"/>
              <a:gd name="connsiteX7445" fmla="*/ 10940321 w 12188965"/>
              <a:gd name="connsiteY7445" fmla="*/ 1464647 h 2053176"/>
              <a:gd name="connsiteX7446" fmla="*/ 10965982 w 12188965"/>
              <a:gd name="connsiteY7446" fmla="*/ 1490305 h 2053176"/>
              <a:gd name="connsiteX7447" fmla="*/ 10940321 w 12188965"/>
              <a:gd name="connsiteY7447" fmla="*/ 1515965 h 2053176"/>
              <a:gd name="connsiteX7448" fmla="*/ 10914663 w 12188965"/>
              <a:gd name="connsiteY7448" fmla="*/ 1490305 h 2053176"/>
              <a:gd name="connsiteX7449" fmla="*/ 10940321 w 12188965"/>
              <a:gd name="connsiteY7449" fmla="*/ 1464647 h 2053176"/>
              <a:gd name="connsiteX7450" fmla="*/ 10811912 w 12188965"/>
              <a:gd name="connsiteY7450" fmla="*/ 1464647 h 2053176"/>
              <a:gd name="connsiteX7451" fmla="*/ 10837571 w 12188965"/>
              <a:gd name="connsiteY7451" fmla="*/ 1490305 h 2053176"/>
              <a:gd name="connsiteX7452" fmla="*/ 10811912 w 12188965"/>
              <a:gd name="connsiteY7452" fmla="*/ 1515965 h 2053176"/>
              <a:gd name="connsiteX7453" fmla="*/ 10786254 w 12188965"/>
              <a:gd name="connsiteY7453" fmla="*/ 1490305 h 2053176"/>
              <a:gd name="connsiteX7454" fmla="*/ 10811912 w 12188965"/>
              <a:gd name="connsiteY7454" fmla="*/ 1464647 h 2053176"/>
              <a:gd name="connsiteX7455" fmla="*/ 10747708 w 12188965"/>
              <a:gd name="connsiteY7455" fmla="*/ 1464647 h 2053176"/>
              <a:gd name="connsiteX7456" fmla="*/ 10773366 w 12188965"/>
              <a:gd name="connsiteY7456" fmla="*/ 1490305 h 2053176"/>
              <a:gd name="connsiteX7457" fmla="*/ 10747708 w 12188965"/>
              <a:gd name="connsiteY7457" fmla="*/ 1515964 h 2053176"/>
              <a:gd name="connsiteX7458" fmla="*/ 10722047 w 12188965"/>
              <a:gd name="connsiteY7458" fmla="*/ 1490305 h 2053176"/>
              <a:gd name="connsiteX7459" fmla="*/ 10747708 w 12188965"/>
              <a:gd name="connsiteY7459" fmla="*/ 1464647 h 2053176"/>
              <a:gd name="connsiteX7460" fmla="*/ 10683501 w 12188965"/>
              <a:gd name="connsiteY7460" fmla="*/ 1464647 h 2053176"/>
              <a:gd name="connsiteX7461" fmla="*/ 10709159 w 12188965"/>
              <a:gd name="connsiteY7461" fmla="*/ 1490305 h 2053176"/>
              <a:gd name="connsiteX7462" fmla="*/ 10683501 w 12188965"/>
              <a:gd name="connsiteY7462" fmla="*/ 1515965 h 2053176"/>
              <a:gd name="connsiteX7463" fmla="*/ 10657843 w 12188965"/>
              <a:gd name="connsiteY7463" fmla="*/ 1490305 h 2053176"/>
              <a:gd name="connsiteX7464" fmla="*/ 10683501 w 12188965"/>
              <a:gd name="connsiteY7464" fmla="*/ 1464647 h 2053176"/>
              <a:gd name="connsiteX7465" fmla="*/ 10619297 w 12188965"/>
              <a:gd name="connsiteY7465" fmla="*/ 1464647 h 2053176"/>
              <a:gd name="connsiteX7466" fmla="*/ 10644955 w 12188965"/>
              <a:gd name="connsiteY7466" fmla="*/ 1490305 h 2053176"/>
              <a:gd name="connsiteX7467" fmla="*/ 10619297 w 12188965"/>
              <a:gd name="connsiteY7467" fmla="*/ 1515965 h 2053176"/>
              <a:gd name="connsiteX7468" fmla="*/ 10593639 w 12188965"/>
              <a:gd name="connsiteY7468" fmla="*/ 1490305 h 2053176"/>
              <a:gd name="connsiteX7469" fmla="*/ 10619297 w 12188965"/>
              <a:gd name="connsiteY7469" fmla="*/ 1464647 h 2053176"/>
              <a:gd name="connsiteX7470" fmla="*/ 10555092 w 12188965"/>
              <a:gd name="connsiteY7470" fmla="*/ 1464647 h 2053176"/>
              <a:gd name="connsiteX7471" fmla="*/ 10580751 w 12188965"/>
              <a:gd name="connsiteY7471" fmla="*/ 1490305 h 2053176"/>
              <a:gd name="connsiteX7472" fmla="*/ 10555092 w 12188965"/>
              <a:gd name="connsiteY7472" fmla="*/ 1515965 h 2053176"/>
              <a:gd name="connsiteX7473" fmla="*/ 10529432 w 12188965"/>
              <a:gd name="connsiteY7473" fmla="*/ 1490305 h 2053176"/>
              <a:gd name="connsiteX7474" fmla="*/ 10555092 w 12188965"/>
              <a:gd name="connsiteY7474" fmla="*/ 1464647 h 2053176"/>
              <a:gd name="connsiteX7475" fmla="*/ 10490885 w 12188965"/>
              <a:gd name="connsiteY7475" fmla="*/ 1464647 h 2053176"/>
              <a:gd name="connsiteX7476" fmla="*/ 10516544 w 12188965"/>
              <a:gd name="connsiteY7476" fmla="*/ 1490305 h 2053176"/>
              <a:gd name="connsiteX7477" fmla="*/ 10490885 w 12188965"/>
              <a:gd name="connsiteY7477" fmla="*/ 1515965 h 2053176"/>
              <a:gd name="connsiteX7478" fmla="*/ 10465227 w 12188965"/>
              <a:gd name="connsiteY7478" fmla="*/ 1490305 h 2053176"/>
              <a:gd name="connsiteX7479" fmla="*/ 10490885 w 12188965"/>
              <a:gd name="connsiteY7479" fmla="*/ 1464647 h 2053176"/>
              <a:gd name="connsiteX7480" fmla="*/ 10362474 w 12188965"/>
              <a:gd name="connsiteY7480" fmla="*/ 1464647 h 2053176"/>
              <a:gd name="connsiteX7481" fmla="*/ 10388135 w 12188965"/>
              <a:gd name="connsiteY7481" fmla="*/ 1490305 h 2053176"/>
              <a:gd name="connsiteX7482" fmla="*/ 10362474 w 12188965"/>
              <a:gd name="connsiteY7482" fmla="*/ 1515964 h 2053176"/>
              <a:gd name="connsiteX7483" fmla="*/ 10336816 w 12188965"/>
              <a:gd name="connsiteY7483" fmla="*/ 1490305 h 2053176"/>
              <a:gd name="connsiteX7484" fmla="*/ 10362474 w 12188965"/>
              <a:gd name="connsiteY7484" fmla="*/ 1464647 h 2053176"/>
              <a:gd name="connsiteX7485" fmla="*/ 10298270 w 12188965"/>
              <a:gd name="connsiteY7485" fmla="*/ 1464647 h 2053176"/>
              <a:gd name="connsiteX7486" fmla="*/ 10323928 w 12188965"/>
              <a:gd name="connsiteY7486" fmla="*/ 1490305 h 2053176"/>
              <a:gd name="connsiteX7487" fmla="*/ 10298270 w 12188965"/>
              <a:gd name="connsiteY7487" fmla="*/ 1515965 h 2053176"/>
              <a:gd name="connsiteX7488" fmla="*/ 10272611 w 12188965"/>
              <a:gd name="connsiteY7488" fmla="*/ 1490305 h 2053176"/>
              <a:gd name="connsiteX7489" fmla="*/ 10298270 w 12188965"/>
              <a:gd name="connsiteY7489" fmla="*/ 1464647 h 2053176"/>
              <a:gd name="connsiteX7490" fmla="*/ 10234065 w 12188965"/>
              <a:gd name="connsiteY7490" fmla="*/ 1464647 h 2053176"/>
              <a:gd name="connsiteX7491" fmla="*/ 10259723 w 12188965"/>
              <a:gd name="connsiteY7491" fmla="*/ 1490305 h 2053176"/>
              <a:gd name="connsiteX7492" fmla="*/ 10234065 w 12188965"/>
              <a:gd name="connsiteY7492" fmla="*/ 1515965 h 2053176"/>
              <a:gd name="connsiteX7493" fmla="*/ 10208404 w 12188965"/>
              <a:gd name="connsiteY7493" fmla="*/ 1490305 h 2053176"/>
              <a:gd name="connsiteX7494" fmla="*/ 10234065 w 12188965"/>
              <a:gd name="connsiteY7494" fmla="*/ 1464647 h 2053176"/>
              <a:gd name="connsiteX7495" fmla="*/ 10105654 w 12188965"/>
              <a:gd name="connsiteY7495" fmla="*/ 1464647 h 2053176"/>
              <a:gd name="connsiteX7496" fmla="*/ 10131312 w 12188965"/>
              <a:gd name="connsiteY7496" fmla="*/ 1490305 h 2053176"/>
              <a:gd name="connsiteX7497" fmla="*/ 10105654 w 12188965"/>
              <a:gd name="connsiteY7497" fmla="*/ 1515965 h 2053176"/>
              <a:gd name="connsiteX7498" fmla="*/ 10079996 w 12188965"/>
              <a:gd name="connsiteY7498" fmla="*/ 1490305 h 2053176"/>
              <a:gd name="connsiteX7499" fmla="*/ 10105654 w 12188965"/>
              <a:gd name="connsiteY7499" fmla="*/ 1464647 h 2053176"/>
              <a:gd name="connsiteX7500" fmla="*/ 9913038 w 12188965"/>
              <a:gd name="connsiteY7500" fmla="*/ 1464647 h 2053176"/>
              <a:gd name="connsiteX7501" fmla="*/ 9938696 w 12188965"/>
              <a:gd name="connsiteY7501" fmla="*/ 1490305 h 2053176"/>
              <a:gd name="connsiteX7502" fmla="*/ 9913038 w 12188965"/>
              <a:gd name="connsiteY7502" fmla="*/ 1515965 h 2053176"/>
              <a:gd name="connsiteX7503" fmla="*/ 9887380 w 12188965"/>
              <a:gd name="connsiteY7503" fmla="*/ 1490305 h 2053176"/>
              <a:gd name="connsiteX7504" fmla="*/ 9913038 w 12188965"/>
              <a:gd name="connsiteY7504" fmla="*/ 1464647 h 2053176"/>
              <a:gd name="connsiteX7505" fmla="*/ 9720307 w 12188965"/>
              <a:gd name="connsiteY7505" fmla="*/ 1464647 h 2053176"/>
              <a:gd name="connsiteX7506" fmla="*/ 9745965 w 12188965"/>
              <a:gd name="connsiteY7506" fmla="*/ 1490305 h 2053176"/>
              <a:gd name="connsiteX7507" fmla="*/ 9720307 w 12188965"/>
              <a:gd name="connsiteY7507" fmla="*/ 1515965 h 2053176"/>
              <a:gd name="connsiteX7508" fmla="*/ 9694646 w 12188965"/>
              <a:gd name="connsiteY7508" fmla="*/ 1490305 h 2053176"/>
              <a:gd name="connsiteX7509" fmla="*/ 9720307 w 12188965"/>
              <a:gd name="connsiteY7509" fmla="*/ 1464647 h 2053176"/>
              <a:gd name="connsiteX7510" fmla="*/ 9591896 w 12188965"/>
              <a:gd name="connsiteY7510" fmla="*/ 1464647 h 2053176"/>
              <a:gd name="connsiteX7511" fmla="*/ 9617554 w 12188965"/>
              <a:gd name="connsiteY7511" fmla="*/ 1490305 h 2053176"/>
              <a:gd name="connsiteX7512" fmla="*/ 9591896 w 12188965"/>
              <a:gd name="connsiteY7512" fmla="*/ 1515965 h 2053176"/>
              <a:gd name="connsiteX7513" fmla="*/ 9566238 w 12188965"/>
              <a:gd name="connsiteY7513" fmla="*/ 1490305 h 2053176"/>
              <a:gd name="connsiteX7514" fmla="*/ 9591896 w 12188965"/>
              <a:gd name="connsiteY7514" fmla="*/ 1464647 h 2053176"/>
              <a:gd name="connsiteX7515" fmla="*/ 9527689 w 12188965"/>
              <a:gd name="connsiteY7515" fmla="*/ 1464647 h 2053176"/>
              <a:gd name="connsiteX7516" fmla="*/ 9553350 w 12188965"/>
              <a:gd name="connsiteY7516" fmla="*/ 1490305 h 2053176"/>
              <a:gd name="connsiteX7517" fmla="*/ 9527689 w 12188965"/>
              <a:gd name="connsiteY7517" fmla="*/ 1515965 h 2053176"/>
              <a:gd name="connsiteX7518" fmla="*/ 9502031 w 12188965"/>
              <a:gd name="connsiteY7518" fmla="*/ 1490305 h 2053176"/>
              <a:gd name="connsiteX7519" fmla="*/ 9527689 w 12188965"/>
              <a:gd name="connsiteY7519" fmla="*/ 1464647 h 2053176"/>
              <a:gd name="connsiteX7520" fmla="*/ 9463485 w 12188965"/>
              <a:gd name="connsiteY7520" fmla="*/ 1464647 h 2053176"/>
              <a:gd name="connsiteX7521" fmla="*/ 9489143 w 12188965"/>
              <a:gd name="connsiteY7521" fmla="*/ 1490305 h 2053176"/>
              <a:gd name="connsiteX7522" fmla="*/ 9463485 w 12188965"/>
              <a:gd name="connsiteY7522" fmla="*/ 1515965 h 2053176"/>
              <a:gd name="connsiteX7523" fmla="*/ 9437826 w 12188965"/>
              <a:gd name="connsiteY7523" fmla="*/ 1490305 h 2053176"/>
              <a:gd name="connsiteX7524" fmla="*/ 9463485 w 12188965"/>
              <a:gd name="connsiteY7524" fmla="*/ 1464647 h 2053176"/>
              <a:gd name="connsiteX7525" fmla="*/ 9399280 w 12188965"/>
              <a:gd name="connsiteY7525" fmla="*/ 1464647 h 2053176"/>
              <a:gd name="connsiteX7526" fmla="*/ 9424938 w 12188965"/>
              <a:gd name="connsiteY7526" fmla="*/ 1490305 h 2053176"/>
              <a:gd name="connsiteX7527" fmla="*/ 9399280 w 12188965"/>
              <a:gd name="connsiteY7527" fmla="*/ 1515965 h 2053176"/>
              <a:gd name="connsiteX7528" fmla="*/ 9373619 w 12188965"/>
              <a:gd name="connsiteY7528" fmla="*/ 1490305 h 2053176"/>
              <a:gd name="connsiteX7529" fmla="*/ 9399280 w 12188965"/>
              <a:gd name="connsiteY7529" fmla="*/ 1464647 h 2053176"/>
              <a:gd name="connsiteX7530" fmla="*/ 9335073 w 12188965"/>
              <a:gd name="connsiteY7530" fmla="*/ 1464647 h 2053176"/>
              <a:gd name="connsiteX7531" fmla="*/ 9360734 w 12188965"/>
              <a:gd name="connsiteY7531" fmla="*/ 1490305 h 2053176"/>
              <a:gd name="connsiteX7532" fmla="*/ 9335073 w 12188965"/>
              <a:gd name="connsiteY7532" fmla="*/ 1515964 h 2053176"/>
              <a:gd name="connsiteX7533" fmla="*/ 9309415 w 12188965"/>
              <a:gd name="connsiteY7533" fmla="*/ 1490305 h 2053176"/>
              <a:gd name="connsiteX7534" fmla="*/ 9335073 w 12188965"/>
              <a:gd name="connsiteY7534" fmla="*/ 1464647 h 2053176"/>
              <a:gd name="connsiteX7535" fmla="*/ 9142457 w 12188965"/>
              <a:gd name="connsiteY7535" fmla="*/ 1464647 h 2053176"/>
              <a:gd name="connsiteX7536" fmla="*/ 9168118 w 12188965"/>
              <a:gd name="connsiteY7536" fmla="*/ 1490305 h 2053176"/>
              <a:gd name="connsiteX7537" fmla="*/ 9142457 w 12188965"/>
              <a:gd name="connsiteY7537" fmla="*/ 1515965 h 2053176"/>
              <a:gd name="connsiteX7538" fmla="*/ 9116799 w 12188965"/>
              <a:gd name="connsiteY7538" fmla="*/ 1490305 h 2053176"/>
              <a:gd name="connsiteX7539" fmla="*/ 9142457 w 12188965"/>
              <a:gd name="connsiteY7539" fmla="*/ 1464647 h 2053176"/>
              <a:gd name="connsiteX7540" fmla="*/ 9078253 w 12188965"/>
              <a:gd name="connsiteY7540" fmla="*/ 1464647 h 2053176"/>
              <a:gd name="connsiteX7541" fmla="*/ 9103911 w 12188965"/>
              <a:gd name="connsiteY7541" fmla="*/ 1490305 h 2053176"/>
              <a:gd name="connsiteX7542" fmla="*/ 9078253 w 12188965"/>
              <a:gd name="connsiteY7542" fmla="*/ 1515965 h 2053176"/>
              <a:gd name="connsiteX7543" fmla="*/ 9052595 w 12188965"/>
              <a:gd name="connsiteY7543" fmla="*/ 1490305 h 2053176"/>
              <a:gd name="connsiteX7544" fmla="*/ 9078253 w 12188965"/>
              <a:gd name="connsiteY7544" fmla="*/ 1464647 h 2053176"/>
              <a:gd name="connsiteX7545" fmla="*/ 9014049 w 12188965"/>
              <a:gd name="connsiteY7545" fmla="*/ 1464647 h 2053176"/>
              <a:gd name="connsiteX7546" fmla="*/ 9039707 w 12188965"/>
              <a:gd name="connsiteY7546" fmla="*/ 1490305 h 2053176"/>
              <a:gd name="connsiteX7547" fmla="*/ 9014049 w 12188965"/>
              <a:gd name="connsiteY7547" fmla="*/ 1515965 h 2053176"/>
              <a:gd name="connsiteX7548" fmla="*/ 8988388 w 12188965"/>
              <a:gd name="connsiteY7548" fmla="*/ 1490305 h 2053176"/>
              <a:gd name="connsiteX7549" fmla="*/ 9014049 w 12188965"/>
              <a:gd name="connsiteY7549" fmla="*/ 1464647 h 2053176"/>
              <a:gd name="connsiteX7550" fmla="*/ 8949842 w 12188965"/>
              <a:gd name="connsiteY7550" fmla="*/ 1464647 h 2053176"/>
              <a:gd name="connsiteX7551" fmla="*/ 8975503 w 12188965"/>
              <a:gd name="connsiteY7551" fmla="*/ 1490305 h 2053176"/>
              <a:gd name="connsiteX7552" fmla="*/ 8949842 w 12188965"/>
              <a:gd name="connsiteY7552" fmla="*/ 1515964 h 2053176"/>
              <a:gd name="connsiteX7553" fmla="*/ 8924183 w 12188965"/>
              <a:gd name="connsiteY7553" fmla="*/ 1490305 h 2053176"/>
              <a:gd name="connsiteX7554" fmla="*/ 8949842 w 12188965"/>
              <a:gd name="connsiteY7554" fmla="*/ 1464647 h 2053176"/>
              <a:gd name="connsiteX7555" fmla="*/ 8821433 w 12188965"/>
              <a:gd name="connsiteY7555" fmla="*/ 1464647 h 2053176"/>
              <a:gd name="connsiteX7556" fmla="*/ 8847091 w 12188965"/>
              <a:gd name="connsiteY7556" fmla="*/ 1490305 h 2053176"/>
              <a:gd name="connsiteX7557" fmla="*/ 8821433 w 12188965"/>
              <a:gd name="connsiteY7557" fmla="*/ 1515965 h 2053176"/>
              <a:gd name="connsiteX7558" fmla="*/ 8795772 w 12188965"/>
              <a:gd name="connsiteY7558" fmla="*/ 1490305 h 2053176"/>
              <a:gd name="connsiteX7559" fmla="*/ 8821433 w 12188965"/>
              <a:gd name="connsiteY7559" fmla="*/ 1464647 h 2053176"/>
              <a:gd name="connsiteX7560" fmla="*/ 8757226 w 12188965"/>
              <a:gd name="connsiteY7560" fmla="*/ 1464647 h 2053176"/>
              <a:gd name="connsiteX7561" fmla="*/ 8782887 w 12188965"/>
              <a:gd name="connsiteY7561" fmla="*/ 1490305 h 2053176"/>
              <a:gd name="connsiteX7562" fmla="*/ 8757226 w 12188965"/>
              <a:gd name="connsiteY7562" fmla="*/ 1515965 h 2053176"/>
              <a:gd name="connsiteX7563" fmla="*/ 8731568 w 12188965"/>
              <a:gd name="connsiteY7563" fmla="*/ 1490305 h 2053176"/>
              <a:gd name="connsiteX7564" fmla="*/ 8757226 w 12188965"/>
              <a:gd name="connsiteY7564" fmla="*/ 1464647 h 2053176"/>
              <a:gd name="connsiteX7565" fmla="*/ 8692904 w 12188965"/>
              <a:gd name="connsiteY7565" fmla="*/ 1464647 h 2053176"/>
              <a:gd name="connsiteX7566" fmla="*/ 8718565 w 12188965"/>
              <a:gd name="connsiteY7566" fmla="*/ 1490305 h 2053176"/>
              <a:gd name="connsiteX7567" fmla="*/ 8692904 w 12188965"/>
              <a:gd name="connsiteY7567" fmla="*/ 1515965 h 2053176"/>
              <a:gd name="connsiteX7568" fmla="*/ 8667246 w 12188965"/>
              <a:gd name="connsiteY7568" fmla="*/ 1490305 h 2053176"/>
              <a:gd name="connsiteX7569" fmla="*/ 8692904 w 12188965"/>
              <a:gd name="connsiteY7569" fmla="*/ 1464647 h 2053176"/>
              <a:gd name="connsiteX7570" fmla="*/ 8564495 w 12188965"/>
              <a:gd name="connsiteY7570" fmla="*/ 1464647 h 2053176"/>
              <a:gd name="connsiteX7571" fmla="*/ 8590153 w 12188965"/>
              <a:gd name="connsiteY7571" fmla="*/ 1490305 h 2053176"/>
              <a:gd name="connsiteX7572" fmla="*/ 8564495 w 12188965"/>
              <a:gd name="connsiteY7572" fmla="*/ 1515964 h 2053176"/>
              <a:gd name="connsiteX7573" fmla="*/ 8538837 w 12188965"/>
              <a:gd name="connsiteY7573" fmla="*/ 1490305 h 2053176"/>
              <a:gd name="connsiteX7574" fmla="*/ 8564495 w 12188965"/>
              <a:gd name="connsiteY7574" fmla="*/ 1464647 h 2053176"/>
              <a:gd name="connsiteX7575" fmla="*/ 8500288 w 12188965"/>
              <a:gd name="connsiteY7575" fmla="*/ 1464647 h 2053176"/>
              <a:gd name="connsiteX7576" fmla="*/ 8525949 w 12188965"/>
              <a:gd name="connsiteY7576" fmla="*/ 1490305 h 2053176"/>
              <a:gd name="connsiteX7577" fmla="*/ 8500288 w 12188965"/>
              <a:gd name="connsiteY7577" fmla="*/ 1515965 h 2053176"/>
              <a:gd name="connsiteX7578" fmla="*/ 8474630 w 12188965"/>
              <a:gd name="connsiteY7578" fmla="*/ 1490305 h 2053176"/>
              <a:gd name="connsiteX7579" fmla="*/ 8500288 w 12188965"/>
              <a:gd name="connsiteY7579" fmla="*/ 1464647 h 2053176"/>
              <a:gd name="connsiteX7580" fmla="*/ 8307675 w 12188965"/>
              <a:gd name="connsiteY7580" fmla="*/ 1464647 h 2053176"/>
              <a:gd name="connsiteX7581" fmla="*/ 8333333 w 12188965"/>
              <a:gd name="connsiteY7581" fmla="*/ 1490305 h 2053176"/>
              <a:gd name="connsiteX7582" fmla="*/ 8307675 w 12188965"/>
              <a:gd name="connsiteY7582" fmla="*/ 1515965 h 2053176"/>
              <a:gd name="connsiteX7583" fmla="*/ 8282014 w 12188965"/>
              <a:gd name="connsiteY7583" fmla="*/ 1490305 h 2053176"/>
              <a:gd name="connsiteX7584" fmla="*/ 8307675 w 12188965"/>
              <a:gd name="connsiteY7584" fmla="*/ 1464647 h 2053176"/>
              <a:gd name="connsiteX7585" fmla="*/ 8243468 w 12188965"/>
              <a:gd name="connsiteY7585" fmla="*/ 1464647 h 2053176"/>
              <a:gd name="connsiteX7586" fmla="*/ 8269126 w 12188965"/>
              <a:gd name="connsiteY7586" fmla="*/ 1490305 h 2053176"/>
              <a:gd name="connsiteX7587" fmla="*/ 8243468 w 12188965"/>
              <a:gd name="connsiteY7587" fmla="*/ 1515964 h 2053176"/>
              <a:gd name="connsiteX7588" fmla="*/ 8217810 w 12188965"/>
              <a:gd name="connsiteY7588" fmla="*/ 1490305 h 2053176"/>
              <a:gd name="connsiteX7589" fmla="*/ 8243468 w 12188965"/>
              <a:gd name="connsiteY7589" fmla="*/ 1464647 h 2053176"/>
              <a:gd name="connsiteX7590" fmla="*/ 8115057 w 12188965"/>
              <a:gd name="connsiteY7590" fmla="*/ 1464647 h 2053176"/>
              <a:gd name="connsiteX7591" fmla="*/ 8140717 w 12188965"/>
              <a:gd name="connsiteY7591" fmla="*/ 1490305 h 2053176"/>
              <a:gd name="connsiteX7592" fmla="*/ 8115057 w 12188965"/>
              <a:gd name="connsiteY7592" fmla="*/ 1515965 h 2053176"/>
              <a:gd name="connsiteX7593" fmla="*/ 8089398 w 12188965"/>
              <a:gd name="connsiteY7593" fmla="*/ 1490305 h 2053176"/>
              <a:gd name="connsiteX7594" fmla="*/ 8115057 w 12188965"/>
              <a:gd name="connsiteY7594" fmla="*/ 1464647 h 2053176"/>
              <a:gd name="connsiteX7595" fmla="*/ 8050852 w 12188965"/>
              <a:gd name="connsiteY7595" fmla="*/ 1464647 h 2053176"/>
              <a:gd name="connsiteX7596" fmla="*/ 8076510 w 12188965"/>
              <a:gd name="connsiteY7596" fmla="*/ 1490305 h 2053176"/>
              <a:gd name="connsiteX7597" fmla="*/ 8050852 w 12188965"/>
              <a:gd name="connsiteY7597" fmla="*/ 1515965 h 2053176"/>
              <a:gd name="connsiteX7598" fmla="*/ 8025194 w 12188965"/>
              <a:gd name="connsiteY7598" fmla="*/ 1490305 h 2053176"/>
              <a:gd name="connsiteX7599" fmla="*/ 8050852 w 12188965"/>
              <a:gd name="connsiteY7599" fmla="*/ 1464647 h 2053176"/>
              <a:gd name="connsiteX7600" fmla="*/ 7986648 w 12188965"/>
              <a:gd name="connsiteY7600" fmla="*/ 1464647 h 2053176"/>
              <a:gd name="connsiteX7601" fmla="*/ 8012306 w 12188965"/>
              <a:gd name="connsiteY7601" fmla="*/ 1490305 h 2053176"/>
              <a:gd name="connsiteX7602" fmla="*/ 7986648 w 12188965"/>
              <a:gd name="connsiteY7602" fmla="*/ 1515965 h 2053176"/>
              <a:gd name="connsiteX7603" fmla="*/ 7960990 w 12188965"/>
              <a:gd name="connsiteY7603" fmla="*/ 1490305 h 2053176"/>
              <a:gd name="connsiteX7604" fmla="*/ 7986648 w 12188965"/>
              <a:gd name="connsiteY7604" fmla="*/ 1464647 h 2053176"/>
              <a:gd name="connsiteX7605" fmla="*/ 7922444 w 12188965"/>
              <a:gd name="connsiteY7605" fmla="*/ 1464647 h 2053176"/>
              <a:gd name="connsiteX7606" fmla="*/ 7948102 w 12188965"/>
              <a:gd name="connsiteY7606" fmla="*/ 1490305 h 2053176"/>
              <a:gd name="connsiteX7607" fmla="*/ 7922444 w 12188965"/>
              <a:gd name="connsiteY7607" fmla="*/ 1515965 h 2053176"/>
              <a:gd name="connsiteX7608" fmla="*/ 7896783 w 12188965"/>
              <a:gd name="connsiteY7608" fmla="*/ 1490305 h 2053176"/>
              <a:gd name="connsiteX7609" fmla="*/ 7922444 w 12188965"/>
              <a:gd name="connsiteY7609" fmla="*/ 1464647 h 2053176"/>
              <a:gd name="connsiteX7610" fmla="*/ 7858237 w 12188965"/>
              <a:gd name="connsiteY7610" fmla="*/ 1464647 h 2053176"/>
              <a:gd name="connsiteX7611" fmla="*/ 7883895 w 12188965"/>
              <a:gd name="connsiteY7611" fmla="*/ 1490305 h 2053176"/>
              <a:gd name="connsiteX7612" fmla="*/ 7858237 w 12188965"/>
              <a:gd name="connsiteY7612" fmla="*/ 1515964 h 2053176"/>
              <a:gd name="connsiteX7613" fmla="*/ 7832578 w 12188965"/>
              <a:gd name="connsiteY7613" fmla="*/ 1490305 h 2053176"/>
              <a:gd name="connsiteX7614" fmla="*/ 7858237 w 12188965"/>
              <a:gd name="connsiteY7614" fmla="*/ 1464647 h 2053176"/>
              <a:gd name="connsiteX7615" fmla="*/ 7794032 w 12188965"/>
              <a:gd name="connsiteY7615" fmla="*/ 1464647 h 2053176"/>
              <a:gd name="connsiteX7616" fmla="*/ 7819690 w 12188965"/>
              <a:gd name="connsiteY7616" fmla="*/ 1490305 h 2053176"/>
              <a:gd name="connsiteX7617" fmla="*/ 7794032 w 12188965"/>
              <a:gd name="connsiteY7617" fmla="*/ 1515964 h 2053176"/>
              <a:gd name="connsiteX7618" fmla="*/ 7768371 w 12188965"/>
              <a:gd name="connsiteY7618" fmla="*/ 1490305 h 2053176"/>
              <a:gd name="connsiteX7619" fmla="*/ 7794032 w 12188965"/>
              <a:gd name="connsiteY7619" fmla="*/ 1464647 h 2053176"/>
              <a:gd name="connsiteX7620" fmla="*/ 7729825 w 12188965"/>
              <a:gd name="connsiteY7620" fmla="*/ 1464647 h 2053176"/>
              <a:gd name="connsiteX7621" fmla="*/ 7755486 w 12188965"/>
              <a:gd name="connsiteY7621" fmla="*/ 1490305 h 2053176"/>
              <a:gd name="connsiteX7622" fmla="*/ 7729825 w 12188965"/>
              <a:gd name="connsiteY7622" fmla="*/ 1515965 h 2053176"/>
              <a:gd name="connsiteX7623" fmla="*/ 7704167 w 12188965"/>
              <a:gd name="connsiteY7623" fmla="*/ 1490305 h 2053176"/>
              <a:gd name="connsiteX7624" fmla="*/ 7729825 w 12188965"/>
              <a:gd name="connsiteY7624" fmla="*/ 1464647 h 2053176"/>
              <a:gd name="connsiteX7625" fmla="*/ 7665621 w 12188965"/>
              <a:gd name="connsiteY7625" fmla="*/ 1464647 h 2053176"/>
              <a:gd name="connsiteX7626" fmla="*/ 7691279 w 12188965"/>
              <a:gd name="connsiteY7626" fmla="*/ 1490305 h 2053176"/>
              <a:gd name="connsiteX7627" fmla="*/ 7665621 w 12188965"/>
              <a:gd name="connsiteY7627" fmla="*/ 1515965 h 2053176"/>
              <a:gd name="connsiteX7628" fmla="*/ 7639963 w 12188965"/>
              <a:gd name="connsiteY7628" fmla="*/ 1490305 h 2053176"/>
              <a:gd name="connsiteX7629" fmla="*/ 7665621 w 12188965"/>
              <a:gd name="connsiteY7629" fmla="*/ 1464647 h 2053176"/>
              <a:gd name="connsiteX7630" fmla="*/ 7601299 w 12188965"/>
              <a:gd name="connsiteY7630" fmla="*/ 1464647 h 2053176"/>
              <a:gd name="connsiteX7631" fmla="*/ 7626959 w 12188965"/>
              <a:gd name="connsiteY7631" fmla="*/ 1490305 h 2053176"/>
              <a:gd name="connsiteX7632" fmla="*/ 7601299 w 12188965"/>
              <a:gd name="connsiteY7632" fmla="*/ 1515965 h 2053176"/>
              <a:gd name="connsiteX7633" fmla="*/ 7575640 w 12188965"/>
              <a:gd name="connsiteY7633" fmla="*/ 1490305 h 2053176"/>
              <a:gd name="connsiteX7634" fmla="*/ 7601299 w 12188965"/>
              <a:gd name="connsiteY7634" fmla="*/ 1464647 h 2053176"/>
              <a:gd name="connsiteX7635" fmla="*/ 7537094 w 12188965"/>
              <a:gd name="connsiteY7635" fmla="*/ 1464647 h 2053176"/>
              <a:gd name="connsiteX7636" fmla="*/ 7562752 w 12188965"/>
              <a:gd name="connsiteY7636" fmla="*/ 1490305 h 2053176"/>
              <a:gd name="connsiteX7637" fmla="*/ 7537094 w 12188965"/>
              <a:gd name="connsiteY7637" fmla="*/ 1515965 h 2053176"/>
              <a:gd name="connsiteX7638" fmla="*/ 7511436 w 12188965"/>
              <a:gd name="connsiteY7638" fmla="*/ 1490305 h 2053176"/>
              <a:gd name="connsiteX7639" fmla="*/ 7537094 w 12188965"/>
              <a:gd name="connsiteY7639" fmla="*/ 1464647 h 2053176"/>
              <a:gd name="connsiteX7640" fmla="*/ 7472890 w 12188965"/>
              <a:gd name="connsiteY7640" fmla="*/ 1464647 h 2053176"/>
              <a:gd name="connsiteX7641" fmla="*/ 7498548 w 12188965"/>
              <a:gd name="connsiteY7641" fmla="*/ 1490305 h 2053176"/>
              <a:gd name="connsiteX7642" fmla="*/ 7472890 w 12188965"/>
              <a:gd name="connsiteY7642" fmla="*/ 1515964 h 2053176"/>
              <a:gd name="connsiteX7643" fmla="*/ 7447229 w 12188965"/>
              <a:gd name="connsiteY7643" fmla="*/ 1490305 h 2053176"/>
              <a:gd name="connsiteX7644" fmla="*/ 7472890 w 12188965"/>
              <a:gd name="connsiteY7644" fmla="*/ 1464647 h 2053176"/>
              <a:gd name="connsiteX7645" fmla="*/ 7408683 w 12188965"/>
              <a:gd name="connsiteY7645" fmla="*/ 1464647 h 2053176"/>
              <a:gd name="connsiteX7646" fmla="*/ 7434341 w 12188965"/>
              <a:gd name="connsiteY7646" fmla="*/ 1490305 h 2053176"/>
              <a:gd name="connsiteX7647" fmla="*/ 7408683 w 12188965"/>
              <a:gd name="connsiteY7647" fmla="*/ 1515965 h 2053176"/>
              <a:gd name="connsiteX7648" fmla="*/ 7383025 w 12188965"/>
              <a:gd name="connsiteY7648" fmla="*/ 1490305 h 2053176"/>
              <a:gd name="connsiteX7649" fmla="*/ 7408683 w 12188965"/>
              <a:gd name="connsiteY7649" fmla="*/ 1464647 h 2053176"/>
              <a:gd name="connsiteX7650" fmla="*/ 7344479 w 12188965"/>
              <a:gd name="connsiteY7650" fmla="*/ 1464647 h 2053176"/>
              <a:gd name="connsiteX7651" fmla="*/ 7370137 w 12188965"/>
              <a:gd name="connsiteY7651" fmla="*/ 1490305 h 2053176"/>
              <a:gd name="connsiteX7652" fmla="*/ 7344479 w 12188965"/>
              <a:gd name="connsiteY7652" fmla="*/ 1515965 h 2053176"/>
              <a:gd name="connsiteX7653" fmla="*/ 7318820 w 12188965"/>
              <a:gd name="connsiteY7653" fmla="*/ 1490305 h 2053176"/>
              <a:gd name="connsiteX7654" fmla="*/ 7344479 w 12188965"/>
              <a:gd name="connsiteY7654" fmla="*/ 1464647 h 2053176"/>
              <a:gd name="connsiteX7655" fmla="*/ 7280274 w 12188965"/>
              <a:gd name="connsiteY7655" fmla="*/ 1464647 h 2053176"/>
              <a:gd name="connsiteX7656" fmla="*/ 7305932 w 12188965"/>
              <a:gd name="connsiteY7656" fmla="*/ 1490305 h 2053176"/>
              <a:gd name="connsiteX7657" fmla="*/ 7280274 w 12188965"/>
              <a:gd name="connsiteY7657" fmla="*/ 1515965 h 2053176"/>
              <a:gd name="connsiteX7658" fmla="*/ 7254613 w 12188965"/>
              <a:gd name="connsiteY7658" fmla="*/ 1490305 h 2053176"/>
              <a:gd name="connsiteX7659" fmla="*/ 7280274 w 12188965"/>
              <a:gd name="connsiteY7659" fmla="*/ 1464647 h 2053176"/>
              <a:gd name="connsiteX7660" fmla="*/ 7216067 w 12188965"/>
              <a:gd name="connsiteY7660" fmla="*/ 1464647 h 2053176"/>
              <a:gd name="connsiteX7661" fmla="*/ 7241725 w 12188965"/>
              <a:gd name="connsiteY7661" fmla="*/ 1490305 h 2053176"/>
              <a:gd name="connsiteX7662" fmla="*/ 7216067 w 12188965"/>
              <a:gd name="connsiteY7662" fmla="*/ 1515965 h 2053176"/>
              <a:gd name="connsiteX7663" fmla="*/ 7190409 w 12188965"/>
              <a:gd name="connsiteY7663" fmla="*/ 1490305 h 2053176"/>
              <a:gd name="connsiteX7664" fmla="*/ 7216067 w 12188965"/>
              <a:gd name="connsiteY7664" fmla="*/ 1464647 h 2053176"/>
              <a:gd name="connsiteX7665" fmla="*/ 7151863 w 12188965"/>
              <a:gd name="connsiteY7665" fmla="*/ 1464647 h 2053176"/>
              <a:gd name="connsiteX7666" fmla="*/ 7177521 w 12188965"/>
              <a:gd name="connsiteY7666" fmla="*/ 1490305 h 2053176"/>
              <a:gd name="connsiteX7667" fmla="*/ 7151863 w 12188965"/>
              <a:gd name="connsiteY7667" fmla="*/ 1515964 h 2053176"/>
              <a:gd name="connsiteX7668" fmla="*/ 7126205 w 12188965"/>
              <a:gd name="connsiteY7668" fmla="*/ 1490305 h 2053176"/>
              <a:gd name="connsiteX7669" fmla="*/ 7151863 w 12188965"/>
              <a:gd name="connsiteY7669" fmla="*/ 1464647 h 2053176"/>
              <a:gd name="connsiteX7670" fmla="*/ 7087658 w 12188965"/>
              <a:gd name="connsiteY7670" fmla="*/ 1464647 h 2053176"/>
              <a:gd name="connsiteX7671" fmla="*/ 7113317 w 12188965"/>
              <a:gd name="connsiteY7671" fmla="*/ 1490305 h 2053176"/>
              <a:gd name="connsiteX7672" fmla="*/ 7087658 w 12188965"/>
              <a:gd name="connsiteY7672" fmla="*/ 1515964 h 2053176"/>
              <a:gd name="connsiteX7673" fmla="*/ 7061998 w 12188965"/>
              <a:gd name="connsiteY7673" fmla="*/ 1490305 h 2053176"/>
              <a:gd name="connsiteX7674" fmla="*/ 7087658 w 12188965"/>
              <a:gd name="connsiteY7674" fmla="*/ 1464647 h 2053176"/>
              <a:gd name="connsiteX7675" fmla="*/ 6895043 w 12188965"/>
              <a:gd name="connsiteY7675" fmla="*/ 1464647 h 2053176"/>
              <a:gd name="connsiteX7676" fmla="*/ 6920701 w 12188965"/>
              <a:gd name="connsiteY7676" fmla="*/ 1490305 h 2053176"/>
              <a:gd name="connsiteX7677" fmla="*/ 6895043 w 12188965"/>
              <a:gd name="connsiteY7677" fmla="*/ 1515965 h 2053176"/>
              <a:gd name="connsiteX7678" fmla="*/ 6869382 w 12188965"/>
              <a:gd name="connsiteY7678" fmla="*/ 1490305 h 2053176"/>
              <a:gd name="connsiteX7679" fmla="*/ 6895043 w 12188965"/>
              <a:gd name="connsiteY7679" fmla="*/ 1464647 h 2053176"/>
              <a:gd name="connsiteX7680" fmla="*/ 6766631 w 12188965"/>
              <a:gd name="connsiteY7680" fmla="*/ 1464647 h 2053176"/>
              <a:gd name="connsiteX7681" fmla="*/ 6792290 w 12188965"/>
              <a:gd name="connsiteY7681" fmla="*/ 1490305 h 2053176"/>
              <a:gd name="connsiteX7682" fmla="*/ 6766631 w 12188965"/>
              <a:gd name="connsiteY7682" fmla="*/ 1515964 h 2053176"/>
              <a:gd name="connsiteX7683" fmla="*/ 6740973 w 12188965"/>
              <a:gd name="connsiteY7683" fmla="*/ 1490305 h 2053176"/>
              <a:gd name="connsiteX7684" fmla="*/ 6766631 w 12188965"/>
              <a:gd name="connsiteY7684" fmla="*/ 1464647 h 2053176"/>
              <a:gd name="connsiteX7685" fmla="*/ 6702427 w 12188965"/>
              <a:gd name="connsiteY7685" fmla="*/ 1464647 h 2053176"/>
              <a:gd name="connsiteX7686" fmla="*/ 6728085 w 12188965"/>
              <a:gd name="connsiteY7686" fmla="*/ 1490305 h 2053176"/>
              <a:gd name="connsiteX7687" fmla="*/ 6702427 w 12188965"/>
              <a:gd name="connsiteY7687" fmla="*/ 1515964 h 2053176"/>
              <a:gd name="connsiteX7688" fmla="*/ 6676766 w 12188965"/>
              <a:gd name="connsiteY7688" fmla="*/ 1490305 h 2053176"/>
              <a:gd name="connsiteX7689" fmla="*/ 6702427 w 12188965"/>
              <a:gd name="connsiteY7689" fmla="*/ 1464647 h 2053176"/>
              <a:gd name="connsiteX7690" fmla="*/ 6638220 w 12188965"/>
              <a:gd name="connsiteY7690" fmla="*/ 1464647 h 2053176"/>
              <a:gd name="connsiteX7691" fmla="*/ 6663881 w 12188965"/>
              <a:gd name="connsiteY7691" fmla="*/ 1490305 h 2053176"/>
              <a:gd name="connsiteX7692" fmla="*/ 6638220 w 12188965"/>
              <a:gd name="connsiteY7692" fmla="*/ 1515965 h 2053176"/>
              <a:gd name="connsiteX7693" fmla="*/ 6612562 w 12188965"/>
              <a:gd name="connsiteY7693" fmla="*/ 1490305 h 2053176"/>
              <a:gd name="connsiteX7694" fmla="*/ 6638220 w 12188965"/>
              <a:gd name="connsiteY7694" fmla="*/ 1464647 h 2053176"/>
              <a:gd name="connsiteX7695" fmla="*/ 6574016 w 12188965"/>
              <a:gd name="connsiteY7695" fmla="*/ 1464647 h 2053176"/>
              <a:gd name="connsiteX7696" fmla="*/ 6599674 w 12188965"/>
              <a:gd name="connsiteY7696" fmla="*/ 1490305 h 2053176"/>
              <a:gd name="connsiteX7697" fmla="*/ 6574016 w 12188965"/>
              <a:gd name="connsiteY7697" fmla="*/ 1515965 h 2053176"/>
              <a:gd name="connsiteX7698" fmla="*/ 6548357 w 12188965"/>
              <a:gd name="connsiteY7698" fmla="*/ 1490305 h 2053176"/>
              <a:gd name="connsiteX7699" fmla="*/ 6574016 w 12188965"/>
              <a:gd name="connsiteY7699" fmla="*/ 1464647 h 2053176"/>
              <a:gd name="connsiteX7700" fmla="*/ 6381282 w 12188965"/>
              <a:gd name="connsiteY7700" fmla="*/ 1464647 h 2053176"/>
              <a:gd name="connsiteX7701" fmla="*/ 6406943 w 12188965"/>
              <a:gd name="connsiteY7701" fmla="*/ 1490305 h 2053176"/>
              <a:gd name="connsiteX7702" fmla="*/ 6381282 w 12188965"/>
              <a:gd name="connsiteY7702" fmla="*/ 1515964 h 2053176"/>
              <a:gd name="connsiteX7703" fmla="*/ 6355624 w 12188965"/>
              <a:gd name="connsiteY7703" fmla="*/ 1490305 h 2053176"/>
              <a:gd name="connsiteX7704" fmla="*/ 6381282 w 12188965"/>
              <a:gd name="connsiteY7704" fmla="*/ 1464647 h 2053176"/>
              <a:gd name="connsiteX7705" fmla="*/ 6317078 w 12188965"/>
              <a:gd name="connsiteY7705" fmla="*/ 1464647 h 2053176"/>
              <a:gd name="connsiteX7706" fmla="*/ 6342736 w 12188965"/>
              <a:gd name="connsiteY7706" fmla="*/ 1490305 h 2053176"/>
              <a:gd name="connsiteX7707" fmla="*/ 6317078 w 12188965"/>
              <a:gd name="connsiteY7707" fmla="*/ 1515965 h 2053176"/>
              <a:gd name="connsiteX7708" fmla="*/ 6291420 w 12188965"/>
              <a:gd name="connsiteY7708" fmla="*/ 1490305 h 2053176"/>
              <a:gd name="connsiteX7709" fmla="*/ 6317078 w 12188965"/>
              <a:gd name="connsiteY7709" fmla="*/ 1464647 h 2053176"/>
              <a:gd name="connsiteX7710" fmla="*/ 6252873 w 12188965"/>
              <a:gd name="connsiteY7710" fmla="*/ 1464647 h 2053176"/>
              <a:gd name="connsiteX7711" fmla="*/ 6278532 w 12188965"/>
              <a:gd name="connsiteY7711" fmla="*/ 1490305 h 2053176"/>
              <a:gd name="connsiteX7712" fmla="*/ 6252873 w 12188965"/>
              <a:gd name="connsiteY7712" fmla="*/ 1515965 h 2053176"/>
              <a:gd name="connsiteX7713" fmla="*/ 6227213 w 12188965"/>
              <a:gd name="connsiteY7713" fmla="*/ 1490305 h 2053176"/>
              <a:gd name="connsiteX7714" fmla="*/ 6252873 w 12188965"/>
              <a:gd name="connsiteY7714" fmla="*/ 1464647 h 2053176"/>
              <a:gd name="connsiteX7715" fmla="*/ 6188666 w 12188965"/>
              <a:gd name="connsiteY7715" fmla="*/ 1464647 h 2053176"/>
              <a:gd name="connsiteX7716" fmla="*/ 6214327 w 12188965"/>
              <a:gd name="connsiteY7716" fmla="*/ 1490305 h 2053176"/>
              <a:gd name="connsiteX7717" fmla="*/ 6188666 w 12188965"/>
              <a:gd name="connsiteY7717" fmla="*/ 1515965 h 2053176"/>
              <a:gd name="connsiteX7718" fmla="*/ 6163008 w 12188965"/>
              <a:gd name="connsiteY7718" fmla="*/ 1490305 h 2053176"/>
              <a:gd name="connsiteX7719" fmla="*/ 6188666 w 12188965"/>
              <a:gd name="connsiteY7719" fmla="*/ 1464647 h 2053176"/>
              <a:gd name="connsiteX7720" fmla="*/ 6124462 w 12188965"/>
              <a:gd name="connsiteY7720" fmla="*/ 1464647 h 2053176"/>
              <a:gd name="connsiteX7721" fmla="*/ 6150123 w 12188965"/>
              <a:gd name="connsiteY7721" fmla="*/ 1490305 h 2053176"/>
              <a:gd name="connsiteX7722" fmla="*/ 6124462 w 12188965"/>
              <a:gd name="connsiteY7722" fmla="*/ 1515965 h 2053176"/>
              <a:gd name="connsiteX7723" fmla="*/ 6098804 w 12188965"/>
              <a:gd name="connsiteY7723" fmla="*/ 1490305 h 2053176"/>
              <a:gd name="connsiteX7724" fmla="*/ 6124462 w 12188965"/>
              <a:gd name="connsiteY7724" fmla="*/ 1464647 h 2053176"/>
              <a:gd name="connsiteX7725" fmla="*/ 6064505 w 12188965"/>
              <a:gd name="connsiteY7725" fmla="*/ 1464647 h 2053176"/>
              <a:gd name="connsiteX7726" fmla="*/ 6090163 w 12188965"/>
              <a:gd name="connsiteY7726" fmla="*/ 1490305 h 2053176"/>
              <a:gd name="connsiteX7727" fmla="*/ 6064505 w 12188965"/>
              <a:gd name="connsiteY7727" fmla="*/ 1515965 h 2053176"/>
              <a:gd name="connsiteX7728" fmla="*/ 6038844 w 12188965"/>
              <a:gd name="connsiteY7728" fmla="*/ 1490305 h 2053176"/>
              <a:gd name="connsiteX7729" fmla="*/ 6064505 w 12188965"/>
              <a:gd name="connsiteY7729" fmla="*/ 1464647 h 2053176"/>
              <a:gd name="connsiteX7730" fmla="*/ 6000298 w 12188965"/>
              <a:gd name="connsiteY7730" fmla="*/ 1464647 h 2053176"/>
              <a:gd name="connsiteX7731" fmla="*/ 6025956 w 12188965"/>
              <a:gd name="connsiteY7731" fmla="*/ 1490305 h 2053176"/>
              <a:gd name="connsiteX7732" fmla="*/ 6000298 w 12188965"/>
              <a:gd name="connsiteY7732" fmla="*/ 1515965 h 2053176"/>
              <a:gd name="connsiteX7733" fmla="*/ 5974639 w 12188965"/>
              <a:gd name="connsiteY7733" fmla="*/ 1490305 h 2053176"/>
              <a:gd name="connsiteX7734" fmla="*/ 6000298 w 12188965"/>
              <a:gd name="connsiteY7734" fmla="*/ 1464647 h 2053176"/>
              <a:gd name="connsiteX7735" fmla="*/ 5936092 w 12188965"/>
              <a:gd name="connsiteY7735" fmla="*/ 1464647 h 2053176"/>
              <a:gd name="connsiteX7736" fmla="*/ 5961751 w 12188965"/>
              <a:gd name="connsiteY7736" fmla="*/ 1490305 h 2053176"/>
              <a:gd name="connsiteX7737" fmla="*/ 5936092 w 12188965"/>
              <a:gd name="connsiteY7737" fmla="*/ 1515965 h 2053176"/>
              <a:gd name="connsiteX7738" fmla="*/ 5910435 w 12188965"/>
              <a:gd name="connsiteY7738" fmla="*/ 1490305 h 2053176"/>
              <a:gd name="connsiteX7739" fmla="*/ 5936092 w 12188965"/>
              <a:gd name="connsiteY7739" fmla="*/ 1464647 h 2053176"/>
              <a:gd name="connsiteX7740" fmla="*/ 5743477 w 12188965"/>
              <a:gd name="connsiteY7740" fmla="*/ 1464647 h 2053176"/>
              <a:gd name="connsiteX7741" fmla="*/ 5769136 w 12188965"/>
              <a:gd name="connsiteY7741" fmla="*/ 1490305 h 2053176"/>
              <a:gd name="connsiteX7742" fmla="*/ 5743477 w 12188965"/>
              <a:gd name="connsiteY7742" fmla="*/ 1515964 h 2053176"/>
              <a:gd name="connsiteX7743" fmla="*/ 5717818 w 12188965"/>
              <a:gd name="connsiteY7743" fmla="*/ 1490305 h 2053176"/>
              <a:gd name="connsiteX7744" fmla="*/ 5743477 w 12188965"/>
              <a:gd name="connsiteY7744" fmla="*/ 1464647 h 2053176"/>
              <a:gd name="connsiteX7745" fmla="*/ 5679272 w 12188965"/>
              <a:gd name="connsiteY7745" fmla="*/ 1464647 h 2053176"/>
              <a:gd name="connsiteX7746" fmla="*/ 5704930 w 12188965"/>
              <a:gd name="connsiteY7746" fmla="*/ 1490305 h 2053176"/>
              <a:gd name="connsiteX7747" fmla="*/ 5679272 w 12188965"/>
              <a:gd name="connsiteY7747" fmla="*/ 1515965 h 2053176"/>
              <a:gd name="connsiteX7748" fmla="*/ 5653614 w 12188965"/>
              <a:gd name="connsiteY7748" fmla="*/ 1490305 h 2053176"/>
              <a:gd name="connsiteX7749" fmla="*/ 5679272 w 12188965"/>
              <a:gd name="connsiteY7749" fmla="*/ 1464647 h 2053176"/>
              <a:gd name="connsiteX7750" fmla="*/ 5615066 w 12188965"/>
              <a:gd name="connsiteY7750" fmla="*/ 1464647 h 2053176"/>
              <a:gd name="connsiteX7751" fmla="*/ 5640726 w 12188965"/>
              <a:gd name="connsiteY7751" fmla="*/ 1490305 h 2053176"/>
              <a:gd name="connsiteX7752" fmla="*/ 5615066 w 12188965"/>
              <a:gd name="connsiteY7752" fmla="*/ 1515965 h 2053176"/>
              <a:gd name="connsiteX7753" fmla="*/ 5589407 w 12188965"/>
              <a:gd name="connsiteY7753" fmla="*/ 1490305 h 2053176"/>
              <a:gd name="connsiteX7754" fmla="*/ 5615066 w 12188965"/>
              <a:gd name="connsiteY7754" fmla="*/ 1464647 h 2053176"/>
              <a:gd name="connsiteX7755" fmla="*/ 5550862 w 12188965"/>
              <a:gd name="connsiteY7755" fmla="*/ 1464647 h 2053176"/>
              <a:gd name="connsiteX7756" fmla="*/ 5576520 w 12188965"/>
              <a:gd name="connsiteY7756" fmla="*/ 1490305 h 2053176"/>
              <a:gd name="connsiteX7757" fmla="*/ 5550862 w 12188965"/>
              <a:gd name="connsiteY7757" fmla="*/ 1515965 h 2053176"/>
              <a:gd name="connsiteX7758" fmla="*/ 5525203 w 12188965"/>
              <a:gd name="connsiteY7758" fmla="*/ 1490305 h 2053176"/>
              <a:gd name="connsiteX7759" fmla="*/ 5550862 w 12188965"/>
              <a:gd name="connsiteY7759" fmla="*/ 1464647 h 2053176"/>
              <a:gd name="connsiteX7760" fmla="*/ 5486655 w 12188965"/>
              <a:gd name="connsiteY7760" fmla="*/ 1464647 h 2053176"/>
              <a:gd name="connsiteX7761" fmla="*/ 5512316 w 12188965"/>
              <a:gd name="connsiteY7761" fmla="*/ 1490305 h 2053176"/>
              <a:gd name="connsiteX7762" fmla="*/ 5486655 w 12188965"/>
              <a:gd name="connsiteY7762" fmla="*/ 1515965 h 2053176"/>
              <a:gd name="connsiteX7763" fmla="*/ 5460997 w 12188965"/>
              <a:gd name="connsiteY7763" fmla="*/ 1490305 h 2053176"/>
              <a:gd name="connsiteX7764" fmla="*/ 5486655 w 12188965"/>
              <a:gd name="connsiteY7764" fmla="*/ 1464647 h 2053176"/>
              <a:gd name="connsiteX7765" fmla="*/ 5422451 w 12188965"/>
              <a:gd name="connsiteY7765" fmla="*/ 1464647 h 2053176"/>
              <a:gd name="connsiteX7766" fmla="*/ 5448109 w 12188965"/>
              <a:gd name="connsiteY7766" fmla="*/ 1490305 h 2053176"/>
              <a:gd name="connsiteX7767" fmla="*/ 5422451 w 12188965"/>
              <a:gd name="connsiteY7767" fmla="*/ 1515964 h 2053176"/>
              <a:gd name="connsiteX7768" fmla="*/ 5396791 w 12188965"/>
              <a:gd name="connsiteY7768" fmla="*/ 1490305 h 2053176"/>
              <a:gd name="connsiteX7769" fmla="*/ 5422451 w 12188965"/>
              <a:gd name="connsiteY7769" fmla="*/ 1464647 h 2053176"/>
              <a:gd name="connsiteX7770" fmla="*/ 5358245 w 12188965"/>
              <a:gd name="connsiteY7770" fmla="*/ 1464647 h 2053176"/>
              <a:gd name="connsiteX7771" fmla="*/ 5383904 w 12188965"/>
              <a:gd name="connsiteY7771" fmla="*/ 1490305 h 2053176"/>
              <a:gd name="connsiteX7772" fmla="*/ 5358245 w 12188965"/>
              <a:gd name="connsiteY7772" fmla="*/ 1515964 h 2053176"/>
              <a:gd name="connsiteX7773" fmla="*/ 5332587 w 12188965"/>
              <a:gd name="connsiteY7773" fmla="*/ 1490305 h 2053176"/>
              <a:gd name="connsiteX7774" fmla="*/ 5358245 w 12188965"/>
              <a:gd name="connsiteY7774" fmla="*/ 1464647 h 2053176"/>
              <a:gd name="connsiteX7775" fmla="*/ 5229719 w 12188965"/>
              <a:gd name="connsiteY7775" fmla="*/ 1464647 h 2053176"/>
              <a:gd name="connsiteX7776" fmla="*/ 5255377 w 12188965"/>
              <a:gd name="connsiteY7776" fmla="*/ 1490305 h 2053176"/>
              <a:gd name="connsiteX7777" fmla="*/ 5229719 w 12188965"/>
              <a:gd name="connsiteY7777" fmla="*/ 1515965 h 2053176"/>
              <a:gd name="connsiteX7778" fmla="*/ 5204058 w 12188965"/>
              <a:gd name="connsiteY7778" fmla="*/ 1490305 h 2053176"/>
              <a:gd name="connsiteX7779" fmla="*/ 5229719 w 12188965"/>
              <a:gd name="connsiteY7779" fmla="*/ 1464647 h 2053176"/>
              <a:gd name="connsiteX7780" fmla="*/ 5101309 w 12188965"/>
              <a:gd name="connsiteY7780" fmla="*/ 1464647 h 2053176"/>
              <a:gd name="connsiteX7781" fmla="*/ 5126967 w 12188965"/>
              <a:gd name="connsiteY7781" fmla="*/ 1490305 h 2053176"/>
              <a:gd name="connsiteX7782" fmla="*/ 5101309 w 12188965"/>
              <a:gd name="connsiteY7782" fmla="*/ 1515965 h 2053176"/>
              <a:gd name="connsiteX7783" fmla="*/ 5075649 w 12188965"/>
              <a:gd name="connsiteY7783" fmla="*/ 1490305 h 2053176"/>
              <a:gd name="connsiteX7784" fmla="*/ 5101309 w 12188965"/>
              <a:gd name="connsiteY7784" fmla="*/ 1464647 h 2053176"/>
              <a:gd name="connsiteX7785" fmla="*/ 5037104 w 12188965"/>
              <a:gd name="connsiteY7785" fmla="*/ 1464647 h 2053176"/>
              <a:gd name="connsiteX7786" fmla="*/ 5062762 w 12188965"/>
              <a:gd name="connsiteY7786" fmla="*/ 1490305 h 2053176"/>
              <a:gd name="connsiteX7787" fmla="*/ 5037104 w 12188965"/>
              <a:gd name="connsiteY7787" fmla="*/ 1515964 h 2053176"/>
              <a:gd name="connsiteX7788" fmla="*/ 5011444 w 12188965"/>
              <a:gd name="connsiteY7788" fmla="*/ 1490305 h 2053176"/>
              <a:gd name="connsiteX7789" fmla="*/ 5037104 w 12188965"/>
              <a:gd name="connsiteY7789" fmla="*/ 1464647 h 2053176"/>
              <a:gd name="connsiteX7790" fmla="*/ 4972896 w 12188965"/>
              <a:gd name="connsiteY7790" fmla="*/ 1464647 h 2053176"/>
              <a:gd name="connsiteX7791" fmla="*/ 4998557 w 12188965"/>
              <a:gd name="connsiteY7791" fmla="*/ 1490305 h 2053176"/>
              <a:gd name="connsiteX7792" fmla="*/ 4972896 w 12188965"/>
              <a:gd name="connsiteY7792" fmla="*/ 1515965 h 2053176"/>
              <a:gd name="connsiteX7793" fmla="*/ 4947240 w 12188965"/>
              <a:gd name="connsiteY7793" fmla="*/ 1490305 h 2053176"/>
              <a:gd name="connsiteX7794" fmla="*/ 4972896 w 12188965"/>
              <a:gd name="connsiteY7794" fmla="*/ 1464647 h 2053176"/>
              <a:gd name="connsiteX7795" fmla="*/ 4908693 w 12188965"/>
              <a:gd name="connsiteY7795" fmla="*/ 1464647 h 2053176"/>
              <a:gd name="connsiteX7796" fmla="*/ 4934352 w 12188965"/>
              <a:gd name="connsiteY7796" fmla="*/ 1490305 h 2053176"/>
              <a:gd name="connsiteX7797" fmla="*/ 4908693 w 12188965"/>
              <a:gd name="connsiteY7797" fmla="*/ 1515965 h 2053176"/>
              <a:gd name="connsiteX7798" fmla="*/ 4883033 w 12188965"/>
              <a:gd name="connsiteY7798" fmla="*/ 1490305 h 2053176"/>
              <a:gd name="connsiteX7799" fmla="*/ 4908693 w 12188965"/>
              <a:gd name="connsiteY7799" fmla="*/ 1464647 h 2053176"/>
              <a:gd name="connsiteX7800" fmla="*/ 4844487 w 12188965"/>
              <a:gd name="connsiteY7800" fmla="*/ 1464647 h 2053176"/>
              <a:gd name="connsiteX7801" fmla="*/ 4870146 w 12188965"/>
              <a:gd name="connsiteY7801" fmla="*/ 1490305 h 2053176"/>
              <a:gd name="connsiteX7802" fmla="*/ 4844487 w 12188965"/>
              <a:gd name="connsiteY7802" fmla="*/ 1515965 h 2053176"/>
              <a:gd name="connsiteX7803" fmla="*/ 4818828 w 12188965"/>
              <a:gd name="connsiteY7803" fmla="*/ 1490305 h 2053176"/>
              <a:gd name="connsiteX7804" fmla="*/ 4844487 w 12188965"/>
              <a:gd name="connsiteY7804" fmla="*/ 1464647 h 2053176"/>
              <a:gd name="connsiteX7805" fmla="*/ 4780282 w 12188965"/>
              <a:gd name="connsiteY7805" fmla="*/ 1464647 h 2053176"/>
              <a:gd name="connsiteX7806" fmla="*/ 4805941 w 12188965"/>
              <a:gd name="connsiteY7806" fmla="*/ 1490305 h 2053176"/>
              <a:gd name="connsiteX7807" fmla="*/ 4780282 w 12188965"/>
              <a:gd name="connsiteY7807" fmla="*/ 1515965 h 2053176"/>
              <a:gd name="connsiteX7808" fmla="*/ 4754622 w 12188965"/>
              <a:gd name="connsiteY7808" fmla="*/ 1490305 h 2053176"/>
              <a:gd name="connsiteX7809" fmla="*/ 4780282 w 12188965"/>
              <a:gd name="connsiteY7809" fmla="*/ 1464647 h 2053176"/>
              <a:gd name="connsiteX7810" fmla="*/ 4651872 w 12188965"/>
              <a:gd name="connsiteY7810" fmla="*/ 1464647 h 2053176"/>
              <a:gd name="connsiteX7811" fmla="*/ 4677531 w 12188965"/>
              <a:gd name="connsiteY7811" fmla="*/ 1490305 h 2053176"/>
              <a:gd name="connsiteX7812" fmla="*/ 4651872 w 12188965"/>
              <a:gd name="connsiteY7812" fmla="*/ 1515964 h 2053176"/>
              <a:gd name="connsiteX7813" fmla="*/ 4626213 w 12188965"/>
              <a:gd name="connsiteY7813" fmla="*/ 1490305 h 2053176"/>
              <a:gd name="connsiteX7814" fmla="*/ 4651872 w 12188965"/>
              <a:gd name="connsiteY7814" fmla="*/ 1464647 h 2053176"/>
              <a:gd name="connsiteX7815" fmla="*/ 4587666 w 12188965"/>
              <a:gd name="connsiteY7815" fmla="*/ 1464647 h 2053176"/>
              <a:gd name="connsiteX7816" fmla="*/ 4613324 w 12188965"/>
              <a:gd name="connsiteY7816" fmla="*/ 1490305 h 2053176"/>
              <a:gd name="connsiteX7817" fmla="*/ 4587666 w 12188965"/>
              <a:gd name="connsiteY7817" fmla="*/ 1515965 h 2053176"/>
              <a:gd name="connsiteX7818" fmla="*/ 4562007 w 12188965"/>
              <a:gd name="connsiteY7818" fmla="*/ 1490305 h 2053176"/>
              <a:gd name="connsiteX7819" fmla="*/ 4587666 w 12188965"/>
              <a:gd name="connsiteY7819" fmla="*/ 1464647 h 2053176"/>
              <a:gd name="connsiteX7820" fmla="*/ 4523461 w 12188965"/>
              <a:gd name="connsiteY7820" fmla="*/ 1464647 h 2053176"/>
              <a:gd name="connsiteX7821" fmla="*/ 4549121 w 12188965"/>
              <a:gd name="connsiteY7821" fmla="*/ 1490305 h 2053176"/>
              <a:gd name="connsiteX7822" fmla="*/ 4523461 w 12188965"/>
              <a:gd name="connsiteY7822" fmla="*/ 1515965 h 2053176"/>
              <a:gd name="connsiteX7823" fmla="*/ 4497802 w 12188965"/>
              <a:gd name="connsiteY7823" fmla="*/ 1490305 h 2053176"/>
              <a:gd name="connsiteX7824" fmla="*/ 4523461 w 12188965"/>
              <a:gd name="connsiteY7824" fmla="*/ 1464647 h 2053176"/>
              <a:gd name="connsiteX7825" fmla="*/ 4395050 w 12188965"/>
              <a:gd name="connsiteY7825" fmla="*/ 1464647 h 2053176"/>
              <a:gd name="connsiteX7826" fmla="*/ 4420710 w 12188965"/>
              <a:gd name="connsiteY7826" fmla="*/ 1490305 h 2053176"/>
              <a:gd name="connsiteX7827" fmla="*/ 4395050 w 12188965"/>
              <a:gd name="connsiteY7827" fmla="*/ 1515965 h 2053176"/>
              <a:gd name="connsiteX7828" fmla="*/ 4369391 w 12188965"/>
              <a:gd name="connsiteY7828" fmla="*/ 1490305 h 2053176"/>
              <a:gd name="connsiteX7829" fmla="*/ 4395050 w 12188965"/>
              <a:gd name="connsiteY7829" fmla="*/ 1464647 h 2053176"/>
              <a:gd name="connsiteX7830" fmla="*/ 4202435 w 12188965"/>
              <a:gd name="connsiteY7830" fmla="*/ 1464647 h 2053176"/>
              <a:gd name="connsiteX7831" fmla="*/ 4228093 w 12188965"/>
              <a:gd name="connsiteY7831" fmla="*/ 1490305 h 2053176"/>
              <a:gd name="connsiteX7832" fmla="*/ 4202435 w 12188965"/>
              <a:gd name="connsiteY7832" fmla="*/ 1515965 h 2053176"/>
              <a:gd name="connsiteX7833" fmla="*/ 4176776 w 12188965"/>
              <a:gd name="connsiteY7833" fmla="*/ 1490305 h 2053176"/>
              <a:gd name="connsiteX7834" fmla="*/ 4202435 w 12188965"/>
              <a:gd name="connsiteY7834" fmla="*/ 1464647 h 2053176"/>
              <a:gd name="connsiteX7835" fmla="*/ 4009702 w 12188965"/>
              <a:gd name="connsiteY7835" fmla="*/ 1464647 h 2053176"/>
              <a:gd name="connsiteX7836" fmla="*/ 4035362 w 12188965"/>
              <a:gd name="connsiteY7836" fmla="*/ 1490305 h 2053176"/>
              <a:gd name="connsiteX7837" fmla="*/ 4009702 w 12188965"/>
              <a:gd name="connsiteY7837" fmla="*/ 1515965 h 2053176"/>
              <a:gd name="connsiteX7838" fmla="*/ 3984043 w 12188965"/>
              <a:gd name="connsiteY7838" fmla="*/ 1490305 h 2053176"/>
              <a:gd name="connsiteX7839" fmla="*/ 4009702 w 12188965"/>
              <a:gd name="connsiteY7839" fmla="*/ 1464647 h 2053176"/>
              <a:gd name="connsiteX7840" fmla="*/ 3881291 w 12188965"/>
              <a:gd name="connsiteY7840" fmla="*/ 1464647 h 2053176"/>
              <a:gd name="connsiteX7841" fmla="*/ 3906950 w 12188965"/>
              <a:gd name="connsiteY7841" fmla="*/ 1490305 h 2053176"/>
              <a:gd name="connsiteX7842" fmla="*/ 3881291 w 12188965"/>
              <a:gd name="connsiteY7842" fmla="*/ 1515965 h 2053176"/>
              <a:gd name="connsiteX7843" fmla="*/ 3855633 w 12188965"/>
              <a:gd name="connsiteY7843" fmla="*/ 1490305 h 2053176"/>
              <a:gd name="connsiteX7844" fmla="*/ 3881291 w 12188965"/>
              <a:gd name="connsiteY7844" fmla="*/ 1464647 h 2053176"/>
              <a:gd name="connsiteX7845" fmla="*/ 3817085 w 12188965"/>
              <a:gd name="connsiteY7845" fmla="*/ 1464647 h 2053176"/>
              <a:gd name="connsiteX7846" fmla="*/ 3842745 w 12188965"/>
              <a:gd name="connsiteY7846" fmla="*/ 1490305 h 2053176"/>
              <a:gd name="connsiteX7847" fmla="*/ 3817085 w 12188965"/>
              <a:gd name="connsiteY7847" fmla="*/ 1515965 h 2053176"/>
              <a:gd name="connsiteX7848" fmla="*/ 3791427 w 12188965"/>
              <a:gd name="connsiteY7848" fmla="*/ 1490305 h 2053176"/>
              <a:gd name="connsiteX7849" fmla="*/ 3817085 w 12188965"/>
              <a:gd name="connsiteY7849" fmla="*/ 1464647 h 2053176"/>
              <a:gd name="connsiteX7850" fmla="*/ 3752882 w 12188965"/>
              <a:gd name="connsiteY7850" fmla="*/ 1464647 h 2053176"/>
              <a:gd name="connsiteX7851" fmla="*/ 3778539 w 12188965"/>
              <a:gd name="connsiteY7851" fmla="*/ 1490305 h 2053176"/>
              <a:gd name="connsiteX7852" fmla="*/ 3752882 w 12188965"/>
              <a:gd name="connsiteY7852" fmla="*/ 1515965 h 2053176"/>
              <a:gd name="connsiteX7853" fmla="*/ 3727221 w 12188965"/>
              <a:gd name="connsiteY7853" fmla="*/ 1490305 h 2053176"/>
              <a:gd name="connsiteX7854" fmla="*/ 3752882 w 12188965"/>
              <a:gd name="connsiteY7854" fmla="*/ 1464647 h 2053176"/>
              <a:gd name="connsiteX7855" fmla="*/ 3688674 w 12188965"/>
              <a:gd name="connsiteY7855" fmla="*/ 1464647 h 2053176"/>
              <a:gd name="connsiteX7856" fmla="*/ 3714335 w 12188965"/>
              <a:gd name="connsiteY7856" fmla="*/ 1490305 h 2053176"/>
              <a:gd name="connsiteX7857" fmla="*/ 3688674 w 12188965"/>
              <a:gd name="connsiteY7857" fmla="*/ 1515965 h 2053176"/>
              <a:gd name="connsiteX7858" fmla="*/ 3663017 w 12188965"/>
              <a:gd name="connsiteY7858" fmla="*/ 1490305 h 2053176"/>
              <a:gd name="connsiteX7859" fmla="*/ 3688674 w 12188965"/>
              <a:gd name="connsiteY7859" fmla="*/ 1464647 h 2053176"/>
              <a:gd name="connsiteX7860" fmla="*/ 3624472 w 12188965"/>
              <a:gd name="connsiteY7860" fmla="*/ 1464647 h 2053176"/>
              <a:gd name="connsiteX7861" fmla="*/ 3650129 w 12188965"/>
              <a:gd name="connsiteY7861" fmla="*/ 1490305 h 2053176"/>
              <a:gd name="connsiteX7862" fmla="*/ 3624472 w 12188965"/>
              <a:gd name="connsiteY7862" fmla="*/ 1515964 h 2053176"/>
              <a:gd name="connsiteX7863" fmla="*/ 3598810 w 12188965"/>
              <a:gd name="connsiteY7863" fmla="*/ 1490305 h 2053176"/>
              <a:gd name="connsiteX7864" fmla="*/ 3624472 w 12188965"/>
              <a:gd name="connsiteY7864" fmla="*/ 1464647 h 2053176"/>
              <a:gd name="connsiteX7865" fmla="*/ 3431855 w 12188965"/>
              <a:gd name="connsiteY7865" fmla="*/ 1464647 h 2053176"/>
              <a:gd name="connsiteX7866" fmla="*/ 3457512 w 12188965"/>
              <a:gd name="connsiteY7866" fmla="*/ 1490305 h 2053176"/>
              <a:gd name="connsiteX7867" fmla="*/ 3431855 w 12188965"/>
              <a:gd name="connsiteY7867" fmla="*/ 1515965 h 2053176"/>
              <a:gd name="connsiteX7868" fmla="*/ 3406196 w 12188965"/>
              <a:gd name="connsiteY7868" fmla="*/ 1490305 h 2053176"/>
              <a:gd name="connsiteX7869" fmla="*/ 3431855 w 12188965"/>
              <a:gd name="connsiteY7869" fmla="*/ 1464647 h 2053176"/>
              <a:gd name="connsiteX7870" fmla="*/ 3367649 w 12188965"/>
              <a:gd name="connsiteY7870" fmla="*/ 1464647 h 2053176"/>
              <a:gd name="connsiteX7871" fmla="*/ 3393308 w 12188965"/>
              <a:gd name="connsiteY7871" fmla="*/ 1490305 h 2053176"/>
              <a:gd name="connsiteX7872" fmla="*/ 3367649 w 12188965"/>
              <a:gd name="connsiteY7872" fmla="*/ 1515965 h 2053176"/>
              <a:gd name="connsiteX7873" fmla="*/ 3341990 w 12188965"/>
              <a:gd name="connsiteY7873" fmla="*/ 1490305 h 2053176"/>
              <a:gd name="connsiteX7874" fmla="*/ 3367649 w 12188965"/>
              <a:gd name="connsiteY7874" fmla="*/ 1464647 h 2053176"/>
              <a:gd name="connsiteX7875" fmla="*/ 3303444 w 12188965"/>
              <a:gd name="connsiteY7875" fmla="*/ 1464647 h 2053176"/>
              <a:gd name="connsiteX7876" fmla="*/ 3329102 w 12188965"/>
              <a:gd name="connsiteY7876" fmla="*/ 1490305 h 2053176"/>
              <a:gd name="connsiteX7877" fmla="*/ 3303444 w 12188965"/>
              <a:gd name="connsiteY7877" fmla="*/ 1515965 h 2053176"/>
              <a:gd name="connsiteX7878" fmla="*/ 3277785 w 12188965"/>
              <a:gd name="connsiteY7878" fmla="*/ 1490305 h 2053176"/>
              <a:gd name="connsiteX7879" fmla="*/ 3303444 w 12188965"/>
              <a:gd name="connsiteY7879" fmla="*/ 1464647 h 2053176"/>
              <a:gd name="connsiteX7880" fmla="*/ 3239238 w 12188965"/>
              <a:gd name="connsiteY7880" fmla="*/ 1464647 h 2053176"/>
              <a:gd name="connsiteX7881" fmla="*/ 3264898 w 12188965"/>
              <a:gd name="connsiteY7881" fmla="*/ 1490305 h 2053176"/>
              <a:gd name="connsiteX7882" fmla="*/ 3239238 w 12188965"/>
              <a:gd name="connsiteY7882" fmla="*/ 1515964 h 2053176"/>
              <a:gd name="connsiteX7883" fmla="*/ 3213580 w 12188965"/>
              <a:gd name="connsiteY7883" fmla="*/ 1490305 h 2053176"/>
              <a:gd name="connsiteX7884" fmla="*/ 3239238 w 12188965"/>
              <a:gd name="connsiteY7884" fmla="*/ 1464647 h 2053176"/>
              <a:gd name="connsiteX7885" fmla="*/ 3110828 w 12188965"/>
              <a:gd name="connsiteY7885" fmla="*/ 1464647 h 2053176"/>
              <a:gd name="connsiteX7886" fmla="*/ 3136487 w 12188965"/>
              <a:gd name="connsiteY7886" fmla="*/ 1490305 h 2053176"/>
              <a:gd name="connsiteX7887" fmla="*/ 3110828 w 12188965"/>
              <a:gd name="connsiteY7887" fmla="*/ 1515965 h 2053176"/>
              <a:gd name="connsiteX7888" fmla="*/ 3085170 w 12188965"/>
              <a:gd name="connsiteY7888" fmla="*/ 1490305 h 2053176"/>
              <a:gd name="connsiteX7889" fmla="*/ 3110828 w 12188965"/>
              <a:gd name="connsiteY7889" fmla="*/ 1464647 h 2053176"/>
              <a:gd name="connsiteX7890" fmla="*/ 3046623 w 12188965"/>
              <a:gd name="connsiteY7890" fmla="*/ 1464647 h 2053176"/>
              <a:gd name="connsiteX7891" fmla="*/ 3072282 w 12188965"/>
              <a:gd name="connsiteY7891" fmla="*/ 1490305 h 2053176"/>
              <a:gd name="connsiteX7892" fmla="*/ 3046623 w 12188965"/>
              <a:gd name="connsiteY7892" fmla="*/ 1515965 h 2053176"/>
              <a:gd name="connsiteX7893" fmla="*/ 3020964 w 12188965"/>
              <a:gd name="connsiteY7893" fmla="*/ 1490305 h 2053176"/>
              <a:gd name="connsiteX7894" fmla="*/ 3046623 w 12188965"/>
              <a:gd name="connsiteY7894" fmla="*/ 1464647 h 2053176"/>
              <a:gd name="connsiteX7895" fmla="*/ 2982301 w 12188965"/>
              <a:gd name="connsiteY7895" fmla="*/ 1464647 h 2053176"/>
              <a:gd name="connsiteX7896" fmla="*/ 3007960 w 12188965"/>
              <a:gd name="connsiteY7896" fmla="*/ 1490305 h 2053176"/>
              <a:gd name="connsiteX7897" fmla="*/ 2982301 w 12188965"/>
              <a:gd name="connsiteY7897" fmla="*/ 1515965 h 2053176"/>
              <a:gd name="connsiteX7898" fmla="*/ 2956642 w 12188965"/>
              <a:gd name="connsiteY7898" fmla="*/ 1490305 h 2053176"/>
              <a:gd name="connsiteX7899" fmla="*/ 2982301 w 12188965"/>
              <a:gd name="connsiteY7899" fmla="*/ 1464647 h 2053176"/>
              <a:gd name="connsiteX7900" fmla="*/ 2853890 w 12188965"/>
              <a:gd name="connsiteY7900" fmla="*/ 1464647 h 2053176"/>
              <a:gd name="connsiteX7901" fmla="*/ 2879550 w 12188965"/>
              <a:gd name="connsiteY7901" fmla="*/ 1490305 h 2053176"/>
              <a:gd name="connsiteX7902" fmla="*/ 2853890 w 12188965"/>
              <a:gd name="connsiteY7902" fmla="*/ 1515964 h 2053176"/>
              <a:gd name="connsiteX7903" fmla="*/ 2828231 w 12188965"/>
              <a:gd name="connsiteY7903" fmla="*/ 1490305 h 2053176"/>
              <a:gd name="connsiteX7904" fmla="*/ 2853890 w 12188965"/>
              <a:gd name="connsiteY7904" fmla="*/ 1464647 h 2053176"/>
              <a:gd name="connsiteX7905" fmla="*/ 2789686 w 12188965"/>
              <a:gd name="connsiteY7905" fmla="*/ 1464647 h 2053176"/>
              <a:gd name="connsiteX7906" fmla="*/ 2815344 w 12188965"/>
              <a:gd name="connsiteY7906" fmla="*/ 1490305 h 2053176"/>
              <a:gd name="connsiteX7907" fmla="*/ 2789686 w 12188965"/>
              <a:gd name="connsiteY7907" fmla="*/ 1515965 h 2053176"/>
              <a:gd name="connsiteX7908" fmla="*/ 2764027 w 12188965"/>
              <a:gd name="connsiteY7908" fmla="*/ 1490305 h 2053176"/>
              <a:gd name="connsiteX7909" fmla="*/ 2789686 w 12188965"/>
              <a:gd name="connsiteY7909" fmla="*/ 1464647 h 2053176"/>
              <a:gd name="connsiteX7910" fmla="*/ 2597069 w 12188965"/>
              <a:gd name="connsiteY7910" fmla="*/ 1464647 h 2053176"/>
              <a:gd name="connsiteX7911" fmla="*/ 2622729 w 12188965"/>
              <a:gd name="connsiteY7911" fmla="*/ 1490305 h 2053176"/>
              <a:gd name="connsiteX7912" fmla="*/ 2597069 w 12188965"/>
              <a:gd name="connsiteY7912" fmla="*/ 1515965 h 2053176"/>
              <a:gd name="connsiteX7913" fmla="*/ 2571410 w 12188965"/>
              <a:gd name="connsiteY7913" fmla="*/ 1490305 h 2053176"/>
              <a:gd name="connsiteX7914" fmla="*/ 2597069 w 12188965"/>
              <a:gd name="connsiteY7914" fmla="*/ 1464647 h 2053176"/>
              <a:gd name="connsiteX7915" fmla="*/ 2532865 w 12188965"/>
              <a:gd name="connsiteY7915" fmla="*/ 1464647 h 2053176"/>
              <a:gd name="connsiteX7916" fmla="*/ 2558523 w 12188965"/>
              <a:gd name="connsiteY7916" fmla="*/ 1490305 h 2053176"/>
              <a:gd name="connsiteX7917" fmla="*/ 2532865 w 12188965"/>
              <a:gd name="connsiteY7917" fmla="*/ 1515964 h 2053176"/>
              <a:gd name="connsiteX7918" fmla="*/ 2507205 w 12188965"/>
              <a:gd name="connsiteY7918" fmla="*/ 1490305 h 2053176"/>
              <a:gd name="connsiteX7919" fmla="*/ 2532865 w 12188965"/>
              <a:gd name="connsiteY7919" fmla="*/ 1464647 h 2053176"/>
              <a:gd name="connsiteX7920" fmla="*/ 2404454 w 12188965"/>
              <a:gd name="connsiteY7920" fmla="*/ 1464647 h 2053176"/>
              <a:gd name="connsiteX7921" fmla="*/ 2430112 w 12188965"/>
              <a:gd name="connsiteY7921" fmla="*/ 1490305 h 2053176"/>
              <a:gd name="connsiteX7922" fmla="*/ 2404454 w 12188965"/>
              <a:gd name="connsiteY7922" fmla="*/ 1515965 h 2053176"/>
              <a:gd name="connsiteX7923" fmla="*/ 2378795 w 12188965"/>
              <a:gd name="connsiteY7923" fmla="*/ 1490305 h 2053176"/>
              <a:gd name="connsiteX7924" fmla="*/ 2404454 w 12188965"/>
              <a:gd name="connsiteY7924" fmla="*/ 1464647 h 2053176"/>
              <a:gd name="connsiteX7925" fmla="*/ 2340249 w 12188965"/>
              <a:gd name="connsiteY7925" fmla="*/ 1464647 h 2053176"/>
              <a:gd name="connsiteX7926" fmla="*/ 2365908 w 12188965"/>
              <a:gd name="connsiteY7926" fmla="*/ 1490305 h 2053176"/>
              <a:gd name="connsiteX7927" fmla="*/ 2340249 w 12188965"/>
              <a:gd name="connsiteY7927" fmla="*/ 1515965 h 2053176"/>
              <a:gd name="connsiteX7928" fmla="*/ 2314590 w 12188965"/>
              <a:gd name="connsiteY7928" fmla="*/ 1490305 h 2053176"/>
              <a:gd name="connsiteX7929" fmla="*/ 2340249 w 12188965"/>
              <a:gd name="connsiteY7929" fmla="*/ 1464647 h 2053176"/>
              <a:gd name="connsiteX7930" fmla="*/ 2276044 w 12188965"/>
              <a:gd name="connsiteY7930" fmla="*/ 1464647 h 2053176"/>
              <a:gd name="connsiteX7931" fmla="*/ 2301702 w 12188965"/>
              <a:gd name="connsiteY7931" fmla="*/ 1490305 h 2053176"/>
              <a:gd name="connsiteX7932" fmla="*/ 2276044 w 12188965"/>
              <a:gd name="connsiteY7932" fmla="*/ 1515965 h 2053176"/>
              <a:gd name="connsiteX7933" fmla="*/ 2250385 w 12188965"/>
              <a:gd name="connsiteY7933" fmla="*/ 1490305 h 2053176"/>
              <a:gd name="connsiteX7934" fmla="*/ 2276044 w 12188965"/>
              <a:gd name="connsiteY7934" fmla="*/ 1464647 h 2053176"/>
              <a:gd name="connsiteX7935" fmla="*/ 2211838 w 12188965"/>
              <a:gd name="connsiteY7935" fmla="*/ 1464647 h 2053176"/>
              <a:gd name="connsiteX7936" fmla="*/ 2237497 w 12188965"/>
              <a:gd name="connsiteY7936" fmla="*/ 1490305 h 2053176"/>
              <a:gd name="connsiteX7937" fmla="*/ 2211838 w 12188965"/>
              <a:gd name="connsiteY7937" fmla="*/ 1515965 h 2053176"/>
              <a:gd name="connsiteX7938" fmla="*/ 2186178 w 12188965"/>
              <a:gd name="connsiteY7938" fmla="*/ 1490305 h 2053176"/>
              <a:gd name="connsiteX7939" fmla="*/ 2211838 w 12188965"/>
              <a:gd name="connsiteY7939" fmla="*/ 1464647 h 2053176"/>
              <a:gd name="connsiteX7940" fmla="*/ 2147633 w 12188965"/>
              <a:gd name="connsiteY7940" fmla="*/ 1464647 h 2053176"/>
              <a:gd name="connsiteX7941" fmla="*/ 2173293 w 12188965"/>
              <a:gd name="connsiteY7941" fmla="*/ 1490305 h 2053176"/>
              <a:gd name="connsiteX7942" fmla="*/ 2147633 w 12188965"/>
              <a:gd name="connsiteY7942" fmla="*/ 1515964 h 2053176"/>
              <a:gd name="connsiteX7943" fmla="*/ 2121975 w 12188965"/>
              <a:gd name="connsiteY7943" fmla="*/ 1490305 h 2053176"/>
              <a:gd name="connsiteX7944" fmla="*/ 2147633 w 12188965"/>
              <a:gd name="connsiteY7944" fmla="*/ 1464647 h 2053176"/>
              <a:gd name="connsiteX7945" fmla="*/ 2083427 w 12188965"/>
              <a:gd name="connsiteY7945" fmla="*/ 1464647 h 2053176"/>
              <a:gd name="connsiteX7946" fmla="*/ 2109087 w 12188965"/>
              <a:gd name="connsiteY7946" fmla="*/ 1490305 h 2053176"/>
              <a:gd name="connsiteX7947" fmla="*/ 2083427 w 12188965"/>
              <a:gd name="connsiteY7947" fmla="*/ 1515964 h 2053176"/>
              <a:gd name="connsiteX7948" fmla="*/ 2057768 w 12188965"/>
              <a:gd name="connsiteY7948" fmla="*/ 1490305 h 2053176"/>
              <a:gd name="connsiteX7949" fmla="*/ 2083427 w 12188965"/>
              <a:gd name="connsiteY7949" fmla="*/ 1464647 h 2053176"/>
              <a:gd name="connsiteX7950" fmla="*/ 2019222 w 12188965"/>
              <a:gd name="connsiteY7950" fmla="*/ 1464647 h 2053176"/>
              <a:gd name="connsiteX7951" fmla="*/ 2044880 w 12188965"/>
              <a:gd name="connsiteY7951" fmla="*/ 1490305 h 2053176"/>
              <a:gd name="connsiteX7952" fmla="*/ 2019222 w 12188965"/>
              <a:gd name="connsiteY7952" fmla="*/ 1515965 h 2053176"/>
              <a:gd name="connsiteX7953" fmla="*/ 1993563 w 12188965"/>
              <a:gd name="connsiteY7953" fmla="*/ 1490305 h 2053176"/>
              <a:gd name="connsiteX7954" fmla="*/ 2019222 w 12188965"/>
              <a:gd name="connsiteY7954" fmla="*/ 1464647 h 2053176"/>
              <a:gd name="connsiteX7955" fmla="*/ 1955016 w 12188965"/>
              <a:gd name="connsiteY7955" fmla="*/ 1464647 h 2053176"/>
              <a:gd name="connsiteX7956" fmla="*/ 1980676 w 12188965"/>
              <a:gd name="connsiteY7956" fmla="*/ 1490305 h 2053176"/>
              <a:gd name="connsiteX7957" fmla="*/ 1955016 w 12188965"/>
              <a:gd name="connsiteY7957" fmla="*/ 1515965 h 2053176"/>
              <a:gd name="connsiteX7958" fmla="*/ 1929358 w 12188965"/>
              <a:gd name="connsiteY7958" fmla="*/ 1490305 h 2053176"/>
              <a:gd name="connsiteX7959" fmla="*/ 1955016 w 12188965"/>
              <a:gd name="connsiteY7959" fmla="*/ 1464647 h 2053176"/>
              <a:gd name="connsiteX7960" fmla="*/ 1890696 w 12188965"/>
              <a:gd name="connsiteY7960" fmla="*/ 1464647 h 2053176"/>
              <a:gd name="connsiteX7961" fmla="*/ 1916355 w 12188965"/>
              <a:gd name="connsiteY7961" fmla="*/ 1490305 h 2053176"/>
              <a:gd name="connsiteX7962" fmla="*/ 1890696 w 12188965"/>
              <a:gd name="connsiteY7962" fmla="*/ 1515965 h 2053176"/>
              <a:gd name="connsiteX7963" fmla="*/ 1865037 w 12188965"/>
              <a:gd name="connsiteY7963" fmla="*/ 1490305 h 2053176"/>
              <a:gd name="connsiteX7964" fmla="*/ 1890696 w 12188965"/>
              <a:gd name="connsiteY7964" fmla="*/ 1464647 h 2053176"/>
              <a:gd name="connsiteX7965" fmla="*/ 1826490 w 12188965"/>
              <a:gd name="connsiteY7965" fmla="*/ 1464647 h 2053176"/>
              <a:gd name="connsiteX7966" fmla="*/ 1852149 w 12188965"/>
              <a:gd name="connsiteY7966" fmla="*/ 1490305 h 2053176"/>
              <a:gd name="connsiteX7967" fmla="*/ 1826490 w 12188965"/>
              <a:gd name="connsiteY7967" fmla="*/ 1515965 h 2053176"/>
              <a:gd name="connsiteX7968" fmla="*/ 1800830 w 12188965"/>
              <a:gd name="connsiteY7968" fmla="*/ 1490305 h 2053176"/>
              <a:gd name="connsiteX7969" fmla="*/ 1826490 w 12188965"/>
              <a:gd name="connsiteY7969" fmla="*/ 1464647 h 2053176"/>
              <a:gd name="connsiteX7970" fmla="*/ 1762285 w 12188965"/>
              <a:gd name="connsiteY7970" fmla="*/ 1464647 h 2053176"/>
              <a:gd name="connsiteX7971" fmla="*/ 1787944 w 12188965"/>
              <a:gd name="connsiteY7971" fmla="*/ 1490305 h 2053176"/>
              <a:gd name="connsiteX7972" fmla="*/ 1762285 w 12188965"/>
              <a:gd name="connsiteY7972" fmla="*/ 1515964 h 2053176"/>
              <a:gd name="connsiteX7973" fmla="*/ 1736626 w 12188965"/>
              <a:gd name="connsiteY7973" fmla="*/ 1490305 h 2053176"/>
              <a:gd name="connsiteX7974" fmla="*/ 1762285 w 12188965"/>
              <a:gd name="connsiteY7974" fmla="*/ 1464647 h 2053176"/>
              <a:gd name="connsiteX7975" fmla="*/ 1698080 w 12188965"/>
              <a:gd name="connsiteY7975" fmla="*/ 1464647 h 2053176"/>
              <a:gd name="connsiteX7976" fmla="*/ 1723738 w 12188965"/>
              <a:gd name="connsiteY7976" fmla="*/ 1490305 h 2053176"/>
              <a:gd name="connsiteX7977" fmla="*/ 1698080 w 12188965"/>
              <a:gd name="connsiteY7977" fmla="*/ 1515965 h 2053176"/>
              <a:gd name="connsiteX7978" fmla="*/ 1672420 w 12188965"/>
              <a:gd name="connsiteY7978" fmla="*/ 1490305 h 2053176"/>
              <a:gd name="connsiteX7979" fmla="*/ 1698080 w 12188965"/>
              <a:gd name="connsiteY7979" fmla="*/ 1464647 h 2053176"/>
              <a:gd name="connsiteX7980" fmla="*/ 1633874 w 12188965"/>
              <a:gd name="connsiteY7980" fmla="*/ 1464647 h 2053176"/>
              <a:gd name="connsiteX7981" fmla="*/ 1659533 w 12188965"/>
              <a:gd name="connsiteY7981" fmla="*/ 1490305 h 2053176"/>
              <a:gd name="connsiteX7982" fmla="*/ 1633874 w 12188965"/>
              <a:gd name="connsiteY7982" fmla="*/ 1515965 h 2053176"/>
              <a:gd name="connsiteX7983" fmla="*/ 1608216 w 12188965"/>
              <a:gd name="connsiteY7983" fmla="*/ 1490305 h 2053176"/>
              <a:gd name="connsiteX7984" fmla="*/ 1633874 w 12188965"/>
              <a:gd name="connsiteY7984" fmla="*/ 1464647 h 2053176"/>
              <a:gd name="connsiteX7985" fmla="*/ 1569669 w 12188965"/>
              <a:gd name="connsiteY7985" fmla="*/ 1464647 h 2053176"/>
              <a:gd name="connsiteX7986" fmla="*/ 1595328 w 12188965"/>
              <a:gd name="connsiteY7986" fmla="*/ 1490305 h 2053176"/>
              <a:gd name="connsiteX7987" fmla="*/ 1569669 w 12188965"/>
              <a:gd name="connsiteY7987" fmla="*/ 1515965 h 2053176"/>
              <a:gd name="connsiteX7988" fmla="*/ 1544010 w 12188965"/>
              <a:gd name="connsiteY7988" fmla="*/ 1490305 h 2053176"/>
              <a:gd name="connsiteX7989" fmla="*/ 1569669 w 12188965"/>
              <a:gd name="connsiteY7989" fmla="*/ 1464647 h 2053176"/>
              <a:gd name="connsiteX7990" fmla="*/ 1505464 w 12188965"/>
              <a:gd name="connsiteY7990" fmla="*/ 1464647 h 2053176"/>
              <a:gd name="connsiteX7991" fmla="*/ 1531123 w 12188965"/>
              <a:gd name="connsiteY7991" fmla="*/ 1490305 h 2053176"/>
              <a:gd name="connsiteX7992" fmla="*/ 1505464 w 12188965"/>
              <a:gd name="connsiteY7992" fmla="*/ 1515965 h 2053176"/>
              <a:gd name="connsiteX7993" fmla="*/ 1479806 w 12188965"/>
              <a:gd name="connsiteY7993" fmla="*/ 1490305 h 2053176"/>
              <a:gd name="connsiteX7994" fmla="*/ 1505464 w 12188965"/>
              <a:gd name="connsiteY7994" fmla="*/ 1464647 h 2053176"/>
              <a:gd name="connsiteX7995" fmla="*/ 1441258 w 12188965"/>
              <a:gd name="connsiteY7995" fmla="*/ 1464647 h 2053176"/>
              <a:gd name="connsiteX7996" fmla="*/ 1466917 w 12188965"/>
              <a:gd name="connsiteY7996" fmla="*/ 1490305 h 2053176"/>
              <a:gd name="connsiteX7997" fmla="*/ 1441258 w 12188965"/>
              <a:gd name="connsiteY7997" fmla="*/ 1515964 h 2053176"/>
              <a:gd name="connsiteX7998" fmla="*/ 1415599 w 12188965"/>
              <a:gd name="connsiteY7998" fmla="*/ 1490305 h 2053176"/>
              <a:gd name="connsiteX7999" fmla="*/ 1441258 w 12188965"/>
              <a:gd name="connsiteY7999" fmla="*/ 1464647 h 2053176"/>
              <a:gd name="connsiteX8000" fmla="*/ 1377053 w 12188965"/>
              <a:gd name="connsiteY8000" fmla="*/ 1464647 h 2053176"/>
              <a:gd name="connsiteX8001" fmla="*/ 1402712 w 12188965"/>
              <a:gd name="connsiteY8001" fmla="*/ 1490305 h 2053176"/>
              <a:gd name="connsiteX8002" fmla="*/ 1377053 w 12188965"/>
              <a:gd name="connsiteY8002" fmla="*/ 1515964 h 2053176"/>
              <a:gd name="connsiteX8003" fmla="*/ 1351395 w 12188965"/>
              <a:gd name="connsiteY8003" fmla="*/ 1490305 h 2053176"/>
              <a:gd name="connsiteX8004" fmla="*/ 1377053 w 12188965"/>
              <a:gd name="connsiteY8004" fmla="*/ 1464647 h 2053176"/>
              <a:gd name="connsiteX8005" fmla="*/ 1184437 w 12188965"/>
              <a:gd name="connsiteY8005" fmla="*/ 1464647 h 2053176"/>
              <a:gd name="connsiteX8006" fmla="*/ 1210096 w 12188965"/>
              <a:gd name="connsiteY8006" fmla="*/ 1490305 h 2053176"/>
              <a:gd name="connsiteX8007" fmla="*/ 1184437 w 12188965"/>
              <a:gd name="connsiteY8007" fmla="*/ 1515965 h 2053176"/>
              <a:gd name="connsiteX8008" fmla="*/ 1158780 w 12188965"/>
              <a:gd name="connsiteY8008" fmla="*/ 1490305 h 2053176"/>
              <a:gd name="connsiteX8009" fmla="*/ 1184437 w 12188965"/>
              <a:gd name="connsiteY8009" fmla="*/ 1464647 h 2053176"/>
              <a:gd name="connsiteX8010" fmla="*/ 1056027 w 12188965"/>
              <a:gd name="connsiteY8010" fmla="*/ 1464647 h 2053176"/>
              <a:gd name="connsiteX8011" fmla="*/ 1081685 w 12188965"/>
              <a:gd name="connsiteY8011" fmla="*/ 1490305 h 2053176"/>
              <a:gd name="connsiteX8012" fmla="*/ 1056027 w 12188965"/>
              <a:gd name="connsiteY8012" fmla="*/ 1515964 h 2053176"/>
              <a:gd name="connsiteX8013" fmla="*/ 1030369 w 12188965"/>
              <a:gd name="connsiteY8013" fmla="*/ 1490305 h 2053176"/>
              <a:gd name="connsiteX8014" fmla="*/ 1056027 w 12188965"/>
              <a:gd name="connsiteY8014" fmla="*/ 1464647 h 2053176"/>
              <a:gd name="connsiteX8015" fmla="*/ 991823 w 12188965"/>
              <a:gd name="connsiteY8015" fmla="*/ 1464647 h 2053176"/>
              <a:gd name="connsiteX8016" fmla="*/ 1017481 w 12188965"/>
              <a:gd name="connsiteY8016" fmla="*/ 1490305 h 2053176"/>
              <a:gd name="connsiteX8017" fmla="*/ 991823 w 12188965"/>
              <a:gd name="connsiteY8017" fmla="*/ 1515964 h 2053176"/>
              <a:gd name="connsiteX8018" fmla="*/ 966162 w 12188965"/>
              <a:gd name="connsiteY8018" fmla="*/ 1490305 h 2053176"/>
              <a:gd name="connsiteX8019" fmla="*/ 991823 w 12188965"/>
              <a:gd name="connsiteY8019" fmla="*/ 1464647 h 2053176"/>
              <a:gd name="connsiteX8020" fmla="*/ 927616 w 12188965"/>
              <a:gd name="connsiteY8020" fmla="*/ 1464647 h 2053176"/>
              <a:gd name="connsiteX8021" fmla="*/ 953275 w 12188965"/>
              <a:gd name="connsiteY8021" fmla="*/ 1490305 h 2053176"/>
              <a:gd name="connsiteX8022" fmla="*/ 927616 w 12188965"/>
              <a:gd name="connsiteY8022" fmla="*/ 1515965 h 2053176"/>
              <a:gd name="connsiteX8023" fmla="*/ 901957 w 12188965"/>
              <a:gd name="connsiteY8023" fmla="*/ 1490305 h 2053176"/>
              <a:gd name="connsiteX8024" fmla="*/ 927616 w 12188965"/>
              <a:gd name="connsiteY8024" fmla="*/ 1464647 h 2053176"/>
              <a:gd name="connsiteX8025" fmla="*/ 863411 w 12188965"/>
              <a:gd name="connsiteY8025" fmla="*/ 1464647 h 2053176"/>
              <a:gd name="connsiteX8026" fmla="*/ 889071 w 12188965"/>
              <a:gd name="connsiteY8026" fmla="*/ 1490305 h 2053176"/>
              <a:gd name="connsiteX8027" fmla="*/ 863411 w 12188965"/>
              <a:gd name="connsiteY8027" fmla="*/ 1515965 h 2053176"/>
              <a:gd name="connsiteX8028" fmla="*/ 837752 w 12188965"/>
              <a:gd name="connsiteY8028" fmla="*/ 1490305 h 2053176"/>
              <a:gd name="connsiteX8029" fmla="*/ 863411 w 12188965"/>
              <a:gd name="connsiteY8029" fmla="*/ 1464647 h 2053176"/>
              <a:gd name="connsiteX8030" fmla="*/ 670679 w 12188965"/>
              <a:gd name="connsiteY8030" fmla="*/ 1464647 h 2053176"/>
              <a:gd name="connsiteX8031" fmla="*/ 696338 w 12188965"/>
              <a:gd name="connsiteY8031" fmla="*/ 1490305 h 2053176"/>
              <a:gd name="connsiteX8032" fmla="*/ 670679 w 12188965"/>
              <a:gd name="connsiteY8032" fmla="*/ 1515964 h 2053176"/>
              <a:gd name="connsiteX8033" fmla="*/ 645020 w 12188965"/>
              <a:gd name="connsiteY8033" fmla="*/ 1490305 h 2053176"/>
              <a:gd name="connsiteX8034" fmla="*/ 670679 w 12188965"/>
              <a:gd name="connsiteY8034" fmla="*/ 1464647 h 2053176"/>
              <a:gd name="connsiteX8035" fmla="*/ 606475 w 12188965"/>
              <a:gd name="connsiteY8035" fmla="*/ 1464647 h 2053176"/>
              <a:gd name="connsiteX8036" fmla="*/ 632134 w 12188965"/>
              <a:gd name="connsiteY8036" fmla="*/ 1490305 h 2053176"/>
              <a:gd name="connsiteX8037" fmla="*/ 606475 w 12188965"/>
              <a:gd name="connsiteY8037" fmla="*/ 1515965 h 2053176"/>
              <a:gd name="connsiteX8038" fmla="*/ 580815 w 12188965"/>
              <a:gd name="connsiteY8038" fmla="*/ 1490305 h 2053176"/>
              <a:gd name="connsiteX8039" fmla="*/ 606475 w 12188965"/>
              <a:gd name="connsiteY8039" fmla="*/ 1464647 h 2053176"/>
              <a:gd name="connsiteX8040" fmla="*/ 542268 w 12188965"/>
              <a:gd name="connsiteY8040" fmla="*/ 1464647 h 2053176"/>
              <a:gd name="connsiteX8041" fmla="*/ 567927 w 12188965"/>
              <a:gd name="connsiteY8041" fmla="*/ 1490305 h 2053176"/>
              <a:gd name="connsiteX8042" fmla="*/ 542268 w 12188965"/>
              <a:gd name="connsiteY8042" fmla="*/ 1515965 h 2053176"/>
              <a:gd name="connsiteX8043" fmla="*/ 516610 w 12188965"/>
              <a:gd name="connsiteY8043" fmla="*/ 1490305 h 2053176"/>
              <a:gd name="connsiteX8044" fmla="*/ 542268 w 12188965"/>
              <a:gd name="connsiteY8044" fmla="*/ 1464647 h 2053176"/>
              <a:gd name="connsiteX8045" fmla="*/ 478063 w 12188965"/>
              <a:gd name="connsiteY8045" fmla="*/ 1464647 h 2053176"/>
              <a:gd name="connsiteX8046" fmla="*/ 503724 w 12188965"/>
              <a:gd name="connsiteY8046" fmla="*/ 1490305 h 2053176"/>
              <a:gd name="connsiteX8047" fmla="*/ 478063 w 12188965"/>
              <a:gd name="connsiteY8047" fmla="*/ 1515965 h 2053176"/>
              <a:gd name="connsiteX8048" fmla="*/ 452404 w 12188965"/>
              <a:gd name="connsiteY8048" fmla="*/ 1490305 h 2053176"/>
              <a:gd name="connsiteX8049" fmla="*/ 478063 w 12188965"/>
              <a:gd name="connsiteY8049" fmla="*/ 1464647 h 2053176"/>
              <a:gd name="connsiteX8050" fmla="*/ 413858 w 12188965"/>
              <a:gd name="connsiteY8050" fmla="*/ 1464647 h 2053176"/>
              <a:gd name="connsiteX8051" fmla="*/ 439517 w 12188965"/>
              <a:gd name="connsiteY8051" fmla="*/ 1490305 h 2053176"/>
              <a:gd name="connsiteX8052" fmla="*/ 413858 w 12188965"/>
              <a:gd name="connsiteY8052" fmla="*/ 1515965 h 2053176"/>
              <a:gd name="connsiteX8053" fmla="*/ 388200 w 12188965"/>
              <a:gd name="connsiteY8053" fmla="*/ 1490305 h 2053176"/>
              <a:gd name="connsiteX8054" fmla="*/ 413858 w 12188965"/>
              <a:gd name="connsiteY8054" fmla="*/ 1464647 h 2053176"/>
              <a:gd name="connsiteX8055" fmla="*/ 346686 w 12188965"/>
              <a:gd name="connsiteY8055" fmla="*/ 1464647 h 2053176"/>
              <a:gd name="connsiteX8056" fmla="*/ 372344 w 12188965"/>
              <a:gd name="connsiteY8056" fmla="*/ 1490305 h 2053176"/>
              <a:gd name="connsiteX8057" fmla="*/ 346686 w 12188965"/>
              <a:gd name="connsiteY8057" fmla="*/ 1515965 h 2053176"/>
              <a:gd name="connsiteX8058" fmla="*/ 321027 w 12188965"/>
              <a:gd name="connsiteY8058" fmla="*/ 1490305 h 2053176"/>
              <a:gd name="connsiteX8059" fmla="*/ 346686 w 12188965"/>
              <a:gd name="connsiteY8059" fmla="*/ 1464647 h 2053176"/>
              <a:gd name="connsiteX8060" fmla="*/ 282480 w 12188965"/>
              <a:gd name="connsiteY8060" fmla="*/ 1464647 h 2053176"/>
              <a:gd name="connsiteX8061" fmla="*/ 308138 w 12188965"/>
              <a:gd name="connsiteY8061" fmla="*/ 1490305 h 2053176"/>
              <a:gd name="connsiteX8062" fmla="*/ 282480 w 12188965"/>
              <a:gd name="connsiteY8062" fmla="*/ 1515965 h 2053176"/>
              <a:gd name="connsiteX8063" fmla="*/ 256820 w 12188965"/>
              <a:gd name="connsiteY8063" fmla="*/ 1490305 h 2053176"/>
              <a:gd name="connsiteX8064" fmla="*/ 282480 w 12188965"/>
              <a:gd name="connsiteY8064" fmla="*/ 1464647 h 2053176"/>
              <a:gd name="connsiteX8065" fmla="*/ 218274 w 12188965"/>
              <a:gd name="connsiteY8065" fmla="*/ 1464647 h 2053176"/>
              <a:gd name="connsiteX8066" fmla="*/ 243932 w 12188965"/>
              <a:gd name="connsiteY8066" fmla="*/ 1490305 h 2053176"/>
              <a:gd name="connsiteX8067" fmla="*/ 218274 w 12188965"/>
              <a:gd name="connsiteY8067" fmla="*/ 1515965 h 2053176"/>
              <a:gd name="connsiteX8068" fmla="*/ 192615 w 12188965"/>
              <a:gd name="connsiteY8068" fmla="*/ 1490305 h 2053176"/>
              <a:gd name="connsiteX8069" fmla="*/ 218274 w 12188965"/>
              <a:gd name="connsiteY8069" fmla="*/ 1464647 h 2053176"/>
              <a:gd name="connsiteX8070" fmla="*/ 25659 w 12188965"/>
              <a:gd name="connsiteY8070" fmla="*/ 1464647 h 2053176"/>
              <a:gd name="connsiteX8071" fmla="*/ 51317 w 12188965"/>
              <a:gd name="connsiteY8071" fmla="*/ 1490305 h 2053176"/>
              <a:gd name="connsiteX8072" fmla="*/ 25659 w 12188965"/>
              <a:gd name="connsiteY8072" fmla="*/ 1515964 h 2053176"/>
              <a:gd name="connsiteX8073" fmla="*/ 0 w 12188965"/>
              <a:gd name="connsiteY8073" fmla="*/ 1490305 h 2053176"/>
              <a:gd name="connsiteX8074" fmla="*/ 25659 w 12188965"/>
              <a:gd name="connsiteY8074" fmla="*/ 1464647 h 2053176"/>
              <a:gd name="connsiteX8075" fmla="*/ 11518287 w 12188965"/>
              <a:gd name="connsiteY8075" fmla="*/ 1410195 h 2053176"/>
              <a:gd name="connsiteX8076" fmla="*/ 11531175 w 12188965"/>
              <a:gd name="connsiteY8076" fmla="*/ 1423081 h 2053176"/>
              <a:gd name="connsiteX8077" fmla="*/ 11518287 w 12188965"/>
              <a:gd name="connsiteY8077" fmla="*/ 1435969 h 2053176"/>
              <a:gd name="connsiteX8078" fmla="*/ 11505399 w 12188965"/>
              <a:gd name="connsiteY8078" fmla="*/ 1423081 h 2053176"/>
              <a:gd name="connsiteX8079" fmla="*/ 11518287 w 12188965"/>
              <a:gd name="connsiteY8079" fmla="*/ 1410195 h 2053176"/>
              <a:gd name="connsiteX8080" fmla="*/ 11004528 w 12188965"/>
              <a:gd name="connsiteY8080" fmla="*/ 1410195 h 2053176"/>
              <a:gd name="connsiteX8081" fmla="*/ 11017416 w 12188965"/>
              <a:gd name="connsiteY8081" fmla="*/ 1423081 h 2053176"/>
              <a:gd name="connsiteX8082" fmla="*/ 11004528 w 12188965"/>
              <a:gd name="connsiteY8082" fmla="*/ 1435969 h 2053176"/>
              <a:gd name="connsiteX8083" fmla="*/ 10991640 w 12188965"/>
              <a:gd name="connsiteY8083" fmla="*/ 1423081 h 2053176"/>
              <a:gd name="connsiteX8084" fmla="*/ 11004528 w 12188965"/>
              <a:gd name="connsiteY8084" fmla="*/ 1410195 h 2053176"/>
              <a:gd name="connsiteX8085" fmla="*/ 10426681 w 12188965"/>
              <a:gd name="connsiteY8085" fmla="*/ 1410195 h 2053176"/>
              <a:gd name="connsiteX8086" fmla="*/ 10439569 w 12188965"/>
              <a:gd name="connsiteY8086" fmla="*/ 1423081 h 2053176"/>
              <a:gd name="connsiteX8087" fmla="*/ 10426681 w 12188965"/>
              <a:gd name="connsiteY8087" fmla="*/ 1435969 h 2053176"/>
              <a:gd name="connsiteX8088" fmla="*/ 10413793 w 12188965"/>
              <a:gd name="connsiteY8088" fmla="*/ 1423081 h 2053176"/>
              <a:gd name="connsiteX8089" fmla="*/ 10426681 w 12188965"/>
              <a:gd name="connsiteY8089" fmla="*/ 1410195 h 2053176"/>
              <a:gd name="connsiteX8090" fmla="*/ 9784512 w 12188965"/>
              <a:gd name="connsiteY8090" fmla="*/ 1410195 h 2053176"/>
              <a:gd name="connsiteX8091" fmla="*/ 9797400 w 12188965"/>
              <a:gd name="connsiteY8091" fmla="*/ 1423081 h 2053176"/>
              <a:gd name="connsiteX8092" fmla="*/ 9784512 w 12188965"/>
              <a:gd name="connsiteY8092" fmla="*/ 1435969 h 2053176"/>
              <a:gd name="connsiteX8093" fmla="*/ 9771624 w 12188965"/>
              <a:gd name="connsiteY8093" fmla="*/ 1423081 h 2053176"/>
              <a:gd name="connsiteX8094" fmla="*/ 9784512 w 12188965"/>
              <a:gd name="connsiteY8094" fmla="*/ 1410195 h 2053176"/>
              <a:gd name="connsiteX8095" fmla="*/ 8307675 w 12188965"/>
              <a:gd name="connsiteY8095" fmla="*/ 1410195 h 2053176"/>
              <a:gd name="connsiteX8096" fmla="*/ 8320560 w 12188965"/>
              <a:gd name="connsiteY8096" fmla="*/ 1423081 h 2053176"/>
              <a:gd name="connsiteX8097" fmla="*/ 8307675 w 12188965"/>
              <a:gd name="connsiteY8097" fmla="*/ 1435969 h 2053176"/>
              <a:gd name="connsiteX8098" fmla="*/ 8294787 w 12188965"/>
              <a:gd name="connsiteY8098" fmla="*/ 1423081 h 2053176"/>
              <a:gd name="connsiteX8099" fmla="*/ 8307675 w 12188965"/>
              <a:gd name="connsiteY8099" fmla="*/ 1410195 h 2053176"/>
              <a:gd name="connsiteX8100" fmla="*/ 7344479 w 12188965"/>
              <a:gd name="connsiteY8100" fmla="*/ 1410195 h 2053176"/>
              <a:gd name="connsiteX8101" fmla="*/ 7357367 w 12188965"/>
              <a:gd name="connsiteY8101" fmla="*/ 1423081 h 2053176"/>
              <a:gd name="connsiteX8102" fmla="*/ 7344479 w 12188965"/>
              <a:gd name="connsiteY8102" fmla="*/ 1435969 h 2053176"/>
              <a:gd name="connsiteX8103" fmla="*/ 7331591 w 12188965"/>
              <a:gd name="connsiteY8103" fmla="*/ 1423081 h 2053176"/>
              <a:gd name="connsiteX8104" fmla="*/ 7344479 w 12188965"/>
              <a:gd name="connsiteY8104" fmla="*/ 1410195 h 2053176"/>
              <a:gd name="connsiteX8105" fmla="*/ 6959132 w 12188965"/>
              <a:gd name="connsiteY8105" fmla="*/ 1410195 h 2053176"/>
              <a:gd name="connsiteX8106" fmla="*/ 6972020 w 12188965"/>
              <a:gd name="connsiteY8106" fmla="*/ 1423081 h 2053176"/>
              <a:gd name="connsiteX8107" fmla="*/ 6959132 w 12188965"/>
              <a:gd name="connsiteY8107" fmla="*/ 1435969 h 2053176"/>
              <a:gd name="connsiteX8108" fmla="*/ 6946244 w 12188965"/>
              <a:gd name="connsiteY8108" fmla="*/ 1423081 h 2053176"/>
              <a:gd name="connsiteX8109" fmla="*/ 6959132 w 12188965"/>
              <a:gd name="connsiteY8109" fmla="*/ 1410195 h 2053176"/>
              <a:gd name="connsiteX8110" fmla="*/ 6830836 w 12188965"/>
              <a:gd name="connsiteY8110" fmla="*/ 1410195 h 2053176"/>
              <a:gd name="connsiteX8111" fmla="*/ 6843724 w 12188965"/>
              <a:gd name="connsiteY8111" fmla="*/ 1423081 h 2053176"/>
              <a:gd name="connsiteX8112" fmla="*/ 6830836 w 12188965"/>
              <a:gd name="connsiteY8112" fmla="*/ 1435969 h 2053176"/>
              <a:gd name="connsiteX8113" fmla="*/ 6817948 w 12188965"/>
              <a:gd name="connsiteY8113" fmla="*/ 1423081 h 2053176"/>
              <a:gd name="connsiteX8114" fmla="*/ 6830836 w 12188965"/>
              <a:gd name="connsiteY8114" fmla="*/ 1410195 h 2053176"/>
              <a:gd name="connsiteX8115" fmla="*/ 5807683 w 12188965"/>
              <a:gd name="connsiteY8115" fmla="*/ 1410195 h 2053176"/>
              <a:gd name="connsiteX8116" fmla="*/ 5820571 w 12188965"/>
              <a:gd name="connsiteY8116" fmla="*/ 1423081 h 2053176"/>
              <a:gd name="connsiteX8117" fmla="*/ 5807683 w 12188965"/>
              <a:gd name="connsiteY8117" fmla="*/ 1435969 h 2053176"/>
              <a:gd name="connsiteX8118" fmla="*/ 5794796 w 12188965"/>
              <a:gd name="connsiteY8118" fmla="*/ 1423081 h 2053176"/>
              <a:gd name="connsiteX8119" fmla="*/ 5807683 w 12188965"/>
              <a:gd name="connsiteY8119" fmla="*/ 1410195 h 2053176"/>
              <a:gd name="connsiteX8120" fmla="*/ 5293924 w 12188965"/>
              <a:gd name="connsiteY8120" fmla="*/ 1410195 h 2053176"/>
              <a:gd name="connsiteX8121" fmla="*/ 5306812 w 12188965"/>
              <a:gd name="connsiteY8121" fmla="*/ 1423081 h 2053176"/>
              <a:gd name="connsiteX8122" fmla="*/ 5293924 w 12188965"/>
              <a:gd name="connsiteY8122" fmla="*/ 1435969 h 2053176"/>
              <a:gd name="connsiteX8123" fmla="*/ 5281036 w 12188965"/>
              <a:gd name="connsiteY8123" fmla="*/ 1423081 h 2053176"/>
              <a:gd name="connsiteX8124" fmla="*/ 5293924 w 12188965"/>
              <a:gd name="connsiteY8124" fmla="*/ 1410195 h 2053176"/>
              <a:gd name="connsiteX8125" fmla="*/ 4716077 w 12188965"/>
              <a:gd name="connsiteY8125" fmla="*/ 1410195 h 2053176"/>
              <a:gd name="connsiteX8126" fmla="*/ 4728964 w 12188965"/>
              <a:gd name="connsiteY8126" fmla="*/ 1423081 h 2053176"/>
              <a:gd name="connsiteX8127" fmla="*/ 4716077 w 12188965"/>
              <a:gd name="connsiteY8127" fmla="*/ 1435969 h 2053176"/>
              <a:gd name="connsiteX8128" fmla="*/ 4703188 w 12188965"/>
              <a:gd name="connsiteY8128" fmla="*/ 1423081 h 2053176"/>
              <a:gd name="connsiteX8129" fmla="*/ 4716077 w 12188965"/>
              <a:gd name="connsiteY8129" fmla="*/ 1410195 h 2053176"/>
              <a:gd name="connsiteX8130" fmla="*/ 4073908 w 12188965"/>
              <a:gd name="connsiteY8130" fmla="*/ 1410195 h 2053176"/>
              <a:gd name="connsiteX8131" fmla="*/ 4086795 w 12188965"/>
              <a:gd name="connsiteY8131" fmla="*/ 1423081 h 2053176"/>
              <a:gd name="connsiteX8132" fmla="*/ 4073908 w 12188965"/>
              <a:gd name="connsiteY8132" fmla="*/ 1435969 h 2053176"/>
              <a:gd name="connsiteX8133" fmla="*/ 4061020 w 12188965"/>
              <a:gd name="connsiteY8133" fmla="*/ 1423081 h 2053176"/>
              <a:gd name="connsiteX8134" fmla="*/ 4073908 w 12188965"/>
              <a:gd name="connsiteY8134" fmla="*/ 1410195 h 2053176"/>
              <a:gd name="connsiteX8135" fmla="*/ 2597069 w 12188965"/>
              <a:gd name="connsiteY8135" fmla="*/ 1410195 h 2053176"/>
              <a:gd name="connsiteX8136" fmla="*/ 2609957 w 12188965"/>
              <a:gd name="connsiteY8136" fmla="*/ 1423081 h 2053176"/>
              <a:gd name="connsiteX8137" fmla="*/ 2597069 w 12188965"/>
              <a:gd name="connsiteY8137" fmla="*/ 1435969 h 2053176"/>
              <a:gd name="connsiteX8138" fmla="*/ 2584182 w 12188965"/>
              <a:gd name="connsiteY8138" fmla="*/ 1423081 h 2053176"/>
              <a:gd name="connsiteX8139" fmla="*/ 2597069 w 12188965"/>
              <a:gd name="connsiteY8139" fmla="*/ 1410195 h 2053176"/>
              <a:gd name="connsiteX8140" fmla="*/ 1633875 w 12188965"/>
              <a:gd name="connsiteY8140" fmla="*/ 1410195 h 2053176"/>
              <a:gd name="connsiteX8141" fmla="*/ 1646762 w 12188965"/>
              <a:gd name="connsiteY8141" fmla="*/ 1423081 h 2053176"/>
              <a:gd name="connsiteX8142" fmla="*/ 1633875 w 12188965"/>
              <a:gd name="connsiteY8142" fmla="*/ 1435969 h 2053176"/>
              <a:gd name="connsiteX8143" fmla="*/ 1620987 w 12188965"/>
              <a:gd name="connsiteY8143" fmla="*/ 1423081 h 2053176"/>
              <a:gd name="connsiteX8144" fmla="*/ 1633875 w 12188965"/>
              <a:gd name="connsiteY8144" fmla="*/ 1410195 h 2053176"/>
              <a:gd name="connsiteX8145" fmla="*/ 1248528 w 12188965"/>
              <a:gd name="connsiteY8145" fmla="*/ 1410195 h 2053176"/>
              <a:gd name="connsiteX8146" fmla="*/ 1261416 w 12188965"/>
              <a:gd name="connsiteY8146" fmla="*/ 1423081 h 2053176"/>
              <a:gd name="connsiteX8147" fmla="*/ 1248528 w 12188965"/>
              <a:gd name="connsiteY8147" fmla="*/ 1435969 h 2053176"/>
              <a:gd name="connsiteX8148" fmla="*/ 1235638 w 12188965"/>
              <a:gd name="connsiteY8148" fmla="*/ 1423081 h 2053176"/>
              <a:gd name="connsiteX8149" fmla="*/ 1248528 w 12188965"/>
              <a:gd name="connsiteY8149" fmla="*/ 1410195 h 2053176"/>
              <a:gd name="connsiteX8150" fmla="*/ 1120233 w 12188965"/>
              <a:gd name="connsiteY8150" fmla="*/ 1410195 h 2053176"/>
              <a:gd name="connsiteX8151" fmla="*/ 1133121 w 12188965"/>
              <a:gd name="connsiteY8151" fmla="*/ 1423081 h 2053176"/>
              <a:gd name="connsiteX8152" fmla="*/ 1120233 w 12188965"/>
              <a:gd name="connsiteY8152" fmla="*/ 1435969 h 2053176"/>
              <a:gd name="connsiteX8153" fmla="*/ 1107345 w 12188965"/>
              <a:gd name="connsiteY8153" fmla="*/ 1423081 h 2053176"/>
              <a:gd name="connsiteX8154" fmla="*/ 1120233 w 12188965"/>
              <a:gd name="connsiteY8154" fmla="*/ 1410195 h 2053176"/>
              <a:gd name="connsiteX8155" fmla="*/ 89864 w 12188965"/>
              <a:gd name="connsiteY8155" fmla="*/ 1410195 h 2053176"/>
              <a:gd name="connsiteX8156" fmla="*/ 102752 w 12188965"/>
              <a:gd name="connsiteY8156" fmla="*/ 1423081 h 2053176"/>
              <a:gd name="connsiteX8157" fmla="*/ 89864 w 12188965"/>
              <a:gd name="connsiteY8157" fmla="*/ 1435969 h 2053176"/>
              <a:gd name="connsiteX8158" fmla="*/ 76977 w 12188965"/>
              <a:gd name="connsiteY8158" fmla="*/ 1423081 h 2053176"/>
              <a:gd name="connsiteX8159" fmla="*/ 89864 w 12188965"/>
              <a:gd name="connsiteY8159" fmla="*/ 1410195 h 2053176"/>
              <a:gd name="connsiteX8160" fmla="*/ 12099103 w 12188965"/>
              <a:gd name="connsiteY8160" fmla="*/ 1397423 h 2053176"/>
              <a:gd name="connsiteX8161" fmla="*/ 12124761 w 12188965"/>
              <a:gd name="connsiteY8161" fmla="*/ 1423081 h 2053176"/>
              <a:gd name="connsiteX8162" fmla="*/ 12099103 w 12188965"/>
              <a:gd name="connsiteY8162" fmla="*/ 1448741 h 2053176"/>
              <a:gd name="connsiteX8163" fmla="*/ 12073441 w 12188965"/>
              <a:gd name="connsiteY8163" fmla="*/ 1423081 h 2053176"/>
              <a:gd name="connsiteX8164" fmla="*/ 12099103 w 12188965"/>
              <a:gd name="connsiteY8164" fmla="*/ 1397423 h 2053176"/>
              <a:gd name="connsiteX8165" fmla="*/ 12034897 w 12188965"/>
              <a:gd name="connsiteY8165" fmla="*/ 1397423 h 2053176"/>
              <a:gd name="connsiteX8166" fmla="*/ 12060557 w 12188965"/>
              <a:gd name="connsiteY8166" fmla="*/ 1423081 h 2053176"/>
              <a:gd name="connsiteX8167" fmla="*/ 12034897 w 12188965"/>
              <a:gd name="connsiteY8167" fmla="*/ 1448741 h 2053176"/>
              <a:gd name="connsiteX8168" fmla="*/ 12009237 w 12188965"/>
              <a:gd name="connsiteY8168" fmla="*/ 1423081 h 2053176"/>
              <a:gd name="connsiteX8169" fmla="*/ 12034897 w 12188965"/>
              <a:gd name="connsiteY8169" fmla="*/ 1397423 h 2053176"/>
              <a:gd name="connsiteX8170" fmla="*/ 11970691 w 12188965"/>
              <a:gd name="connsiteY8170" fmla="*/ 1397423 h 2053176"/>
              <a:gd name="connsiteX8171" fmla="*/ 11996349 w 12188965"/>
              <a:gd name="connsiteY8171" fmla="*/ 1423081 h 2053176"/>
              <a:gd name="connsiteX8172" fmla="*/ 11970691 w 12188965"/>
              <a:gd name="connsiteY8172" fmla="*/ 1448741 h 2053176"/>
              <a:gd name="connsiteX8173" fmla="*/ 11945033 w 12188965"/>
              <a:gd name="connsiteY8173" fmla="*/ 1423081 h 2053176"/>
              <a:gd name="connsiteX8174" fmla="*/ 11970691 w 12188965"/>
              <a:gd name="connsiteY8174" fmla="*/ 1397423 h 2053176"/>
              <a:gd name="connsiteX8175" fmla="*/ 11906483 w 12188965"/>
              <a:gd name="connsiteY8175" fmla="*/ 1397423 h 2053176"/>
              <a:gd name="connsiteX8176" fmla="*/ 11932145 w 12188965"/>
              <a:gd name="connsiteY8176" fmla="*/ 1423081 h 2053176"/>
              <a:gd name="connsiteX8177" fmla="*/ 11906483 w 12188965"/>
              <a:gd name="connsiteY8177" fmla="*/ 1448741 h 2053176"/>
              <a:gd name="connsiteX8178" fmla="*/ 11880825 w 12188965"/>
              <a:gd name="connsiteY8178" fmla="*/ 1423081 h 2053176"/>
              <a:gd name="connsiteX8179" fmla="*/ 11906483 w 12188965"/>
              <a:gd name="connsiteY8179" fmla="*/ 1397423 h 2053176"/>
              <a:gd name="connsiteX8180" fmla="*/ 11842279 w 12188965"/>
              <a:gd name="connsiteY8180" fmla="*/ 1397423 h 2053176"/>
              <a:gd name="connsiteX8181" fmla="*/ 11867941 w 12188965"/>
              <a:gd name="connsiteY8181" fmla="*/ 1423081 h 2053176"/>
              <a:gd name="connsiteX8182" fmla="*/ 11842279 w 12188965"/>
              <a:gd name="connsiteY8182" fmla="*/ 1448741 h 2053176"/>
              <a:gd name="connsiteX8183" fmla="*/ 11816621 w 12188965"/>
              <a:gd name="connsiteY8183" fmla="*/ 1423081 h 2053176"/>
              <a:gd name="connsiteX8184" fmla="*/ 11842279 w 12188965"/>
              <a:gd name="connsiteY8184" fmla="*/ 1397423 h 2053176"/>
              <a:gd name="connsiteX8185" fmla="*/ 11775107 w 12188965"/>
              <a:gd name="connsiteY8185" fmla="*/ 1397423 h 2053176"/>
              <a:gd name="connsiteX8186" fmla="*/ 11800767 w 12188965"/>
              <a:gd name="connsiteY8186" fmla="*/ 1423081 h 2053176"/>
              <a:gd name="connsiteX8187" fmla="*/ 11775107 w 12188965"/>
              <a:gd name="connsiteY8187" fmla="*/ 1448741 h 2053176"/>
              <a:gd name="connsiteX8188" fmla="*/ 11749449 w 12188965"/>
              <a:gd name="connsiteY8188" fmla="*/ 1423081 h 2053176"/>
              <a:gd name="connsiteX8189" fmla="*/ 11775107 w 12188965"/>
              <a:gd name="connsiteY8189" fmla="*/ 1397423 h 2053176"/>
              <a:gd name="connsiteX8190" fmla="*/ 11710901 w 12188965"/>
              <a:gd name="connsiteY8190" fmla="*/ 1397423 h 2053176"/>
              <a:gd name="connsiteX8191" fmla="*/ 11736561 w 12188965"/>
              <a:gd name="connsiteY8191" fmla="*/ 1423081 h 2053176"/>
              <a:gd name="connsiteX8192" fmla="*/ 11710901 w 12188965"/>
              <a:gd name="connsiteY8192" fmla="*/ 1448741 h 2053176"/>
              <a:gd name="connsiteX8193" fmla="*/ 11685243 w 12188965"/>
              <a:gd name="connsiteY8193" fmla="*/ 1423081 h 2053176"/>
              <a:gd name="connsiteX8194" fmla="*/ 11710901 w 12188965"/>
              <a:gd name="connsiteY8194" fmla="*/ 1397423 h 2053176"/>
              <a:gd name="connsiteX8195" fmla="*/ 11646697 w 12188965"/>
              <a:gd name="connsiteY8195" fmla="*/ 1397423 h 2053176"/>
              <a:gd name="connsiteX8196" fmla="*/ 11672355 w 12188965"/>
              <a:gd name="connsiteY8196" fmla="*/ 1423081 h 2053176"/>
              <a:gd name="connsiteX8197" fmla="*/ 11646697 w 12188965"/>
              <a:gd name="connsiteY8197" fmla="*/ 1448741 h 2053176"/>
              <a:gd name="connsiteX8198" fmla="*/ 11621037 w 12188965"/>
              <a:gd name="connsiteY8198" fmla="*/ 1423081 h 2053176"/>
              <a:gd name="connsiteX8199" fmla="*/ 11646697 w 12188965"/>
              <a:gd name="connsiteY8199" fmla="*/ 1397423 h 2053176"/>
              <a:gd name="connsiteX8200" fmla="*/ 11454081 w 12188965"/>
              <a:gd name="connsiteY8200" fmla="*/ 1397423 h 2053176"/>
              <a:gd name="connsiteX8201" fmla="*/ 11479739 w 12188965"/>
              <a:gd name="connsiteY8201" fmla="*/ 1423081 h 2053176"/>
              <a:gd name="connsiteX8202" fmla="*/ 11454081 w 12188965"/>
              <a:gd name="connsiteY8202" fmla="*/ 1448741 h 2053176"/>
              <a:gd name="connsiteX8203" fmla="*/ 11428421 w 12188965"/>
              <a:gd name="connsiteY8203" fmla="*/ 1423081 h 2053176"/>
              <a:gd name="connsiteX8204" fmla="*/ 11454081 w 12188965"/>
              <a:gd name="connsiteY8204" fmla="*/ 1397423 h 2053176"/>
              <a:gd name="connsiteX8205" fmla="*/ 11389875 w 12188965"/>
              <a:gd name="connsiteY8205" fmla="*/ 1397423 h 2053176"/>
              <a:gd name="connsiteX8206" fmla="*/ 11415533 w 12188965"/>
              <a:gd name="connsiteY8206" fmla="*/ 1423081 h 2053176"/>
              <a:gd name="connsiteX8207" fmla="*/ 11389875 w 12188965"/>
              <a:gd name="connsiteY8207" fmla="*/ 1448741 h 2053176"/>
              <a:gd name="connsiteX8208" fmla="*/ 11364217 w 12188965"/>
              <a:gd name="connsiteY8208" fmla="*/ 1423081 h 2053176"/>
              <a:gd name="connsiteX8209" fmla="*/ 11389875 w 12188965"/>
              <a:gd name="connsiteY8209" fmla="*/ 1397423 h 2053176"/>
              <a:gd name="connsiteX8210" fmla="*/ 11325670 w 12188965"/>
              <a:gd name="connsiteY8210" fmla="*/ 1397423 h 2053176"/>
              <a:gd name="connsiteX8211" fmla="*/ 11351329 w 12188965"/>
              <a:gd name="connsiteY8211" fmla="*/ 1423081 h 2053176"/>
              <a:gd name="connsiteX8212" fmla="*/ 11325670 w 12188965"/>
              <a:gd name="connsiteY8212" fmla="*/ 1448741 h 2053176"/>
              <a:gd name="connsiteX8213" fmla="*/ 11300012 w 12188965"/>
              <a:gd name="connsiteY8213" fmla="*/ 1423081 h 2053176"/>
              <a:gd name="connsiteX8214" fmla="*/ 11325670 w 12188965"/>
              <a:gd name="connsiteY8214" fmla="*/ 1397423 h 2053176"/>
              <a:gd name="connsiteX8215" fmla="*/ 11261466 w 12188965"/>
              <a:gd name="connsiteY8215" fmla="*/ 1397423 h 2053176"/>
              <a:gd name="connsiteX8216" fmla="*/ 11287124 w 12188965"/>
              <a:gd name="connsiteY8216" fmla="*/ 1423081 h 2053176"/>
              <a:gd name="connsiteX8217" fmla="*/ 11261466 w 12188965"/>
              <a:gd name="connsiteY8217" fmla="*/ 1448741 h 2053176"/>
              <a:gd name="connsiteX8218" fmla="*/ 11235805 w 12188965"/>
              <a:gd name="connsiteY8218" fmla="*/ 1423081 h 2053176"/>
              <a:gd name="connsiteX8219" fmla="*/ 11261466 w 12188965"/>
              <a:gd name="connsiteY8219" fmla="*/ 1397423 h 2053176"/>
              <a:gd name="connsiteX8220" fmla="*/ 11197259 w 12188965"/>
              <a:gd name="connsiteY8220" fmla="*/ 1397423 h 2053176"/>
              <a:gd name="connsiteX8221" fmla="*/ 11222917 w 12188965"/>
              <a:gd name="connsiteY8221" fmla="*/ 1423081 h 2053176"/>
              <a:gd name="connsiteX8222" fmla="*/ 11197259 w 12188965"/>
              <a:gd name="connsiteY8222" fmla="*/ 1448741 h 2053176"/>
              <a:gd name="connsiteX8223" fmla="*/ 11171601 w 12188965"/>
              <a:gd name="connsiteY8223" fmla="*/ 1423081 h 2053176"/>
              <a:gd name="connsiteX8224" fmla="*/ 11197259 w 12188965"/>
              <a:gd name="connsiteY8224" fmla="*/ 1397423 h 2053176"/>
              <a:gd name="connsiteX8225" fmla="*/ 11133055 w 12188965"/>
              <a:gd name="connsiteY8225" fmla="*/ 1397423 h 2053176"/>
              <a:gd name="connsiteX8226" fmla="*/ 11158713 w 12188965"/>
              <a:gd name="connsiteY8226" fmla="*/ 1423081 h 2053176"/>
              <a:gd name="connsiteX8227" fmla="*/ 11133055 w 12188965"/>
              <a:gd name="connsiteY8227" fmla="*/ 1448741 h 2053176"/>
              <a:gd name="connsiteX8228" fmla="*/ 11107396 w 12188965"/>
              <a:gd name="connsiteY8228" fmla="*/ 1423081 h 2053176"/>
              <a:gd name="connsiteX8229" fmla="*/ 11133055 w 12188965"/>
              <a:gd name="connsiteY8229" fmla="*/ 1397423 h 2053176"/>
              <a:gd name="connsiteX8230" fmla="*/ 11068848 w 12188965"/>
              <a:gd name="connsiteY8230" fmla="*/ 1397423 h 2053176"/>
              <a:gd name="connsiteX8231" fmla="*/ 11094509 w 12188965"/>
              <a:gd name="connsiteY8231" fmla="*/ 1423081 h 2053176"/>
              <a:gd name="connsiteX8232" fmla="*/ 11068848 w 12188965"/>
              <a:gd name="connsiteY8232" fmla="*/ 1448741 h 2053176"/>
              <a:gd name="connsiteX8233" fmla="*/ 11043189 w 12188965"/>
              <a:gd name="connsiteY8233" fmla="*/ 1423081 h 2053176"/>
              <a:gd name="connsiteX8234" fmla="*/ 11068848 w 12188965"/>
              <a:gd name="connsiteY8234" fmla="*/ 1397423 h 2053176"/>
              <a:gd name="connsiteX8235" fmla="*/ 10940321 w 12188965"/>
              <a:gd name="connsiteY8235" fmla="*/ 1397423 h 2053176"/>
              <a:gd name="connsiteX8236" fmla="*/ 10965982 w 12188965"/>
              <a:gd name="connsiteY8236" fmla="*/ 1423081 h 2053176"/>
              <a:gd name="connsiteX8237" fmla="*/ 10940321 w 12188965"/>
              <a:gd name="connsiteY8237" fmla="*/ 1448741 h 2053176"/>
              <a:gd name="connsiteX8238" fmla="*/ 10914663 w 12188965"/>
              <a:gd name="connsiteY8238" fmla="*/ 1423081 h 2053176"/>
              <a:gd name="connsiteX8239" fmla="*/ 10940321 w 12188965"/>
              <a:gd name="connsiteY8239" fmla="*/ 1397423 h 2053176"/>
              <a:gd name="connsiteX8240" fmla="*/ 10811912 w 12188965"/>
              <a:gd name="connsiteY8240" fmla="*/ 1397423 h 2053176"/>
              <a:gd name="connsiteX8241" fmla="*/ 10837571 w 12188965"/>
              <a:gd name="connsiteY8241" fmla="*/ 1423081 h 2053176"/>
              <a:gd name="connsiteX8242" fmla="*/ 10811912 w 12188965"/>
              <a:gd name="connsiteY8242" fmla="*/ 1448741 h 2053176"/>
              <a:gd name="connsiteX8243" fmla="*/ 10786254 w 12188965"/>
              <a:gd name="connsiteY8243" fmla="*/ 1423081 h 2053176"/>
              <a:gd name="connsiteX8244" fmla="*/ 10811912 w 12188965"/>
              <a:gd name="connsiteY8244" fmla="*/ 1397423 h 2053176"/>
              <a:gd name="connsiteX8245" fmla="*/ 10747708 w 12188965"/>
              <a:gd name="connsiteY8245" fmla="*/ 1397423 h 2053176"/>
              <a:gd name="connsiteX8246" fmla="*/ 10773366 w 12188965"/>
              <a:gd name="connsiteY8246" fmla="*/ 1423081 h 2053176"/>
              <a:gd name="connsiteX8247" fmla="*/ 10747708 w 12188965"/>
              <a:gd name="connsiteY8247" fmla="*/ 1448741 h 2053176"/>
              <a:gd name="connsiteX8248" fmla="*/ 10722047 w 12188965"/>
              <a:gd name="connsiteY8248" fmla="*/ 1423081 h 2053176"/>
              <a:gd name="connsiteX8249" fmla="*/ 10747708 w 12188965"/>
              <a:gd name="connsiteY8249" fmla="*/ 1397423 h 2053176"/>
              <a:gd name="connsiteX8250" fmla="*/ 10683501 w 12188965"/>
              <a:gd name="connsiteY8250" fmla="*/ 1397423 h 2053176"/>
              <a:gd name="connsiteX8251" fmla="*/ 10709159 w 12188965"/>
              <a:gd name="connsiteY8251" fmla="*/ 1423081 h 2053176"/>
              <a:gd name="connsiteX8252" fmla="*/ 10683501 w 12188965"/>
              <a:gd name="connsiteY8252" fmla="*/ 1448741 h 2053176"/>
              <a:gd name="connsiteX8253" fmla="*/ 10657843 w 12188965"/>
              <a:gd name="connsiteY8253" fmla="*/ 1423081 h 2053176"/>
              <a:gd name="connsiteX8254" fmla="*/ 10683501 w 12188965"/>
              <a:gd name="connsiteY8254" fmla="*/ 1397423 h 2053176"/>
              <a:gd name="connsiteX8255" fmla="*/ 10619297 w 12188965"/>
              <a:gd name="connsiteY8255" fmla="*/ 1397423 h 2053176"/>
              <a:gd name="connsiteX8256" fmla="*/ 10644955 w 12188965"/>
              <a:gd name="connsiteY8256" fmla="*/ 1423081 h 2053176"/>
              <a:gd name="connsiteX8257" fmla="*/ 10619297 w 12188965"/>
              <a:gd name="connsiteY8257" fmla="*/ 1448741 h 2053176"/>
              <a:gd name="connsiteX8258" fmla="*/ 10593639 w 12188965"/>
              <a:gd name="connsiteY8258" fmla="*/ 1423081 h 2053176"/>
              <a:gd name="connsiteX8259" fmla="*/ 10619297 w 12188965"/>
              <a:gd name="connsiteY8259" fmla="*/ 1397423 h 2053176"/>
              <a:gd name="connsiteX8260" fmla="*/ 10555092 w 12188965"/>
              <a:gd name="connsiteY8260" fmla="*/ 1397423 h 2053176"/>
              <a:gd name="connsiteX8261" fmla="*/ 10580751 w 12188965"/>
              <a:gd name="connsiteY8261" fmla="*/ 1423081 h 2053176"/>
              <a:gd name="connsiteX8262" fmla="*/ 10555092 w 12188965"/>
              <a:gd name="connsiteY8262" fmla="*/ 1448741 h 2053176"/>
              <a:gd name="connsiteX8263" fmla="*/ 10529432 w 12188965"/>
              <a:gd name="connsiteY8263" fmla="*/ 1423081 h 2053176"/>
              <a:gd name="connsiteX8264" fmla="*/ 10555092 w 12188965"/>
              <a:gd name="connsiteY8264" fmla="*/ 1397423 h 2053176"/>
              <a:gd name="connsiteX8265" fmla="*/ 10490885 w 12188965"/>
              <a:gd name="connsiteY8265" fmla="*/ 1397423 h 2053176"/>
              <a:gd name="connsiteX8266" fmla="*/ 10516544 w 12188965"/>
              <a:gd name="connsiteY8266" fmla="*/ 1423081 h 2053176"/>
              <a:gd name="connsiteX8267" fmla="*/ 10490885 w 12188965"/>
              <a:gd name="connsiteY8267" fmla="*/ 1448741 h 2053176"/>
              <a:gd name="connsiteX8268" fmla="*/ 10465227 w 12188965"/>
              <a:gd name="connsiteY8268" fmla="*/ 1423081 h 2053176"/>
              <a:gd name="connsiteX8269" fmla="*/ 10490885 w 12188965"/>
              <a:gd name="connsiteY8269" fmla="*/ 1397423 h 2053176"/>
              <a:gd name="connsiteX8270" fmla="*/ 10362474 w 12188965"/>
              <a:gd name="connsiteY8270" fmla="*/ 1397423 h 2053176"/>
              <a:gd name="connsiteX8271" fmla="*/ 10388135 w 12188965"/>
              <a:gd name="connsiteY8271" fmla="*/ 1423081 h 2053176"/>
              <a:gd name="connsiteX8272" fmla="*/ 10362474 w 12188965"/>
              <a:gd name="connsiteY8272" fmla="*/ 1448741 h 2053176"/>
              <a:gd name="connsiteX8273" fmla="*/ 10336816 w 12188965"/>
              <a:gd name="connsiteY8273" fmla="*/ 1423081 h 2053176"/>
              <a:gd name="connsiteX8274" fmla="*/ 10362474 w 12188965"/>
              <a:gd name="connsiteY8274" fmla="*/ 1397423 h 2053176"/>
              <a:gd name="connsiteX8275" fmla="*/ 10298270 w 12188965"/>
              <a:gd name="connsiteY8275" fmla="*/ 1397423 h 2053176"/>
              <a:gd name="connsiteX8276" fmla="*/ 10323928 w 12188965"/>
              <a:gd name="connsiteY8276" fmla="*/ 1423081 h 2053176"/>
              <a:gd name="connsiteX8277" fmla="*/ 10298270 w 12188965"/>
              <a:gd name="connsiteY8277" fmla="*/ 1448741 h 2053176"/>
              <a:gd name="connsiteX8278" fmla="*/ 10272611 w 12188965"/>
              <a:gd name="connsiteY8278" fmla="*/ 1423081 h 2053176"/>
              <a:gd name="connsiteX8279" fmla="*/ 10298270 w 12188965"/>
              <a:gd name="connsiteY8279" fmla="*/ 1397423 h 2053176"/>
              <a:gd name="connsiteX8280" fmla="*/ 10234065 w 12188965"/>
              <a:gd name="connsiteY8280" fmla="*/ 1397423 h 2053176"/>
              <a:gd name="connsiteX8281" fmla="*/ 10259723 w 12188965"/>
              <a:gd name="connsiteY8281" fmla="*/ 1423081 h 2053176"/>
              <a:gd name="connsiteX8282" fmla="*/ 10234065 w 12188965"/>
              <a:gd name="connsiteY8282" fmla="*/ 1448741 h 2053176"/>
              <a:gd name="connsiteX8283" fmla="*/ 10208404 w 12188965"/>
              <a:gd name="connsiteY8283" fmla="*/ 1423081 h 2053176"/>
              <a:gd name="connsiteX8284" fmla="*/ 10234065 w 12188965"/>
              <a:gd name="connsiteY8284" fmla="*/ 1397423 h 2053176"/>
              <a:gd name="connsiteX8285" fmla="*/ 10105654 w 12188965"/>
              <a:gd name="connsiteY8285" fmla="*/ 1397423 h 2053176"/>
              <a:gd name="connsiteX8286" fmla="*/ 10131312 w 12188965"/>
              <a:gd name="connsiteY8286" fmla="*/ 1423081 h 2053176"/>
              <a:gd name="connsiteX8287" fmla="*/ 10105654 w 12188965"/>
              <a:gd name="connsiteY8287" fmla="*/ 1448741 h 2053176"/>
              <a:gd name="connsiteX8288" fmla="*/ 10079996 w 12188965"/>
              <a:gd name="connsiteY8288" fmla="*/ 1423081 h 2053176"/>
              <a:gd name="connsiteX8289" fmla="*/ 10105654 w 12188965"/>
              <a:gd name="connsiteY8289" fmla="*/ 1397423 h 2053176"/>
              <a:gd name="connsiteX8290" fmla="*/ 9913038 w 12188965"/>
              <a:gd name="connsiteY8290" fmla="*/ 1397423 h 2053176"/>
              <a:gd name="connsiteX8291" fmla="*/ 9938696 w 12188965"/>
              <a:gd name="connsiteY8291" fmla="*/ 1423081 h 2053176"/>
              <a:gd name="connsiteX8292" fmla="*/ 9913038 w 12188965"/>
              <a:gd name="connsiteY8292" fmla="*/ 1448741 h 2053176"/>
              <a:gd name="connsiteX8293" fmla="*/ 9887380 w 12188965"/>
              <a:gd name="connsiteY8293" fmla="*/ 1423081 h 2053176"/>
              <a:gd name="connsiteX8294" fmla="*/ 9913038 w 12188965"/>
              <a:gd name="connsiteY8294" fmla="*/ 1397423 h 2053176"/>
              <a:gd name="connsiteX8295" fmla="*/ 9720307 w 12188965"/>
              <a:gd name="connsiteY8295" fmla="*/ 1397423 h 2053176"/>
              <a:gd name="connsiteX8296" fmla="*/ 9745965 w 12188965"/>
              <a:gd name="connsiteY8296" fmla="*/ 1423081 h 2053176"/>
              <a:gd name="connsiteX8297" fmla="*/ 9720307 w 12188965"/>
              <a:gd name="connsiteY8297" fmla="*/ 1448741 h 2053176"/>
              <a:gd name="connsiteX8298" fmla="*/ 9694646 w 12188965"/>
              <a:gd name="connsiteY8298" fmla="*/ 1423081 h 2053176"/>
              <a:gd name="connsiteX8299" fmla="*/ 9720307 w 12188965"/>
              <a:gd name="connsiteY8299" fmla="*/ 1397423 h 2053176"/>
              <a:gd name="connsiteX8300" fmla="*/ 9591896 w 12188965"/>
              <a:gd name="connsiteY8300" fmla="*/ 1397423 h 2053176"/>
              <a:gd name="connsiteX8301" fmla="*/ 9617554 w 12188965"/>
              <a:gd name="connsiteY8301" fmla="*/ 1423081 h 2053176"/>
              <a:gd name="connsiteX8302" fmla="*/ 9591896 w 12188965"/>
              <a:gd name="connsiteY8302" fmla="*/ 1448741 h 2053176"/>
              <a:gd name="connsiteX8303" fmla="*/ 9566238 w 12188965"/>
              <a:gd name="connsiteY8303" fmla="*/ 1423081 h 2053176"/>
              <a:gd name="connsiteX8304" fmla="*/ 9591896 w 12188965"/>
              <a:gd name="connsiteY8304" fmla="*/ 1397423 h 2053176"/>
              <a:gd name="connsiteX8305" fmla="*/ 9527689 w 12188965"/>
              <a:gd name="connsiteY8305" fmla="*/ 1397423 h 2053176"/>
              <a:gd name="connsiteX8306" fmla="*/ 9553350 w 12188965"/>
              <a:gd name="connsiteY8306" fmla="*/ 1423081 h 2053176"/>
              <a:gd name="connsiteX8307" fmla="*/ 9527689 w 12188965"/>
              <a:gd name="connsiteY8307" fmla="*/ 1448741 h 2053176"/>
              <a:gd name="connsiteX8308" fmla="*/ 9502031 w 12188965"/>
              <a:gd name="connsiteY8308" fmla="*/ 1423081 h 2053176"/>
              <a:gd name="connsiteX8309" fmla="*/ 9527689 w 12188965"/>
              <a:gd name="connsiteY8309" fmla="*/ 1397423 h 2053176"/>
              <a:gd name="connsiteX8310" fmla="*/ 9463485 w 12188965"/>
              <a:gd name="connsiteY8310" fmla="*/ 1397423 h 2053176"/>
              <a:gd name="connsiteX8311" fmla="*/ 9489143 w 12188965"/>
              <a:gd name="connsiteY8311" fmla="*/ 1423081 h 2053176"/>
              <a:gd name="connsiteX8312" fmla="*/ 9463485 w 12188965"/>
              <a:gd name="connsiteY8312" fmla="*/ 1448741 h 2053176"/>
              <a:gd name="connsiteX8313" fmla="*/ 9437826 w 12188965"/>
              <a:gd name="connsiteY8313" fmla="*/ 1423081 h 2053176"/>
              <a:gd name="connsiteX8314" fmla="*/ 9463485 w 12188965"/>
              <a:gd name="connsiteY8314" fmla="*/ 1397423 h 2053176"/>
              <a:gd name="connsiteX8315" fmla="*/ 9335073 w 12188965"/>
              <a:gd name="connsiteY8315" fmla="*/ 1397423 h 2053176"/>
              <a:gd name="connsiteX8316" fmla="*/ 9360734 w 12188965"/>
              <a:gd name="connsiteY8316" fmla="*/ 1423081 h 2053176"/>
              <a:gd name="connsiteX8317" fmla="*/ 9335073 w 12188965"/>
              <a:gd name="connsiteY8317" fmla="*/ 1448741 h 2053176"/>
              <a:gd name="connsiteX8318" fmla="*/ 9309415 w 12188965"/>
              <a:gd name="connsiteY8318" fmla="*/ 1423081 h 2053176"/>
              <a:gd name="connsiteX8319" fmla="*/ 9335073 w 12188965"/>
              <a:gd name="connsiteY8319" fmla="*/ 1397423 h 2053176"/>
              <a:gd name="connsiteX8320" fmla="*/ 9142457 w 12188965"/>
              <a:gd name="connsiteY8320" fmla="*/ 1397423 h 2053176"/>
              <a:gd name="connsiteX8321" fmla="*/ 9168118 w 12188965"/>
              <a:gd name="connsiteY8321" fmla="*/ 1423081 h 2053176"/>
              <a:gd name="connsiteX8322" fmla="*/ 9142457 w 12188965"/>
              <a:gd name="connsiteY8322" fmla="*/ 1448741 h 2053176"/>
              <a:gd name="connsiteX8323" fmla="*/ 9116799 w 12188965"/>
              <a:gd name="connsiteY8323" fmla="*/ 1423081 h 2053176"/>
              <a:gd name="connsiteX8324" fmla="*/ 9142457 w 12188965"/>
              <a:gd name="connsiteY8324" fmla="*/ 1397423 h 2053176"/>
              <a:gd name="connsiteX8325" fmla="*/ 9078253 w 12188965"/>
              <a:gd name="connsiteY8325" fmla="*/ 1397423 h 2053176"/>
              <a:gd name="connsiteX8326" fmla="*/ 9103911 w 12188965"/>
              <a:gd name="connsiteY8326" fmla="*/ 1423081 h 2053176"/>
              <a:gd name="connsiteX8327" fmla="*/ 9078253 w 12188965"/>
              <a:gd name="connsiteY8327" fmla="*/ 1448741 h 2053176"/>
              <a:gd name="connsiteX8328" fmla="*/ 9052595 w 12188965"/>
              <a:gd name="connsiteY8328" fmla="*/ 1423081 h 2053176"/>
              <a:gd name="connsiteX8329" fmla="*/ 9078253 w 12188965"/>
              <a:gd name="connsiteY8329" fmla="*/ 1397423 h 2053176"/>
              <a:gd name="connsiteX8330" fmla="*/ 9014049 w 12188965"/>
              <a:gd name="connsiteY8330" fmla="*/ 1397423 h 2053176"/>
              <a:gd name="connsiteX8331" fmla="*/ 9039707 w 12188965"/>
              <a:gd name="connsiteY8331" fmla="*/ 1423081 h 2053176"/>
              <a:gd name="connsiteX8332" fmla="*/ 9014049 w 12188965"/>
              <a:gd name="connsiteY8332" fmla="*/ 1448741 h 2053176"/>
              <a:gd name="connsiteX8333" fmla="*/ 8988388 w 12188965"/>
              <a:gd name="connsiteY8333" fmla="*/ 1423081 h 2053176"/>
              <a:gd name="connsiteX8334" fmla="*/ 9014049 w 12188965"/>
              <a:gd name="connsiteY8334" fmla="*/ 1397423 h 2053176"/>
              <a:gd name="connsiteX8335" fmla="*/ 8949842 w 12188965"/>
              <a:gd name="connsiteY8335" fmla="*/ 1397423 h 2053176"/>
              <a:gd name="connsiteX8336" fmla="*/ 8975503 w 12188965"/>
              <a:gd name="connsiteY8336" fmla="*/ 1423081 h 2053176"/>
              <a:gd name="connsiteX8337" fmla="*/ 8949842 w 12188965"/>
              <a:gd name="connsiteY8337" fmla="*/ 1448741 h 2053176"/>
              <a:gd name="connsiteX8338" fmla="*/ 8924183 w 12188965"/>
              <a:gd name="connsiteY8338" fmla="*/ 1423081 h 2053176"/>
              <a:gd name="connsiteX8339" fmla="*/ 8949842 w 12188965"/>
              <a:gd name="connsiteY8339" fmla="*/ 1397423 h 2053176"/>
              <a:gd name="connsiteX8340" fmla="*/ 8821433 w 12188965"/>
              <a:gd name="connsiteY8340" fmla="*/ 1397423 h 2053176"/>
              <a:gd name="connsiteX8341" fmla="*/ 8847091 w 12188965"/>
              <a:gd name="connsiteY8341" fmla="*/ 1423081 h 2053176"/>
              <a:gd name="connsiteX8342" fmla="*/ 8821433 w 12188965"/>
              <a:gd name="connsiteY8342" fmla="*/ 1448741 h 2053176"/>
              <a:gd name="connsiteX8343" fmla="*/ 8795772 w 12188965"/>
              <a:gd name="connsiteY8343" fmla="*/ 1423081 h 2053176"/>
              <a:gd name="connsiteX8344" fmla="*/ 8821433 w 12188965"/>
              <a:gd name="connsiteY8344" fmla="*/ 1397423 h 2053176"/>
              <a:gd name="connsiteX8345" fmla="*/ 8757226 w 12188965"/>
              <a:gd name="connsiteY8345" fmla="*/ 1397423 h 2053176"/>
              <a:gd name="connsiteX8346" fmla="*/ 8782887 w 12188965"/>
              <a:gd name="connsiteY8346" fmla="*/ 1423081 h 2053176"/>
              <a:gd name="connsiteX8347" fmla="*/ 8757226 w 12188965"/>
              <a:gd name="connsiteY8347" fmla="*/ 1448741 h 2053176"/>
              <a:gd name="connsiteX8348" fmla="*/ 8731568 w 12188965"/>
              <a:gd name="connsiteY8348" fmla="*/ 1423081 h 2053176"/>
              <a:gd name="connsiteX8349" fmla="*/ 8757226 w 12188965"/>
              <a:gd name="connsiteY8349" fmla="*/ 1397423 h 2053176"/>
              <a:gd name="connsiteX8350" fmla="*/ 8692904 w 12188965"/>
              <a:gd name="connsiteY8350" fmla="*/ 1397423 h 2053176"/>
              <a:gd name="connsiteX8351" fmla="*/ 8718565 w 12188965"/>
              <a:gd name="connsiteY8351" fmla="*/ 1423081 h 2053176"/>
              <a:gd name="connsiteX8352" fmla="*/ 8692904 w 12188965"/>
              <a:gd name="connsiteY8352" fmla="*/ 1448741 h 2053176"/>
              <a:gd name="connsiteX8353" fmla="*/ 8667246 w 12188965"/>
              <a:gd name="connsiteY8353" fmla="*/ 1423081 h 2053176"/>
              <a:gd name="connsiteX8354" fmla="*/ 8692904 w 12188965"/>
              <a:gd name="connsiteY8354" fmla="*/ 1397423 h 2053176"/>
              <a:gd name="connsiteX8355" fmla="*/ 8564495 w 12188965"/>
              <a:gd name="connsiteY8355" fmla="*/ 1397423 h 2053176"/>
              <a:gd name="connsiteX8356" fmla="*/ 8590153 w 12188965"/>
              <a:gd name="connsiteY8356" fmla="*/ 1423081 h 2053176"/>
              <a:gd name="connsiteX8357" fmla="*/ 8564495 w 12188965"/>
              <a:gd name="connsiteY8357" fmla="*/ 1448741 h 2053176"/>
              <a:gd name="connsiteX8358" fmla="*/ 8538837 w 12188965"/>
              <a:gd name="connsiteY8358" fmla="*/ 1423081 h 2053176"/>
              <a:gd name="connsiteX8359" fmla="*/ 8564495 w 12188965"/>
              <a:gd name="connsiteY8359" fmla="*/ 1397423 h 2053176"/>
              <a:gd name="connsiteX8360" fmla="*/ 8500288 w 12188965"/>
              <a:gd name="connsiteY8360" fmla="*/ 1397423 h 2053176"/>
              <a:gd name="connsiteX8361" fmla="*/ 8525949 w 12188965"/>
              <a:gd name="connsiteY8361" fmla="*/ 1423081 h 2053176"/>
              <a:gd name="connsiteX8362" fmla="*/ 8500288 w 12188965"/>
              <a:gd name="connsiteY8362" fmla="*/ 1448741 h 2053176"/>
              <a:gd name="connsiteX8363" fmla="*/ 8474630 w 12188965"/>
              <a:gd name="connsiteY8363" fmla="*/ 1423081 h 2053176"/>
              <a:gd name="connsiteX8364" fmla="*/ 8500288 w 12188965"/>
              <a:gd name="connsiteY8364" fmla="*/ 1397423 h 2053176"/>
              <a:gd name="connsiteX8365" fmla="*/ 8115057 w 12188965"/>
              <a:gd name="connsiteY8365" fmla="*/ 1397423 h 2053176"/>
              <a:gd name="connsiteX8366" fmla="*/ 8140717 w 12188965"/>
              <a:gd name="connsiteY8366" fmla="*/ 1423081 h 2053176"/>
              <a:gd name="connsiteX8367" fmla="*/ 8115057 w 12188965"/>
              <a:gd name="connsiteY8367" fmla="*/ 1448741 h 2053176"/>
              <a:gd name="connsiteX8368" fmla="*/ 8089398 w 12188965"/>
              <a:gd name="connsiteY8368" fmla="*/ 1423081 h 2053176"/>
              <a:gd name="connsiteX8369" fmla="*/ 8115057 w 12188965"/>
              <a:gd name="connsiteY8369" fmla="*/ 1397423 h 2053176"/>
              <a:gd name="connsiteX8370" fmla="*/ 8050852 w 12188965"/>
              <a:gd name="connsiteY8370" fmla="*/ 1397423 h 2053176"/>
              <a:gd name="connsiteX8371" fmla="*/ 8076510 w 12188965"/>
              <a:gd name="connsiteY8371" fmla="*/ 1423081 h 2053176"/>
              <a:gd name="connsiteX8372" fmla="*/ 8050852 w 12188965"/>
              <a:gd name="connsiteY8372" fmla="*/ 1448741 h 2053176"/>
              <a:gd name="connsiteX8373" fmla="*/ 8025194 w 12188965"/>
              <a:gd name="connsiteY8373" fmla="*/ 1423081 h 2053176"/>
              <a:gd name="connsiteX8374" fmla="*/ 8050852 w 12188965"/>
              <a:gd name="connsiteY8374" fmla="*/ 1397423 h 2053176"/>
              <a:gd name="connsiteX8375" fmla="*/ 7986648 w 12188965"/>
              <a:gd name="connsiteY8375" fmla="*/ 1397423 h 2053176"/>
              <a:gd name="connsiteX8376" fmla="*/ 8012306 w 12188965"/>
              <a:gd name="connsiteY8376" fmla="*/ 1423081 h 2053176"/>
              <a:gd name="connsiteX8377" fmla="*/ 7986648 w 12188965"/>
              <a:gd name="connsiteY8377" fmla="*/ 1448741 h 2053176"/>
              <a:gd name="connsiteX8378" fmla="*/ 7960990 w 12188965"/>
              <a:gd name="connsiteY8378" fmla="*/ 1423081 h 2053176"/>
              <a:gd name="connsiteX8379" fmla="*/ 7986648 w 12188965"/>
              <a:gd name="connsiteY8379" fmla="*/ 1397423 h 2053176"/>
              <a:gd name="connsiteX8380" fmla="*/ 7922444 w 12188965"/>
              <a:gd name="connsiteY8380" fmla="*/ 1397423 h 2053176"/>
              <a:gd name="connsiteX8381" fmla="*/ 7948102 w 12188965"/>
              <a:gd name="connsiteY8381" fmla="*/ 1423081 h 2053176"/>
              <a:gd name="connsiteX8382" fmla="*/ 7922444 w 12188965"/>
              <a:gd name="connsiteY8382" fmla="*/ 1448741 h 2053176"/>
              <a:gd name="connsiteX8383" fmla="*/ 7896783 w 12188965"/>
              <a:gd name="connsiteY8383" fmla="*/ 1423081 h 2053176"/>
              <a:gd name="connsiteX8384" fmla="*/ 7922444 w 12188965"/>
              <a:gd name="connsiteY8384" fmla="*/ 1397423 h 2053176"/>
              <a:gd name="connsiteX8385" fmla="*/ 7858237 w 12188965"/>
              <a:gd name="connsiteY8385" fmla="*/ 1397423 h 2053176"/>
              <a:gd name="connsiteX8386" fmla="*/ 7883895 w 12188965"/>
              <a:gd name="connsiteY8386" fmla="*/ 1423081 h 2053176"/>
              <a:gd name="connsiteX8387" fmla="*/ 7858237 w 12188965"/>
              <a:gd name="connsiteY8387" fmla="*/ 1448741 h 2053176"/>
              <a:gd name="connsiteX8388" fmla="*/ 7832578 w 12188965"/>
              <a:gd name="connsiteY8388" fmla="*/ 1423081 h 2053176"/>
              <a:gd name="connsiteX8389" fmla="*/ 7858237 w 12188965"/>
              <a:gd name="connsiteY8389" fmla="*/ 1397423 h 2053176"/>
              <a:gd name="connsiteX8390" fmla="*/ 7794032 w 12188965"/>
              <a:gd name="connsiteY8390" fmla="*/ 1397423 h 2053176"/>
              <a:gd name="connsiteX8391" fmla="*/ 7819690 w 12188965"/>
              <a:gd name="connsiteY8391" fmla="*/ 1423081 h 2053176"/>
              <a:gd name="connsiteX8392" fmla="*/ 7794032 w 12188965"/>
              <a:gd name="connsiteY8392" fmla="*/ 1448741 h 2053176"/>
              <a:gd name="connsiteX8393" fmla="*/ 7768371 w 12188965"/>
              <a:gd name="connsiteY8393" fmla="*/ 1423081 h 2053176"/>
              <a:gd name="connsiteX8394" fmla="*/ 7794032 w 12188965"/>
              <a:gd name="connsiteY8394" fmla="*/ 1397423 h 2053176"/>
              <a:gd name="connsiteX8395" fmla="*/ 7729825 w 12188965"/>
              <a:gd name="connsiteY8395" fmla="*/ 1397423 h 2053176"/>
              <a:gd name="connsiteX8396" fmla="*/ 7755486 w 12188965"/>
              <a:gd name="connsiteY8396" fmla="*/ 1423081 h 2053176"/>
              <a:gd name="connsiteX8397" fmla="*/ 7729825 w 12188965"/>
              <a:gd name="connsiteY8397" fmla="*/ 1448741 h 2053176"/>
              <a:gd name="connsiteX8398" fmla="*/ 7704167 w 12188965"/>
              <a:gd name="connsiteY8398" fmla="*/ 1423081 h 2053176"/>
              <a:gd name="connsiteX8399" fmla="*/ 7729825 w 12188965"/>
              <a:gd name="connsiteY8399" fmla="*/ 1397423 h 2053176"/>
              <a:gd name="connsiteX8400" fmla="*/ 7665621 w 12188965"/>
              <a:gd name="connsiteY8400" fmla="*/ 1397423 h 2053176"/>
              <a:gd name="connsiteX8401" fmla="*/ 7691279 w 12188965"/>
              <a:gd name="connsiteY8401" fmla="*/ 1423081 h 2053176"/>
              <a:gd name="connsiteX8402" fmla="*/ 7665621 w 12188965"/>
              <a:gd name="connsiteY8402" fmla="*/ 1448741 h 2053176"/>
              <a:gd name="connsiteX8403" fmla="*/ 7639963 w 12188965"/>
              <a:gd name="connsiteY8403" fmla="*/ 1423081 h 2053176"/>
              <a:gd name="connsiteX8404" fmla="*/ 7665621 w 12188965"/>
              <a:gd name="connsiteY8404" fmla="*/ 1397423 h 2053176"/>
              <a:gd name="connsiteX8405" fmla="*/ 7601299 w 12188965"/>
              <a:gd name="connsiteY8405" fmla="*/ 1397423 h 2053176"/>
              <a:gd name="connsiteX8406" fmla="*/ 7626959 w 12188965"/>
              <a:gd name="connsiteY8406" fmla="*/ 1423081 h 2053176"/>
              <a:gd name="connsiteX8407" fmla="*/ 7601299 w 12188965"/>
              <a:gd name="connsiteY8407" fmla="*/ 1448741 h 2053176"/>
              <a:gd name="connsiteX8408" fmla="*/ 7575640 w 12188965"/>
              <a:gd name="connsiteY8408" fmla="*/ 1423081 h 2053176"/>
              <a:gd name="connsiteX8409" fmla="*/ 7601299 w 12188965"/>
              <a:gd name="connsiteY8409" fmla="*/ 1397423 h 2053176"/>
              <a:gd name="connsiteX8410" fmla="*/ 7537094 w 12188965"/>
              <a:gd name="connsiteY8410" fmla="*/ 1397423 h 2053176"/>
              <a:gd name="connsiteX8411" fmla="*/ 7562752 w 12188965"/>
              <a:gd name="connsiteY8411" fmla="*/ 1423081 h 2053176"/>
              <a:gd name="connsiteX8412" fmla="*/ 7537094 w 12188965"/>
              <a:gd name="connsiteY8412" fmla="*/ 1448741 h 2053176"/>
              <a:gd name="connsiteX8413" fmla="*/ 7511436 w 12188965"/>
              <a:gd name="connsiteY8413" fmla="*/ 1423081 h 2053176"/>
              <a:gd name="connsiteX8414" fmla="*/ 7537094 w 12188965"/>
              <a:gd name="connsiteY8414" fmla="*/ 1397423 h 2053176"/>
              <a:gd name="connsiteX8415" fmla="*/ 7472890 w 12188965"/>
              <a:gd name="connsiteY8415" fmla="*/ 1397423 h 2053176"/>
              <a:gd name="connsiteX8416" fmla="*/ 7498548 w 12188965"/>
              <a:gd name="connsiteY8416" fmla="*/ 1423081 h 2053176"/>
              <a:gd name="connsiteX8417" fmla="*/ 7472890 w 12188965"/>
              <a:gd name="connsiteY8417" fmla="*/ 1448741 h 2053176"/>
              <a:gd name="connsiteX8418" fmla="*/ 7447229 w 12188965"/>
              <a:gd name="connsiteY8418" fmla="*/ 1423081 h 2053176"/>
              <a:gd name="connsiteX8419" fmla="*/ 7472890 w 12188965"/>
              <a:gd name="connsiteY8419" fmla="*/ 1397423 h 2053176"/>
              <a:gd name="connsiteX8420" fmla="*/ 7280274 w 12188965"/>
              <a:gd name="connsiteY8420" fmla="*/ 1397423 h 2053176"/>
              <a:gd name="connsiteX8421" fmla="*/ 7305932 w 12188965"/>
              <a:gd name="connsiteY8421" fmla="*/ 1423081 h 2053176"/>
              <a:gd name="connsiteX8422" fmla="*/ 7280274 w 12188965"/>
              <a:gd name="connsiteY8422" fmla="*/ 1448741 h 2053176"/>
              <a:gd name="connsiteX8423" fmla="*/ 7254613 w 12188965"/>
              <a:gd name="connsiteY8423" fmla="*/ 1423081 h 2053176"/>
              <a:gd name="connsiteX8424" fmla="*/ 7280274 w 12188965"/>
              <a:gd name="connsiteY8424" fmla="*/ 1397423 h 2053176"/>
              <a:gd name="connsiteX8425" fmla="*/ 7216067 w 12188965"/>
              <a:gd name="connsiteY8425" fmla="*/ 1397423 h 2053176"/>
              <a:gd name="connsiteX8426" fmla="*/ 7241725 w 12188965"/>
              <a:gd name="connsiteY8426" fmla="*/ 1423081 h 2053176"/>
              <a:gd name="connsiteX8427" fmla="*/ 7216067 w 12188965"/>
              <a:gd name="connsiteY8427" fmla="*/ 1448741 h 2053176"/>
              <a:gd name="connsiteX8428" fmla="*/ 7190409 w 12188965"/>
              <a:gd name="connsiteY8428" fmla="*/ 1423081 h 2053176"/>
              <a:gd name="connsiteX8429" fmla="*/ 7216067 w 12188965"/>
              <a:gd name="connsiteY8429" fmla="*/ 1397423 h 2053176"/>
              <a:gd name="connsiteX8430" fmla="*/ 7151863 w 12188965"/>
              <a:gd name="connsiteY8430" fmla="*/ 1397423 h 2053176"/>
              <a:gd name="connsiteX8431" fmla="*/ 7177521 w 12188965"/>
              <a:gd name="connsiteY8431" fmla="*/ 1423081 h 2053176"/>
              <a:gd name="connsiteX8432" fmla="*/ 7151863 w 12188965"/>
              <a:gd name="connsiteY8432" fmla="*/ 1448741 h 2053176"/>
              <a:gd name="connsiteX8433" fmla="*/ 7126205 w 12188965"/>
              <a:gd name="connsiteY8433" fmla="*/ 1423081 h 2053176"/>
              <a:gd name="connsiteX8434" fmla="*/ 7151863 w 12188965"/>
              <a:gd name="connsiteY8434" fmla="*/ 1397423 h 2053176"/>
              <a:gd name="connsiteX8435" fmla="*/ 7087658 w 12188965"/>
              <a:gd name="connsiteY8435" fmla="*/ 1397423 h 2053176"/>
              <a:gd name="connsiteX8436" fmla="*/ 7113317 w 12188965"/>
              <a:gd name="connsiteY8436" fmla="*/ 1423081 h 2053176"/>
              <a:gd name="connsiteX8437" fmla="*/ 7087658 w 12188965"/>
              <a:gd name="connsiteY8437" fmla="*/ 1448741 h 2053176"/>
              <a:gd name="connsiteX8438" fmla="*/ 7061998 w 12188965"/>
              <a:gd name="connsiteY8438" fmla="*/ 1423081 h 2053176"/>
              <a:gd name="connsiteX8439" fmla="*/ 7087658 w 12188965"/>
              <a:gd name="connsiteY8439" fmla="*/ 1397423 h 2053176"/>
              <a:gd name="connsiteX8440" fmla="*/ 6895043 w 12188965"/>
              <a:gd name="connsiteY8440" fmla="*/ 1397423 h 2053176"/>
              <a:gd name="connsiteX8441" fmla="*/ 6920701 w 12188965"/>
              <a:gd name="connsiteY8441" fmla="*/ 1423081 h 2053176"/>
              <a:gd name="connsiteX8442" fmla="*/ 6895043 w 12188965"/>
              <a:gd name="connsiteY8442" fmla="*/ 1448741 h 2053176"/>
              <a:gd name="connsiteX8443" fmla="*/ 6869382 w 12188965"/>
              <a:gd name="connsiteY8443" fmla="*/ 1423081 h 2053176"/>
              <a:gd name="connsiteX8444" fmla="*/ 6895043 w 12188965"/>
              <a:gd name="connsiteY8444" fmla="*/ 1397423 h 2053176"/>
              <a:gd name="connsiteX8445" fmla="*/ 6766631 w 12188965"/>
              <a:gd name="connsiteY8445" fmla="*/ 1397423 h 2053176"/>
              <a:gd name="connsiteX8446" fmla="*/ 6792290 w 12188965"/>
              <a:gd name="connsiteY8446" fmla="*/ 1423081 h 2053176"/>
              <a:gd name="connsiteX8447" fmla="*/ 6766631 w 12188965"/>
              <a:gd name="connsiteY8447" fmla="*/ 1448741 h 2053176"/>
              <a:gd name="connsiteX8448" fmla="*/ 6740973 w 12188965"/>
              <a:gd name="connsiteY8448" fmla="*/ 1423081 h 2053176"/>
              <a:gd name="connsiteX8449" fmla="*/ 6766631 w 12188965"/>
              <a:gd name="connsiteY8449" fmla="*/ 1397423 h 2053176"/>
              <a:gd name="connsiteX8450" fmla="*/ 6702427 w 12188965"/>
              <a:gd name="connsiteY8450" fmla="*/ 1397423 h 2053176"/>
              <a:gd name="connsiteX8451" fmla="*/ 6728085 w 12188965"/>
              <a:gd name="connsiteY8451" fmla="*/ 1423081 h 2053176"/>
              <a:gd name="connsiteX8452" fmla="*/ 6702427 w 12188965"/>
              <a:gd name="connsiteY8452" fmla="*/ 1448741 h 2053176"/>
              <a:gd name="connsiteX8453" fmla="*/ 6676766 w 12188965"/>
              <a:gd name="connsiteY8453" fmla="*/ 1423081 h 2053176"/>
              <a:gd name="connsiteX8454" fmla="*/ 6702427 w 12188965"/>
              <a:gd name="connsiteY8454" fmla="*/ 1397423 h 2053176"/>
              <a:gd name="connsiteX8455" fmla="*/ 6638220 w 12188965"/>
              <a:gd name="connsiteY8455" fmla="*/ 1397423 h 2053176"/>
              <a:gd name="connsiteX8456" fmla="*/ 6663881 w 12188965"/>
              <a:gd name="connsiteY8456" fmla="*/ 1423081 h 2053176"/>
              <a:gd name="connsiteX8457" fmla="*/ 6638220 w 12188965"/>
              <a:gd name="connsiteY8457" fmla="*/ 1448741 h 2053176"/>
              <a:gd name="connsiteX8458" fmla="*/ 6612562 w 12188965"/>
              <a:gd name="connsiteY8458" fmla="*/ 1423081 h 2053176"/>
              <a:gd name="connsiteX8459" fmla="*/ 6638220 w 12188965"/>
              <a:gd name="connsiteY8459" fmla="*/ 1397423 h 2053176"/>
              <a:gd name="connsiteX8460" fmla="*/ 6574016 w 12188965"/>
              <a:gd name="connsiteY8460" fmla="*/ 1397423 h 2053176"/>
              <a:gd name="connsiteX8461" fmla="*/ 6599674 w 12188965"/>
              <a:gd name="connsiteY8461" fmla="*/ 1423081 h 2053176"/>
              <a:gd name="connsiteX8462" fmla="*/ 6574016 w 12188965"/>
              <a:gd name="connsiteY8462" fmla="*/ 1448741 h 2053176"/>
              <a:gd name="connsiteX8463" fmla="*/ 6548357 w 12188965"/>
              <a:gd name="connsiteY8463" fmla="*/ 1423081 h 2053176"/>
              <a:gd name="connsiteX8464" fmla="*/ 6574016 w 12188965"/>
              <a:gd name="connsiteY8464" fmla="*/ 1397423 h 2053176"/>
              <a:gd name="connsiteX8465" fmla="*/ 6381282 w 12188965"/>
              <a:gd name="connsiteY8465" fmla="*/ 1397423 h 2053176"/>
              <a:gd name="connsiteX8466" fmla="*/ 6406943 w 12188965"/>
              <a:gd name="connsiteY8466" fmla="*/ 1423081 h 2053176"/>
              <a:gd name="connsiteX8467" fmla="*/ 6381282 w 12188965"/>
              <a:gd name="connsiteY8467" fmla="*/ 1448741 h 2053176"/>
              <a:gd name="connsiteX8468" fmla="*/ 6355624 w 12188965"/>
              <a:gd name="connsiteY8468" fmla="*/ 1423081 h 2053176"/>
              <a:gd name="connsiteX8469" fmla="*/ 6381282 w 12188965"/>
              <a:gd name="connsiteY8469" fmla="*/ 1397423 h 2053176"/>
              <a:gd name="connsiteX8470" fmla="*/ 6317078 w 12188965"/>
              <a:gd name="connsiteY8470" fmla="*/ 1397423 h 2053176"/>
              <a:gd name="connsiteX8471" fmla="*/ 6342736 w 12188965"/>
              <a:gd name="connsiteY8471" fmla="*/ 1423081 h 2053176"/>
              <a:gd name="connsiteX8472" fmla="*/ 6317078 w 12188965"/>
              <a:gd name="connsiteY8472" fmla="*/ 1448741 h 2053176"/>
              <a:gd name="connsiteX8473" fmla="*/ 6291420 w 12188965"/>
              <a:gd name="connsiteY8473" fmla="*/ 1423081 h 2053176"/>
              <a:gd name="connsiteX8474" fmla="*/ 6317078 w 12188965"/>
              <a:gd name="connsiteY8474" fmla="*/ 1397423 h 2053176"/>
              <a:gd name="connsiteX8475" fmla="*/ 6252873 w 12188965"/>
              <a:gd name="connsiteY8475" fmla="*/ 1397423 h 2053176"/>
              <a:gd name="connsiteX8476" fmla="*/ 6278532 w 12188965"/>
              <a:gd name="connsiteY8476" fmla="*/ 1423081 h 2053176"/>
              <a:gd name="connsiteX8477" fmla="*/ 6252873 w 12188965"/>
              <a:gd name="connsiteY8477" fmla="*/ 1448741 h 2053176"/>
              <a:gd name="connsiteX8478" fmla="*/ 6227213 w 12188965"/>
              <a:gd name="connsiteY8478" fmla="*/ 1423081 h 2053176"/>
              <a:gd name="connsiteX8479" fmla="*/ 6252873 w 12188965"/>
              <a:gd name="connsiteY8479" fmla="*/ 1397423 h 2053176"/>
              <a:gd name="connsiteX8480" fmla="*/ 6188666 w 12188965"/>
              <a:gd name="connsiteY8480" fmla="*/ 1397423 h 2053176"/>
              <a:gd name="connsiteX8481" fmla="*/ 6214327 w 12188965"/>
              <a:gd name="connsiteY8481" fmla="*/ 1423081 h 2053176"/>
              <a:gd name="connsiteX8482" fmla="*/ 6188666 w 12188965"/>
              <a:gd name="connsiteY8482" fmla="*/ 1448741 h 2053176"/>
              <a:gd name="connsiteX8483" fmla="*/ 6163008 w 12188965"/>
              <a:gd name="connsiteY8483" fmla="*/ 1423081 h 2053176"/>
              <a:gd name="connsiteX8484" fmla="*/ 6188666 w 12188965"/>
              <a:gd name="connsiteY8484" fmla="*/ 1397423 h 2053176"/>
              <a:gd name="connsiteX8485" fmla="*/ 6124462 w 12188965"/>
              <a:gd name="connsiteY8485" fmla="*/ 1397423 h 2053176"/>
              <a:gd name="connsiteX8486" fmla="*/ 6150123 w 12188965"/>
              <a:gd name="connsiteY8486" fmla="*/ 1423081 h 2053176"/>
              <a:gd name="connsiteX8487" fmla="*/ 6124462 w 12188965"/>
              <a:gd name="connsiteY8487" fmla="*/ 1448741 h 2053176"/>
              <a:gd name="connsiteX8488" fmla="*/ 6098804 w 12188965"/>
              <a:gd name="connsiteY8488" fmla="*/ 1423081 h 2053176"/>
              <a:gd name="connsiteX8489" fmla="*/ 6124462 w 12188965"/>
              <a:gd name="connsiteY8489" fmla="*/ 1397423 h 2053176"/>
              <a:gd name="connsiteX8490" fmla="*/ 6064505 w 12188965"/>
              <a:gd name="connsiteY8490" fmla="*/ 1397423 h 2053176"/>
              <a:gd name="connsiteX8491" fmla="*/ 6090163 w 12188965"/>
              <a:gd name="connsiteY8491" fmla="*/ 1423081 h 2053176"/>
              <a:gd name="connsiteX8492" fmla="*/ 6064505 w 12188965"/>
              <a:gd name="connsiteY8492" fmla="*/ 1448741 h 2053176"/>
              <a:gd name="connsiteX8493" fmla="*/ 6038844 w 12188965"/>
              <a:gd name="connsiteY8493" fmla="*/ 1423081 h 2053176"/>
              <a:gd name="connsiteX8494" fmla="*/ 6064505 w 12188965"/>
              <a:gd name="connsiteY8494" fmla="*/ 1397423 h 2053176"/>
              <a:gd name="connsiteX8495" fmla="*/ 6000298 w 12188965"/>
              <a:gd name="connsiteY8495" fmla="*/ 1397423 h 2053176"/>
              <a:gd name="connsiteX8496" fmla="*/ 6025956 w 12188965"/>
              <a:gd name="connsiteY8496" fmla="*/ 1423081 h 2053176"/>
              <a:gd name="connsiteX8497" fmla="*/ 6000298 w 12188965"/>
              <a:gd name="connsiteY8497" fmla="*/ 1448741 h 2053176"/>
              <a:gd name="connsiteX8498" fmla="*/ 5974639 w 12188965"/>
              <a:gd name="connsiteY8498" fmla="*/ 1423081 h 2053176"/>
              <a:gd name="connsiteX8499" fmla="*/ 6000298 w 12188965"/>
              <a:gd name="connsiteY8499" fmla="*/ 1397423 h 2053176"/>
              <a:gd name="connsiteX8500" fmla="*/ 5936092 w 12188965"/>
              <a:gd name="connsiteY8500" fmla="*/ 1397423 h 2053176"/>
              <a:gd name="connsiteX8501" fmla="*/ 5961751 w 12188965"/>
              <a:gd name="connsiteY8501" fmla="*/ 1423081 h 2053176"/>
              <a:gd name="connsiteX8502" fmla="*/ 5936092 w 12188965"/>
              <a:gd name="connsiteY8502" fmla="*/ 1448741 h 2053176"/>
              <a:gd name="connsiteX8503" fmla="*/ 5910435 w 12188965"/>
              <a:gd name="connsiteY8503" fmla="*/ 1423081 h 2053176"/>
              <a:gd name="connsiteX8504" fmla="*/ 5936092 w 12188965"/>
              <a:gd name="connsiteY8504" fmla="*/ 1397423 h 2053176"/>
              <a:gd name="connsiteX8505" fmla="*/ 5743477 w 12188965"/>
              <a:gd name="connsiteY8505" fmla="*/ 1397423 h 2053176"/>
              <a:gd name="connsiteX8506" fmla="*/ 5769136 w 12188965"/>
              <a:gd name="connsiteY8506" fmla="*/ 1423081 h 2053176"/>
              <a:gd name="connsiteX8507" fmla="*/ 5743477 w 12188965"/>
              <a:gd name="connsiteY8507" fmla="*/ 1448741 h 2053176"/>
              <a:gd name="connsiteX8508" fmla="*/ 5717818 w 12188965"/>
              <a:gd name="connsiteY8508" fmla="*/ 1423081 h 2053176"/>
              <a:gd name="connsiteX8509" fmla="*/ 5743477 w 12188965"/>
              <a:gd name="connsiteY8509" fmla="*/ 1397423 h 2053176"/>
              <a:gd name="connsiteX8510" fmla="*/ 5679272 w 12188965"/>
              <a:gd name="connsiteY8510" fmla="*/ 1397423 h 2053176"/>
              <a:gd name="connsiteX8511" fmla="*/ 5704930 w 12188965"/>
              <a:gd name="connsiteY8511" fmla="*/ 1423081 h 2053176"/>
              <a:gd name="connsiteX8512" fmla="*/ 5679272 w 12188965"/>
              <a:gd name="connsiteY8512" fmla="*/ 1448741 h 2053176"/>
              <a:gd name="connsiteX8513" fmla="*/ 5653614 w 12188965"/>
              <a:gd name="connsiteY8513" fmla="*/ 1423081 h 2053176"/>
              <a:gd name="connsiteX8514" fmla="*/ 5679272 w 12188965"/>
              <a:gd name="connsiteY8514" fmla="*/ 1397423 h 2053176"/>
              <a:gd name="connsiteX8515" fmla="*/ 5615066 w 12188965"/>
              <a:gd name="connsiteY8515" fmla="*/ 1397423 h 2053176"/>
              <a:gd name="connsiteX8516" fmla="*/ 5640726 w 12188965"/>
              <a:gd name="connsiteY8516" fmla="*/ 1423081 h 2053176"/>
              <a:gd name="connsiteX8517" fmla="*/ 5615066 w 12188965"/>
              <a:gd name="connsiteY8517" fmla="*/ 1448741 h 2053176"/>
              <a:gd name="connsiteX8518" fmla="*/ 5589407 w 12188965"/>
              <a:gd name="connsiteY8518" fmla="*/ 1423081 h 2053176"/>
              <a:gd name="connsiteX8519" fmla="*/ 5615066 w 12188965"/>
              <a:gd name="connsiteY8519" fmla="*/ 1397423 h 2053176"/>
              <a:gd name="connsiteX8520" fmla="*/ 5550862 w 12188965"/>
              <a:gd name="connsiteY8520" fmla="*/ 1397423 h 2053176"/>
              <a:gd name="connsiteX8521" fmla="*/ 5576520 w 12188965"/>
              <a:gd name="connsiteY8521" fmla="*/ 1423081 h 2053176"/>
              <a:gd name="connsiteX8522" fmla="*/ 5550862 w 12188965"/>
              <a:gd name="connsiteY8522" fmla="*/ 1448741 h 2053176"/>
              <a:gd name="connsiteX8523" fmla="*/ 5525203 w 12188965"/>
              <a:gd name="connsiteY8523" fmla="*/ 1423081 h 2053176"/>
              <a:gd name="connsiteX8524" fmla="*/ 5550862 w 12188965"/>
              <a:gd name="connsiteY8524" fmla="*/ 1397423 h 2053176"/>
              <a:gd name="connsiteX8525" fmla="*/ 5486655 w 12188965"/>
              <a:gd name="connsiteY8525" fmla="*/ 1397423 h 2053176"/>
              <a:gd name="connsiteX8526" fmla="*/ 5512316 w 12188965"/>
              <a:gd name="connsiteY8526" fmla="*/ 1423081 h 2053176"/>
              <a:gd name="connsiteX8527" fmla="*/ 5486655 w 12188965"/>
              <a:gd name="connsiteY8527" fmla="*/ 1448741 h 2053176"/>
              <a:gd name="connsiteX8528" fmla="*/ 5460997 w 12188965"/>
              <a:gd name="connsiteY8528" fmla="*/ 1423081 h 2053176"/>
              <a:gd name="connsiteX8529" fmla="*/ 5486655 w 12188965"/>
              <a:gd name="connsiteY8529" fmla="*/ 1397423 h 2053176"/>
              <a:gd name="connsiteX8530" fmla="*/ 5422451 w 12188965"/>
              <a:gd name="connsiteY8530" fmla="*/ 1397423 h 2053176"/>
              <a:gd name="connsiteX8531" fmla="*/ 5448109 w 12188965"/>
              <a:gd name="connsiteY8531" fmla="*/ 1423081 h 2053176"/>
              <a:gd name="connsiteX8532" fmla="*/ 5422451 w 12188965"/>
              <a:gd name="connsiteY8532" fmla="*/ 1448741 h 2053176"/>
              <a:gd name="connsiteX8533" fmla="*/ 5396791 w 12188965"/>
              <a:gd name="connsiteY8533" fmla="*/ 1423081 h 2053176"/>
              <a:gd name="connsiteX8534" fmla="*/ 5422451 w 12188965"/>
              <a:gd name="connsiteY8534" fmla="*/ 1397423 h 2053176"/>
              <a:gd name="connsiteX8535" fmla="*/ 5358245 w 12188965"/>
              <a:gd name="connsiteY8535" fmla="*/ 1397423 h 2053176"/>
              <a:gd name="connsiteX8536" fmla="*/ 5383904 w 12188965"/>
              <a:gd name="connsiteY8536" fmla="*/ 1423081 h 2053176"/>
              <a:gd name="connsiteX8537" fmla="*/ 5358245 w 12188965"/>
              <a:gd name="connsiteY8537" fmla="*/ 1448741 h 2053176"/>
              <a:gd name="connsiteX8538" fmla="*/ 5332587 w 12188965"/>
              <a:gd name="connsiteY8538" fmla="*/ 1423081 h 2053176"/>
              <a:gd name="connsiteX8539" fmla="*/ 5358245 w 12188965"/>
              <a:gd name="connsiteY8539" fmla="*/ 1397423 h 2053176"/>
              <a:gd name="connsiteX8540" fmla="*/ 5229719 w 12188965"/>
              <a:gd name="connsiteY8540" fmla="*/ 1397423 h 2053176"/>
              <a:gd name="connsiteX8541" fmla="*/ 5255377 w 12188965"/>
              <a:gd name="connsiteY8541" fmla="*/ 1423081 h 2053176"/>
              <a:gd name="connsiteX8542" fmla="*/ 5229719 w 12188965"/>
              <a:gd name="connsiteY8542" fmla="*/ 1448741 h 2053176"/>
              <a:gd name="connsiteX8543" fmla="*/ 5204058 w 12188965"/>
              <a:gd name="connsiteY8543" fmla="*/ 1423081 h 2053176"/>
              <a:gd name="connsiteX8544" fmla="*/ 5229719 w 12188965"/>
              <a:gd name="connsiteY8544" fmla="*/ 1397423 h 2053176"/>
              <a:gd name="connsiteX8545" fmla="*/ 5101309 w 12188965"/>
              <a:gd name="connsiteY8545" fmla="*/ 1397423 h 2053176"/>
              <a:gd name="connsiteX8546" fmla="*/ 5126967 w 12188965"/>
              <a:gd name="connsiteY8546" fmla="*/ 1423081 h 2053176"/>
              <a:gd name="connsiteX8547" fmla="*/ 5101309 w 12188965"/>
              <a:gd name="connsiteY8547" fmla="*/ 1448741 h 2053176"/>
              <a:gd name="connsiteX8548" fmla="*/ 5075649 w 12188965"/>
              <a:gd name="connsiteY8548" fmla="*/ 1423081 h 2053176"/>
              <a:gd name="connsiteX8549" fmla="*/ 5101309 w 12188965"/>
              <a:gd name="connsiteY8549" fmla="*/ 1397423 h 2053176"/>
              <a:gd name="connsiteX8550" fmla="*/ 5037104 w 12188965"/>
              <a:gd name="connsiteY8550" fmla="*/ 1397423 h 2053176"/>
              <a:gd name="connsiteX8551" fmla="*/ 5062762 w 12188965"/>
              <a:gd name="connsiteY8551" fmla="*/ 1423081 h 2053176"/>
              <a:gd name="connsiteX8552" fmla="*/ 5037104 w 12188965"/>
              <a:gd name="connsiteY8552" fmla="*/ 1448741 h 2053176"/>
              <a:gd name="connsiteX8553" fmla="*/ 5011444 w 12188965"/>
              <a:gd name="connsiteY8553" fmla="*/ 1423081 h 2053176"/>
              <a:gd name="connsiteX8554" fmla="*/ 5037104 w 12188965"/>
              <a:gd name="connsiteY8554" fmla="*/ 1397423 h 2053176"/>
              <a:gd name="connsiteX8555" fmla="*/ 4972896 w 12188965"/>
              <a:gd name="connsiteY8555" fmla="*/ 1397423 h 2053176"/>
              <a:gd name="connsiteX8556" fmla="*/ 4998557 w 12188965"/>
              <a:gd name="connsiteY8556" fmla="*/ 1423081 h 2053176"/>
              <a:gd name="connsiteX8557" fmla="*/ 4972896 w 12188965"/>
              <a:gd name="connsiteY8557" fmla="*/ 1448741 h 2053176"/>
              <a:gd name="connsiteX8558" fmla="*/ 4947240 w 12188965"/>
              <a:gd name="connsiteY8558" fmla="*/ 1423081 h 2053176"/>
              <a:gd name="connsiteX8559" fmla="*/ 4972896 w 12188965"/>
              <a:gd name="connsiteY8559" fmla="*/ 1397423 h 2053176"/>
              <a:gd name="connsiteX8560" fmla="*/ 4908693 w 12188965"/>
              <a:gd name="connsiteY8560" fmla="*/ 1397423 h 2053176"/>
              <a:gd name="connsiteX8561" fmla="*/ 4934352 w 12188965"/>
              <a:gd name="connsiteY8561" fmla="*/ 1423081 h 2053176"/>
              <a:gd name="connsiteX8562" fmla="*/ 4908693 w 12188965"/>
              <a:gd name="connsiteY8562" fmla="*/ 1448741 h 2053176"/>
              <a:gd name="connsiteX8563" fmla="*/ 4883033 w 12188965"/>
              <a:gd name="connsiteY8563" fmla="*/ 1423081 h 2053176"/>
              <a:gd name="connsiteX8564" fmla="*/ 4908693 w 12188965"/>
              <a:gd name="connsiteY8564" fmla="*/ 1397423 h 2053176"/>
              <a:gd name="connsiteX8565" fmla="*/ 4844487 w 12188965"/>
              <a:gd name="connsiteY8565" fmla="*/ 1397423 h 2053176"/>
              <a:gd name="connsiteX8566" fmla="*/ 4870146 w 12188965"/>
              <a:gd name="connsiteY8566" fmla="*/ 1423081 h 2053176"/>
              <a:gd name="connsiteX8567" fmla="*/ 4844487 w 12188965"/>
              <a:gd name="connsiteY8567" fmla="*/ 1448741 h 2053176"/>
              <a:gd name="connsiteX8568" fmla="*/ 4818828 w 12188965"/>
              <a:gd name="connsiteY8568" fmla="*/ 1423081 h 2053176"/>
              <a:gd name="connsiteX8569" fmla="*/ 4844487 w 12188965"/>
              <a:gd name="connsiteY8569" fmla="*/ 1397423 h 2053176"/>
              <a:gd name="connsiteX8570" fmla="*/ 4780282 w 12188965"/>
              <a:gd name="connsiteY8570" fmla="*/ 1397423 h 2053176"/>
              <a:gd name="connsiteX8571" fmla="*/ 4805941 w 12188965"/>
              <a:gd name="connsiteY8571" fmla="*/ 1423081 h 2053176"/>
              <a:gd name="connsiteX8572" fmla="*/ 4780282 w 12188965"/>
              <a:gd name="connsiteY8572" fmla="*/ 1448741 h 2053176"/>
              <a:gd name="connsiteX8573" fmla="*/ 4754622 w 12188965"/>
              <a:gd name="connsiteY8573" fmla="*/ 1423081 h 2053176"/>
              <a:gd name="connsiteX8574" fmla="*/ 4780282 w 12188965"/>
              <a:gd name="connsiteY8574" fmla="*/ 1397423 h 2053176"/>
              <a:gd name="connsiteX8575" fmla="*/ 4651872 w 12188965"/>
              <a:gd name="connsiteY8575" fmla="*/ 1397423 h 2053176"/>
              <a:gd name="connsiteX8576" fmla="*/ 4677531 w 12188965"/>
              <a:gd name="connsiteY8576" fmla="*/ 1423081 h 2053176"/>
              <a:gd name="connsiteX8577" fmla="*/ 4651872 w 12188965"/>
              <a:gd name="connsiteY8577" fmla="*/ 1448741 h 2053176"/>
              <a:gd name="connsiteX8578" fmla="*/ 4626213 w 12188965"/>
              <a:gd name="connsiteY8578" fmla="*/ 1423081 h 2053176"/>
              <a:gd name="connsiteX8579" fmla="*/ 4651872 w 12188965"/>
              <a:gd name="connsiteY8579" fmla="*/ 1397423 h 2053176"/>
              <a:gd name="connsiteX8580" fmla="*/ 4587666 w 12188965"/>
              <a:gd name="connsiteY8580" fmla="*/ 1397423 h 2053176"/>
              <a:gd name="connsiteX8581" fmla="*/ 4613324 w 12188965"/>
              <a:gd name="connsiteY8581" fmla="*/ 1423081 h 2053176"/>
              <a:gd name="connsiteX8582" fmla="*/ 4587666 w 12188965"/>
              <a:gd name="connsiteY8582" fmla="*/ 1448741 h 2053176"/>
              <a:gd name="connsiteX8583" fmla="*/ 4562007 w 12188965"/>
              <a:gd name="connsiteY8583" fmla="*/ 1423081 h 2053176"/>
              <a:gd name="connsiteX8584" fmla="*/ 4587666 w 12188965"/>
              <a:gd name="connsiteY8584" fmla="*/ 1397423 h 2053176"/>
              <a:gd name="connsiteX8585" fmla="*/ 4523461 w 12188965"/>
              <a:gd name="connsiteY8585" fmla="*/ 1397423 h 2053176"/>
              <a:gd name="connsiteX8586" fmla="*/ 4549121 w 12188965"/>
              <a:gd name="connsiteY8586" fmla="*/ 1423081 h 2053176"/>
              <a:gd name="connsiteX8587" fmla="*/ 4523461 w 12188965"/>
              <a:gd name="connsiteY8587" fmla="*/ 1448741 h 2053176"/>
              <a:gd name="connsiteX8588" fmla="*/ 4497802 w 12188965"/>
              <a:gd name="connsiteY8588" fmla="*/ 1423081 h 2053176"/>
              <a:gd name="connsiteX8589" fmla="*/ 4523461 w 12188965"/>
              <a:gd name="connsiteY8589" fmla="*/ 1397423 h 2053176"/>
              <a:gd name="connsiteX8590" fmla="*/ 4395050 w 12188965"/>
              <a:gd name="connsiteY8590" fmla="*/ 1397423 h 2053176"/>
              <a:gd name="connsiteX8591" fmla="*/ 4420710 w 12188965"/>
              <a:gd name="connsiteY8591" fmla="*/ 1423081 h 2053176"/>
              <a:gd name="connsiteX8592" fmla="*/ 4395050 w 12188965"/>
              <a:gd name="connsiteY8592" fmla="*/ 1448741 h 2053176"/>
              <a:gd name="connsiteX8593" fmla="*/ 4369391 w 12188965"/>
              <a:gd name="connsiteY8593" fmla="*/ 1423081 h 2053176"/>
              <a:gd name="connsiteX8594" fmla="*/ 4395050 w 12188965"/>
              <a:gd name="connsiteY8594" fmla="*/ 1397423 h 2053176"/>
              <a:gd name="connsiteX8595" fmla="*/ 4202435 w 12188965"/>
              <a:gd name="connsiteY8595" fmla="*/ 1397423 h 2053176"/>
              <a:gd name="connsiteX8596" fmla="*/ 4228093 w 12188965"/>
              <a:gd name="connsiteY8596" fmla="*/ 1423081 h 2053176"/>
              <a:gd name="connsiteX8597" fmla="*/ 4202435 w 12188965"/>
              <a:gd name="connsiteY8597" fmla="*/ 1448741 h 2053176"/>
              <a:gd name="connsiteX8598" fmla="*/ 4176776 w 12188965"/>
              <a:gd name="connsiteY8598" fmla="*/ 1423081 h 2053176"/>
              <a:gd name="connsiteX8599" fmla="*/ 4202435 w 12188965"/>
              <a:gd name="connsiteY8599" fmla="*/ 1397423 h 2053176"/>
              <a:gd name="connsiteX8600" fmla="*/ 4009702 w 12188965"/>
              <a:gd name="connsiteY8600" fmla="*/ 1397423 h 2053176"/>
              <a:gd name="connsiteX8601" fmla="*/ 4035362 w 12188965"/>
              <a:gd name="connsiteY8601" fmla="*/ 1423081 h 2053176"/>
              <a:gd name="connsiteX8602" fmla="*/ 4009702 w 12188965"/>
              <a:gd name="connsiteY8602" fmla="*/ 1448741 h 2053176"/>
              <a:gd name="connsiteX8603" fmla="*/ 3984043 w 12188965"/>
              <a:gd name="connsiteY8603" fmla="*/ 1423081 h 2053176"/>
              <a:gd name="connsiteX8604" fmla="*/ 4009702 w 12188965"/>
              <a:gd name="connsiteY8604" fmla="*/ 1397423 h 2053176"/>
              <a:gd name="connsiteX8605" fmla="*/ 3881291 w 12188965"/>
              <a:gd name="connsiteY8605" fmla="*/ 1397423 h 2053176"/>
              <a:gd name="connsiteX8606" fmla="*/ 3906950 w 12188965"/>
              <a:gd name="connsiteY8606" fmla="*/ 1423081 h 2053176"/>
              <a:gd name="connsiteX8607" fmla="*/ 3881291 w 12188965"/>
              <a:gd name="connsiteY8607" fmla="*/ 1448741 h 2053176"/>
              <a:gd name="connsiteX8608" fmla="*/ 3855633 w 12188965"/>
              <a:gd name="connsiteY8608" fmla="*/ 1423081 h 2053176"/>
              <a:gd name="connsiteX8609" fmla="*/ 3881291 w 12188965"/>
              <a:gd name="connsiteY8609" fmla="*/ 1397423 h 2053176"/>
              <a:gd name="connsiteX8610" fmla="*/ 3817085 w 12188965"/>
              <a:gd name="connsiteY8610" fmla="*/ 1397423 h 2053176"/>
              <a:gd name="connsiteX8611" fmla="*/ 3842745 w 12188965"/>
              <a:gd name="connsiteY8611" fmla="*/ 1423081 h 2053176"/>
              <a:gd name="connsiteX8612" fmla="*/ 3817085 w 12188965"/>
              <a:gd name="connsiteY8612" fmla="*/ 1448741 h 2053176"/>
              <a:gd name="connsiteX8613" fmla="*/ 3791427 w 12188965"/>
              <a:gd name="connsiteY8613" fmla="*/ 1423081 h 2053176"/>
              <a:gd name="connsiteX8614" fmla="*/ 3817085 w 12188965"/>
              <a:gd name="connsiteY8614" fmla="*/ 1397423 h 2053176"/>
              <a:gd name="connsiteX8615" fmla="*/ 3752882 w 12188965"/>
              <a:gd name="connsiteY8615" fmla="*/ 1397423 h 2053176"/>
              <a:gd name="connsiteX8616" fmla="*/ 3778539 w 12188965"/>
              <a:gd name="connsiteY8616" fmla="*/ 1423081 h 2053176"/>
              <a:gd name="connsiteX8617" fmla="*/ 3752882 w 12188965"/>
              <a:gd name="connsiteY8617" fmla="*/ 1448741 h 2053176"/>
              <a:gd name="connsiteX8618" fmla="*/ 3727221 w 12188965"/>
              <a:gd name="connsiteY8618" fmla="*/ 1423081 h 2053176"/>
              <a:gd name="connsiteX8619" fmla="*/ 3752882 w 12188965"/>
              <a:gd name="connsiteY8619" fmla="*/ 1397423 h 2053176"/>
              <a:gd name="connsiteX8620" fmla="*/ 3624472 w 12188965"/>
              <a:gd name="connsiteY8620" fmla="*/ 1397423 h 2053176"/>
              <a:gd name="connsiteX8621" fmla="*/ 3650129 w 12188965"/>
              <a:gd name="connsiteY8621" fmla="*/ 1423081 h 2053176"/>
              <a:gd name="connsiteX8622" fmla="*/ 3624472 w 12188965"/>
              <a:gd name="connsiteY8622" fmla="*/ 1448741 h 2053176"/>
              <a:gd name="connsiteX8623" fmla="*/ 3598810 w 12188965"/>
              <a:gd name="connsiteY8623" fmla="*/ 1423081 h 2053176"/>
              <a:gd name="connsiteX8624" fmla="*/ 3624472 w 12188965"/>
              <a:gd name="connsiteY8624" fmla="*/ 1397423 h 2053176"/>
              <a:gd name="connsiteX8625" fmla="*/ 3431855 w 12188965"/>
              <a:gd name="connsiteY8625" fmla="*/ 1397423 h 2053176"/>
              <a:gd name="connsiteX8626" fmla="*/ 3457512 w 12188965"/>
              <a:gd name="connsiteY8626" fmla="*/ 1423081 h 2053176"/>
              <a:gd name="connsiteX8627" fmla="*/ 3431855 w 12188965"/>
              <a:gd name="connsiteY8627" fmla="*/ 1448741 h 2053176"/>
              <a:gd name="connsiteX8628" fmla="*/ 3406196 w 12188965"/>
              <a:gd name="connsiteY8628" fmla="*/ 1423081 h 2053176"/>
              <a:gd name="connsiteX8629" fmla="*/ 3431855 w 12188965"/>
              <a:gd name="connsiteY8629" fmla="*/ 1397423 h 2053176"/>
              <a:gd name="connsiteX8630" fmla="*/ 3367649 w 12188965"/>
              <a:gd name="connsiteY8630" fmla="*/ 1397423 h 2053176"/>
              <a:gd name="connsiteX8631" fmla="*/ 3393308 w 12188965"/>
              <a:gd name="connsiteY8631" fmla="*/ 1423081 h 2053176"/>
              <a:gd name="connsiteX8632" fmla="*/ 3367649 w 12188965"/>
              <a:gd name="connsiteY8632" fmla="*/ 1448741 h 2053176"/>
              <a:gd name="connsiteX8633" fmla="*/ 3341990 w 12188965"/>
              <a:gd name="connsiteY8633" fmla="*/ 1423081 h 2053176"/>
              <a:gd name="connsiteX8634" fmla="*/ 3367649 w 12188965"/>
              <a:gd name="connsiteY8634" fmla="*/ 1397423 h 2053176"/>
              <a:gd name="connsiteX8635" fmla="*/ 3303444 w 12188965"/>
              <a:gd name="connsiteY8635" fmla="*/ 1397423 h 2053176"/>
              <a:gd name="connsiteX8636" fmla="*/ 3329102 w 12188965"/>
              <a:gd name="connsiteY8636" fmla="*/ 1423081 h 2053176"/>
              <a:gd name="connsiteX8637" fmla="*/ 3303444 w 12188965"/>
              <a:gd name="connsiteY8637" fmla="*/ 1448741 h 2053176"/>
              <a:gd name="connsiteX8638" fmla="*/ 3277785 w 12188965"/>
              <a:gd name="connsiteY8638" fmla="*/ 1423081 h 2053176"/>
              <a:gd name="connsiteX8639" fmla="*/ 3303444 w 12188965"/>
              <a:gd name="connsiteY8639" fmla="*/ 1397423 h 2053176"/>
              <a:gd name="connsiteX8640" fmla="*/ 3239238 w 12188965"/>
              <a:gd name="connsiteY8640" fmla="*/ 1397423 h 2053176"/>
              <a:gd name="connsiteX8641" fmla="*/ 3264898 w 12188965"/>
              <a:gd name="connsiteY8641" fmla="*/ 1423081 h 2053176"/>
              <a:gd name="connsiteX8642" fmla="*/ 3239238 w 12188965"/>
              <a:gd name="connsiteY8642" fmla="*/ 1448741 h 2053176"/>
              <a:gd name="connsiteX8643" fmla="*/ 3213580 w 12188965"/>
              <a:gd name="connsiteY8643" fmla="*/ 1423081 h 2053176"/>
              <a:gd name="connsiteX8644" fmla="*/ 3239238 w 12188965"/>
              <a:gd name="connsiteY8644" fmla="*/ 1397423 h 2053176"/>
              <a:gd name="connsiteX8645" fmla="*/ 3110828 w 12188965"/>
              <a:gd name="connsiteY8645" fmla="*/ 1397423 h 2053176"/>
              <a:gd name="connsiteX8646" fmla="*/ 3136487 w 12188965"/>
              <a:gd name="connsiteY8646" fmla="*/ 1423081 h 2053176"/>
              <a:gd name="connsiteX8647" fmla="*/ 3110828 w 12188965"/>
              <a:gd name="connsiteY8647" fmla="*/ 1448741 h 2053176"/>
              <a:gd name="connsiteX8648" fmla="*/ 3085170 w 12188965"/>
              <a:gd name="connsiteY8648" fmla="*/ 1423081 h 2053176"/>
              <a:gd name="connsiteX8649" fmla="*/ 3110828 w 12188965"/>
              <a:gd name="connsiteY8649" fmla="*/ 1397423 h 2053176"/>
              <a:gd name="connsiteX8650" fmla="*/ 3046623 w 12188965"/>
              <a:gd name="connsiteY8650" fmla="*/ 1397423 h 2053176"/>
              <a:gd name="connsiteX8651" fmla="*/ 3072282 w 12188965"/>
              <a:gd name="connsiteY8651" fmla="*/ 1423081 h 2053176"/>
              <a:gd name="connsiteX8652" fmla="*/ 3046623 w 12188965"/>
              <a:gd name="connsiteY8652" fmla="*/ 1448741 h 2053176"/>
              <a:gd name="connsiteX8653" fmla="*/ 3020964 w 12188965"/>
              <a:gd name="connsiteY8653" fmla="*/ 1423081 h 2053176"/>
              <a:gd name="connsiteX8654" fmla="*/ 3046623 w 12188965"/>
              <a:gd name="connsiteY8654" fmla="*/ 1397423 h 2053176"/>
              <a:gd name="connsiteX8655" fmla="*/ 2982301 w 12188965"/>
              <a:gd name="connsiteY8655" fmla="*/ 1397423 h 2053176"/>
              <a:gd name="connsiteX8656" fmla="*/ 3007960 w 12188965"/>
              <a:gd name="connsiteY8656" fmla="*/ 1423081 h 2053176"/>
              <a:gd name="connsiteX8657" fmla="*/ 2982301 w 12188965"/>
              <a:gd name="connsiteY8657" fmla="*/ 1448741 h 2053176"/>
              <a:gd name="connsiteX8658" fmla="*/ 2956642 w 12188965"/>
              <a:gd name="connsiteY8658" fmla="*/ 1423081 h 2053176"/>
              <a:gd name="connsiteX8659" fmla="*/ 2982301 w 12188965"/>
              <a:gd name="connsiteY8659" fmla="*/ 1397423 h 2053176"/>
              <a:gd name="connsiteX8660" fmla="*/ 2853890 w 12188965"/>
              <a:gd name="connsiteY8660" fmla="*/ 1397423 h 2053176"/>
              <a:gd name="connsiteX8661" fmla="*/ 2879550 w 12188965"/>
              <a:gd name="connsiteY8661" fmla="*/ 1423081 h 2053176"/>
              <a:gd name="connsiteX8662" fmla="*/ 2853890 w 12188965"/>
              <a:gd name="connsiteY8662" fmla="*/ 1448741 h 2053176"/>
              <a:gd name="connsiteX8663" fmla="*/ 2828231 w 12188965"/>
              <a:gd name="connsiteY8663" fmla="*/ 1423081 h 2053176"/>
              <a:gd name="connsiteX8664" fmla="*/ 2853890 w 12188965"/>
              <a:gd name="connsiteY8664" fmla="*/ 1397423 h 2053176"/>
              <a:gd name="connsiteX8665" fmla="*/ 2789686 w 12188965"/>
              <a:gd name="connsiteY8665" fmla="*/ 1397423 h 2053176"/>
              <a:gd name="connsiteX8666" fmla="*/ 2815344 w 12188965"/>
              <a:gd name="connsiteY8666" fmla="*/ 1423081 h 2053176"/>
              <a:gd name="connsiteX8667" fmla="*/ 2789686 w 12188965"/>
              <a:gd name="connsiteY8667" fmla="*/ 1448741 h 2053176"/>
              <a:gd name="connsiteX8668" fmla="*/ 2764027 w 12188965"/>
              <a:gd name="connsiteY8668" fmla="*/ 1423081 h 2053176"/>
              <a:gd name="connsiteX8669" fmla="*/ 2789686 w 12188965"/>
              <a:gd name="connsiteY8669" fmla="*/ 1397423 h 2053176"/>
              <a:gd name="connsiteX8670" fmla="*/ 2404454 w 12188965"/>
              <a:gd name="connsiteY8670" fmla="*/ 1397423 h 2053176"/>
              <a:gd name="connsiteX8671" fmla="*/ 2430112 w 12188965"/>
              <a:gd name="connsiteY8671" fmla="*/ 1423081 h 2053176"/>
              <a:gd name="connsiteX8672" fmla="*/ 2404454 w 12188965"/>
              <a:gd name="connsiteY8672" fmla="*/ 1448741 h 2053176"/>
              <a:gd name="connsiteX8673" fmla="*/ 2378795 w 12188965"/>
              <a:gd name="connsiteY8673" fmla="*/ 1423081 h 2053176"/>
              <a:gd name="connsiteX8674" fmla="*/ 2404454 w 12188965"/>
              <a:gd name="connsiteY8674" fmla="*/ 1397423 h 2053176"/>
              <a:gd name="connsiteX8675" fmla="*/ 2340249 w 12188965"/>
              <a:gd name="connsiteY8675" fmla="*/ 1397423 h 2053176"/>
              <a:gd name="connsiteX8676" fmla="*/ 2365908 w 12188965"/>
              <a:gd name="connsiteY8676" fmla="*/ 1423081 h 2053176"/>
              <a:gd name="connsiteX8677" fmla="*/ 2340249 w 12188965"/>
              <a:gd name="connsiteY8677" fmla="*/ 1448741 h 2053176"/>
              <a:gd name="connsiteX8678" fmla="*/ 2314590 w 12188965"/>
              <a:gd name="connsiteY8678" fmla="*/ 1423081 h 2053176"/>
              <a:gd name="connsiteX8679" fmla="*/ 2340249 w 12188965"/>
              <a:gd name="connsiteY8679" fmla="*/ 1397423 h 2053176"/>
              <a:gd name="connsiteX8680" fmla="*/ 2276044 w 12188965"/>
              <a:gd name="connsiteY8680" fmla="*/ 1397423 h 2053176"/>
              <a:gd name="connsiteX8681" fmla="*/ 2301702 w 12188965"/>
              <a:gd name="connsiteY8681" fmla="*/ 1423081 h 2053176"/>
              <a:gd name="connsiteX8682" fmla="*/ 2276044 w 12188965"/>
              <a:gd name="connsiteY8682" fmla="*/ 1448741 h 2053176"/>
              <a:gd name="connsiteX8683" fmla="*/ 2250385 w 12188965"/>
              <a:gd name="connsiteY8683" fmla="*/ 1423081 h 2053176"/>
              <a:gd name="connsiteX8684" fmla="*/ 2276044 w 12188965"/>
              <a:gd name="connsiteY8684" fmla="*/ 1397423 h 2053176"/>
              <a:gd name="connsiteX8685" fmla="*/ 2211838 w 12188965"/>
              <a:gd name="connsiteY8685" fmla="*/ 1397423 h 2053176"/>
              <a:gd name="connsiteX8686" fmla="*/ 2237497 w 12188965"/>
              <a:gd name="connsiteY8686" fmla="*/ 1423081 h 2053176"/>
              <a:gd name="connsiteX8687" fmla="*/ 2211838 w 12188965"/>
              <a:gd name="connsiteY8687" fmla="*/ 1448741 h 2053176"/>
              <a:gd name="connsiteX8688" fmla="*/ 2186178 w 12188965"/>
              <a:gd name="connsiteY8688" fmla="*/ 1423081 h 2053176"/>
              <a:gd name="connsiteX8689" fmla="*/ 2211838 w 12188965"/>
              <a:gd name="connsiteY8689" fmla="*/ 1397423 h 2053176"/>
              <a:gd name="connsiteX8690" fmla="*/ 2147633 w 12188965"/>
              <a:gd name="connsiteY8690" fmla="*/ 1397423 h 2053176"/>
              <a:gd name="connsiteX8691" fmla="*/ 2173293 w 12188965"/>
              <a:gd name="connsiteY8691" fmla="*/ 1423081 h 2053176"/>
              <a:gd name="connsiteX8692" fmla="*/ 2147633 w 12188965"/>
              <a:gd name="connsiteY8692" fmla="*/ 1448741 h 2053176"/>
              <a:gd name="connsiteX8693" fmla="*/ 2121975 w 12188965"/>
              <a:gd name="connsiteY8693" fmla="*/ 1423081 h 2053176"/>
              <a:gd name="connsiteX8694" fmla="*/ 2147633 w 12188965"/>
              <a:gd name="connsiteY8694" fmla="*/ 1397423 h 2053176"/>
              <a:gd name="connsiteX8695" fmla="*/ 2083427 w 12188965"/>
              <a:gd name="connsiteY8695" fmla="*/ 1397423 h 2053176"/>
              <a:gd name="connsiteX8696" fmla="*/ 2109087 w 12188965"/>
              <a:gd name="connsiteY8696" fmla="*/ 1423081 h 2053176"/>
              <a:gd name="connsiteX8697" fmla="*/ 2083427 w 12188965"/>
              <a:gd name="connsiteY8697" fmla="*/ 1448741 h 2053176"/>
              <a:gd name="connsiteX8698" fmla="*/ 2057768 w 12188965"/>
              <a:gd name="connsiteY8698" fmla="*/ 1423081 h 2053176"/>
              <a:gd name="connsiteX8699" fmla="*/ 2083427 w 12188965"/>
              <a:gd name="connsiteY8699" fmla="*/ 1397423 h 2053176"/>
              <a:gd name="connsiteX8700" fmla="*/ 2019222 w 12188965"/>
              <a:gd name="connsiteY8700" fmla="*/ 1397423 h 2053176"/>
              <a:gd name="connsiteX8701" fmla="*/ 2044880 w 12188965"/>
              <a:gd name="connsiteY8701" fmla="*/ 1423081 h 2053176"/>
              <a:gd name="connsiteX8702" fmla="*/ 2019222 w 12188965"/>
              <a:gd name="connsiteY8702" fmla="*/ 1448741 h 2053176"/>
              <a:gd name="connsiteX8703" fmla="*/ 1993563 w 12188965"/>
              <a:gd name="connsiteY8703" fmla="*/ 1423081 h 2053176"/>
              <a:gd name="connsiteX8704" fmla="*/ 2019222 w 12188965"/>
              <a:gd name="connsiteY8704" fmla="*/ 1397423 h 2053176"/>
              <a:gd name="connsiteX8705" fmla="*/ 1955016 w 12188965"/>
              <a:gd name="connsiteY8705" fmla="*/ 1397423 h 2053176"/>
              <a:gd name="connsiteX8706" fmla="*/ 1980676 w 12188965"/>
              <a:gd name="connsiteY8706" fmla="*/ 1423081 h 2053176"/>
              <a:gd name="connsiteX8707" fmla="*/ 1955016 w 12188965"/>
              <a:gd name="connsiteY8707" fmla="*/ 1448741 h 2053176"/>
              <a:gd name="connsiteX8708" fmla="*/ 1929358 w 12188965"/>
              <a:gd name="connsiteY8708" fmla="*/ 1423081 h 2053176"/>
              <a:gd name="connsiteX8709" fmla="*/ 1955016 w 12188965"/>
              <a:gd name="connsiteY8709" fmla="*/ 1397423 h 2053176"/>
              <a:gd name="connsiteX8710" fmla="*/ 1890696 w 12188965"/>
              <a:gd name="connsiteY8710" fmla="*/ 1397423 h 2053176"/>
              <a:gd name="connsiteX8711" fmla="*/ 1916355 w 12188965"/>
              <a:gd name="connsiteY8711" fmla="*/ 1423081 h 2053176"/>
              <a:gd name="connsiteX8712" fmla="*/ 1890696 w 12188965"/>
              <a:gd name="connsiteY8712" fmla="*/ 1448741 h 2053176"/>
              <a:gd name="connsiteX8713" fmla="*/ 1865037 w 12188965"/>
              <a:gd name="connsiteY8713" fmla="*/ 1423081 h 2053176"/>
              <a:gd name="connsiteX8714" fmla="*/ 1890696 w 12188965"/>
              <a:gd name="connsiteY8714" fmla="*/ 1397423 h 2053176"/>
              <a:gd name="connsiteX8715" fmla="*/ 1826490 w 12188965"/>
              <a:gd name="connsiteY8715" fmla="*/ 1397423 h 2053176"/>
              <a:gd name="connsiteX8716" fmla="*/ 1852149 w 12188965"/>
              <a:gd name="connsiteY8716" fmla="*/ 1423081 h 2053176"/>
              <a:gd name="connsiteX8717" fmla="*/ 1826490 w 12188965"/>
              <a:gd name="connsiteY8717" fmla="*/ 1448741 h 2053176"/>
              <a:gd name="connsiteX8718" fmla="*/ 1800830 w 12188965"/>
              <a:gd name="connsiteY8718" fmla="*/ 1423081 h 2053176"/>
              <a:gd name="connsiteX8719" fmla="*/ 1826490 w 12188965"/>
              <a:gd name="connsiteY8719" fmla="*/ 1397423 h 2053176"/>
              <a:gd name="connsiteX8720" fmla="*/ 1762285 w 12188965"/>
              <a:gd name="connsiteY8720" fmla="*/ 1397423 h 2053176"/>
              <a:gd name="connsiteX8721" fmla="*/ 1787944 w 12188965"/>
              <a:gd name="connsiteY8721" fmla="*/ 1423081 h 2053176"/>
              <a:gd name="connsiteX8722" fmla="*/ 1762285 w 12188965"/>
              <a:gd name="connsiteY8722" fmla="*/ 1448741 h 2053176"/>
              <a:gd name="connsiteX8723" fmla="*/ 1736626 w 12188965"/>
              <a:gd name="connsiteY8723" fmla="*/ 1423081 h 2053176"/>
              <a:gd name="connsiteX8724" fmla="*/ 1762285 w 12188965"/>
              <a:gd name="connsiteY8724" fmla="*/ 1397423 h 2053176"/>
              <a:gd name="connsiteX8725" fmla="*/ 1569669 w 12188965"/>
              <a:gd name="connsiteY8725" fmla="*/ 1397423 h 2053176"/>
              <a:gd name="connsiteX8726" fmla="*/ 1595328 w 12188965"/>
              <a:gd name="connsiteY8726" fmla="*/ 1423081 h 2053176"/>
              <a:gd name="connsiteX8727" fmla="*/ 1569669 w 12188965"/>
              <a:gd name="connsiteY8727" fmla="*/ 1448741 h 2053176"/>
              <a:gd name="connsiteX8728" fmla="*/ 1544010 w 12188965"/>
              <a:gd name="connsiteY8728" fmla="*/ 1423081 h 2053176"/>
              <a:gd name="connsiteX8729" fmla="*/ 1569669 w 12188965"/>
              <a:gd name="connsiteY8729" fmla="*/ 1397423 h 2053176"/>
              <a:gd name="connsiteX8730" fmla="*/ 1505464 w 12188965"/>
              <a:gd name="connsiteY8730" fmla="*/ 1397423 h 2053176"/>
              <a:gd name="connsiteX8731" fmla="*/ 1531123 w 12188965"/>
              <a:gd name="connsiteY8731" fmla="*/ 1423081 h 2053176"/>
              <a:gd name="connsiteX8732" fmla="*/ 1505464 w 12188965"/>
              <a:gd name="connsiteY8732" fmla="*/ 1448741 h 2053176"/>
              <a:gd name="connsiteX8733" fmla="*/ 1479806 w 12188965"/>
              <a:gd name="connsiteY8733" fmla="*/ 1423081 h 2053176"/>
              <a:gd name="connsiteX8734" fmla="*/ 1505464 w 12188965"/>
              <a:gd name="connsiteY8734" fmla="*/ 1397423 h 2053176"/>
              <a:gd name="connsiteX8735" fmla="*/ 1441258 w 12188965"/>
              <a:gd name="connsiteY8735" fmla="*/ 1397423 h 2053176"/>
              <a:gd name="connsiteX8736" fmla="*/ 1466917 w 12188965"/>
              <a:gd name="connsiteY8736" fmla="*/ 1423081 h 2053176"/>
              <a:gd name="connsiteX8737" fmla="*/ 1441258 w 12188965"/>
              <a:gd name="connsiteY8737" fmla="*/ 1448741 h 2053176"/>
              <a:gd name="connsiteX8738" fmla="*/ 1415599 w 12188965"/>
              <a:gd name="connsiteY8738" fmla="*/ 1423081 h 2053176"/>
              <a:gd name="connsiteX8739" fmla="*/ 1441258 w 12188965"/>
              <a:gd name="connsiteY8739" fmla="*/ 1397423 h 2053176"/>
              <a:gd name="connsiteX8740" fmla="*/ 1377053 w 12188965"/>
              <a:gd name="connsiteY8740" fmla="*/ 1397423 h 2053176"/>
              <a:gd name="connsiteX8741" fmla="*/ 1402712 w 12188965"/>
              <a:gd name="connsiteY8741" fmla="*/ 1423081 h 2053176"/>
              <a:gd name="connsiteX8742" fmla="*/ 1377053 w 12188965"/>
              <a:gd name="connsiteY8742" fmla="*/ 1448741 h 2053176"/>
              <a:gd name="connsiteX8743" fmla="*/ 1351395 w 12188965"/>
              <a:gd name="connsiteY8743" fmla="*/ 1423081 h 2053176"/>
              <a:gd name="connsiteX8744" fmla="*/ 1377053 w 12188965"/>
              <a:gd name="connsiteY8744" fmla="*/ 1397423 h 2053176"/>
              <a:gd name="connsiteX8745" fmla="*/ 1184437 w 12188965"/>
              <a:gd name="connsiteY8745" fmla="*/ 1397423 h 2053176"/>
              <a:gd name="connsiteX8746" fmla="*/ 1210096 w 12188965"/>
              <a:gd name="connsiteY8746" fmla="*/ 1423081 h 2053176"/>
              <a:gd name="connsiteX8747" fmla="*/ 1184437 w 12188965"/>
              <a:gd name="connsiteY8747" fmla="*/ 1448741 h 2053176"/>
              <a:gd name="connsiteX8748" fmla="*/ 1158780 w 12188965"/>
              <a:gd name="connsiteY8748" fmla="*/ 1423081 h 2053176"/>
              <a:gd name="connsiteX8749" fmla="*/ 1184437 w 12188965"/>
              <a:gd name="connsiteY8749" fmla="*/ 1397423 h 2053176"/>
              <a:gd name="connsiteX8750" fmla="*/ 1056027 w 12188965"/>
              <a:gd name="connsiteY8750" fmla="*/ 1397423 h 2053176"/>
              <a:gd name="connsiteX8751" fmla="*/ 1081685 w 12188965"/>
              <a:gd name="connsiteY8751" fmla="*/ 1423081 h 2053176"/>
              <a:gd name="connsiteX8752" fmla="*/ 1056027 w 12188965"/>
              <a:gd name="connsiteY8752" fmla="*/ 1448741 h 2053176"/>
              <a:gd name="connsiteX8753" fmla="*/ 1030369 w 12188965"/>
              <a:gd name="connsiteY8753" fmla="*/ 1423081 h 2053176"/>
              <a:gd name="connsiteX8754" fmla="*/ 1056027 w 12188965"/>
              <a:gd name="connsiteY8754" fmla="*/ 1397423 h 2053176"/>
              <a:gd name="connsiteX8755" fmla="*/ 991823 w 12188965"/>
              <a:gd name="connsiteY8755" fmla="*/ 1397423 h 2053176"/>
              <a:gd name="connsiteX8756" fmla="*/ 1017481 w 12188965"/>
              <a:gd name="connsiteY8756" fmla="*/ 1423081 h 2053176"/>
              <a:gd name="connsiteX8757" fmla="*/ 991823 w 12188965"/>
              <a:gd name="connsiteY8757" fmla="*/ 1448741 h 2053176"/>
              <a:gd name="connsiteX8758" fmla="*/ 966162 w 12188965"/>
              <a:gd name="connsiteY8758" fmla="*/ 1423081 h 2053176"/>
              <a:gd name="connsiteX8759" fmla="*/ 991823 w 12188965"/>
              <a:gd name="connsiteY8759" fmla="*/ 1397423 h 2053176"/>
              <a:gd name="connsiteX8760" fmla="*/ 927616 w 12188965"/>
              <a:gd name="connsiteY8760" fmla="*/ 1397423 h 2053176"/>
              <a:gd name="connsiteX8761" fmla="*/ 953275 w 12188965"/>
              <a:gd name="connsiteY8761" fmla="*/ 1423081 h 2053176"/>
              <a:gd name="connsiteX8762" fmla="*/ 927616 w 12188965"/>
              <a:gd name="connsiteY8762" fmla="*/ 1448741 h 2053176"/>
              <a:gd name="connsiteX8763" fmla="*/ 901957 w 12188965"/>
              <a:gd name="connsiteY8763" fmla="*/ 1423081 h 2053176"/>
              <a:gd name="connsiteX8764" fmla="*/ 927616 w 12188965"/>
              <a:gd name="connsiteY8764" fmla="*/ 1397423 h 2053176"/>
              <a:gd name="connsiteX8765" fmla="*/ 863411 w 12188965"/>
              <a:gd name="connsiteY8765" fmla="*/ 1397423 h 2053176"/>
              <a:gd name="connsiteX8766" fmla="*/ 889071 w 12188965"/>
              <a:gd name="connsiteY8766" fmla="*/ 1423081 h 2053176"/>
              <a:gd name="connsiteX8767" fmla="*/ 863411 w 12188965"/>
              <a:gd name="connsiteY8767" fmla="*/ 1448741 h 2053176"/>
              <a:gd name="connsiteX8768" fmla="*/ 837752 w 12188965"/>
              <a:gd name="connsiteY8768" fmla="*/ 1423081 h 2053176"/>
              <a:gd name="connsiteX8769" fmla="*/ 863411 w 12188965"/>
              <a:gd name="connsiteY8769" fmla="*/ 1397423 h 2053176"/>
              <a:gd name="connsiteX8770" fmla="*/ 670679 w 12188965"/>
              <a:gd name="connsiteY8770" fmla="*/ 1397423 h 2053176"/>
              <a:gd name="connsiteX8771" fmla="*/ 696338 w 12188965"/>
              <a:gd name="connsiteY8771" fmla="*/ 1423081 h 2053176"/>
              <a:gd name="connsiteX8772" fmla="*/ 670679 w 12188965"/>
              <a:gd name="connsiteY8772" fmla="*/ 1448741 h 2053176"/>
              <a:gd name="connsiteX8773" fmla="*/ 645020 w 12188965"/>
              <a:gd name="connsiteY8773" fmla="*/ 1423081 h 2053176"/>
              <a:gd name="connsiteX8774" fmla="*/ 670679 w 12188965"/>
              <a:gd name="connsiteY8774" fmla="*/ 1397423 h 2053176"/>
              <a:gd name="connsiteX8775" fmla="*/ 606475 w 12188965"/>
              <a:gd name="connsiteY8775" fmla="*/ 1397423 h 2053176"/>
              <a:gd name="connsiteX8776" fmla="*/ 632134 w 12188965"/>
              <a:gd name="connsiteY8776" fmla="*/ 1423081 h 2053176"/>
              <a:gd name="connsiteX8777" fmla="*/ 606475 w 12188965"/>
              <a:gd name="connsiteY8777" fmla="*/ 1448741 h 2053176"/>
              <a:gd name="connsiteX8778" fmla="*/ 580815 w 12188965"/>
              <a:gd name="connsiteY8778" fmla="*/ 1423081 h 2053176"/>
              <a:gd name="connsiteX8779" fmla="*/ 606475 w 12188965"/>
              <a:gd name="connsiteY8779" fmla="*/ 1397423 h 2053176"/>
              <a:gd name="connsiteX8780" fmla="*/ 542268 w 12188965"/>
              <a:gd name="connsiteY8780" fmla="*/ 1397423 h 2053176"/>
              <a:gd name="connsiteX8781" fmla="*/ 567927 w 12188965"/>
              <a:gd name="connsiteY8781" fmla="*/ 1423081 h 2053176"/>
              <a:gd name="connsiteX8782" fmla="*/ 542268 w 12188965"/>
              <a:gd name="connsiteY8782" fmla="*/ 1448741 h 2053176"/>
              <a:gd name="connsiteX8783" fmla="*/ 516610 w 12188965"/>
              <a:gd name="connsiteY8783" fmla="*/ 1423081 h 2053176"/>
              <a:gd name="connsiteX8784" fmla="*/ 542268 w 12188965"/>
              <a:gd name="connsiteY8784" fmla="*/ 1397423 h 2053176"/>
              <a:gd name="connsiteX8785" fmla="*/ 478063 w 12188965"/>
              <a:gd name="connsiteY8785" fmla="*/ 1397423 h 2053176"/>
              <a:gd name="connsiteX8786" fmla="*/ 503724 w 12188965"/>
              <a:gd name="connsiteY8786" fmla="*/ 1423081 h 2053176"/>
              <a:gd name="connsiteX8787" fmla="*/ 478063 w 12188965"/>
              <a:gd name="connsiteY8787" fmla="*/ 1448741 h 2053176"/>
              <a:gd name="connsiteX8788" fmla="*/ 452404 w 12188965"/>
              <a:gd name="connsiteY8788" fmla="*/ 1423081 h 2053176"/>
              <a:gd name="connsiteX8789" fmla="*/ 478063 w 12188965"/>
              <a:gd name="connsiteY8789" fmla="*/ 1397423 h 2053176"/>
              <a:gd name="connsiteX8790" fmla="*/ 413858 w 12188965"/>
              <a:gd name="connsiteY8790" fmla="*/ 1397423 h 2053176"/>
              <a:gd name="connsiteX8791" fmla="*/ 439517 w 12188965"/>
              <a:gd name="connsiteY8791" fmla="*/ 1423081 h 2053176"/>
              <a:gd name="connsiteX8792" fmla="*/ 413858 w 12188965"/>
              <a:gd name="connsiteY8792" fmla="*/ 1448741 h 2053176"/>
              <a:gd name="connsiteX8793" fmla="*/ 388200 w 12188965"/>
              <a:gd name="connsiteY8793" fmla="*/ 1423081 h 2053176"/>
              <a:gd name="connsiteX8794" fmla="*/ 413858 w 12188965"/>
              <a:gd name="connsiteY8794" fmla="*/ 1397423 h 2053176"/>
              <a:gd name="connsiteX8795" fmla="*/ 346686 w 12188965"/>
              <a:gd name="connsiteY8795" fmla="*/ 1397423 h 2053176"/>
              <a:gd name="connsiteX8796" fmla="*/ 372344 w 12188965"/>
              <a:gd name="connsiteY8796" fmla="*/ 1423081 h 2053176"/>
              <a:gd name="connsiteX8797" fmla="*/ 346686 w 12188965"/>
              <a:gd name="connsiteY8797" fmla="*/ 1448741 h 2053176"/>
              <a:gd name="connsiteX8798" fmla="*/ 321027 w 12188965"/>
              <a:gd name="connsiteY8798" fmla="*/ 1423081 h 2053176"/>
              <a:gd name="connsiteX8799" fmla="*/ 346686 w 12188965"/>
              <a:gd name="connsiteY8799" fmla="*/ 1397423 h 2053176"/>
              <a:gd name="connsiteX8800" fmla="*/ 282480 w 12188965"/>
              <a:gd name="connsiteY8800" fmla="*/ 1397423 h 2053176"/>
              <a:gd name="connsiteX8801" fmla="*/ 308138 w 12188965"/>
              <a:gd name="connsiteY8801" fmla="*/ 1423081 h 2053176"/>
              <a:gd name="connsiteX8802" fmla="*/ 282480 w 12188965"/>
              <a:gd name="connsiteY8802" fmla="*/ 1448741 h 2053176"/>
              <a:gd name="connsiteX8803" fmla="*/ 256820 w 12188965"/>
              <a:gd name="connsiteY8803" fmla="*/ 1423081 h 2053176"/>
              <a:gd name="connsiteX8804" fmla="*/ 282480 w 12188965"/>
              <a:gd name="connsiteY8804" fmla="*/ 1397423 h 2053176"/>
              <a:gd name="connsiteX8805" fmla="*/ 218274 w 12188965"/>
              <a:gd name="connsiteY8805" fmla="*/ 1397423 h 2053176"/>
              <a:gd name="connsiteX8806" fmla="*/ 243932 w 12188965"/>
              <a:gd name="connsiteY8806" fmla="*/ 1423081 h 2053176"/>
              <a:gd name="connsiteX8807" fmla="*/ 218274 w 12188965"/>
              <a:gd name="connsiteY8807" fmla="*/ 1448741 h 2053176"/>
              <a:gd name="connsiteX8808" fmla="*/ 192615 w 12188965"/>
              <a:gd name="connsiteY8808" fmla="*/ 1423081 h 2053176"/>
              <a:gd name="connsiteX8809" fmla="*/ 218274 w 12188965"/>
              <a:gd name="connsiteY8809" fmla="*/ 1397423 h 2053176"/>
              <a:gd name="connsiteX8810" fmla="*/ 25659 w 12188965"/>
              <a:gd name="connsiteY8810" fmla="*/ 1397423 h 2053176"/>
              <a:gd name="connsiteX8811" fmla="*/ 51317 w 12188965"/>
              <a:gd name="connsiteY8811" fmla="*/ 1423081 h 2053176"/>
              <a:gd name="connsiteX8812" fmla="*/ 25659 w 12188965"/>
              <a:gd name="connsiteY8812" fmla="*/ 1448741 h 2053176"/>
              <a:gd name="connsiteX8813" fmla="*/ 0 w 12188965"/>
              <a:gd name="connsiteY8813" fmla="*/ 1423081 h 2053176"/>
              <a:gd name="connsiteX8814" fmla="*/ 25659 w 12188965"/>
              <a:gd name="connsiteY8814" fmla="*/ 1397423 h 2053176"/>
              <a:gd name="connsiteX8815" fmla="*/ 11004528 w 12188965"/>
              <a:gd name="connsiteY8815" fmla="*/ 1343087 h 2053176"/>
              <a:gd name="connsiteX8816" fmla="*/ 11017416 w 12188965"/>
              <a:gd name="connsiteY8816" fmla="*/ 1355974 h 2053176"/>
              <a:gd name="connsiteX8817" fmla="*/ 11004528 w 12188965"/>
              <a:gd name="connsiteY8817" fmla="*/ 1368861 h 2053176"/>
              <a:gd name="connsiteX8818" fmla="*/ 10991640 w 12188965"/>
              <a:gd name="connsiteY8818" fmla="*/ 1355974 h 2053176"/>
              <a:gd name="connsiteX8819" fmla="*/ 11004528 w 12188965"/>
              <a:gd name="connsiteY8819" fmla="*/ 1343087 h 2053176"/>
              <a:gd name="connsiteX8820" fmla="*/ 10747708 w 12188965"/>
              <a:gd name="connsiteY8820" fmla="*/ 1343087 h 2053176"/>
              <a:gd name="connsiteX8821" fmla="*/ 10760593 w 12188965"/>
              <a:gd name="connsiteY8821" fmla="*/ 1355974 h 2053176"/>
              <a:gd name="connsiteX8822" fmla="*/ 10747708 w 12188965"/>
              <a:gd name="connsiteY8822" fmla="*/ 1368861 h 2053176"/>
              <a:gd name="connsiteX8823" fmla="*/ 10734820 w 12188965"/>
              <a:gd name="connsiteY8823" fmla="*/ 1355974 h 2053176"/>
              <a:gd name="connsiteX8824" fmla="*/ 10747708 w 12188965"/>
              <a:gd name="connsiteY8824" fmla="*/ 1343087 h 2053176"/>
              <a:gd name="connsiteX8825" fmla="*/ 10426681 w 12188965"/>
              <a:gd name="connsiteY8825" fmla="*/ 1343087 h 2053176"/>
              <a:gd name="connsiteX8826" fmla="*/ 10439569 w 12188965"/>
              <a:gd name="connsiteY8826" fmla="*/ 1355974 h 2053176"/>
              <a:gd name="connsiteX8827" fmla="*/ 10426681 w 12188965"/>
              <a:gd name="connsiteY8827" fmla="*/ 1368861 h 2053176"/>
              <a:gd name="connsiteX8828" fmla="*/ 10413793 w 12188965"/>
              <a:gd name="connsiteY8828" fmla="*/ 1355974 h 2053176"/>
              <a:gd name="connsiteX8829" fmla="*/ 10426681 w 12188965"/>
              <a:gd name="connsiteY8829" fmla="*/ 1343087 h 2053176"/>
              <a:gd name="connsiteX8830" fmla="*/ 9784512 w 12188965"/>
              <a:gd name="connsiteY8830" fmla="*/ 1343087 h 2053176"/>
              <a:gd name="connsiteX8831" fmla="*/ 9797400 w 12188965"/>
              <a:gd name="connsiteY8831" fmla="*/ 1355974 h 2053176"/>
              <a:gd name="connsiteX8832" fmla="*/ 9784512 w 12188965"/>
              <a:gd name="connsiteY8832" fmla="*/ 1368861 h 2053176"/>
              <a:gd name="connsiteX8833" fmla="*/ 9771624 w 12188965"/>
              <a:gd name="connsiteY8833" fmla="*/ 1355974 h 2053176"/>
              <a:gd name="connsiteX8834" fmla="*/ 9784512 w 12188965"/>
              <a:gd name="connsiteY8834" fmla="*/ 1343087 h 2053176"/>
              <a:gd name="connsiteX8835" fmla="*/ 8307675 w 12188965"/>
              <a:gd name="connsiteY8835" fmla="*/ 1343087 h 2053176"/>
              <a:gd name="connsiteX8836" fmla="*/ 8320560 w 12188965"/>
              <a:gd name="connsiteY8836" fmla="*/ 1355974 h 2053176"/>
              <a:gd name="connsiteX8837" fmla="*/ 8307675 w 12188965"/>
              <a:gd name="connsiteY8837" fmla="*/ 1368861 h 2053176"/>
              <a:gd name="connsiteX8838" fmla="*/ 8294787 w 12188965"/>
              <a:gd name="connsiteY8838" fmla="*/ 1355974 h 2053176"/>
              <a:gd name="connsiteX8839" fmla="*/ 8307675 w 12188965"/>
              <a:gd name="connsiteY8839" fmla="*/ 1343087 h 2053176"/>
              <a:gd name="connsiteX8840" fmla="*/ 7344479 w 12188965"/>
              <a:gd name="connsiteY8840" fmla="*/ 1343087 h 2053176"/>
              <a:gd name="connsiteX8841" fmla="*/ 7357367 w 12188965"/>
              <a:gd name="connsiteY8841" fmla="*/ 1355974 h 2053176"/>
              <a:gd name="connsiteX8842" fmla="*/ 7344479 w 12188965"/>
              <a:gd name="connsiteY8842" fmla="*/ 1368861 h 2053176"/>
              <a:gd name="connsiteX8843" fmla="*/ 7331591 w 12188965"/>
              <a:gd name="connsiteY8843" fmla="*/ 1355974 h 2053176"/>
              <a:gd name="connsiteX8844" fmla="*/ 7344479 w 12188965"/>
              <a:gd name="connsiteY8844" fmla="*/ 1343087 h 2053176"/>
              <a:gd name="connsiteX8845" fmla="*/ 6959132 w 12188965"/>
              <a:gd name="connsiteY8845" fmla="*/ 1343087 h 2053176"/>
              <a:gd name="connsiteX8846" fmla="*/ 6972020 w 12188965"/>
              <a:gd name="connsiteY8846" fmla="*/ 1355974 h 2053176"/>
              <a:gd name="connsiteX8847" fmla="*/ 6959132 w 12188965"/>
              <a:gd name="connsiteY8847" fmla="*/ 1368861 h 2053176"/>
              <a:gd name="connsiteX8848" fmla="*/ 6946244 w 12188965"/>
              <a:gd name="connsiteY8848" fmla="*/ 1355974 h 2053176"/>
              <a:gd name="connsiteX8849" fmla="*/ 6959132 w 12188965"/>
              <a:gd name="connsiteY8849" fmla="*/ 1343087 h 2053176"/>
              <a:gd name="connsiteX8850" fmla="*/ 6830836 w 12188965"/>
              <a:gd name="connsiteY8850" fmla="*/ 1343087 h 2053176"/>
              <a:gd name="connsiteX8851" fmla="*/ 6843724 w 12188965"/>
              <a:gd name="connsiteY8851" fmla="*/ 1355974 h 2053176"/>
              <a:gd name="connsiteX8852" fmla="*/ 6830836 w 12188965"/>
              <a:gd name="connsiteY8852" fmla="*/ 1368861 h 2053176"/>
              <a:gd name="connsiteX8853" fmla="*/ 6817948 w 12188965"/>
              <a:gd name="connsiteY8853" fmla="*/ 1355974 h 2053176"/>
              <a:gd name="connsiteX8854" fmla="*/ 6830836 w 12188965"/>
              <a:gd name="connsiteY8854" fmla="*/ 1343087 h 2053176"/>
              <a:gd name="connsiteX8855" fmla="*/ 5293924 w 12188965"/>
              <a:gd name="connsiteY8855" fmla="*/ 1343087 h 2053176"/>
              <a:gd name="connsiteX8856" fmla="*/ 5306812 w 12188965"/>
              <a:gd name="connsiteY8856" fmla="*/ 1355974 h 2053176"/>
              <a:gd name="connsiteX8857" fmla="*/ 5293924 w 12188965"/>
              <a:gd name="connsiteY8857" fmla="*/ 1368861 h 2053176"/>
              <a:gd name="connsiteX8858" fmla="*/ 5281036 w 12188965"/>
              <a:gd name="connsiteY8858" fmla="*/ 1355974 h 2053176"/>
              <a:gd name="connsiteX8859" fmla="*/ 5293924 w 12188965"/>
              <a:gd name="connsiteY8859" fmla="*/ 1343087 h 2053176"/>
              <a:gd name="connsiteX8860" fmla="*/ 5037104 w 12188965"/>
              <a:gd name="connsiteY8860" fmla="*/ 1343087 h 2053176"/>
              <a:gd name="connsiteX8861" fmla="*/ 5049991 w 12188965"/>
              <a:gd name="connsiteY8861" fmla="*/ 1355974 h 2053176"/>
              <a:gd name="connsiteX8862" fmla="*/ 5037104 w 12188965"/>
              <a:gd name="connsiteY8862" fmla="*/ 1368861 h 2053176"/>
              <a:gd name="connsiteX8863" fmla="*/ 5024216 w 12188965"/>
              <a:gd name="connsiteY8863" fmla="*/ 1355974 h 2053176"/>
              <a:gd name="connsiteX8864" fmla="*/ 5037104 w 12188965"/>
              <a:gd name="connsiteY8864" fmla="*/ 1343087 h 2053176"/>
              <a:gd name="connsiteX8865" fmla="*/ 4716077 w 12188965"/>
              <a:gd name="connsiteY8865" fmla="*/ 1343087 h 2053176"/>
              <a:gd name="connsiteX8866" fmla="*/ 4728964 w 12188965"/>
              <a:gd name="connsiteY8866" fmla="*/ 1355974 h 2053176"/>
              <a:gd name="connsiteX8867" fmla="*/ 4716077 w 12188965"/>
              <a:gd name="connsiteY8867" fmla="*/ 1368861 h 2053176"/>
              <a:gd name="connsiteX8868" fmla="*/ 4703188 w 12188965"/>
              <a:gd name="connsiteY8868" fmla="*/ 1355974 h 2053176"/>
              <a:gd name="connsiteX8869" fmla="*/ 4716077 w 12188965"/>
              <a:gd name="connsiteY8869" fmla="*/ 1343087 h 2053176"/>
              <a:gd name="connsiteX8870" fmla="*/ 4073908 w 12188965"/>
              <a:gd name="connsiteY8870" fmla="*/ 1343087 h 2053176"/>
              <a:gd name="connsiteX8871" fmla="*/ 4086795 w 12188965"/>
              <a:gd name="connsiteY8871" fmla="*/ 1355974 h 2053176"/>
              <a:gd name="connsiteX8872" fmla="*/ 4073908 w 12188965"/>
              <a:gd name="connsiteY8872" fmla="*/ 1368861 h 2053176"/>
              <a:gd name="connsiteX8873" fmla="*/ 4061020 w 12188965"/>
              <a:gd name="connsiteY8873" fmla="*/ 1355974 h 2053176"/>
              <a:gd name="connsiteX8874" fmla="*/ 4073908 w 12188965"/>
              <a:gd name="connsiteY8874" fmla="*/ 1343087 h 2053176"/>
              <a:gd name="connsiteX8875" fmla="*/ 2597069 w 12188965"/>
              <a:gd name="connsiteY8875" fmla="*/ 1343087 h 2053176"/>
              <a:gd name="connsiteX8876" fmla="*/ 2609957 w 12188965"/>
              <a:gd name="connsiteY8876" fmla="*/ 1355974 h 2053176"/>
              <a:gd name="connsiteX8877" fmla="*/ 2597069 w 12188965"/>
              <a:gd name="connsiteY8877" fmla="*/ 1368861 h 2053176"/>
              <a:gd name="connsiteX8878" fmla="*/ 2584182 w 12188965"/>
              <a:gd name="connsiteY8878" fmla="*/ 1355974 h 2053176"/>
              <a:gd name="connsiteX8879" fmla="*/ 2597069 w 12188965"/>
              <a:gd name="connsiteY8879" fmla="*/ 1343087 h 2053176"/>
              <a:gd name="connsiteX8880" fmla="*/ 1633875 w 12188965"/>
              <a:gd name="connsiteY8880" fmla="*/ 1343087 h 2053176"/>
              <a:gd name="connsiteX8881" fmla="*/ 1646762 w 12188965"/>
              <a:gd name="connsiteY8881" fmla="*/ 1355974 h 2053176"/>
              <a:gd name="connsiteX8882" fmla="*/ 1633875 w 12188965"/>
              <a:gd name="connsiteY8882" fmla="*/ 1368861 h 2053176"/>
              <a:gd name="connsiteX8883" fmla="*/ 1620987 w 12188965"/>
              <a:gd name="connsiteY8883" fmla="*/ 1355974 h 2053176"/>
              <a:gd name="connsiteX8884" fmla="*/ 1633875 w 12188965"/>
              <a:gd name="connsiteY8884" fmla="*/ 1343087 h 2053176"/>
              <a:gd name="connsiteX8885" fmla="*/ 1248528 w 12188965"/>
              <a:gd name="connsiteY8885" fmla="*/ 1343087 h 2053176"/>
              <a:gd name="connsiteX8886" fmla="*/ 1261416 w 12188965"/>
              <a:gd name="connsiteY8886" fmla="*/ 1355974 h 2053176"/>
              <a:gd name="connsiteX8887" fmla="*/ 1248528 w 12188965"/>
              <a:gd name="connsiteY8887" fmla="*/ 1368861 h 2053176"/>
              <a:gd name="connsiteX8888" fmla="*/ 1235638 w 12188965"/>
              <a:gd name="connsiteY8888" fmla="*/ 1355974 h 2053176"/>
              <a:gd name="connsiteX8889" fmla="*/ 1248528 w 12188965"/>
              <a:gd name="connsiteY8889" fmla="*/ 1343087 h 2053176"/>
              <a:gd name="connsiteX8890" fmla="*/ 1120233 w 12188965"/>
              <a:gd name="connsiteY8890" fmla="*/ 1343087 h 2053176"/>
              <a:gd name="connsiteX8891" fmla="*/ 1133121 w 12188965"/>
              <a:gd name="connsiteY8891" fmla="*/ 1355974 h 2053176"/>
              <a:gd name="connsiteX8892" fmla="*/ 1120233 w 12188965"/>
              <a:gd name="connsiteY8892" fmla="*/ 1368861 h 2053176"/>
              <a:gd name="connsiteX8893" fmla="*/ 1107345 w 12188965"/>
              <a:gd name="connsiteY8893" fmla="*/ 1355974 h 2053176"/>
              <a:gd name="connsiteX8894" fmla="*/ 1120233 w 12188965"/>
              <a:gd name="connsiteY8894" fmla="*/ 1343087 h 2053176"/>
              <a:gd name="connsiteX8895" fmla="*/ 12034897 w 12188965"/>
              <a:gd name="connsiteY8895" fmla="*/ 1330315 h 2053176"/>
              <a:gd name="connsiteX8896" fmla="*/ 12060557 w 12188965"/>
              <a:gd name="connsiteY8896" fmla="*/ 1355974 h 2053176"/>
              <a:gd name="connsiteX8897" fmla="*/ 12034897 w 12188965"/>
              <a:gd name="connsiteY8897" fmla="*/ 1381633 h 2053176"/>
              <a:gd name="connsiteX8898" fmla="*/ 12009237 w 12188965"/>
              <a:gd name="connsiteY8898" fmla="*/ 1355974 h 2053176"/>
              <a:gd name="connsiteX8899" fmla="*/ 12034897 w 12188965"/>
              <a:gd name="connsiteY8899" fmla="*/ 1330315 h 2053176"/>
              <a:gd name="connsiteX8900" fmla="*/ 11970691 w 12188965"/>
              <a:gd name="connsiteY8900" fmla="*/ 1330315 h 2053176"/>
              <a:gd name="connsiteX8901" fmla="*/ 11996349 w 12188965"/>
              <a:gd name="connsiteY8901" fmla="*/ 1355974 h 2053176"/>
              <a:gd name="connsiteX8902" fmla="*/ 11970691 w 12188965"/>
              <a:gd name="connsiteY8902" fmla="*/ 1381633 h 2053176"/>
              <a:gd name="connsiteX8903" fmla="*/ 11945033 w 12188965"/>
              <a:gd name="connsiteY8903" fmla="*/ 1355974 h 2053176"/>
              <a:gd name="connsiteX8904" fmla="*/ 11970691 w 12188965"/>
              <a:gd name="connsiteY8904" fmla="*/ 1330315 h 2053176"/>
              <a:gd name="connsiteX8905" fmla="*/ 11906483 w 12188965"/>
              <a:gd name="connsiteY8905" fmla="*/ 1330315 h 2053176"/>
              <a:gd name="connsiteX8906" fmla="*/ 11932145 w 12188965"/>
              <a:gd name="connsiteY8906" fmla="*/ 1355974 h 2053176"/>
              <a:gd name="connsiteX8907" fmla="*/ 11906483 w 12188965"/>
              <a:gd name="connsiteY8907" fmla="*/ 1381633 h 2053176"/>
              <a:gd name="connsiteX8908" fmla="*/ 11880825 w 12188965"/>
              <a:gd name="connsiteY8908" fmla="*/ 1355974 h 2053176"/>
              <a:gd name="connsiteX8909" fmla="*/ 11906483 w 12188965"/>
              <a:gd name="connsiteY8909" fmla="*/ 1330315 h 2053176"/>
              <a:gd name="connsiteX8910" fmla="*/ 11842279 w 12188965"/>
              <a:gd name="connsiteY8910" fmla="*/ 1330315 h 2053176"/>
              <a:gd name="connsiteX8911" fmla="*/ 11867941 w 12188965"/>
              <a:gd name="connsiteY8911" fmla="*/ 1355974 h 2053176"/>
              <a:gd name="connsiteX8912" fmla="*/ 11842279 w 12188965"/>
              <a:gd name="connsiteY8912" fmla="*/ 1381633 h 2053176"/>
              <a:gd name="connsiteX8913" fmla="*/ 11816621 w 12188965"/>
              <a:gd name="connsiteY8913" fmla="*/ 1355974 h 2053176"/>
              <a:gd name="connsiteX8914" fmla="*/ 11842279 w 12188965"/>
              <a:gd name="connsiteY8914" fmla="*/ 1330315 h 2053176"/>
              <a:gd name="connsiteX8915" fmla="*/ 11775107 w 12188965"/>
              <a:gd name="connsiteY8915" fmla="*/ 1330315 h 2053176"/>
              <a:gd name="connsiteX8916" fmla="*/ 11800767 w 12188965"/>
              <a:gd name="connsiteY8916" fmla="*/ 1355974 h 2053176"/>
              <a:gd name="connsiteX8917" fmla="*/ 11775107 w 12188965"/>
              <a:gd name="connsiteY8917" fmla="*/ 1381633 h 2053176"/>
              <a:gd name="connsiteX8918" fmla="*/ 11749449 w 12188965"/>
              <a:gd name="connsiteY8918" fmla="*/ 1355974 h 2053176"/>
              <a:gd name="connsiteX8919" fmla="*/ 11775107 w 12188965"/>
              <a:gd name="connsiteY8919" fmla="*/ 1330315 h 2053176"/>
              <a:gd name="connsiteX8920" fmla="*/ 11646697 w 12188965"/>
              <a:gd name="connsiteY8920" fmla="*/ 1330315 h 2053176"/>
              <a:gd name="connsiteX8921" fmla="*/ 11672355 w 12188965"/>
              <a:gd name="connsiteY8921" fmla="*/ 1355974 h 2053176"/>
              <a:gd name="connsiteX8922" fmla="*/ 11646697 w 12188965"/>
              <a:gd name="connsiteY8922" fmla="*/ 1381633 h 2053176"/>
              <a:gd name="connsiteX8923" fmla="*/ 11621037 w 12188965"/>
              <a:gd name="connsiteY8923" fmla="*/ 1355974 h 2053176"/>
              <a:gd name="connsiteX8924" fmla="*/ 11646697 w 12188965"/>
              <a:gd name="connsiteY8924" fmla="*/ 1330315 h 2053176"/>
              <a:gd name="connsiteX8925" fmla="*/ 11454081 w 12188965"/>
              <a:gd name="connsiteY8925" fmla="*/ 1330315 h 2053176"/>
              <a:gd name="connsiteX8926" fmla="*/ 11479739 w 12188965"/>
              <a:gd name="connsiteY8926" fmla="*/ 1355974 h 2053176"/>
              <a:gd name="connsiteX8927" fmla="*/ 11454081 w 12188965"/>
              <a:gd name="connsiteY8927" fmla="*/ 1381633 h 2053176"/>
              <a:gd name="connsiteX8928" fmla="*/ 11428421 w 12188965"/>
              <a:gd name="connsiteY8928" fmla="*/ 1355974 h 2053176"/>
              <a:gd name="connsiteX8929" fmla="*/ 11454081 w 12188965"/>
              <a:gd name="connsiteY8929" fmla="*/ 1330315 h 2053176"/>
              <a:gd name="connsiteX8930" fmla="*/ 11389875 w 12188965"/>
              <a:gd name="connsiteY8930" fmla="*/ 1330315 h 2053176"/>
              <a:gd name="connsiteX8931" fmla="*/ 11415533 w 12188965"/>
              <a:gd name="connsiteY8931" fmla="*/ 1355974 h 2053176"/>
              <a:gd name="connsiteX8932" fmla="*/ 11389875 w 12188965"/>
              <a:gd name="connsiteY8932" fmla="*/ 1381633 h 2053176"/>
              <a:gd name="connsiteX8933" fmla="*/ 11364217 w 12188965"/>
              <a:gd name="connsiteY8933" fmla="*/ 1355974 h 2053176"/>
              <a:gd name="connsiteX8934" fmla="*/ 11389875 w 12188965"/>
              <a:gd name="connsiteY8934" fmla="*/ 1330315 h 2053176"/>
              <a:gd name="connsiteX8935" fmla="*/ 11325670 w 12188965"/>
              <a:gd name="connsiteY8935" fmla="*/ 1330315 h 2053176"/>
              <a:gd name="connsiteX8936" fmla="*/ 11351329 w 12188965"/>
              <a:gd name="connsiteY8936" fmla="*/ 1355974 h 2053176"/>
              <a:gd name="connsiteX8937" fmla="*/ 11325670 w 12188965"/>
              <a:gd name="connsiteY8937" fmla="*/ 1381633 h 2053176"/>
              <a:gd name="connsiteX8938" fmla="*/ 11300012 w 12188965"/>
              <a:gd name="connsiteY8938" fmla="*/ 1355974 h 2053176"/>
              <a:gd name="connsiteX8939" fmla="*/ 11325670 w 12188965"/>
              <a:gd name="connsiteY8939" fmla="*/ 1330315 h 2053176"/>
              <a:gd name="connsiteX8940" fmla="*/ 11197259 w 12188965"/>
              <a:gd name="connsiteY8940" fmla="*/ 1330315 h 2053176"/>
              <a:gd name="connsiteX8941" fmla="*/ 11222917 w 12188965"/>
              <a:gd name="connsiteY8941" fmla="*/ 1355974 h 2053176"/>
              <a:gd name="connsiteX8942" fmla="*/ 11197259 w 12188965"/>
              <a:gd name="connsiteY8942" fmla="*/ 1381633 h 2053176"/>
              <a:gd name="connsiteX8943" fmla="*/ 11171601 w 12188965"/>
              <a:gd name="connsiteY8943" fmla="*/ 1355974 h 2053176"/>
              <a:gd name="connsiteX8944" fmla="*/ 11197259 w 12188965"/>
              <a:gd name="connsiteY8944" fmla="*/ 1330315 h 2053176"/>
              <a:gd name="connsiteX8945" fmla="*/ 11133055 w 12188965"/>
              <a:gd name="connsiteY8945" fmla="*/ 1330315 h 2053176"/>
              <a:gd name="connsiteX8946" fmla="*/ 11158713 w 12188965"/>
              <a:gd name="connsiteY8946" fmla="*/ 1355974 h 2053176"/>
              <a:gd name="connsiteX8947" fmla="*/ 11133055 w 12188965"/>
              <a:gd name="connsiteY8947" fmla="*/ 1381633 h 2053176"/>
              <a:gd name="connsiteX8948" fmla="*/ 11107396 w 12188965"/>
              <a:gd name="connsiteY8948" fmla="*/ 1355974 h 2053176"/>
              <a:gd name="connsiteX8949" fmla="*/ 11133055 w 12188965"/>
              <a:gd name="connsiteY8949" fmla="*/ 1330315 h 2053176"/>
              <a:gd name="connsiteX8950" fmla="*/ 11068848 w 12188965"/>
              <a:gd name="connsiteY8950" fmla="*/ 1330315 h 2053176"/>
              <a:gd name="connsiteX8951" fmla="*/ 11094509 w 12188965"/>
              <a:gd name="connsiteY8951" fmla="*/ 1355974 h 2053176"/>
              <a:gd name="connsiteX8952" fmla="*/ 11068848 w 12188965"/>
              <a:gd name="connsiteY8952" fmla="*/ 1381633 h 2053176"/>
              <a:gd name="connsiteX8953" fmla="*/ 11043189 w 12188965"/>
              <a:gd name="connsiteY8953" fmla="*/ 1355974 h 2053176"/>
              <a:gd name="connsiteX8954" fmla="*/ 11068848 w 12188965"/>
              <a:gd name="connsiteY8954" fmla="*/ 1330315 h 2053176"/>
              <a:gd name="connsiteX8955" fmla="*/ 10940321 w 12188965"/>
              <a:gd name="connsiteY8955" fmla="*/ 1330315 h 2053176"/>
              <a:gd name="connsiteX8956" fmla="*/ 10965982 w 12188965"/>
              <a:gd name="connsiteY8956" fmla="*/ 1355974 h 2053176"/>
              <a:gd name="connsiteX8957" fmla="*/ 10940321 w 12188965"/>
              <a:gd name="connsiteY8957" fmla="*/ 1381633 h 2053176"/>
              <a:gd name="connsiteX8958" fmla="*/ 10914663 w 12188965"/>
              <a:gd name="connsiteY8958" fmla="*/ 1355974 h 2053176"/>
              <a:gd name="connsiteX8959" fmla="*/ 10940321 w 12188965"/>
              <a:gd name="connsiteY8959" fmla="*/ 1330315 h 2053176"/>
              <a:gd name="connsiteX8960" fmla="*/ 10811912 w 12188965"/>
              <a:gd name="connsiteY8960" fmla="*/ 1330315 h 2053176"/>
              <a:gd name="connsiteX8961" fmla="*/ 10837571 w 12188965"/>
              <a:gd name="connsiteY8961" fmla="*/ 1355974 h 2053176"/>
              <a:gd name="connsiteX8962" fmla="*/ 10811912 w 12188965"/>
              <a:gd name="connsiteY8962" fmla="*/ 1381633 h 2053176"/>
              <a:gd name="connsiteX8963" fmla="*/ 10786254 w 12188965"/>
              <a:gd name="connsiteY8963" fmla="*/ 1355974 h 2053176"/>
              <a:gd name="connsiteX8964" fmla="*/ 10811912 w 12188965"/>
              <a:gd name="connsiteY8964" fmla="*/ 1330315 h 2053176"/>
              <a:gd name="connsiteX8965" fmla="*/ 10683501 w 12188965"/>
              <a:gd name="connsiteY8965" fmla="*/ 1330315 h 2053176"/>
              <a:gd name="connsiteX8966" fmla="*/ 10709159 w 12188965"/>
              <a:gd name="connsiteY8966" fmla="*/ 1355974 h 2053176"/>
              <a:gd name="connsiteX8967" fmla="*/ 10683501 w 12188965"/>
              <a:gd name="connsiteY8967" fmla="*/ 1381633 h 2053176"/>
              <a:gd name="connsiteX8968" fmla="*/ 10657843 w 12188965"/>
              <a:gd name="connsiteY8968" fmla="*/ 1355974 h 2053176"/>
              <a:gd name="connsiteX8969" fmla="*/ 10683501 w 12188965"/>
              <a:gd name="connsiteY8969" fmla="*/ 1330315 h 2053176"/>
              <a:gd name="connsiteX8970" fmla="*/ 10619297 w 12188965"/>
              <a:gd name="connsiteY8970" fmla="*/ 1330315 h 2053176"/>
              <a:gd name="connsiteX8971" fmla="*/ 10644955 w 12188965"/>
              <a:gd name="connsiteY8971" fmla="*/ 1355974 h 2053176"/>
              <a:gd name="connsiteX8972" fmla="*/ 10619297 w 12188965"/>
              <a:gd name="connsiteY8972" fmla="*/ 1381633 h 2053176"/>
              <a:gd name="connsiteX8973" fmla="*/ 10593639 w 12188965"/>
              <a:gd name="connsiteY8973" fmla="*/ 1355974 h 2053176"/>
              <a:gd name="connsiteX8974" fmla="*/ 10619297 w 12188965"/>
              <a:gd name="connsiteY8974" fmla="*/ 1330315 h 2053176"/>
              <a:gd name="connsiteX8975" fmla="*/ 10555092 w 12188965"/>
              <a:gd name="connsiteY8975" fmla="*/ 1330315 h 2053176"/>
              <a:gd name="connsiteX8976" fmla="*/ 10580751 w 12188965"/>
              <a:gd name="connsiteY8976" fmla="*/ 1355974 h 2053176"/>
              <a:gd name="connsiteX8977" fmla="*/ 10555092 w 12188965"/>
              <a:gd name="connsiteY8977" fmla="*/ 1381633 h 2053176"/>
              <a:gd name="connsiteX8978" fmla="*/ 10529432 w 12188965"/>
              <a:gd name="connsiteY8978" fmla="*/ 1355974 h 2053176"/>
              <a:gd name="connsiteX8979" fmla="*/ 10555092 w 12188965"/>
              <a:gd name="connsiteY8979" fmla="*/ 1330315 h 2053176"/>
              <a:gd name="connsiteX8980" fmla="*/ 10490885 w 12188965"/>
              <a:gd name="connsiteY8980" fmla="*/ 1330315 h 2053176"/>
              <a:gd name="connsiteX8981" fmla="*/ 10516544 w 12188965"/>
              <a:gd name="connsiteY8981" fmla="*/ 1355974 h 2053176"/>
              <a:gd name="connsiteX8982" fmla="*/ 10490885 w 12188965"/>
              <a:gd name="connsiteY8982" fmla="*/ 1381633 h 2053176"/>
              <a:gd name="connsiteX8983" fmla="*/ 10465227 w 12188965"/>
              <a:gd name="connsiteY8983" fmla="*/ 1355974 h 2053176"/>
              <a:gd name="connsiteX8984" fmla="*/ 10490885 w 12188965"/>
              <a:gd name="connsiteY8984" fmla="*/ 1330315 h 2053176"/>
              <a:gd name="connsiteX8985" fmla="*/ 10362474 w 12188965"/>
              <a:gd name="connsiteY8985" fmla="*/ 1330315 h 2053176"/>
              <a:gd name="connsiteX8986" fmla="*/ 10388135 w 12188965"/>
              <a:gd name="connsiteY8986" fmla="*/ 1355974 h 2053176"/>
              <a:gd name="connsiteX8987" fmla="*/ 10362474 w 12188965"/>
              <a:gd name="connsiteY8987" fmla="*/ 1381633 h 2053176"/>
              <a:gd name="connsiteX8988" fmla="*/ 10336816 w 12188965"/>
              <a:gd name="connsiteY8988" fmla="*/ 1355974 h 2053176"/>
              <a:gd name="connsiteX8989" fmla="*/ 10362474 w 12188965"/>
              <a:gd name="connsiteY8989" fmla="*/ 1330315 h 2053176"/>
              <a:gd name="connsiteX8990" fmla="*/ 10298270 w 12188965"/>
              <a:gd name="connsiteY8990" fmla="*/ 1330315 h 2053176"/>
              <a:gd name="connsiteX8991" fmla="*/ 10323928 w 12188965"/>
              <a:gd name="connsiteY8991" fmla="*/ 1355974 h 2053176"/>
              <a:gd name="connsiteX8992" fmla="*/ 10298270 w 12188965"/>
              <a:gd name="connsiteY8992" fmla="*/ 1381633 h 2053176"/>
              <a:gd name="connsiteX8993" fmla="*/ 10272611 w 12188965"/>
              <a:gd name="connsiteY8993" fmla="*/ 1355974 h 2053176"/>
              <a:gd name="connsiteX8994" fmla="*/ 10298270 w 12188965"/>
              <a:gd name="connsiteY8994" fmla="*/ 1330315 h 2053176"/>
              <a:gd name="connsiteX8995" fmla="*/ 10234065 w 12188965"/>
              <a:gd name="connsiteY8995" fmla="*/ 1330315 h 2053176"/>
              <a:gd name="connsiteX8996" fmla="*/ 10259723 w 12188965"/>
              <a:gd name="connsiteY8996" fmla="*/ 1355974 h 2053176"/>
              <a:gd name="connsiteX8997" fmla="*/ 10234065 w 12188965"/>
              <a:gd name="connsiteY8997" fmla="*/ 1381633 h 2053176"/>
              <a:gd name="connsiteX8998" fmla="*/ 10208404 w 12188965"/>
              <a:gd name="connsiteY8998" fmla="*/ 1355974 h 2053176"/>
              <a:gd name="connsiteX8999" fmla="*/ 10234065 w 12188965"/>
              <a:gd name="connsiteY8999" fmla="*/ 1330315 h 2053176"/>
              <a:gd name="connsiteX9000" fmla="*/ 10105654 w 12188965"/>
              <a:gd name="connsiteY9000" fmla="*/ 1330315 h 2053176"/>
              <a:gd name="connsiteX9001" fmla="*/ 10131312 w 12188965"/>
              <a:gd name="connsiteY9001" fmla="*/ 1355974 h 2053176"/>
              <a:gd name="connsiteX9002" fmla="*/ 10105654 w 12188965"/>
              <a:gd name="connsiteY9002" fmla="*/ 1381633 h 2053176"/>
              <a:gd name="connsiteX9003" fmla="*/ 10079996 w 12188965"/>
              <a:gd name="connsiteY9003" fmla="*/ 1355974 h 2053176"/>
              <a:gd name="connsiteX9004" fmla="*/ 10105654 w 12188965"/>
              <a:gd name="connsiteY9004" fmla="*/ 1330315 h 2053176"/>
              <a:gd name="connsiteX9005" fmla="*/ 9913038 w 12188965"/>
              <a:gd name="connsiteY9005" fmla="*/ 1330315 h 2053176"/>
              <a:gd name="connsiteX9006" fmla="*/ 9938696 w 12188965"/>
              <a:gd name="connsiteY9006" fmla="*/ 1355974 h 2053176"/>
              <a:gd name="connsiteX9007" fmla="*/ 9913038 w 12188965"/>
              <a:gd name="connsiteY9007" fmla="*/ 1381633 h 2053176"/>
              <a:gd name="connsiteX9008" fmla="*/ 9887380 w 12188965"/>
              <a:gd name="connsiteY9008" fmla="*/ 1355974 h 2053176"/>
              <a:gd name="connsiteX9009" fmla="*/ 9913038 w 12188965"/>
              <a:gd name="connsiteY9009" fmla="*/ 1330315 h 2053176"/>
              <a:gd name="connsiteX9010" fmla="*/ 9720307 w 12188965"/>
              <a:gd name="connsiteY9010" fmla="*/ 1330315 h 2053176"/>
              <a:gd name="connsiteX9011" fmla="*/ 9745965 w 12188965"/>
              <a:gd name="connsiteY9011" fmla="*/ 1355974 h 2053176"/>
              <a:gd name="connsiteX9012" fmla="*/ 9720307 w 12188965"/>
              <a:gd name="connsiteY9012" fmla="*/ 1381633 h 2053176"/>
              <a:gd name="connsiteX9013" fmla="*/ 9694646 w 12188965"/>
              <a:gd name="connsiteY9013" fmla="*/ 1355974 h 2053176"/>
              <a:gd name="connsiteX9014" fmla="*/ 9720307 w 12188965"/>
              <a:gd name="connsiteY9014" fmla="*/ 1330315 h 2053176"/>
              <a:gd name="connsiteX9015" fmla="*/ 9591896 w 12188965"/>
              <a:gd name="connsiteY9015" fmla="*/ 1330315 h 2053176"/>
              <a:gd name="connsiteX9016" fmla="*/ 9617554 w 12188965"/>
              <a:gd name="connsiteY9016" fmla="*/ 1355974 h 2053176"/>
              <a:gd name="connsiteX9017" fmla="*/ 9591896 w 12188965"/>
              <a:gd name="connsiteY9017" fmla="*/ 1381633 h 2053176"/>
              <a:gd name="connsiteX9018" fmla="*/ 9566238 w 12188965"/>
              <a:gd name="connsiteY9018" fmla="*/ 1355974 h 2053176"/>
              <a:gd name="connsiteX9019" fmla="*/ 9591896 w 12188965"/>
              <a:gd name="connsiteY9019" fmla="*/ 1330315 h 2053176"/>
              <a:gd name="connsiteX9020" fmla="*/ 9527689 w 12188965"/>
              <a:gd name="connsiteY9020" fmla="*/ 1330315 h 2053176"/>
              <a:gd name="connsiteX9021" fmla="*/ 9553350 w 12188965"/>
              <a:gd name="connsiteY9021" fmla="*/ 1355974 h 2053176"/>
              <a:gd name="connsiteX9022" fmla="*/ 9527689 w 12188965"/>
              <a:gd name="connsiteY9022" fmla="*/ 1381633 h 2053176"/>
              <a:gd name="connsiteX9023" fmla="*/ 9502031 w 12188965"/>
              <a:gd name="connsiteY9023" fmla="*/ 1355974 h 2053176"/>
              <a:gd name="connsiteX9024" fmla="*/ 9527689 w 12188965"/>
              <a:gd name="connsiteY9024" fmla="*/ 1330315 h 2053176"/>
              <a:gd name="connsiteX9025" fmla="*/ 9463485 w 12188965"/>
              <a:gd name="connsiteY9025" fmla="*/ 1330315 h 2053176"/>
              <a:gd name="connsiteX9026" fmla="*/ 9489143 w 12188965"/>
              <a:gd name="connsiteY9026" fmla="*/ 1355974 h 2053176"/>
              <a:gd name="connsiteX9027" fmla="*/ 9463485 w 12188965"/>
              <a:gd name="connsiteY9027" fmla="*/ 1381633 h 2053176"/>
              <a:gd name="connsiteX9028" fmla="*/ 9437826 w 12188965"/>
              <a:gd name="connsiteY9028" fmla="*/ 1355974 h 2053176"/>
              <a:gd name="connsiteX9029" fmla="*/ 9463485 w 12188965"/>
              <a:gd name="connsiteY9029" fmla="*/ 1330315 h 2053176"/>
              <a:gd name="connsiteX9030" fmla="*/ 9335073 w 12188965"/>
              <a:gd name="connsiteY9030" fmla="*/ 1330315 h 2053176"/>
              <a:gd name="connsiteX9031" fmla="*/ 9360734 w 12188965"/>
              <a:gd name="connsiteY9031" fmla="*/ 1355974 h 2053176"/>
              <a:gd name="connsiteX9032" fmla="*/ 9335073 w 12188965"/>
              <a:gd name="connsiteY9032" fmla="*/ 1381633 h 2053176"/>
              <a:gd name="connsiteX9033" fmla="*/ 9309415 w 12188965"/>
              <a:gd name="connsiteY9033" fmla="*/ 1355974 h 2053176"/>
              <a:gd name="connsiteX9034" fmla="*/ 9335073 w 12188965"/>
              <a:gd name="connsiteY9034" fmla="*/ 1330315 h 2053176"/>
              <a:gd name="connsiteX9035" fmla="*/ 9078253 w 12188965"/>
              <a:gd name="connsiteY9035" fmla="*/ 1330315 h 2053176"/>
              <a:gd name="connsiteX9036" fmla="*/ 9103911 w 12188965"/>
              <a:gd name="connsiteY9036" fmla="*/ 1355974 h 2053176"/>
              <a:gd name="connsiteX9037" fmla="*/ 9078253 w 12188965"/>
              <a:gd name="connsiteY9037" fmla="*/ 1381633 h 2053176"/>
              <a:gd name="connsiteX9038" fmla="*/ 9052595 w 12188965"/>
              <a:gd name="connsiteY9038" fmla="*/ 1355974 h 2053176"/>
              <a:gd name="connsiteX9039" fmla="*/ 9078253 w 12188965"/>
              <a:gd name="connsiteY9039" fmla="*/ 1330315 h 2053176"/>
              <a:gd name="connsiteX9040" fmla="*/ 9014049 w 12188965"/>
              <a:gd name="connsiteY9040" fmla="*/ 1330315 h 2053176"/>
              <a:gd name="connsiteX9041" fmla="*/ 9039707 w 12188965"/>
              <a:gd name="connsiteY9041" fmla="*/ 1355974 h 2053176"/>
              <a:gd name="connsiteX9042" fmla="*/ 9014049 w 12188965"/>
              <a:gd name="connsiteY9042" fmla="*/ 1381633 h 2053176"/>
              <a:gd name="connsiteX9043" fmla="*/ 8988388 w 12188965"/>
              <a:gd name="connsiteY9043" fmla="*/ 1355974 h 2053176"/>
              <a:gd name="connsiteX9044" fmla="*/ 9014049 w 12188965"/>
              <a:gd name="connsiteY9044" fmla="*/ 1330315 h 2053176"/>
              <a:gd name="connsiteX9045" fmla="*/ 8821433 w 12188965"/>
              <a:gd name="connsiteY9045" fmla="*/ 1330315 h 2053176"/>
              <a:gd name="connsiteX9046" fmla="*/ 8847091 w 12188965"/>
              <a:gd name="connsiteY9046" fmla="*/ 1355974 h 2053176"/>
              <a:gd name="connsiteX9047" fmla="*/ 8821433 w 12188965"/>
              <a:gd name="connsiteY9047" fmla="*/ 1381633 h 2053176"/>
              <a:gd name="connsiteX9048" fmla="*/ 8795772 w 12188965"/>
              <a:gd name="connsiteY9048" fmla="*/ 1355974 h 2053176"/>
              <a:gd name="connsiteX9049" fmla="*/ 8821433 w 12188965"/>
              <a:gd name="connsiteY9049" fmla="*/ 1330315 h 2053176"/>
              <a:gd name="connsiteX9050" fmla="*/ 8757226 w 12188965"/>
              <a:gd name="connsiteY9050" fmla="*/ 1330315 h 2053176"/>
              <a:gd name="connsiteX9051" fmla="*/ 8782887 w 12188965"/>
              <a:gd name="connsiteY9051" fmla="*/ 1355974 h 2053176"/>
              <a:gd name="connsiteX9052" fmla="*/ 8757226 w 12188965"/>
              <a:gd name="connsiteY9052" fmla="*/ 1381633 h 2053176"/>
              <a:gd name="connsiteX9053" fmla="*/ 8731568 w 12188965"/>
              <a:gd name="connsiteY9053" fmla="*/ 1355974 h 2053176"/>
              <a:gd name="connsiteX9054" fmla="*/ 8757226 w 12188965"/>
              <a:gd name="connsiteY9054" fmla="*/ 1330315 h 2053176"/>
              <a:gd name="connsiteX9055" fmla="*/ 8692904 w 12188965"/>
              <a:gd name="connsiteY9055" fmla="*/ 1330315 h 2053176"/>
              <a:gd name="connsiteX9056" fmla="*/ 8718565 w 12188965"/>
              <a:gd name="connsiteY9056" fmla="*/ 1355974 h 2053176"/>
              <a:gd name="connsiteX9057" fmla="*/ 8692904 w 12188965"/>
              <a:gd name="connsiteY9057" fmla="*/ 1381633 h 2053176"/>
              <a:gd name="connsiteX9058" fmla="*/ 8667246 w 12188965"/>
              <a:gd name="connsiteY9058" fmla="*/ 1355974 h 2053176"/>
              <a:gd name="connsiteX9059" fmla="*/ 8692904 w 12188965"/>
              <a:gd name="connsiteY9059" fmla="*/ 1330315 h 2053176"/>
              <a:gd name="connsiteX9060" fmla="*/ 8564495 w 12188965"/>
              <a:gd name="connsiteY9060" fmla="*/ 1330315 h 2053176"/>
              <a:gd name="connsiteX9061" fmla="*/ 8590153 w 12188965"/>
              <a:gd name="connsiteY9061" fmla="*/ 1355974 h 2053176"/>
              <a:gd name="connsiteX9062" fmla="*/ 8564495 w 12188965"/>
              <a:gd name="connsiteY9062" fmla="*/ 1381633 h 2053176"/>
              <a:gd name="connsiteX9063" fmla="*/ 8538837 w 12188965"/>
              <a:gd name="connsiteY9063" fmla="*/ 1355974 h 2053176"/>
              <a:gd name="connsiteX9064" fmla="*/ 8564495 w 12188965"/>
              <a:gd name="connsiteY9064" fmla="*/ 1330315 h 2053176"/>
              <a:gd name="connsiteX9065" fmla="*/ 8500288 w 12188965"/>
              <a:gd name="connsiteY9065" fmla="*/ 1330315 h 2053176"/>
              <a:gd name="connsiteX9066" fmla="*/ 8525949 w 12188965"/>
              <a:gd name="connsiteY9066" fmla="*/ 1355974 h 2053176"/>
              <a:gd name="connsiteX9067" fmla="*/ 8500288 w 12188965"/>
              <a:gd name="connsiteY9067" fmla="*/ 1381633 h 2053176"/>
              <a:gd name="connsiteX9068" fmla="*/ 8474630 w 12188965"/>
              <a:gd name="connsiteY9068" fmla="*/ 1355974 h 2053176"/>
              <a:gd name="connsiteX9069" fmla="*/ 8500288 w 12188965"/>
              <a:gd name="connsiteY9069" fmla="*/ 1330315 h 2053176"/>
              <a:gd name="connsiteX9070" fmla="*/ 8115057 w 12188965"/>
              <a:gd name="connsiteY9070" fmla="*/ 1330315 h 2053176"/>
              <a:gd name="connsiteX9071" fmla="*/ 8140717 w 12188965"/>
              <a:gd name="connsiteY9071" fmla="*/ 1355974 h 2053176"/>
              <a:gd name="connsiteX9072" fmla="*/ 8115057 w 12188965"/>
              <a:gd name="connsiteY9072" fmla="*/ 1381633 h 2053176"/>
              <a:gd name="connsiteX9073" fmla="*/ 8089398 w 12188965"/>
              <a:gd name="connsiteY9073" fmla="*/ 1355974 h 2053176"/>
              <a:gd name="connsiteX9074" fmla="*/ 8115057 w 12188965"/>
              <a:gd name="connsiteY9074" fmla="*/ 1330315 h 2053176"/>
              <a:gd name="connsiteX9075" fmla="*/ 8050852 w 12188965"/>
              <a:gd name="connsiteY9075" fmla="*/ 1330315 h 2053176"/>
              <a:gd name="connsiteX9076" fmla="*/ 8076510 w 12188965"/>
              <a:gd name="connsiteY9076" fmla="*/ 1355974 h 2053176"/>
              <a:gd name="connsiteX9077" fmla="*/ 8050852 w 12188965"/>
              <a:gd name="connsiteY9077" fmla="*/ 1381633 h 2053176"/>
              <a:gd name="connsiteX9078" fmla="*/ 8025194 w 12188965"/>
              <a:gd name="connsiteY9078" fmla="*/ 1355974 h 2053176"/>
              <a:gd name="connsiteX9079" fmla="*/ 8050852 w 12188965"/>
              <a:gd name="connsiteY9079" fmla="*/ 1330315 h 2053176"/>
              <a:gd name="connsiteX9080" fmla="*/ 7986648 w 12188965"/>
              <a:gd name="connsiteY9080" fmla="*/ 1330315 h 2053176"/>
              <a:gd name="connsiteX9081" fmla="*/ 8012306 w 12188965"/>
              <a:gd name="connsiteY9081" fmla="*/ 1355974 h 2053176"/>
              <a:gd name="connsiteX9082" fmla="*/ 7986648 w 12188965"/>
              <a:gd name="connsiteY9082" fmla="*/ 1381633 h 2053176"/>
              <a:gd name="connsiteX9083" fmla="*/ 7960990 w 12188965"/>
              <a:gd name="connsiteY9083" fmla="*/ 1355974 h 2053176"/>
              <a:gd name="connsiteX9084" fmla="*/ 7986648 w 12188965"/>
              <a:gd name="connsiteY9084" fmla="*/ 1330315 h 2053176"/>
              <a:gd name="connsiteX9085" fmla="*/ 7922444 w 12188965"/>
              <a:gd name="connsiteY9085" fmla="*/ 1330315 h 2053176"/>
              <a:gd name="connsiteX9086" fmla="*/ 7948102 w 12188965"/>
              <a:gd name="connsiteY9086" fmla="*/ 1355974 h 2053176"/>
              <a:gd name="connsiteX9087" fmla="*/ 7922444 w 12188965"/>
              <a:gd name="connsiteY9087" fmla="*/ 1381633 h 2053176"/>
              <a:gd name="connsiteX9088" fmla="*/ 7896783 w 12188965"/>
              <a:gd name="connsiteY9088" fmla="*/ 1355974 h 2053176"/>
              <a:gd name="connsiteX9089" fmla="*/ 7922444 w 12188965"/>
              <a:gd name="connsiteY9089" fmla="*/ 1330315 h 2053176"/>
              <a:gd name="connsiteX9090" fmla="*/ 7858237 w 12188965"/>
              <a:gd name="connsiteY9090" fmla="*/ 1330315 h 2053176"/>
              <a:gd name="connsiteX9091" fmla="*/ 7883895 w 12188965"/>
              <a:gd name="connsiteY9091" fmla="*/ 1355974 h 2053176"/>
              <a:gd name="connsiteX9092" fmla="*/ 7858237 w 12188965"/>
              <a:gd name="connsiteY9092" fmla="*/ 1381633 h 2053176"/>
              <a:gd name="connsiteX9093" fmla="*/ 7832578 w 12188965"/>
              <a:gd name="connsiteY9093" fmla="*/ 1355974 h 2053176"/>
              <a:gd name="connsiteX9094" fmla="*/ 7858237 w 12188965"/>
              <a:gd name="connsiteY9094" fmla="*/ 1330315 h 2053176"/>
              <a:gd name="connsiteX9095" fmla="*/ 7794032 w 12188965"/>
              <a:gd name="connsiteY9095" fmla="*/ 1330315 h 2053176"/>
              <a:gd name="connsiteX9096" fmla="*/ 7819690 w 12188965"/>
              <a:gd name="connsiteY9096" fmla="*/ 1355974 h 2053176"/>
              <a:gd name="connsiteX9097" fmla="*/ 7794032 w 12188965"/>
              <a:gd name="connsiteY9097" fmla="*/ 1381633 h 2053176"/>
              <a:gd name="connsiteX9098" fmla="*/ 7768371 w 12188965"/>
              <a:gd name="connsiteY9098" fmla="*/ 1355974 h 2053176"/>
              <a:gd name="connsiteX9099" fmla="*/ 7794032 w 12188965"/>
              <a:gd name="connsiteY9099" fmla="*/ 1330315 h 2053176"/>
              <a:gd name="connsiteX9100" fmla="*/ 7729825 w 12188965"/>
              <a:gd name="connsiteY9100" fmla="*/ 1330315 h 2053176"/>
              <a:gd name="connsiteX9101" fmla="*/ 7755486 w 12188965"/>
              <a:gd name="connsiteY9101" fmla="*/ 1355974 h 2053176"/>
              <a:gd name="connsiteX9102" fmla="*/ 7729825 w 12188965"/>
              <a:gd name="connsiteY9102" fmla="*/ 1381633 h 2053176"/>
              <a:gd name="connsiteX9103" fmla="*/ 7704167 w 12188965"/>
              <a:gd name="connsiteY9103" fmla="*/ 1355974 h 2053176"/>
              <a:gd name="connsiteX9104" fmla="*/ 7729825 w 12188965"/>
              <a:gd name="connsiteY9104" fmla="*/ 1330315 h 2053176"/>
              <a:gd name="connsiteX9105" fmla="*/ 7665621 w 12188965"/>
              <a:gd name="connsiteY9105" fmla="*/ 1330315 h 2053176"/>
              <a:gd name="connsiteX9106" fmla="*/ 7691279 w 12188965"/>
              <a:gd name="connsiteY9106" fmla="*/ 1355974 h 2053176"/>
              <a:gd name="connsiteX9107" fmla="*/ 7665621 w 12188965"/>
              <a:gd name="connsiteY9107" fmla="*/ 1381633 h 2053176"/>
              <a:gd name="connsiteX9108" fmla="*/ 7639963 w 12188965"/>
              <a:gd name="connsiteY9108" fmla="*/ 1355974 h 2053176"/>
              <a:gd name="connsiteX9109" fmla="*/ 7665621 w 12188965"/>
              <a:gd name="connsiteY9109" fmla="*/ 1330315 h 2053176"/>
              <a:gd name="connsiteX9110" fmla="*/ 7601299 w 12188965"/>
              <a:gd name="connsiteY9110" fmla="*/ 1330315 h 2053176"/>
              <a:gd name="connsiteX9111" fmla="*/ 7626959 w 12188965"/>
              <a:gd name="connsiteY9111" fmla="*/ 1355974 h 2053176"/>
              <a:gd name="connsiteX9112" fmla="*/ 7601299 w 12188965"/>
              <a:gd name="connsiteY9112" fmla="*/ 1381633 h 2053176"/>
              <a:gd name="connsiteX9113" fmla="*/ 7575640 w 12188965"/>
              <a:gd name="connsiteY9113" fmla="*/ 1355974 h 2053176"/>
              <a:gd name="connsiteX9114" fmla="*/ 7601299 w 12188965"/>
              <a:gd name="connsiteY9114" fmla="*/ 1330315 h 2053176"/>
              <a:gd name="connsiteX9115" fmla="*/ 7537094 w 12188965"/>
              <a:gd name="connsiteY9115" fmla="*/ 1330315 h 2053176"/>
              <a:gd name="connsiteX9116" fmla="*/ 7562752 w 12188965"/>
              <a:gd name="connsiteY9116" fmla="*/ 1355974 h 2053176"/>
              <a:gd name="connsiteX9117" fmla="*/ 7537094 w 12188965"/>
              <a:gd name="connsiteY9117" fmla="*/ 1381633 h 2053176"/>
              <a:gd name="connsiteX9118" fmla="*/ 7511436 w 12188965"/>
              <a:gd name="connsiteY9118" fmla="*/ 1355974 h 2053176"/>
              <a:gd name="connsiteX9119" fmla="*/ 7537094 w 12188965"/>
              <a:gd name="connsiteY9119" fmla="*/ 1330315 h 2053176"/>
              <a:gd name="connsiteX9120" fmla="*/ 7472890 w 12188965"/>
              <a:gd name="connsiteY9120" fmla="*/ 1330315 h 2053176"/>
              <a:gd name="connsiteX9121" fmla="*/ 7498548 w 12188965"/>
              <a:gd name="connsiteY9121" fmla="*/ 1355974 h 2053176"/>
              <a:gd name="connsiteX9122" fmla="*/ 7472890 w 12188965"/>
              <a:gd name="connsiteY9122" fmla="*/ 1381633 h 2053176"/>
              <a:gd name="connsiteX9123" fmla="*/ 7447229 w 12188965"/>
              <a:gd name="connsiteY9123" fmla="*/ 1355974 h 2053176"/>
              <a:gd name="connsiteX9124" fmla="*/ 7472890 w 12188965"/>
              <a:gd name="connsiteY9124" fmla="*/ 1330315 h 2053176"/>
              <a:gd name="connsiteX9125" fmla="*/ 7280274 w 12188965"/>
              <a:gd name="connsiteY9125" fmla="*/ 1330315 h 2053176"/>
              <a:gd name="connsiteX9126" fmla="*/ 7305932 w 12188965"/>
              <a:gd name="connsiteY9126" fmla="*/ 1355974 h 2053176"/>
              <a:gd name="connsiteX9127" fmla="*/ 7280274 w 12188965"/>
              <a:gd name="connsiteY9127" fmla="*/ 1381633 h 2053176"/>
              <a:gd name="connsiteX9128" fmla="*/ 7254613 w 12188965"/>
              <a:gd name="connsiteY9128" fmla="*/ 1355974 h 2053176"/>
              <a:gd name="connsiteX9129" fmla="*/ 7280274 w 12188965"/>
              <a:gd name="connsiteY9129" fmla="*/ 1330315 h 2053176"/>
              <a:gd name="connsiteX9130" fmla="*/ 7216067 w 12188965"/>
              <a:gd name="connsiteY9130" fmla="*/ 1330315 h 2053176"/>
              <a:gd name="connsiteX9131" fmla="*/ 7241725 w 12188965"/>
              <a:gd name="connsiteY9131" fmla="*/ 1355974 h 2053176"/>
              <a:gd name="connsiteX9132" fmla="*/ 7216067 w 12188965"/>
              <a:gd name="connsiteY9132" fmla="*/ 1381633 h 2053176"/>
              <a:gd name="connsiteX9133" fmla="*/ 7190409 w 12188965"/>
              <a:gd name="connsiteY9133" fmla="*/ 1355974 h 2053176"/>
              <a:gd name="connsiteX9134" fmla="*/ 7216067 w 12188965"/>
              <a:gd name="connsiteY9134" fmla="*/ 1330315 h 2053176"/>
              <a:gd name="connsiteX9135" fmla="*/ 7151863 w 12188965"/>
              <a:gd name="connsiteY9135" fmla="*/ 1330315 h 2053176"/>
              <a:gd name="connsiteX9136" fmla="*/ 7177521 w 12188965"/>
              <a:gd name="connsiteY9136" fmla="*/ 1355974 h 2053176"/>
              <a:gd name="connsiteX9137" fmla="*/ 7151863 w 12188965"/>
              <a:gd name="connsiteY9137" fmla="*/ 1381633 h 2053176"/>
              <a:gd name="connsiteX9138" fmla="*/ 7126205 w 12188965"/>
              <a:gd name="connsiteY9138" fmla="*/ 1355974 h 2053176"/>
              <a:gd name="connsiteX9139" fmla="*/ 7151863 w 12188965"/>
              <a:gd name="connsiteY9139" fmla="*/ 1330315 h 2053176"/>
              <a:gd name="connsiteX9140" fmla="*/ 7087658 w 12188965"/>
              <a:gd name="connsiteY9140" fmla="*/ 1330315 h 2053176"/>
              <a:gd name="connsiteX9141" fmla="*/ 7113317 w 12188965"/>
              <a:gd name="connsiteY9141" fmla="*/ 1355974 h 2053176"/>
              <a:gd name="connsiteX9142" fmla="*/ 7087658 w 12188965"/>
              <a:gd name="connsiteY9142" fmla="*/ 1381633 h 2053176"/>
              <a:gd name="connsiteX9143" fmla="*/ 7061998 w 12188965"/>
              <a:gd name="connsiteY9143" fmla="*/ 1355974 h 2053176"/>
              <a:gd name="connsiteX9144" fmla="*/ 7087658 w 12188965"/>
              <a:gd name="connsiteY9144" fmla="*/ 1330315 h 2053176"/>
              <a:gd name="connsiteX9145" fmla="*/ 6895043 w 12188965"/>
              <a:gd name="connsiteY9145" fmla="*/ 1330315 h 2053176"/>
              <a:gd name="connsiteX9146" fmla="*/ 6920701 w 12188965"/>
              <a:gd name="connsiteY9146" fmla="*/ 1355974 h 2053176"/>
              <a:gd name="connsiteX9147" fmla="*/ 6895043 w 12188965"/>
              <a:gd name="connsiteY9147" fmla="*/ 1381633 h 2053176"/>
              <a:gd name="connsiteX9148" fmla="*/ 6869382 w 12188965"/>
              <a:gd name="connsiteY9148" fmla="*/ 1355974 h 2053176"/>
              <a:gd name="connsiteX9149" fmla="*/ 6895043 w 12188965"/>
              <a:gd name="connsiteY9149" fmla="*/ 1330315 h 2053176"/>
              <a:gd name="connsiteX9150" fmla="*/ 6766631 w 12188965"/>
              <a:gd name="connsiteY9150" fmla="*/ 1330315 h 2053176"/>
              <a:gd name="connsiteX9151" fmla="*/ 6792290 w 12188965"/>
              <a:gd name="connsiteY9151" fmla="*/ 1355974 h 2053176"/>
              <a:gd name="connsiteX9152" fmla="*/ 6766631 w 12188965"/>
              <a:gd name="connsiteY9152" fmla="*/ 1381633 h 2053176"/>
              <a:gd name="connsiteX9153" fmla="*/ 6740973 w 12188965"/>
              <a:gd name="connsiteY9153" fmla="*/ 1355974 h 2053176"/>
              <a:gd name="connsiteX9154" fmla="*/ 6766631 w 12188965"/>
              <a:gd name="connsiteY9154" fmla="*/ 1330315 h 2053176"/>
              <a:gd name="connsiteX9155" fmla="*/ 6702427 w 12188965"/>
              <a:gd name="connsiteY9155" fmla="*/ 1330315 h 2053176"/>
              <a:gd name="connsiteX9156" fmla="*/ 6728085 w 12188965"/>
              <a:gd name="connsiteY9156" fmla="*/ 1355974 h 2053176"/>
              <a:gd name="connsiteX9157" fmla="*/ 6702427 w 12188965"/>
              <a:gd name="connsiteY9157" fmla="*/ 1381633 h 2053176"/>
              <a:gd name="connsiteX9158" fmla="*/ 6676766 w 12188965"/>
              <a:gd name="connsiteY9158" fmla="*/ 1355974 h 2053176"/>
              <a:gd name="connsiteX9159" fmla="*/ 6702427 w 12188965"/>
              <a:gd name="connsiteY9159" fmla="*/ 1330315 h 2053176"/>
              <a:gd name="connsiteX9160" fmla="*/ 6638220 w 12188965"/>
              <a:gd name="connsiteY9160" fmla="*/ 1330315 h 2053176"/>
              <a:gd name="connsiteX9161" fmla="*/ 6663881 w 12188965"/>
              <a:gd name="connsiteY9161" fmla="*/ 1355974 h 2053176"/>
              <a:gd name="connsiteX9162" fmla="*/ 6638220 w 12188965"/>
              <a:gd name="connsiteY9162" fmla="*/ 1381633 h 2053176"/>
              <a:gd name="connsiteX9163" fmla="*/ 6612562 w 12188965"/>
              <a:gd name="connsiteY9163" fmla="*/ 1355974 h 2053176"/>
              <a:gd name="connsiteX9164" fmla="*/ 6638220 w 12188965"/>
              <a:gd name="connsiteY9164" fmla="*/ 1330315 h 2053176"/>
              <a:gd name="connsiteX9165" fmla="*/ 6574016 w 12188965"/>
              <a:gd name="connsiteY9165" fmla="*/ 1330315 h 2053176"/>
              <a:gd name="connsiteX9166" fmla="*/ 6599674 w 12188965"/>
              <a:gd name="connsiteY9166" fmla="*/ 1355974 h 2053176"/>
              <a:gd name="connsiteX9167" fmla="*/ 6574016 w 12188965"/>
              <a:gd name="connsiteY9167" fmla="*/ 1381633 h 2053176"/>
              <a:gd name="connsiteX9168" fmla="*/ 6548357 w 12188965"/>
              <a:gd name="connsiteY9168" fmla="*/ 1355974 h 2053176"/>
              <a:gd name="connsiteX9169" fmla="*/ 6574016 w 12188965"/>
              <a:gd name="connsiteY9169" fmla="*/ 1330315 h 2053176"/>
              <a:gd name="connsiteX9170" fmla="*/ 6317078 w 12188965"/>
              <a:gd name="connsiteY9170" fmla="*/ 1330315 h 2053176"/>
              <a:gd name="connsiteX9171" fmla="*/ 6342736 w 12188965"/>
              <a:gd name="connsiteY9171" fmla="*/ 1355974 h 2053176"/>
              <a:gd name="connsiteX9172" fmla="*/ 6317078 w 12188965"/>
              <a:gd name="connsiteY9172" fmla="*/ 1381633 h 2053176"/>
              <a:gd name="connsiteX9173" fmla="*/ 6291420 w 12188965"/>
              <a:gd name="connsiteY9173" fmla="*/ 1355974 h 2053176"/>
              <a:gd name="connsiteX9174" fmla="*/ 6317078 w 12188965"/>
              <a:gd name="connsiteY9174" fmla="*/ 1330315 h 2053176"/>
              <a:gd name="connsiteX9175" fmla="*/ 6252873 w 12188965"/>
              <a:gd name="connsiteY9175" fmla="*/ 1330315 h 2053176"/>
              <a:gd name="connsiteX9176" fmla="*/ 6278532 w 12188965"/>
              <a:gd name="connsiteY9176" fmla="*/ 1355974 h 2053176"/>
              <a:gd name="connsiteX9177" fmla="*/ 6252873 w 12188965"/>
              <a:gd name="connsiteY9177" fmla="*/ 1381633 h 2053176"/>
              <a:gd name="connsiteX9178" fmla="*/ 6227213 w 12188965"/>
              <a:gd name="connsiteY9178" fmla="*/ 1355974 h 2053176"/>
              <a:gd name="connsiteX9179" fmla="*/ 6252873 w 12188965"/>
              <a:gd name="connsiteY9179" fmla="*/ 1330315 h 2053176"/>
              <a:gd name="connsiteX9180" fmla="*/ 6188666 w 12188965"/>
              <a:gd name="connsiteY9180" fmla="*/ 1330315 h 2053176"/>
              <a:gd name="connsiteX9181" fmla="*/ 6214327 w 12188965"/>
              <a:gd name="connsiteY9181" fmla="*/ 1355974 h 2053176"/>
              <a:gd name="connsiteX9182" fmla="*/ 6188666 w 12188965"/>
              <a:gd name="connsiteY9182" fmla="*/ 1381633 h 2053176"/>
              <a:gd name="connsiteX9183" fmla="*/ 6163008 w 12188965"/>
              <a:gd name="connsiteY9183" fmla="*/ 1355974 h 2053176"/>
              <a:gd name="connsiteX9184" fmla="*/ 6188666 w 12188965"/>
              <a:gd name="connsiteY9184" fmla="*/ 1330315 h 2053176"/>
              <a:gd name="connsiteX9185" fmla="*/ 6124462 w 12188965"/>
              <a:gd name="connsiteY9185" fmla="*/ 1330315 h 2053176"/>
              <a:gd name="connsiteX9186" fmla="*/ 6150123 w 12188965"/>
              <a:gd name="connsiteY9186" fmla="*/ 1355974 h 2053176"/>
              <a:gd name="connsiteX9187" fmla="*/ 6124462 w 12188965"/>
              <a:gd name="connsiteY9187" fmla="*/ 1381633 h 2053176"/>
              <a:gd name="connsiteX9188" fmla="*/ 6098804 w 12188965"/>
              <a:gd name="connsiteY9188" fmla="*/ 1355974 h 2053176"/>
              <a:gd name="connsiteX9189" fmla="*/ 6124462 w 12188965"/>
              <a:gd name="connsiteY9189" fmla="*/ 1330315 h 2053176"/>
              <a:gd name="connsiteX9190" fmla="*/ 6064505 w 12188965"/>
              <a:gd name="connsiteY9190" fmla="*/ 1330315 h 2053176"/>
              <a:gd name="connsiteX9191" fmla="*/ 6090163 w 12188965"/>
              <a:gd name="connsiteY9191" fmla="*/ 1355974 h 2053176"/>
              <a:gd name="connsiteX9192" fmla="*/ 6064505 w 12188965"/>
              <a:gd name="connsiteY9192" fmla="*/ 1381633 h 2053176"/>
              <a:gd name="connsiteX9193" fmla="*/ 6038844 w 12188965"/>
              <a:gd name="connsiteY9193" fmla="*/ 1355974 h 2053176"/>
              <a:gd name="connsiteX9194" fmla="*/ 6064505 w 12188965"/>
              <a:gd name="connsiteY9194" fmla="*/ 1330315 h 2053176"/>
              <a:gd name="connsiteX9195" fmla="*/ 5936092 w 12188965"/>
              <a:gd name="connsiteY9195" fmla="*/ 1330315 h 2053176"/>
              <a:gd name="connsiteX9196" fmla="*/ 5961751 w 12188965"/>
              <a:gd name="connsiteY9196" fmla="*/ 1355974 h 2053176"/>
              <a:gd name="connsiteX9197" fmla="*/ 5936092 w 12188965"/>
              <a:gd name="connsiteY9197" fmla="*/ 1381633 h 2053176"/>
              <a:gd name="connsiteX9198" fmla="*/ 5910435 w 12188965"/>
              <a:gd name="connsiteY9198" fmla="*/ 1355974 h 2053176"/>
              <a:gd name="connsiteX9199" fmla="*/ 5936092 w 12188965"/>
              <a:gd name="connsiteY9199" fmla="*/ 1330315 h 2053176"/>
              <a:gd name="connsiteX9200" fmla="*/ 5743477 w 12188965"/>
              <a:gd name="connsiteY9200" fmla="*/ 1330315 h 2053176"/>
              <a:gd name="connsiteX9201" fmla="*/ 5769136 w 12188965"/>
              <a:gd name="connsiteY9201" fmla="*/ 1355974 h 2053176"/>
              <a:gd name="connsiteX9202" fmla="*/ 5743477 w 12188965"/>
              <a:gd name="connsiteY9202" fmla="*/ 1381633 h 2053176"/>
              <a:gd name="connsiteX9203" fmla="*/ 5717818 w 12188965"/>
              <a:gd name="connsiteY9203" fmla="*/ 1355974 h 2053176"/>
              <a:gd name="connsiteX9204" fmla="*/ 5743477 w 12188965"/>
              <a:gd name="connsiteY9204" fmla="*/ 1330315 h 2053176"/>
              <a:gd name="connsiteX9205" fmla="*/ 5679272 w 12188965"/>
              <a:gd name="connsiteY9205" fmla="*/ 1330315 h 2053176"/>
              <a:gd name="connsiteX9206" fmla="*/ 5704930 w 12188965"/>
              <a:gd name="connsiteY9206" fmla="*/ 1355974 h 2053176"/>
              <a:gd name="connsiteX9207" fmla="*/ 5679272 w 12188965"/>
              <a:gd name="connsiteY9207" fmla="*/ 1381633 h 2053176"/>
              <a:gd name="connsiteX9208" fmla="*/ 5653614 w 12188965"/>
              <a:gd name="connsiteY9208" fmla="*/ 1355974 h 2053176"/>
              <a:gd name="connsiteX9209" fmla="*/ 5679272 w 12188965"/>
              <a:gd name="connsiteY9209" fmla="*/ 1330315 h 2053176"/>
              <a:gd name="connsiteX9210" fmla="*/ 5615066 w 12188965"/>
              <a:gd name="connsiteY9210" fmla="*/ 1330315 h 2053176"/>
              <a:gd name="connsiteX9211" fmla="*/ 5640726 w 12188965"/>
              <a:gd name="connsiteY9211" fmla="*/ 1355974 h 2053176"/>
              <a:gd name="connsiteX9212" fmla="*/ 5615066 w 12188965"/>
              <a:gd name="connsiteY9212" fmla="*/ 1381633 h 2053176"/>
              <a:gd name="connsiteX9213" fmla="*/ 5589407 w 12188965"/>
              <a:gd name="connsiteY9213" fmla="*/ 1355974 h 2053176"/>
              <a:gd name="connsiteX9214" fmla="*/ 5615066 w 12188965"/>
              <a:gd name="connsiteY9214" fmla="*/ 1330315 h 2053176"/>
              <a:gd name="connsiteX9215" fmla="*/ 5486655 w 12188965"/>
              <a:gd name="connsiteY9215" fmla="*/ 1330315 h 2053176"/>
              <a:gd name="connsiteX9216" fmla="*/ 5512316 w 12188965"/>
              <a:gd name="connsiteY9216" fmla="*/ 1355974 h 2053176"/>
              <a:gd name="connsiteX9217" fmla="*/ 5486655 w 12188965"/>
              <a:gd name="connsiteY9217" fmla="*/ 1381633 h 2053176"/>
              <a:gd name="connsiteX9218" fmla="*/ 5460997 w 12188965"/>
              <a:gd name="connsiteY9218" fmla="*/ 1355974 h 2053176"/>
              <a:gd name="connsiteX9219" fmla="*/ 5486655 w 12188965"/>
              <a:gd name="connsiteY9219" fmla="*/ 1330315 h 2053176"/>
              <a:gd name="connsiteX9220" fmla="*/ 5422451 w 12188965"/>
              <a:gd name="connsiteY9220" fmla="*/ 1330315 h 2053176"/>
              <a:gd name="connsiteX9221" fmla="*/ 5448109 w 12188965"/>
              <a:gd name="connsiteY9221" fmla="*/ 1355974 h 2053176"/>
              <a:gd name="connsiteX9222" fmla="*/ 5422451 w 12188965"/>
              <a:gd name="connsiteY9222" fmla="*/ 1381633 h 2053176"/>
              <a:gd name="connsiteX9223" fmla="*/ 5396791 w 12188965"/>
              <a:gd name="connsiteY9223" fmla="*/ 1355974 h 2053176"/>
              <a:gd name="connsiteX9224" fmla="*/ 5422451 w 12188965"/>
              <a:gd name="connsiteY9224" fmla="*/ 1330315 h 2053176"/>
              <a:gd name="connsiteX9225" fmla="*/ 5358245 w 12188965"/>
              <a:gd name="connsiteY9225" fmla="*/ 1330315 h 2053176"/>
              <a:gd name="connsiteX9226" fmla="*/ 5383904 w 12188965"/>
              <a:gd name="connsiteY9226" fmla="*/ 1355974 h 2053176"/>
              <a:gd name="connsiteX9227" fmla="*/ 5358245 w 12188965"/>
              <a:gd name="connsiteY9227" fmla="*/ 1381633 h 2053176"/>
              <a:gd name="connsiteX9228" fmla="*/ 5332587 w 12188965"/>
              <a:gd name="connsiteY9228" fmla="*/ 1355974 h 2053176"/>
              <a:gd name="connsiteX9229" fmla="*/ 5358245 w 12188965"/>
              <a:gd name="connsiteY9229" fmla="*/ 1330315 h 2053176"/>
              <a:gd name="connsiteX9230" fmla="*/ 5229719 w 12188965"/>
              <a:gd name="connsiteY9230" fmla="*/ 1330315 h 2053176"/>
              <a:gd name="connsiteX9231" fmla="*/ 5255377 w 12188965"/>
              <a:gd name="connsiteY9231" fmla="*/ 1355974 h 2053176"/>
              <a:gd name="connsiteX9232" fmla="*/ 5229719 w 12188965"/>
              <a:gd name="connsiteY9232" fmla="*/ 1381633 h 2053176"/>
              <a:gd name="connsiteX9233" fmla="*/ 5204058 w 12188965"/>
              <a:gd name="connsiteY9233" fmla="*/ 1355974 h 2053176"/>
              <a:gd name="connsiteX9234" fmla="*/ 5229719 w 12188965"/>
              <a:gd name="connsiteY9234" fmla="*/ 1330315 h 2053176"/>
              <a:gd name="connsiteX9235" fmla="*/ 5101309 w 12188965"/>
              <a:gd name="connsiteY9235" fmla="*/ 1330315 h 2053176"/>
              <a:gd name="connsiteX9236" fmla="*/ 5126967 w 12188965"/>
              <a:gd name="connsiteY9236" fmla="*/ 1355974 h 2053176"/>
              <a:gd name="connsiteX9237" fmla="*/ 5101309 w 12188965"/>
              <a:gd name="connsiteY9237" fmla="*/ 1381633 h 2053176"/>
              <a:gd name="connsiteX9238" fmla="*/ 5075649 w 12188965"/>
              <a:gd name="connsiteY9238" fmla="*/ 1355974 h 2053176"/>
              <a:gd name="connsiteX9239" fmla="*/ 5101309 w 12188965"/>
              <a:gd name="connsiteY9239" fmla="*/ 1330315 h 2053176"/>
              <a:gd name="connsiteX9240" fmla="*/ 4972896 w 12188965"/>
              <a:gd name="connsiteY9240" fmla="*/ 1330315 h 2053176"/>
              <a:gd name="connsiteX9241" fmla="*/ 4998557 w 12188965"/>
              <a:gd name="connsiteY9241" fmla="*/ 1355974 h 2053176"/>
              <a:gd name="connsiteX9242" fmla="*/ 4972896 w 12188965"/>
              <a:gd name="connsiteY9242" fmla="*/ 1381633 h 2053176"/>
              <a:gd name="connsiteX9243" fmla="*/ 4947240 w 12188965"/>
              <a:gd name="connsiteY9243" fmla="*/ 1355974 h 2053176"/>
              <a:gd name="connsiteX9244" fmla="*/ 4972896 w 12188965"/>
              <a:gd name="connsiteY9244" fmla="*/ 1330315 h 2053176"/>
              <a:gd name="connsiteX9245" fmla="*/ 4908693 w 12188965"/>
              <a:gd name="connsiteY9245" fmla="*/ 1330315 h 2053176"/>
              <a:gd name="connsiteX9246" fmla="*/ 4934352 w 12188965"/>
              <a:gd name="connsiteY9246" fmla="*/ 1355974 h 2053176"/>
              <a:gd name="connsiteX9247" fmla="*/ 4908693 w 12188965"/>
              <a:gd name="connsiteY9247" fmla="*/ 1381633 h 2053176"/>
              <a:gd name="connsiteX9248" fmla="*/ 4883033 w 12188965"/>
              <a:gd name="connsiteY9248" fmla="*/ 1355974 h 2053176"/>
              <a:gd name="connsiteX9249" fmla="*/ 4908693 w 12188965"/>
              <a:gd name="connsiteY9249" fmla="*/ 1330315 h 2053176"/>
              <a:gd name="connsiteX9250" fmla="*/ 4844487 w 12188965"/>
              <a:gd name="connsiteY9250" fmla="*/ 1330315 h 2053176"/>
              <a:gd name="connsiteX9251" fmla="*/ 4870146 w 12188965"/>
              <a:gd name="connsiteY9251" fmla="*/ 1355974 h 2053176"/>
              <a:gd name="connsiteX9252" fmla="*/ 4844487 w 12188965"/>
              <a:gd name="connsiteY9252" fmla="*/ 1381633 h 2053176"/>
              <a:gd name="connsiteX9253" fmla="*/ 4818828 w 12188965"/>
              <a:gd name="connsiteY9253" fmla="*/ 1355974 h 2053176"/>
              <a:gd name="connsiteX9254" fmla="*/ 4844487 w 12188965"/>
              <a:gd name="connsiteY9254" fmla="*/ 1330315 h 2053176"/>
              <a:gd name="connsiteX9255" fmla="*/ 4780282 w 12188965"/>
              <a:gd name="connsiteY9255" fmla="*/ 1330315 h 2053176"/>
              <a:gd name="connsiteX9256" fmla="*/ 4805941 w 12188965"/>
              <a:gd name="connsiteY9256" fmla="*/ 1355974 h 2053176"/>
              <a:gd name="connsiteX9257" fmla="*/ 4780282 w 12188965"/>
              <a:gd name="connsiteY9257" fmla="*/ 1381633 h 2053176"/>
              <a:gd name="connsiteX9258" fmla="*/ 4754622 w 12188965"/>
              <a:gd name="connsiteY9258" fmla="*/ 1355974 h 2053176"/>
              <a:gd name="connsiteX9259" fmla="*/ 4780282 w 12188965"/>
              <a:gd name="connsiteY9259" fmla="*/ 1330315 h 2053176"/>
              <a:gd name="connsiteX9260" fmla="*/ 4651872 w 12188965"/>
              <a:gd name="connsiteY9260" fmla="*/ 1330315 h 2053176"/>
              <a:gd name="connsiteX9261" fmla="*/ 4677531 w 12188965"/>
              <a:gd name="connsiteY9261" fmla="*/ 1355974 h 2053176"/>
              <a:gd name="connsiteX9262" fmla="*/ 4651872 w 12188965"/>
              <a:gd name="connsiteY9262" fmla="*/ 1381633 h 2053176"/>
              <a:gd name="connsiteX9263" fmla="*/ 4626213 w 12188965"/>
              <a:gd name="connsiteY9263" fmla="*/ 1355974 h 2053176"/>
              <a:gd name="connsiteX9264" fmla="*/ 4651872 w 12188965"/>
              <a:gd name="connsiteY9264" fmla="*/ 1330315 h 2053176"/>
              <a:gd name="connsiteX9265" fmla="*/ 4587666 w 12188965"/>
              <a:gd name="connsiteY9265" fmla="*/ 1330315 h 2053176"/>
              <a:gd name="connsiteX9266" fmla="*/ 4613324 w 12188965"/>
              <a:gd name="connsiteY9266" fmla="*/ 1355974 h 2053176"/>
              <a:gd name="connsiteX9267" fmla="*/ 4587666 w 12188965"/>
              <a:gd name="connsiteY9267" fmla="*/ 1381633 h 2053176"/>
              <a:gd name="connsiteX9268" fmla="*/ 4562007 w 12188965"/>
              <a:gd name="connsiteY9268" fmla="*/ 1355974 h 2053176"/>
              <a:gd name="connsiteX9269" fmla="*/ 4587666 w 12188965"/>
              <a:gd name="connsiteY9269" fmla="*/ 1330315 h 2053176"/>
              <a:gd name="connsiteX9270" fmla="*/ 4523461 w 12188965"/>
              <a:gd name="connsiteY9270" fmla="*/ 1330315 h 2053176"/>
              <a:gd name="connsiteX9271" fmla="*/ 4549121 w 12188965"/>
              <a:gd name="connsiteY9271" fmla="*/ 1355974 h 2053176"/>
              <a:gd name="connsiteX9272" fmla="*/ 4523461 w 12188965"/>
              <a:gd name="connsiteY9272" fmla="*/ 1381633 h 2053176"/>
              <a:gd name="connsiteX9273" fmla="*/ 4497802 w 12188965"/>
              <a:gd name="connsiteY9273" fmla="*/ 1355974 h 2053176"/>
              <a:gd name="connsiteX9274" fmla="*/ 4523461 w 12188965"/>
              <a:gd name="connsiteY9274" fmla="*/ 1330315 h 2053176"/>
              <a:gd name="connsiteX9275" fmla="*/ 4395050 w 12188965"/>
              <a:gd name="connsiteY9275" fmla="*/ 1330315 h 2053176"/>
              <a:gd name="connsiteX9276" fmla="*/ 4420710 w 12188965"/>
              <a:gd name="connsiteY9276" fmla="*/ 1355974 h 2053176"/>
              <a:gd name="connsiteX9277" fmla="*/ 4395050 w 12188965"/>
              <a:gd name="connsiteY9277" fmla="*/ 1381633 h 2053176"/>
              <a:gd name="connsiteX9278" fmla="*/ 4369391 w 12188965"/>
              <a:gd name="connsiteY9278" fmla="*/ 1355974 h 2053176"/>
              <a:gd name="connsiteX9279" fmla="*/ 4395050 w 12188965"/>
              <a:gd name="connsiteY9279" fmla="*/ 1330315 h 2053176"/>
              <a:gd name="connsiteX9280" fmla="*/ 4202435 w 12188965"/>
              <a:gd name="connsiteY9280" fmla="*/ 1330315 h 2053176"/>
              <a:gd name="connsiteX9281" fmla="*/ 4228093 w 12188965"/>
              <a:gd name="connsiteY9281" fmla="*/ 1355974 h 2053176"/>
              <a:gd name="connsiteX9282" fmla="*/ 4202435 w 12188965"/>
              <a:gd name="connsiteY9282" fmla="*/ 1381633 h 2053176"/>
              <a:gd name="connsiteX9283" fmla="*/ 4176776 w 12188965"/>
              <a:gd name="connsiteY9283" fmla="*/ 1355974 h 2053176"/>
              <a:gd name="connsiteX9284" fmla="*/ 4202435 w 12188965"/>
              <a:gd name="connsiteY9284" fmla="*/ 1330315 h 2053176"/>
              <a:gd name="connsiteX9285" fmla="*/ 4009702 w 12188965"/>
              <a:gd name="connsiteY9285" fmla="*/ 1330315 h 2053176"/>
              <a:gd name="connsiteX9286" fmla="*/ 4035362 w 12188965"/>
              <a:gd name="connsiteY9286" fmla="*/ 1355974 h 2053176"/>
              <a:gd name="connsiteX9287" fmla="*/ 4009702 w 12188965"/>
              <a:gd name="connsiteY9287" fmla="*/ 1381633 h 2053176"/>
              <a:gd name="connsiteX9288" fmla="*/ 3984043 w 12188965"/>
              <a:gd name="connsiteY9288" fmla="*/ 1355974 h 2053176"/>
              <a:gd name="connsiteX9289" fmla="*/ 4009702 w 12188965"/>
              <a:gd name="connsiteY9289" fmla="*/ 1330315 h 2053176"/>
              <a:gd name="connsiteX9290" fmla="*/ 3881291 w 12188965"/>
              <a:gd name="connsiteY9290" fmla="*/ 1330315 h 2053176"/>
              <a:gd name="connsiteX9291" fmla="*/ 3906950 w 12188965"/>
              <a:gd name="connsiteY9291" fmla="*/ 1355974 h 2053176"/>
              <a:gd name="connsiteX9292" fmla="*/ 3881291 w 12188965"/>
              <a:gd name="connsiteY9292" fmla="*/ 1381633 h 2053176"/>
              <a:gd name="connsiteX9293" fmla="*/ 3855633 w 12188965"/>
              <a:gd name="connsiteY9293" fmla="*/ 1355974 h 2053176"/>
              <a:gd name="connsiteX9294" fmla="*/ 3881291 w 12188965"/>
              <a:gd name="connsiteY9294" fmla="*/ 1330315 h 2053176"/>
              <a:gd name="connsiteX9295" fmla="*/ 3817085 w 12188965"/>
              <a:gd name="connsiteY9295" fmla="*/ 1330315 h 2053176"/>
              <a:gd name="connsiteX9296" fmla="*/ 3842745 w 12188965"/>
              <a:gd name="connsiteY9296" fmla="*/ 1355974 h 2053176"/>
              <a:gd name="connsiteX9297" fmla="*/ 3817085 w 12188965"/>
              <a:gd name="connsiteY9297" fmla="*/ 1381633 h 2053176"/>
              <a:gd name="connsiteX9298" fmla="*/ 3791427 w 12188965"/>
              <a:gd name="connsiteY9298" fmla="*/ 1355974 h 2053176"/>
              <a:gd name="connsiteX9299" fmla="*/ 3817085 w 12188965"/>
              <a:gd name="connsiteY9299" fmla="*/ 1330315 h 2053176"/>
              <a:gd name="connsiteX9300" fmla="*/ 3752882 w 12188965"/>
              <a:gd name="connsiteY9300" fmla="*/ 1330315 h 2053176"/>
              <a:gd name="connsiteX9301" fmla="*/ 3778539 w 12188965"/>
              <a:gd name="connsiteY9301" fmla="*/ 1355974 h 2053176"/>
              <a:gd name="connsiteX9302" fmla="*/ 3752882 w 12188965"/>
              <a:gd name="connsiteY9302" fmla="*/ 1381633 h 2053176"/>
              <a:gd name="connsiteX9303" fmla="*/ 3727221 w 12188965"/>
              <a:gd name="connsiteY9303" fmla="*/ 1355974 h 2053176"/>
              <a:gd name="connsiteX9304" fmla="*/ 3752882 w 12188965"/>
              <a:gd name="connsiteY9304" fmla="*/ 1330315 h 2053176"/>
              <a:gd name="connsiteX9305" fmla="*/ 3624472 w 12188965"/>
              <a:gd name="connsiteY9305" fmla="*/ 1330315 h 2053176"/>
              <a:gd name="connsiteX9306" fmla="*/ 3650129 w 12188965"/>
              <a:gd name="connsiteY9306" fmla="*/ 1355974 h 2053176"/>
              <a:gd name="connsiteX9307" fmla="*/ 3624472 w 12188965"/>
              <a:gd name="connsiteY9307" fmla="*/ 1381633 h 2053176"/>
              <a:gd name="connsiteX9308" fmla="*/ 3598810 w 12188965"/>
              <a:gd name="connsiteY9308" fmla="*/ 1355974 h 2053176"/>
              <a:gd name="connsiteX9309" fmla="*/ 3624472 w 12188965"/>
              <a:gd name="connsiteY9309" fmla="*/ 1330315 h 2053176"/>
              <a:gd name="connsiteX9310" fmla="*/ 3367649 w 12188965"/>
              <a:gd name="connsiteY9310" fmla="*/ 1330315 h 2053176"/>
              <a:gd name="connsiteX9311" fmla="*/ 3393308 w 12188965"/>
              <a:gd name="connsiteY9311" fmla="*/ 1355974 h 2053176"/>
              <a:gd name="connsiteX9312" fmla="*/ 3367649 w 12188965"/>
              <a:gd name="connsiteY9312" fmla="*/ 1381633 h 2053176"/>
              <a:gd name="connsiteX9313" fmla="*/ 3341990 w 12188965"/>
              <a:gd name="connsiteY9313" fmla="*/ 1355974 h 2053176"/>
              <a:gd name="connsiteX9314" fmla="*/ 3367649 w 12188965"/>
              <a:gd name="connsiteY9314" fmla="*/ 1330315 h 2053176"/>
              <a:gd name="connsiteX9315" fmla="*/ 3303444 w 12188965"/>
              <a:gd name="connsiteY9315" fmla="*/ 1330315 h 2053176"/>
              <a:gd name="connsiteX9316" fmla="*/ 3329102 w 12188965"/>
              <a:gd name="connsiteY9316" fmla="*/ 1355974 h 2053176"/>
              <a:gd name="connsiteX9317" fmla="*/ 3303444 w 12188965"/>
              <a:gd name="connsiteY9317" fmla="*/ 1381633 h 2053176"/>
              <a:gd name="connsiteX9318" fmla="*/ 3277785 w 12188965"/>
              <a:gd name="connsiteY9318" fmla="*/ 1355974 h 2053176"/>
              <a:gd name="connsiteX9319" fmla="*/ 3303444 w 12188965"/>
              <a:gd name="connsiteY9319" fmla="*/ 1330315 h 2053176"/>
              <a:gd name="connsiteX9320" fmla="*/ 3110828 w 12188965"/>
              <a:gd name="connsiteY9320" fmla="*/ 1330315 h 2053176"/>
              <a:gd name="connsiteX9321" fmla="*/ 3136487 w 12188965"/>
              <a:gd name="connsiteY9321" fmla="*/ 1355974 h 2053176"/>
              <a:gd name="connsiteX9322" fmla="*/ 3110828 w 12188965"/>
              <a:gd name="connsiteY9322" fmla="*/ 1381633 h 2053176"/>
              <a:gd name="connsiteX9323" fmla="*/ 3085170 w 12188965"/>
              <a:gd name="connsiteY9323" fmla="*/ 1355974 h 2053176"/>
              <a:gd name="connsiteX9324" fmla="*/ 3110828 w 12188965"/>
              <a:gd name="connsiteY9324" fmla="*/ 1330315 h 2053176"/>
              <a:gd name="connsiteX9325" fmla="*/ 3046623 w 12188965"/>
              <a:gd name="connsiteY9325" fmla="*/ 1330315 h 2053176"/>
              <a:gd name="connsiteX9326" fmla="*/ 3072282 w 12188965"/>
              <a:gd name="connsiteY9326" fmla="*/ 1355974 h 2053176"/>
              <a:gd name="connsiteX9327" fmla="*/ 3046623 w 12188965"/>
              <a:gd name="connsiteY9327" fmla="*/ 1381633 h 2053176"/>
              <a:gd name="connsiteX9328" fmla="*/ 3020964 w 12188965"/>
              <a:gd name="connsiteY9328" fmla="*/ 1355974 h 2053176"/>
              <a:gd name="connsiteX9329" fmla="*/ 3046623 w 12188965"/>
              <a:gd name="connsiteY9329" fmla="*/ 1330315 h 2053176"/>
              <a:gd name="connsiteX9330" fmla="*/ 2982301 w 12188965"/>
              <a:gd name="connsiteY9330" fmla="*/ 1330315 h 2053176"/>
              <a:gd name="connsiteX9331" fmla="*/ 3007960 w 12188965"/>
              <a:gd name="connsiteY9331" fmla="*/ 1355974 h 2053176"/>
              <a:gd name="connsiteX9332" fmla="*/ 2982301 w 12188965"/>
              <a:gd name="connsiteY9332" fmla="*/ 1381633 h 2053176"/>
              <a:gd name="connsiteX9333" fmla="*/ 2956642 w 12188965"/>
              <a:gd name="connsiteY9333" fmla="*/ 1355974 h 2053176"/>
              <a:gd name="connsiteX9334" fmla="*/ 2982301 w 12188965"/>
              <a:gd name="connsiteY9334" fmla="*/ 1330315 h 2053176"/>
              <a:gd name="connsiteX9335" fmla="*/ 2853890 w 12188965"/>
              <a:gd name="connsiteY9335" fmla="*/ 1330315 h 2053176"/>
              <a:gd name="connsiteX9336" fmla="*/ 2879550 w 12188965"/>
              <a:gd name="connsiteY9336" fmla="*/ 1355974 h 2053176"/>
              <a:gd name="connsiteX9337" fmla="*/ 2853890 w 12188965"/>
              <a:gd name="connsiteY9337" fmla="*/ 1381633 h 2053176"/>
              <a:gd name="connsiteX9338" fmla="*/ 2828231 w 12188965"/>
              <a:gd name="connsiteY9338" fmla="*/ 1355974 h 2053176"/>
              <a:gd name="connsiteX9339" fmla="*/ 2853890 w 12188965"/>
              <a:gd name="connsiteY9339" fmla="*/ 1330315 h 2053176"/>
              <a:gd name="connsiteX9340" fmla="*/ 2789686 w 12188965"/>
              <a:gd name="connsiteY9340" fmla="*/ 1330315 h 2053176"/>
              <a:gd name="connsiteX9341" fmla="*/ 2815344 w 12188965"/>
              <a:gd name="connsiteY9341" fmla="*/ 1355974 h 2053176"/>
              <a:gd name="connsiteX9342" fmla="*/ 2789686 w 12188965"/>
              <a:gd name="connsiteY9342" fmla="*/ 1381633 h 2053176"/>
              <a:gd name="connsiteX9343" fmla="*/ 2764027 w 12188965"/>
              <a:gd name="connsiteY9343" fmla="*/ 1355974 h 2053176"/>
              <a:gd name="connsiteX9344" fmla="*/ 2789686 w 12188965"/>
              <a:gd name="connsiteY9344" fmla="*/ 1330315 h 2053176"/>
              <a:gd name="connsiteX9345" fmla="*/ 2404454 w 12188965"/>
              <a:gd name="connsiteY9345" fmla="*/ 1330315 h 2053176"/>
              <a:gd name="connsiteX9346" fmla="*/ 2430112 w 12188965"/>
              <a:gd name="connsiteY9346" fmla="*/ 1355974 h 2053176"/>
              <a:gd name="connsiteX9347" fmla="*/ 2404454 w 12188965"/>
              <a:gd name="connsiteY9347" fmla="*/ 1381633 h 2053176"/>
              <a:gd name="connsiteX9348" fmla="*/ 2378795 w 12188965"/>
              <a:gd name="connsiteY9348" fmla="*/ 1355974 h 2053176"/>
              <a:gd name="connsiteX9349" fmla="*/ 2404454 w 12188965"/>
              <a:gd name="connsiteY9349" fmla="*/ 1330315 h 2053176"/>
              <a:gd name="connsiteX9350" fmla="*/ 2340249 w 12188965"/>
              <a:gd name="connsiteY9350" fmla="*/ 1330315 h 2053176"/>
              <a:gd name="connsiteX9351" fmla="*/ 2365908 w 12188965"/>
              <a:gd name="connsiteY9351" fmla="*/ 1355974 h 2053176"/>
              <a:gd name="connsiteX9352" fmla="*/ 2340249 w 12188965"/>
              <a:gd name="connsiteY9352" fmla="*/ 1381633 h 2053176"/>
              <a:gd name="connsiteX9353" fmla="*/ 2314590 w 12188965"/>
              <a:gd name="connsiteY9353" fmla="*/ 1355974 h 2053176"/>
              <a:gd name="connsiteX9354" fmla="*/ 2340249 w 12188965"/>
              <a:gd name="connsiteY9354" fmla="*/ 1330315 h 2053176"/>
              <a:gd name="connsiteX9355" fmla="*/ 2276044 w 12188965"/>
              <a:gd name="connsiteY9355" fmla="*/ 1330315 h 2053176"/>
              <a:gd name="connsiteX9356" fmla="*/ 2301702 w 12188965"/>
              <a:gd name="connsiteY9356" fmla="*/ 1355974 h 2053176"/>
              <a:gd name="connsiteX9357" fmla="*/ 2276044 w 12188965"/>
              <a:gd name="connsiteY9357" fmla="*/ 1381633 h 2053176"/>
              <a:gd name="connsiteX9358" fmla="*/ 2250385 w 12188965"/>
              <a:gd name="connsiteY9358" fmla="*/ 1355974 h 2053176"/>
              <a:gd name="connsiteX9359" fmla="*/ 2276044 w 12188965"/>
              <a:gd name="connsiteY9359" fmla="*/ 1330315 h 2053176"/>
              <a:gd name="connsiteX9360" fmla="*/ 2211838 w 12188965"/>
              <a:gd name="connsiteY9360" fmla="*/ 1330315 h 2053176"/>
              <a:gd name="connsiteX9361" fmla="*/ 2237497 w 12188965"/>
              <a:gd name="connsiteY9361" fmla="*/ 1355974 h 2053176"/>
              <a:gd name="connsiteX9362" fmla="*/ 2211838 w 12188965"/>
              <a:gd name="connsiteY9362" fmla="*/ 1381633 h 2053176"/>
              <a:gd name="connsiteX9363" fmla="*/ 2186178 w 12188965"/>
              <a:gd name="connsiteY9363" fmla="*/ 1355974 h 2053176"/>
              <a:gd name="connsiteX9364" fmla="*/ 2211838 w 12188965"/>
              <a:gd name="connsiteY9364" fmla="*/ 1330315 h 2053176"/>
              <a:gd name="connsiteX9365" fmla="*/ 2147633 w 12188965"/>
              <a:gd name="connsiteY9365" fmla="*/ 1330315 h 2053176"/>
              <a:gd name="connsiteX9366" fmla="*/ 2173293 w 12188965"/>
              <a:gd name="connsiteY9366" fmla="*/ 1355974 h 2053176"/>
              <a:gd name="connsiteX9367" fmla="*/ 2147633 w 12188965"/>
              <a:gd name="connsiteY9367" fmla="*/ 1381633 h 2053176"/>
              <a:gd name="connsiteX9368" fmla="*/ 2121975 w 12188965"/>
              <a:gd name="connsiteY9368" fmla="*/ 1355974 h 2053176"/>
              <a:gd name="connsiteX9369" fmla="*/ 2147633 w 12188965"/>
              <a:gd name="connsiteY9369" fmla="*/ 1330315 h 2053176"/>
              <a:gd name="connsiteX9370" fmla="*/ 2083427 w 12188965"/>
              <a:gd name="connsiteY9370" fmla="*/ 1330315 h 2053176"/>
              <a:gd name="connsiteX9371" fmla="*/ 2109087 w 12188965"/>
              <a:gd name="connsiteY9371" fmla="*/ 1355974 h 2053176"/>
              <a:gd name="connsiteX9372" fmla="*/ 2083427 w 12188965"/>
              <a:gd name="connsiteY9372" fmla="*/ 1381633 h 2053176"/>
              <a:gd name="connsiteX9373" fmla="*/ 2057768 w 12188965"/>
              <a:gd name="connsiteY9373" fmla="*/ 1355974 h 2053176"/>
              <a:gd name="connsiteX9374" fmla="*/ 2083427 w 12188965"/>
              <a:gd name="connsiteY9374" fmla="*/ 1330315 h 2053176"/>
              <a:gd name="connsiteX9375" fmla="*/ 2019222 w 12188965"/>
              <a:gd name="connsiteY9375" fmla="*/ 1330315 h 2053176"/>
              <a:gd name="connsiteX9376" fmla="*/ 2044880 w 12188965"/>
              <a:gd name="connsiteY9376" fmla="*/ 1355974 h 2053176"/>
              <a:gd name="connsiteX9377" fmla="*/ 2019222 w 12188965"/>
              <a:gd name="connsiteY9377" fmla="*/ 1381633 h 2053176"/>
              <a:gd name="connsiteX9378" fmla="*/ 1993563 w 12188965"/>
              <a:gd name="connsiteY9378" fmla="*/ 1355974 h 2053176"/>
              <a:gd name="connsiteX9379" fmla="*/ 2019222 w 12188965"/>
              <a:gd name="connsiteY9379" fmla="*/ 1330315 h 2053176"/>
              <a:gd name="connsiteX9380" fmla="*/ 1955016 w 12188965"/>
              <a:gd name="connsiteY9380" fmla="*/ 1330315 h 2053176"/>
              <a:gd name="connsiteX9381" fmla="*/ 1980676 w 12188965"/>
              <a:gd name="connsiteY9381" fmla="*/ 1355974 h 2053176"/>
              <a:gd name="connsiteX9382" fmla="*/ 1955016 w 12188965"/>
              <a:gd name="connsiteY9382" fmla="*/ 1381633 h 2053176"/>
              <a:gd name="connsiteX9383" fmla="*/ 1929358 w 12188965"/>
              <a:gd name="connsiteY9383" fmla="*/ 1355974 h 2053176"/>
              <a:gd name="connsiteX9384" fmla="*/ 1955016 w 12188965"/>
              <a:gd name="connsiteY9384" fmla="*/ 1330315 h 2053176"/>
              <a:gd name="connsiteX9385" fmla="*/ 1890696 w 12188965"/>
              <a:gd name="connsiteY9385" fmla="*/ 1330315 h 2053176"/>
              <a:gd name="connsiteX9386" fmla="*/ 1916355 w 12188965"/>
              <a:gd name="connsiteY9386" fmla="*/ 1355974 h 2053176"/>
              <a:gd name="connsiteX9387" fmla="*/ 1890696 w 12188965"/>
              <a:gd name="connsiteY9387" fmla="*/ 1381633 h 2053176"/>
              <a:gd name="connsiteX9388" fmla="*/ 1865037 w 12188965"/>
              <a:gd name="connsiteY9388" fmla="*/ 1355974 h 2053176"/>
              <a:gd name="connsiteX9389" fmla="*/ 1890696 w 12188965"/>
              <a:gd name="connsiteY9389" fmla="*/ 1330315 h 2053176"/>
              <a:gd name="connsiteX9390" fmla="*/ 1826490 w 12188965"/>
              <a:gd name="connsiteY9390" fmla="*/ 1330315 h 2053176"/>
              <a:gd name="connsiteX9391" fmla="*/ 1852149 w 12188965"/>
              <a:gd name="connsiteY9391" fmla="*/ 1355974 h 2053176"/>
              <a:gd name="connsiteX9392" fmla="*/ 1826490 w 12188965"/>
              <a:gd name="connsiteY9392" fmla="*/ 1381633 h 2053176"/>
              <a:gd name="connsiteX9393" fmla="*/ 1800830 w 12188965"/>
              <a:gd name="connsiteY9393" fmla="*/ 1355974 h 2053176"/>
              <a:gd name="connsiteX9394" fmla="*/ 1826490 w 12188965"/>
              <a:gd name="connsiteY9394" fmla="*/ 1330315 h 2053176"/>
              <a:gd name="connsiteX9395" fmla="*/ 1762285 w 12188965"/>
              <a:gd name="connsiteY9395" fmla="*/ 1330315 h 2053176"/>
              <a:gd name="connsiteX9396" fmla="*/ 1787944 w 12188965"/>
              <a:gd name="connsiteY9396" fmla="*/ 1355974 h 2053176"/>
              <a:gd name="connsiteX9397" fmla="*/ 1762285 w 12188965"/>
              <a:gd name="connsiteY9397" fmla="*/ 1381633 h 2053176"/>
              <a:gd name="connsiteX9398" fmla="*/ 1736626 w 12188965"/>
              <a:gd name="connsiteY9398" fmla="*/ 1355974 h 2053176"/>
              <a:gd name="connsiteX9399" fmla="*/ 1762285 w 12188965"/>
              <a:gd name="connsiteY9399" fmla="*/ 1330315 h 2053176"/>
              <a:gd name="connsiteX9400" fmla="*/ 1569669 w 12188965"/>
              <a:gd name="connsiteY9400" fmla="*/ 1330315 h 2053176"/>
              <a:gd name="connsiteX9401" fmla="*/ 1595328 w 12188965"/>
              <a:gd name="connsiteY9401" fmla="*/ 1355974 h 2053176"/>
              <a:gd name="connsiteX9402" fmla="*/ 1569669 w 12188965"/>
              <a:gd name="connsiteY9402" fmla="*/ 1381633 h 2053176"/>
              <a:gd name="connsiteX9403" fmla="*/ 1544010 w 12188965"/>
              <a:gd name="connsiteY9403" fmla="*/ 1355974 h 2053176"/>
              <a:gd name="connsiteX9404" fmla="*/ 1569669 w 12188965"/>
              <a:gd name="connsiteY9404" fmla="*/ 1330315 h 2053176"/>
              <a:gd name="connsiteX9405" fmla="*/ 1505464 w 12188965"/>
              <a:gd name="connsiteY9405" fmla="*/ 1330315 h 2053176"/>
              <a:gd name="connsiteX9406" fmla="*/ 1531123 w 12188965"/>
              <a:gd name="connsiteY9406" fmla="*/ 1355974 h 2053176"/>
              <a:gd name="connsiteX9407" fmla="*/ 1505464 w 12188965"/>
              <a:gd name="connsiteY9407" fmla="*/ 1381633 h 2053176"/>
              <a:gd name="connsiteX9408" fmla="*/ 1479806 w 12188965"/>
              <a:gd name="connsiteY9408" fmla="*/ 1355974 h 2053176"/>
              <a:gd name="connsiteX9409" fmla="*/ 1505464 w 12188965"/>
              <a:gd name="connsiteY9409" fmla="*/ 1330315 h 2053176"/>
              <a:gd name="connsiteX9410" fmla="*/ 1441258 w 12188965"/>
              <a:gd name="connsiteY9410" fmla="*/ 1330315 h 2053176"/>
              <a:gd name="connsiteX9411" fmla="*/ 1466917 w 12188965"/>
              <a:gd name="connsiteY9411" fmla="*/ 1355974 h 2053176"/>
              <a:gd name="connsiteX9412" fmla="*/ 1441258 w 12188965"/>
              <a:gd name="connsiteY9412" fmla="*/ 1381633 h 2053176"/>
              <a:gd name="connsiteX9413" fmla="*/ 1415599 w 12188965"/>
              <a:gd name="connsiteY9413" fmla="*/ 1355974 h 2053176"/>
              <a:gd name="connsiteX9414" fmla="*/ 1441258 w 12188965"/>
              <a:gd name="connsiteY9414" fmla="*/ 1330315 h 2053176"/>
              <a:gd name="connsiteX9415" fmla="*/ 1377053 w 12188965"/>
              <a:gd name="connsiteY9415" fmla="*/ 1330315 h 2053176"/>
              <a:gd name="connsiteX9416" fmla="*/ 1402712 w 12188965"/>
              <a:gd name="connsiteY9416" fmla="*/ 1355974 h 2053176"/>
              <a:gd name="connsiteX9417" fmla="*/ 1377053 w 12188965"/>
              <a:gd name="connsiteY9417" fmla="*/ 1381633 h 2053176"/>
              <a:gd name="connsiteX9418" fmla="*/ 1351395 w 12188965"/>
              <a:gd name="connsiteY9418" fmla="*/ 1355974 h 2053176"/>
              <a:gd name="connsiteX9419" fmla="*/ 1377053 w 12188965"/>
              <a:gd name="connsiteY9419" fmla="*/ 1330315 h 2053176"/>
              <a:gd name="connsiteX9420" fmla="*/ 1184437 w 12188965"/>
              <a:gd name="connsiteY9420" fmla="*/ 1330315 h 2053176"/>
              <a:gd name="connsiteX9421" fmla="*/ 1210096 w 12188965"/>
              <a:gd name="connsiteY9421" fmla="*/ 1355974 h 2053176"/>
              <a:gd name="connsiteX9422" fmla="*/ 1184437 w 12188965"/>
              <a:gd name="connsiteY9422" fmla="*/ 1381633 h 2053176"/>
              <a:gd name="connsiteX9423" fmla="*/ 1158780 w 12188965"/>
              <a:gd name="connsiteY9423" fmla="*/ 1355974 h 2053176"/>
              <a:gd name="connsiteX9424" fmla="*/ 1184437 w 12188965"/>
              <a:gd name="connsiteY9424" fmla="*/ 1330315 h 2053176"/>
              <a:gd name="connsiteX9425" fmla="*/ 1056027 w 12188965"/>
              <a:gd name="connsiteY9425" fmla="*/ 1330315 h 2053176"/>
              <a:gd name="connsiteX9426" fmla="*/ 1081685 w 12188965"/>
              <a:gd name="connsiteY9426" fmla="*/ 1355974 h 2053176"/>
              <a:gd name="connsiteX9427" fmla="*/ 1056027 w 12188965"/>
              <a:gd name="connsiteY9427" fmla="*/ 1381633 h 2053176"/>
              <a:gd name="connsiteX9428" fmla="*/ 1030369 w 12188965"/>
              <a:gd name="connsiteY9428" fmla="*/ 1355974 h 2053176"/>
              <a:gd name="connsiteX9429" fmla="*/ 1056027 w 12188965"/>
              <a:gd name="connsiteY9429" fmla="*/ 1330315 h 2053176"/>
              <a:gd name="connsiteX9430" fmla="*/ 991823 w 12188965"/>
              <a:gd name="connsiteY9430" fmla="*/ 1330315 h 2053176"/>
              <a:gd name="connsiteX9431" fmla="*/ 1017481 w 12188965"/>
              <a:gd name="connsiteY9431" fmla="*/ 1355974 h 2053176"/>
              <a:gd name="connsiteX9432" fmla="*/ 991823 w 12188965"/>
              <a:gd name="connsiteY9432" fmla="*/ 1381633 h 2053176"/>
              <a:gd name="connsiteX9433" fmla="*/ 966162 w 12188965"/>
              <a:gd name="connsiteY9433" fmla="*/ 1355974 h 2053176"/>
              <a:gd name="connsiteX9434" fmla="*/ 991823 w 12188965"/>
              <a:gd name="connsiteY9434" fmla="*/ 1330315 h 2053176"/>
              <a:gd name="connsiteX9435" fmla="*/ 927616 w 12188965"/>
              <a:gd name="connsiteY9435" fmla="*/ 1330315 h 2053176"/>
              <a:gd name="connsiteX9436" fmla="*/ 953275 w 12188965"/>
              <a:gd name="connsiteY9436" fmla="*/ 1355974 h 2053176"/>
              <a:gd name="connsiteX9437" fmla="*/ 927616 w 12188965"/>
              <a:gd name="connsiteY9437" fmla="*/ 1381633 h 2053176"/>
              <a:gd name="connsiteX9438" fmla="*/ 901957 w 12188965"/>
              <a:gd name="connsiteY9438" fmla="*/ 1355974 h 2053176"/>
              <a:gd name="connsiteX9439" fmla="*/ 927616 w 12188965"/>
              <a:gd name="connsiteY9439" fmla="*/ 1330315 h 2053176"/>
              <a:gd name="connsiteX9440" fmla="*/ 863411 w 12188965"/>
              <a:gd name="connsiteY9440" fmla="*/ 1330315 h 2053176"/>
              <a:gd name="connsiteX9441" fmla="*/ 889071 w 12188965"/>
              <a:gd name="connsiteY9441" fmla="*/ 1355974 h 2053176"/>
              <a:gd name="connsiteX9442" fmla="*/ 863411 w 12188965"/>
              <a:gd name="connsiteY9442" fmla="*/ 1381633 h 2053176"/>
              <a:gd name="connsiteX9443" fmla="*/ 837752 w 12188965"/>
              <a:gd name="connsiteY9443" fmla="*/ 1355974 h 2053176"/>
              <a:gd name="connsiteX9444" fmla="*/ 863411 w 12188965"/>
              <a:gd name="connsiteY9444" fmla="*/ 1330315 h 2053176"/>
              <a:gd name="connsiteX9445" fmla="*/ 606475 w 12188965"/>
              <a:gd name="connsiteY9445" fmla="*/ 1330315 h 2053176"/>
              <a:gd name="connsiteX9446" fmla="*/ 632134 w 12188965"/>
              <a:gd name="connsiteY9446" fmla="*/ 1355974 h 2053176"/>
              <a:gd name="connsiteX9447" fmla="*/ 606475 w 12188965"/>
              <a:gd name="connsiteY9447" fmla="*/ 1381633 h 2053176"/>
              <a:gd name="connsiteX9448" fmla="*/ 580815 w 12188965"/>
              <a:gd name="connsiteY9448" fmla="*/ 1355974 h 2053176"/>
              <a:gd name="connsiteX9449" fmla="*/ 606475 w 12188965"/>
              <a:gd name="connsiteY9449" fmla="*/ 1330315 h 2053176"/>
              <a:gd name="connsiteX9450" fmla="*/ 542268 w 12188965"/>
              <a:gd name="connsiteY9450" fmla="*/ 1330315 h 2053176"/>
              <a:gd name="connsiteX9451" fmla="*/ 567927 w 12188965"/>
              <a:gd name="connsiteY9451" fmla="*/ 1355974 h 2053176"/>
              <a:gd name="connsiteX9452" fmla="*/ 542268 w 12188965"/>
              <a:gd name="connsiteY9452" fmla="*/ 1381633 h 2053176"/>
              <a:gd name="connsiteX9453" fmla="*/ 516610 w 12188965"/>
              <a:gd name="connsiteY9453" fmla="*/ 1355974 h 2053176"/>
              <a:gd name="connsiteX9454" fmla="*/ 542268 w 12188965"/>
              <a:gd name="connsiteY9454" fmla="*/ 1330315 h 2053176"/>
              <a:gd name="connsiteX9455" fmla="*/ 478063 w 12188965"/>
              <a:gd name="connsiteY9455" fmla="*/ 1330315 h 2053176"/>
              <a:gd name="connsiteX9456" fmla="*/ 503724 w 12188965"/>
              <a:gd name="connsiteY9456" fmla="*/ 1355974 h 2053176"/>
              <a:gd name="connsiteX9457" fmla="*/ 478063 w 12188965"/>
              <a:gd name="connsiteY9457" fmla="*/ 1381633 h 2053176"/>
              <a:gd name="connsiteX9458" fmla="*/ 452404 w 12188965"/>
              <a:gd name="connsiteY9458" fmla="*/ 1355974 h 2053176"/>
              <a:gd name="connsiteX9459" fmla="*/ 478063 w 12188965"/>
              <a:gd name="connsiteY9459" fmla="*/ 1330315 h 2053176"/>
              <a:gd name="connsiteX9460" fmla="*/ 413858 w 12188965"/>
              <a:gd name="connsiteY9460" fmla="*/ 1330315 h 2053176"/>
              <a:gd name="connsiteX9461" fmla="*/ 439517 w 12188965"/>
              <a:gd name="connsiteY9461" fmla="*/ 1355974 h 2053176"/>
              <a:gd name="connsiteX9462" fmla="*/ 413858 w 12188965"/>
              <a:gd name="connsiteY9462" fmla="*/ 1381633 h 2053176"/>
              <a:gd name="connsiteX9463" fmla="*/ 388200 w 12188965"/>
              <a:gd name="connsiteY9463" fmla="*/ 1355974 h 2053176"/>
              <a:gd name="connsiteX9464" fmla="*/ 413858 w 12188965"/>
              <a:gd name="connsiteY9464" fmla="*/ 1330315 h 2053176"/>
              <a:gd name="connsiteX9465" fmla="*/ 346686 w 12188965"/>
              <a:gd name="connsiteY9465" fmla="*/ 1330315 h 2053176"/>
              <a:gd name="connsiteX9466" fmla="*/ 372344 w 12188965"/>
              <a:gd name="connsiteY9466" fmla="*/ 1355974 h 2053176"/>
              <a:gd name="connsiteX9467" fmla="*/ 346686 w 12188965"/>
              <a:gd name="connsiteY9467" fmla="*/ 1381633 h 2053176"/>
              <a:gd name="connsiteX9468" fmla="*/ 321027 w 12188965"/>
              <a:gd name="connsiteY9468" fmla="*/ 1355974 h 2053176"/>
              <a:gd name="connsiteX9469" fmla="*/ 346686 w 12188965"/>
              <a:gd name="connsiteY9469" fmla="*/ 1330315 h 2053176"/>
              <a:gd name="connsiteX9470" fmla="*/ 218274 w 12188965"/>
              <a:gd name="connsiteY9470" fmla="*/ 1330315 h 2053176"/>
              <a:gd name="connsiteX9471" fmla="*/ 243932 w 12188965"/>
              <a:gd name="connsiteY9471" fmla="*/ 1355974 h 2053176"/>
              <a:gd name="connsiteX9472" fmla="*/ 218274 w 12188965"/>
              <a:gd name="connsiteY9472" fmla="*/ 1381633 h 2053176"/>
              <a:gd name="connsiteX9473" fmla="*/ 192615 w 12188965"/>
              <a:gd name="connsiteY9473" fmla="*/ 1355974 h 2053176"/>
              <a:gd name="connsiteX9474" fmla="*/ 218274 w 12188965"/>
              <a:gd name="connsiteY9474" fmla="*/ 1330315 h 2053176"/>
              <a:gd name="connsiteX9475" fmla="*/ 25659 w 12188965"/>
              <a:gd name="connsiteY9475" fmla="*/ 1330315 h 2053176"/>
              <a:gd name="connsiteX9476" fmla="*/ 51317 w 12188965"/>
              <a:gd name="connsiteY9476" fmla="*/ 1355974 h 2053176"/>
              <a:gd name="connsiteX9477" fmla="*/ 25659 w 12188965"/>
              <a:gd name="connsiteY9477" fmla="*/ 1381633 h 2053176"/>
              <a:gd name="connsiteX9478" fmla="*/ 0 w 12188965"/>
              <a:gd name="connsiteY9478" fmla="*/ 1355974 h 2053176"/>
              <a:gd name="connsiteX9479" fmla="*/ 25659 w 12188965"/>
              <a:gd name="connsiteY9479" fmla="*/ 1330315 h 2053176"/>
              <a:gd name="connsiteX9480" fmla="*/ 11646697 w 12188965"/>
              <a:gd name="connsiteY9480" fmla="*/ 1275862 h 2053176"/>
              <a:gd name="connsiteX9481" fmla="*/ 11659583 w 12188965"/>
              <a:gd name="connsiteY9481" fmla="*/ 1288750 h 2053176"/>
              <a:gd name="connsiteX9482" fmla="*/ 11646697 w 12188965"/>
              <a:gd name="connsiteY9482" fmla="*/ 1301638 h 2053176"/>
              <a:gd name="connsiteX9483" fmla="*/ 11633809 w 12188965"/>
              <a:gd name="connsiteY9483" fmla="*/ 1288750 h 2053176"/>
              <a:gd name="connsiteX9484" fmla="*/ 11646697 w 12188965"/>
              <a:gd name="connsiteY9484" fmla="*/ 1275862 h 2053176"/>
              <a:gd name="connsiteX9485" fmla="*/ 11068848 w 12188965"/>
              <a:gd name="connsiteY9485" fmla="*/ 1275862 h 2053176"/>
              <a:gd name="connsiteX9486" fmla="*/ 11081736 w 12188965"/>
              <a:gd name="connsiteY9486" fmla="*/ 1288750 h 2053176"/>
              <a:gd name="connsiteX9487" fmla="*/ 11068848 w 12188965"/>
              <a:gd name="connsiteY9487" fmla="*/ 1301638 h 2053176"/>
              <a:gd name="connsiteX9488" fmla="*/ 11055962 w 12188965"/>
              <a:gd name="connsiteY9488" fmla="*/ 1288750 h 2053176"/>
              <a:gd name="connsiteX9489" fmla="*/ 11068848 w 12188965"/>
              <a:gd name="connsiteY9489" fmla="*/ 1275862 h 2053176"/>
              <a:gd name="connsiteX9490" fmla="*/ 10811912 w 12188965"/>
              <a:gd name="connsiteY9490" fmla="*/ 1275862 h 2053176"/>
              <a:gd name="connsiteX9491" fmla="*/ 10824798 w 12188965"/>
              <a:gd name="connsiteY9491" fmla="*/ 1288750 h 2053176"/>
              <a:gd name="connsiteX9492" fmla="*/ 10811912 w 12188965"/>
              <a:gd name="connsiteY9492" fmla="*/ 1301638 h 2053176"/>
              <a:gd name="connsiteX9493" fmla="*/ 10799024 w 12188965"/>
              <a:gd name="connsiteY9493" fmla="*/ 1288750 h 2053176"/>
              <a:gd name="connsiteX9494" fmla="*/ 10811912 w 12188965"/>
              <a:gd name="connsiteY9494" fmla="*/ 1275862 h 2053176"/>
              <a:gd name="connsiteX9495" fmla="*/ 10747708 w 12188965"/>
              <a:gd name="connsiteY9495" fmla="*/ 1275862 h 2053176"/>
              <a:gd name="connsiteX9496" fmla="*/ 10760593 w 12188965"/>
              <a:gd name="connsiteY9496" fmla="*/ 1288750 h 2053176"/>
              <a:gd name="connsiteX9497" fmla="*/ 10747708 w 12188965"/>
              <a:gd name="connsiteY9497" fmla="*/ 1301638 h 2053176"/>
              <a:gd name="connsiteX9498" fmla="*/ 10734820 w 12188965"/>
              <a:gd name="connsiteY9498" fmla="*/ 1288750 h 2053176"/>
              <a:gd name="connsiteX9499" fmla="*/ 10747708 w 12188965"/>
              <a:gd name="connsiteY9499" fmla="*/ 1275862 h 2053176"/>
              <a:gd name="connsiteX9500" fmla="*/ 9912920 w 12188965"/>
              <a:gd name="connsiteY9500" fmla="*/ 1275862 h 2053176"/>
              <a:gd name="connsiteX9501" fmla="*/ 9925808 w 12188965"/>
              <a:gd name="connsiteY9501" fmla="*/ 1288750 h 2053176"/>
              <a:gd name="connsiteX9502" fmla="*/ 9912920 w 12188965"/>
              <a:gd name="connsiteY9502" fmla="*/ 1301638 h 2053176"/>
              <a:gd name="connsiteX9503" fmla="*/ 9900035 w 12188965"/>
              <a:gd name="connsiteY9503" fmla="*/ 1288750 h 2053176"/>
              <a:gd name="connsiteX9504" fmla="*/ 9912920 w 12188965"/>
              <a:gd name="connsiteY9504" fmla="*/ 1275862 h 2053176"/>
              <a:gd name="connsiteX9505" fmla="*/ 9784512 w 12188965"/>
              <a:gd name="connsiteY9505" fmla="*/ 1275862 h 2053176"/>
              <a:gd name="connsiteX9506" fmla="*/ 9797400 w 12188965"/>
              <a:gd name="connsiteY9506" fmla="*/ 1288750 h 2053176"/>
              <a:gd name="connsiteX9507" fmla="*/ 9784512 w 12188965"/>
              <a:gd name="connsiteY9507" fmla="*/ 1301638 h 2053176"/>
              <a:gd name="connsiteX9508" fmla="*/ 9771624 w 12188965"/>
              <a:gd name="connsiteY9508" fmla="*/ 1288750 h 2053176"/>
              <a:gd name="connsiteX9509" fmla="*/ 9784512 w 12188965"/>
              <a:gd name="connsiteY9509" fmla="*/ 1275862 h 2053176"/>
              <a:gd name="connsiteX9510" fmla="*/ 8307675 w 12188965"/>
              <a:gd name="connsiteY9510" fmla="*/ 1275862 h 2053176"/>
              <a:gd name="connsiteX9511" fmla="*/ 8320560 w 12188965"/>
              <a:gd name="connsiteY9511" fmla="*/ 1288750 h 2053176"/>
              <a:gd name="connsiteX9512" fmla="*/ 8307675 w 12188965"/>
              <a:gd name="connsiteY9512" fmla="*/ 1301638 h 2053176"/>
              <a:gd name="connsiteX9513" fmla="*/ 8294787 w 12188965"/>
              <a:gd name="connsiteY9513" fmla="*/ 1288750 h 2053176"/>
              <a:gd name="connsiteX9514" fmla="*/ 8307675 w 12188965"/>
              <a:gd name="connsiteY9514" fmla="*/ 1275862 h 2053176"/>
              <a:gd name="connsiteX9515" fmla="*/ 7344479 w 12188965"/>
              <a:gd name="connsiteY9515" fmla="*/ 1275862 h 2053176"/>
              <a:gd name="connsiteX9516" fmla="*/ 7357367 w 12188965"/>
              <a:gd name="connsiteY9516" fmla="*/ 1288750 h 2053176"/>
              <a:gd name="connsiteX9517" fmla="*/ 7344479 w 12188965"/>
              <a:gd name="connsiteY9517" fmla="*/ 1301638 h 2053176"/>
              <a:gd name="connsiteX9518" fmla="*/ 7331591 w 12188965"/>
              <a:gd name="connsiteY9518" fmla="*/ 1288750 h 2053176"/>
              <a:gd name="connsiteX9519" fmla="*/ 7344479 w 12188965"/>
              <a:gd name="connsiteY9519" fmla="*/ 1275862 h 2053176"/>
              <a:gd name="connsiteX9520" fmla="*/ 7280274 w 12188965"/>
              <a:gd name="connsiteY9520" fmla="*/ 1275862 h 2053176"/>
              <a:gd name="connsiteX9521" fmla="*/ 7293160 w 12188965"/>
              <a:gd name="connsiteY9521" fmla="*/ 1288750 h 2053176"/>
              <a:gd name="connsiteX9522" fmla="*/ 7280274 w 12188965"/>
              <a:gd name="connsiteY9522" fmla="*/ 1301638 h 2053176"/>
              <a:gd name="connsiteX9523" fmla="*/ 7267386 w 12188965"/>
              <a:gd name="connsiteY9523" fmla="*/ 1288750 h 2053176"/>
              <a:gd name="connsiteX9524" fmla="*/ 7280274 w 12188965"/>
              <a:gd name="connsiteY9524" fmla="*/ 1275862 h 2053176"/>
              <a:gd name="connsiteX9525" fmla="*/ 6830836 w 12188965"/>
              <a:gd name="connsiteY9525" fmla="*/ 1275862 h 2053176"/>
              <a:gd name="connsiteX9526" fmla="*/ 6843724 w 12188965"/>
              <a:gd name="connsiteY9526" fmla="*/ 1288750 h 2053176"/>
              <a:gd name="connsiteX9527" fmla="*/ 6830836 w 12188965"/>
              <a:gd name="connsiteY9527" fmla="*/ 1301638 h 2053176"/>
              <a:gd name="connsiteX9528" fmla="*/ 6817948 w 12188965"/>
              <a:gd name="connsiteY9528" fmla="*/ 1288750 h 2053176"/>
              <a:gd name="connsiteX9529" fmla="*/ 6830836 w 12188965"/>
              <a:gd name="connsiteY9529" fmla="*/ 1275862 h 2053176"/>
              <a:gd name="connsiteX9530" fmla="*/ 6766631 w 12188965"/>
              <a:gd name="connsiteY9530" fmla="*/ 1275862 h 2053176"/>
              <a:gd name="connsiteX9531" fmla="*/ 6779519 w 12188965"/>
              <a:gd name="connsiteY9531" fmla="*/ 1288750 h 2053176"/>
              <a:gd name="connsiteX9532" fmla="*/ 6766631 w 12188965"/>
              <a:gd name="connsiteY9532" fmla="*/ 1301638 h 2053176"/>
              <a:gd name="connsiteX9533" fmla="*/ 6753743 w 12188965"/>
              <a:gd name="connsiteY9533" fmla="*/ 1288750 h 2053176"/>
              <a:gd name="connsiteX9534" fmla="*/ 6766631 w 12188965"/>
              <a:gd name="connsiteY9534" fmla="*/ 1275862 h 2053176"/>
              <a:gd name="connsiteX9535" fmla="*/ 6573900 w 12188965"/>
              <a:gd name="connsiteY9535" fmla="*/ 1275862 h 2053176"/>
              <a:gd name="connsiteX9536" fmla="*/ 6586788 w 12188965"/>
              <a:gd name="connsiteY9536" fmla="*/ 1288750 h 2053176"/>
              <a:gd name="connsiteX9537" fmla="*/ 6573900 w 12188965"/>
              <a:gd name="connsiteY9537" fmla="*/ 1301638 h 2053176"/>
              <a:gd name="connsiteX9538" fmla="*/ 6561013 w 12188965"/>
              <a:gd name="connsiteY9538" fmla="*/ 1288750 h 2053176"/>
              <a:gd name="connsiteX9539" fmla="*/ 6573900 w 12188965"/>
              <a:gd name="connsiteY9539" fmla="*/ 1275862 h 2053176"/>
              <a:gd name="connsiteX9540" fmla="*/ 5936092 w 12188965"/>
              <a:gd name="connsiteY9540" fmla="*/ 1275862 h 2053176"/>
              <a:gd name="connsiteX9541" fmla="*/ 5948981 w 12188965"/>
              <a:gd name="connsiteY9541" fmla="*/ 1288750 h 2053176"/>
              <a:gd name="connsiteX9542" fmla="*/ 5936092 w 12188965"/>
              <a:gd name="connsiteY9542" fmla="*/ 1301638 h 2053176"/>
              <a:gd name="connsiteX9543" fmla="*/ 5923204 w 12188965"/>
              <a:gd name="connsiteY9543" fmla="*/ 1288750 h 2053176"/>
              <a:gd name="connsiteX9544" fmla="*/ 5936092 w 12188965"/>
              <a:gd name="connsiteY9544" fmla="*/ 1275862 h 2053176"/>
              <a:gd name="connsiteX9545" fmla="*/ 5358245 w 12188965"/>
              <a:gd name="connsiteY9545" fmla="*/ 1275862 h 2053176"/>
              <a:gd name="connsiteX9546" fmla="*/ 5371133 w 12188965"/>
              <a:gd name="connsiteY9546" fmla="*/ 1288750 h 2053176"/>
              <a:gd name="connsiteX9547" fmla="*/ 5358245 w 12188965"/>
              <a:gd name="connsiteY9547" fmla="*/ 1301638 h 2053176"/>
              <a:gd name="connsiteX9548" fmla="*/ 5345357 w 12188965"/>
              <a:gd name="connsiteY9548" fmla="*/ 1288750 h 2053176"/>
              <a:gd name="connsiteX9549" fmla="*/ 5358245 w 12188965"/>
              <a:gd name="connsiteY9549" fmla="*/ 1275862 h 2053176"/>
              <a:gd name="connsiteX9550" fmla="*/ 5101308 w 12188965"/>
              <a:gd name="connsiteY9550" fmla="*/ 1275862 h 2053176"/>
              <a:gd name="connsiteX9551" fmla="*/ 5114194 w 12188965"/>
              <a:gd name="connsiteY9551" fmla="*/ 1288750 h 2053176"/>
              <a:gd name="connsiteX9552" fmla="*/ 5101308 w 12188965"/>
              <a:gd name="connsiteY9552" fmla="*/ 1301638 h 2053176"/>
              <a:gd name="connsiteX9553" fmla="*/ 5088421 w 12188965"/>
              <a:gd name="connsiteY9553" fmla="*/ 1288750 h 2053176"/>
              <a:gd name="connsiteX9554" fmla="*/ 5101308 w 12188965"/>
              <a:gd name="connsiteY9554" fmla="*/ 1275862 h 2053176"/>
              <a:gd name="connsiteX9555" fmla="*/ 5037104 w 12188965"/>
              <a:gd name="connsiteY9555" fmla="*/ 1275862 h 2053176"/>
              <a:gd name="connsiteX9556" fmla="*/ 5049991 w 12188965"/>
              <a:gd name="connsiteY9556" fmla="*/ 1288750 h 2053176"/>
              <a:gd name="connsiteX9557" fmla="*/ 5037104 w 12188965"/>
              <a:gd name="connsiteY9557" fmla="*/ 1301638 h 2053176"/>
              <a:gd name="connsiteX9558" fmla="*/ 5024216 w 12188965"/>
              <a:gd name="connsiteY9558" fmla="*/ 1288750 h 2053176"/>
              <a:gd name="connsiteX9559" fmla="*/ 5037104 w 12188965"/>
              <a:gd name="connsiteY9559" fmla="*/ 1275862 h 2053176"/>
              <a:gd name="connsiteX9560" fmla="*/ 4202317 w 12188965"/>
              <a:gd name="connsiteY9560" fmla="*/ 1275862 h 2053176"/>
              <a:gd name="connsiteX9561" fmla="*/ 4215205 w 12188965"/>
              <a:gd name="connsiteY9561" fmla="*/ 1288750 h 2053176"/>
              <a:gd name="connsiteX9562" fmla="*/ 4202317 w 12188965"/>
              <a:gd name="connsiteY9562" fmla="*/ 1301638 h 2053176"/>
              <a:gd name="connsiteX9563" fmla="*/ 4189431 w 12188965"/>
              <a:gd name="connsiteY9563" fmla="*/ 1288750 h 2053176"/>
              <a:gd name="connsiteX9564" fmla="*/ 4202317 w 12188965"/>
              <a:gd name="connsiteY9564" fmla="*/ 1275862 h 2053176"/>
              <a:gd name="connsiteX9565" fmla="*/ 4073908 w 12188965"/>
              <a:gd name="connsiteY9565" fmla="*/ 1275862 h 2053176"/>
              <a:gd name="connsiteX9566" fmla="*/ 4086795 w 12188965"/>
              <a:gd name="connsiteY9566" fmla="*/ 1288750 h 2053176"/>
              <a:gd name="connsiteX9567" fmla="*/ 4073908 w 12188965"/>
              <a:gd name="connsiteY9567" fmla="*/ 1301638 h 2053176"/>
              <a:gd name="connsiteX9568" fmla="*/ 4061020 w 12188965"/>
              <a:gd name="connsiteY9568" fmla="*/ 1288750 h 2053176"/>
              <a:gd name="connsiteX9569" fmla="*/ 4073908 w 12188965"/>
              <a:gd name="connsiteY9569" fmla="*/ 1275862 h 2053176"/>
              <a:gd name="connsiteX9570" fmla="*/ 2597069 w 12188965"/>
              <a:gd name="connsiteY9570" fmla="*/ 1275862 h 2053176"/>
              <a:gd name="connsiteX9571" fmla="*/ 2609957 w 12188965"/>
              <a:gd name="connsiteY9571" fmla="*/ 1288750 h 2053176"/>
              <a:gd name="connsiteX9572" fmla="*/ 2597069 w 12188965"/>
              <a:gd name="connsiteY9572" fmla="*/ 1301638 h 2053176"/>
              <a:gd name="connsiteX9573" fmla="*/ 2584182 w 12188965"/>
              <a:gd name="connsiteY9573" fmla="*/ 1288750 h 2053176"/>
              <a:gd name="connsiteX9574" fmla="*/ 2597069 w 12188965"/>
              <a:gd name="connsiteY9574" fmla="*/ 1275862 h 2053176"/>
              <a:gd name="connsiteX9575" fmla="*/ 1633875 w 12188965"/>
              <a:gd name="connsiteY9575" fmla="*/ 1275862 h 2053176"/>
              <a:gd name="connsiteX9576" fmla="*/ 1646762 w 12188965"/>
              <a:gd name="connsiteY9576" fmla="*/ 1288750 h 2053176"/>
              <a:gd name="connsiteX9577" fmla="*/ 1633875 w 12188965"/>
              <a:gd name="connsiteY9577" fmla="*/ 1301638 h 2053176"/>
              <a:gd name="connsiteX9578" fmla="*/ 1620987 w 12188965"/>
              <a:gd name="connsiteY9578" fmla="*/ 1288750 h 2053176"/>
              <a:gd name="connsiteX9579" fmla="*/ 1633875 w 12188965"/>
              <a:gd name="connsiteY9579" fmla="*/ 1275862 h 2053176"/>
              <a:gd name="connsiteX9580" fmla="*/ 1569669 w 12188965"/>
              <a:gd name="connsiteY9580" fmla="*/ 1275862 h 2053176"/>
              <a:gd name="connsiteX9581" fmla="*/ 1582557 w 12188965"/>
              <a:gd name="connsiteY9581" fmla="*/ 1288750 h 2053176"/>
              <a:gd name="connsiteX9582" fmla="*/ 1569669 w 12188965"/>
              <a:gd name="connsiteY9582" fmla="*/ 1301638 h 2053176"/>
              <a:gd name="connsiteX9583" fmla="*/ 1556782 w 12188965"/>
              <a:gd name="connsiteY9583" fmla="*/ 1288750 h 2053176"/>
              <a:gd name="connsiteX9584" fmla="*/ 1569669 w 12188965"/>
              <a:gd name="connsiteY9584" fmla="*/ 1275862 h 2053176"/>
              <a:gd name="connsiteX9585" fmla="*/ 1120233 w 12188965"/>
              <a:gd name="connsiteY9585" fmla="*/ 1275862 h 2053176"/>
              <a:gd name="connsiteX9586" fmla="*/ 1133121 w 12188965"/>
              <a:gd name="connsiteY9586" fmla="*/ 1288750 h 2053176"/>
              <a:gd name="connsiteX9587" fmla="*/ 1120233 w 12188965"/>
              <a:gd name="connsiteY9587" fmla="*/ 1301638 h 2053176"/>
              <a:gd name="connsiteX9588" fmla="*/ 1107345 w 12188965"/>
              <a:gd name="connsiteY9588" fmla="*/ 1288750 h 2053176"/>
              <a:gd name="connsiteX9589" fmla="*/ 1120233 w 12188965"/>
              <a:gd name="connsiteY9589" fmla="*/ 1275862 h 2053176"/>
              <a:gd name="connsiteX9590" fmla="*/ 1056027 w 12188965"/>
              <a:gd name="connsiteY9590" fmla="*/ 1275862 h 2053176"/>
              <a:gd name="connsiteX9591" fmla="*/ 1068914 w 12188965"/>
              <a:gd name="connsiteY9591" fmla="*/ 1288750 h 2053176"/>
              <a:gd name="connsiteX9592" fmla="*/ 1056027 w 12188965"/>
              <a:gd name="connsiteY9592" fmla="*/ 1301638 h 2053176"/>
              <a:gd name="connsiteX9593" fmla="*/ 1043139 w 12188965"/>
              <a:gd name="connsiteY9593" fmla="*/ 1288750 h 2053176"/>
              <a:gd name="connsiteX9594" fmla="*/ 1056027 w 12188965"/>
              <a:gd name="connsiteY9594" fmla="*/ 1275862 h 2053176"/>
              <a:gd name="connsiteX9595" fmla="*/ 863296 w 12188965"/>
              <a:gd name="connsiteY9595" fmla="*/ 1275862 h 2053176"/>
              <a:gd name="connsiteX9596" fmla="*/ 876184 w 12188965"/>
              <a:gd name="connsiteY9596" fmla="*/ 1288750 h 2053176"/>
              <a:gd name="connsiteX9597" fmla="*/ 863296 w 12188965"/>
              <a:gd name="connsiteY9597" fmla="*/ 1301638 h 2053176"/>
              <a:gd name="connsiteX9598" fmla="*/ 850407 w 12188965"/>
              <a:gd name="connsiteY9598" fmla="*/ 1288750 h 2053176"/>
              <a:gd name="connsiteX9599" fmla="*/ 863296 w 12188965"/>
              <a:gd name="connsiteY9599" fmla="*/ 1275862 h 2053176"/>
              <a:gd name="connsiteX9600" fmla="*/ 218274 w 12188965"/>
              <a:gd name="connsiteY9600" fmla="*/ 1275862 h 2053176"/>
              <a:gd name="connsiteX9601" fmla="*/ 231162 w 12188965"/>
              <a:gd name="connsiteY9601" fmla="*/ 1288750 h 2053176"/>
              <a:gd name="connsiteX9602" fmla="*/ 218274 w 12188965"/>
              <a:gd name="connsiteY9602" fmla="*/ 1301638 h 2053176"/>
              <a:gd name="connsiteX9603" fmla="*/ 205386 w 12188965"/>
              <a:gd name="connsiteY9603" fmla="*/ 1288750 h 2053176"/>
              <a:gd name="connsiteX9604" fmla="*/ 218274 w 12188965"/>
              <a:gd name="connsiteY9604" fmla="*/ 1275862 h 2053176"/>
              <a:gd name="connsiteX9605" fmla="*/ 12034897 w 12188965"/>
              <a:gd name="connsiteY9605" fmla="*/ 1263091 h 2053176"/>
              <a:gd name="connsiteX9606" fmla="*/ 12060557 w 12188965"/>
              <a:gd name="connsiteY9606" fmla="*/ 1288750 h 2053176"/>
              <a:gd name="connsiteX9607" fmla="*/ 12034897 w 12188965"/>
              <a:gd name="connsiteY9607" fmla="*/ 1314409 h 2053176"/>
              <a:gd name="connsiteX9608" fmla="*/ 12009237 w 12188965"/>
              <a:gd name="connsiteY9608" fmla="*/ 1288750 h 2053176"/>
              <a:gd name="connsiteX9609" fmla="*/ 12034897 w 12188965"/>
              <a:gd name="connsiteY9609" fmla="*/ 1263091 h 2053176"/>
              <a:gd name="connsiteX9610" fmla="*/ 11970691 w 12188965"/>
              <a:gd name="connsiteY9610" fmla="*/ 1263091 h 2053176"/>
              <a:gd name="connsiteX9611" fmla="*/ 11996349 w 12188965"/>
              <a:gd name="connsiteY9611" fmla="*/ 1288750 h 2053176"/>
              <a:gd name="connsiteX9612" fmla="*/ 11970691 w 12188965"/>
              <a:gd name="connsiteY9612" fmla="*/ 1314409 h 2053176"/>
              <a:gd name="connsiteX9613" fmla="*/ 11945033 w 12188965"/>
              <a:gd name="connsiteY9613" fmla="*/ 1288750 h 2053176"/>
              <a:gd name="connsiteX9614" fmla="*/ 11970691 w 12188965"/>
              <a:gd name="connsiteY9614" fmla="*/ 1263091 h 2053176"/>
              <a:gd name="connsiteX9615" fmla="*/ 11906483 w 12188965"/>
              <a:gd name="connsiteY9615" fmla="*/ 1263091 h 2053176"/>
              <a:gd name="connsiteX9616" fmla="*/ 11932145 w 12188965"/>
              <a:gd name="connsiteY9616" fmla="*/ 1288750 h 2053176"/>
              <a:gd name="connsiteX9617" fmla="*/ 11906483 w 12188965"/>
              <a:gd name="connsiteY9617" fmla="*/ 1314409 h 2053176"/>
              <a:gd name="connsiteX9618" fmla="*/ 11880825 w 12188965"/>
              <a:gd name="connsiteY9618" fmla="*/ 1288750 h 2053176"/>
              <a:gd name="connsiteX9619" fmla="*/ 11906483 w 12188965"/>
              <a:gd name="connsiteY9619" fmla="*/ 1263091 h 2053176"/>
              <a:gd name="connsiteX9620" fmla="*/ 11842279 w 12188965"/>
              <a:gd name="connsiteY9620" fmla="*/ 1263091 h 2053176"/>
              <a:gd name="connsiteX9621" fmla="*/ 11867941 w 12188965"/>
              <a:gd name="connsiteY9621" fmla="*/ 1288750 h 2053176"/>
              <a:gd name="connsiteX9622" fmla="*/ 11842279 w 12188965"/>
              <a:gd name="connsiteY9622" fmla="*/ 1314409 h 2053176"/>
              <a:gd name="connsiteX9623" fmla="*/ 11816621 w 12188965"/>
              <a:gd name="connsiteY9623" fmla="*/ 1288750 h 2053176"/>
              <a:gd name="connsiteX9624" fmla="*/ 11842279 w 12188965"/>
              <a:gd name="connsiteY9624" fmla="*/ 1263091 h 2053176"/>
              <a:gd name="connsiteX9625" fmla="*/ 11775107 w 12188965"/>
              <a:gd name="connsiteY9625" fmla="*/ 1263091 h 2053176"/>
              <a:gd name="connsiteX9626" fmla="*/ 11800767 w 12188965"/>
              <a:gd name="connsiteY9626" fmla="*/ 1288750 h 2053176"/>
              <a:gd name="connsiteX9627" fmla="*/ 11775107 w 12188965"/>
              <a:gd name="connsiteY9627" fmla="*/ 1314409 h 2053176"/>
              <a:gd name="connsiteX9628" fmla="*/ 11749449 w 12188965"/>
              <a:gd name="connsiteY9628" fmla="*/ 1288750 h 2053176"/>
              <a:gd name="connsiteX9629" fmla="*/ 11775107 w 12188965"/>
              <a:gd name="connsiteY9629" fmla="*/ 1263091 h 2053176"/>
              <a:gd name="connsiteX9630" fmla="*/ 11454081 w 12188965"/>
              <a:gd name="connsiteY9630" fmla="*/ 1263091 h 2053176"/>
              <a:gd name="connsiteX9631" fmla="*/ 11479739 w 12188965"/>
              <a:gd name="connsiteY9631" fmla="*/ 1288750 h 2053176"/>
              <a:gd name="connsiteX9632" fmla="*/ 11454081 w 12188965"/>
              <a:gd name="connsiteY9632" fmla="*/ 1314409 h 2053176"/>
              <a:gd name="connsiteX9633" fmla="*/ 11428421 w 12188965"/>
              <a:gd name="connsiteY9633" fmla="*/ 1288750 h 2053176"/>
              <a:gd name="connsiteX9634" fmla="*/ 11454081 w 12188965"/>
              <a:gd name="connsiteY9634" fmla="*/ 1263091 h 2053176"/>
              <a:gd name="connsiteX9635" fmla="*/ 11389875 w 12188965"/>
              <a:gd name="connsiteY9635" fmla="*/ 1263091 h 2053176"/>
              <a:gd name="connsiteX9636" fmla="*/ 11415533 w 12188965"/>
              <a:gd name="connsiteY9636" fmla="*/ 1288750 h 2053176"/>
              <a:gd name="connsiteX9637" fmla="*/ 11389875 w 12188965"/>
              <a:gd name="connsiteY9637" fmla="*/ 1314409 h 2053176"/>
              <a:gd name="connsiteX9638" fmla="*/ 11364217 w 12188965"/>
              <a:gd name="connsiteY9638" fmla="*/ 1288750 h 2053176"/>
              <a:gd name="connsiteX9639" fmla="*/ 11389875 w 12188965"/>
              <a:gd name="connsiteY9639" fmla="*/ 1263091 h 2053176"/>
              <a:gd name="connsiteX9640" fmla="*/ 11325670 w 12188965"/>
              <a:gd name="connsiteY9640" fmla="*/ 1263091 h 2053176"/>
              <a:gd name="connsiteX9641" fmla="*/ 11351329 w 12188965"/>
              <a:gd name="connsiteY9641" fmla="*/ 1288750 h 2053176"/>
              <a:gd name="connsiteX9642" fmla="*/ 11325670 w 12188965"/>
              <a:gd name="connsiteY9642" fmla="*/ 1314409 h 2053176"/>
              <a:gd name="connsiteX9643" fmla="*/ 11300012 w 12188965"/>
              <a:gd name="connsiteY9643" fmla="*/ 1288750 h 2053176"/>
              <a:gd name="connsiteX9644" fmla="*/ 11325670 w 12188965"/>
              <a:gd name="connsiteY9644" fmla="*/ 1263091 h 2053176"/>
              <a:gd name="connsiteX9645" fmla="*/ 11197259 w 12188965"/>
              <a:gd name="connsiteY9645" fmla="*/ 1263091 h 2053176"/>
              <a:gd name="connsiteX9646" fmla="*/ 11222917 w 12188965"/>
              <a:gd name="connsiteY9646" fmla="*/ 1288750 h 2053176"/>
              <a:gd name="connsiteX9647" fmla="*/ 11197259 w 12188965"/>
              <a:gd name="connsiteY9647" fmla="*/ 1314409 h 2053176"/>
              <a:gd name="connsiteX9648" fmla="*/ 11171601 w 12188965"/>
              <a:gd name="connsiteY9648" fmla="*/ 1288750 h 2053176"/>
              <a:gd name="connsiteX9649" fmla="*/ 11197259 w 12188965"/>
              <a:gd name="connsiteY9649" fmla="*/ 1263091 h 2053176"/>
              <a:gd name="connsiteX9650" fmla="*/ 11133055 w 12188965"/>
              <a:gd name="connsiteY9650" fmla="*/ 1263091 h 2053176"/>
              <a:gd name="connsiteX9651" fmla="*/ 11158713 w 12188965"/>
              <a:gd name="connsiteY9651" fmla="*/ 1288750 h 2053176"/>
              <a:gd name="connsiteX9652" fmla="*/ 11133055 w 12188965"/>
              <a:gd name="connsiteY9652" fmla="*/ 1314409 h 2053176"/>
              <a:gd name="connsiteX9653" fmla="*/ 11107396 w 12188965"/>
              <a:gd name="connsiteY9653" fmla="*/ 1288750 h 2053176"/>
              <a:gd name="connsiteX9654" fmla="*/ 11133055 w 12188965"/>
              <a:gd name="connsiteY9654" fmla="*/ 1263091 h 2053176"/>
              <a:gd name="connsiteX9655" fmla="*/ 10940321 w 12188965"/>
              <a:gd name="connsiteY9655" fmla="*/ 1263091 h 2053176"/>
              <a:gd name="connsiteX9656" fmla="*/ 10965982 w 12188965"/>
              <a:gd name="connsiteY9656" fmla="*/ 1288750 h 2053176"/>
              <a:gd name="connsiteX9657" fmla="*/ 10940321 w 12188965"/>
              <a:gd name="connsiteY9657" fmla="*/ 1314409 h 2053176"/>
              <a:gd name="connsiteX9658" fmla="*/ 10914663 w 12188965"/>
              <a:gd name="connsiteY9658" fmla="*/ 1288750 h 2053176"/>
              <a:gd name="connsiteX9659" fmla="*/ 10940321 w 12188965"/>
              <a:gd name="connsiteY9659" fmla="*/ 1263091 h 2053176"/>
              <a:gd name="connsiteX9660" fmla="*/ 10683501 w 12188965"/>
              <a:gd name="connsiteY9660" fmla="*/ 1263091 h 2053176"/>
              <a:gd name="connsiteX9661" fmla="*/ 10709159 w 12188965"/>
              <a:gd name="connsiteY9661" fmla="*/ 1288750 h 2053176"/>
              <a:gd name="connsiteX9662" fmla="*/ 10683501 w 12188965"/>
              <a:gd name="connsiteY9662" fmla="*/ 1314409 h 2053176"/>
              <a:gd name="connsiteX9663" fmla="*/ 10657843 w 12188965"/>
              <a:gd name="connsiteY9663" fmla="*/ 1288750 h 2053176"/>
              <a:gd name="connsiteX9664" fmla="*/ 10683501 w 12188965"/>
              <a:gd name="connsiteY9664" fmla="*/ 1263091 h 2053176"/>
              <a:gd name="connsiteX9665" fmla="*/ 10619297 w 12188965"/>
              <a:gd name="connsiteY9665" fmla="*/ 1263091 h 2053176"/>
              <a:gd name="connsiteX9666" fmla="*/ 10644955 w 12188965"/>
              <a:gd name="connsiteY9666" fmla="*/ 1288750 h 2053176"/>
              <a:gd name="connsiteX9667" fmla="*/ 10619297 w 12188965"/>
              <a:gd name="connsiteY9667" fmla="*/ 1314409 h 2053176"/>
              <a:gd name="connsiteX9668" fmla="*/ 10593639 w 12188965"/>
              <a:gd name="connsiteY9668" fmla="*/ 1288750 h 2053176"/>
              <a:gd name="connsiteX9669" fmla="*/ 10619297 w 12188965"/>
              <a:gd name="connsiteY9669" fmla="*/ 1263091 h 2053176"/>
              <a:gd name="connsiteX9670" fmla="*/ 10555092 w 12188965"/>
              <a:gd name="connsiteY9670" fmla="*/ 1263091 h 2053176"/>
              <a:gd name="connsiteX9671" fmla="*/ 10580751 w 12188965"/>
              <a:gd name="connsiteY9671" fmla="*/ 1288750 h 2053176"/>
              <a:gd name="connsiteX9672" fmla="*/ 10555092 w 12188965"/>
              <a:gd name="connsiteY9672" fmla="*/ 1314409 h 2053176"/>
              <a:gd name="connsiteX9673" fmla="*/ 10529432 w 12188965"/>
              <a:gd name="connsiteY9673" fmla="*/ 1288750 h 2053176"/>
              <a:gd name="connsiteX9674" fmla="*/ 10555092 w 12188965"/>
              <a:gd name="connsiteY9674" fmla="*/ 1263091 h 2053176"/>
              <a:gd name="connsiteX9675" fmla="*/ 10490885 w 12188965"/>
              <a:gd name="connsiteY9675" fmla="*/ 1263091 h 2053176"/>
              <a:gd name="connsiteX9676" fmla="*/ 10516544 w 12188965"/>
              <a:gd name="connsiteY9676" fmla="*/ 1288750 h 2053176"/>
              <a:gd name="connsiteX9677" fmla="*/ 10490885 w 12188965"/>
              <a:gd name="connsiteY9677" fmla="*/ 1314409 h 2053176"/>
              <a:gd name="connsiteX9678" fmla="*/ 10465227 w 12188965"/>
              <a:gd name="connsiteY9678" fmla="*/ 1288750 h 2053176"/>
              <a:gd name="connsiteX9679" fmla="*/ 10490885 w 12188965"/>
              <a:gd name="connsiteY9679" fmla="*/ 1263091 h 2053176"/>
              <a:gd name="connsiteX9680" fmla="*/ 10362474 w 12188965"/>
              <a:gd name="connsiteY9680" fmla="*/ 1263091 h 2053176"/>
              <a:gd name="connsiteX9681" fmla="*/ 10388135 w 12188965"/>
              <a:gd name="connsiteY9681" fmla="*/ 1288750 h 2053176"/>
              <a:gd name="connsiteX9682" fmla="*/ 10362474 w 12188965"/>
              <a:gd name="connsiteY9682" fmla="*/ 1314409 h 2053176"/>
              <a:gd name="connsiteX9683" fmla="*/ 10336816 w 12188965"/>
              <a:gd name="connsiteY9683" fmla="*/ 1288750 h 2053176"/>
              <a:gd name="connsiteX9684" fmla="*/ 10362474 w 12188965"/>
              <a:gd name="connsiteY9684" fmla="*/ 1263091 h 2053176"/>
              <a:gd name="connsiteX9685" fmla="*/ 10298270 w 12188965"/>
              <a:gd name="connsiteY9685" fmla="*/ 1263091 h 2053176"/>
              <a:gd name="connsiteX9686" fmla="*/ 10323928 w 12188965"/>
              <a:gd name="connsiteY9686" fmla="*/ 1288750 h 2053176"/>
              <a:gd name="connsiteX9687" fmla="*/ 10298270 w 12188965"/>
              <a:gd name="connsiteY9687" fmla="*/ 1314409 h 2053176"/>
              <a:gd name="connsiteX9688" fmla="*/ 10272611 w 12188965"/>
              <a:gd name="connsiteY9688" fmla="*/ 1288750 h 2053176"/>
              <a:gd name="connsiteX9689" fmla="*/ 10298270 w 12188965"/>
              <a:gd name="connsiteY9689" fmla="*/ 1263091 h 2053176"/>
              <a:gd name="connsiteX9690" fmla="*/ 10234065 w 12188965"/>
              <a:gd name="connsiteY9690" fmla="*/ 1263091 h 2053176"/>
              <a:gd name="connsiteX9691" fmla="*/ 10259723 w 12188965"/>
              <a:gd name="connsiteY9691" fmla="*/ 1288750 h 2053176"/>
              <a:gd name="connsiteX9692" fmla="*/ 10234065 w 12188965"/>
              <a:gd name="connsiteY9692" fmla="*/ 1314409 h 2053176"/>
              <a:gd name="connsiteX9693" fmla="*/ 10208404 w 12188965"/>
              <a:gd name="connsiteY9693" fmla="*/ 1288750 h 2053176"/>
              <a:gd name="connsiteX9694" fmla="*/ 10234065 w 12188965"/>
              <a:gd name="connsiteY9694" fmla="*/ 1263091 h 2053176"/>
              <a:gd name="connsiteX9695" fmla="*/ 10105654 w 12188965"/>
              <a:gd name="connsiteY9695" fmla="*/ 1263091 h 2053176"/>
              <a:gd name="connsiteX9696" fmla="*/ 10131312 w 12188965"/>
              <a:gd name="connsiteY9696" fmla="*/ 1288750 h 2053176"/>
              <a:gd name="connsiteX9697" fmla="*/ 10105654 w 12188965"/>
              <a:gd name="connsiteY9697" fmla="*/ 1314409 h 2053176"/>
              <a:gd name="connsiteX9698" fmla="*/ 10079996 w 12188965"/>
              <a:gd name="connsiteY9698" fmla="*/ 1288750 h 2053176"/>
              <a:gd name="connsiteX9699" fmla="*/ 10105654 w 12188965"/>
              <a:gd name="connsiteY9699" fmla="*/ 1263091 h 2053176"/>
              <a:gd name="connsiteX9700" fmla="*/ 9720307 w 12188965"/>
              <a:gd name="connsiteY9700" fmla="*/ 1263091 h 2053176"/>
              <a:gd name="connsiteX9701" fmla="*/ 9745965 w 12188965"/>
              <a:gd name="connsiteY9701" fmla="*/ 1288750 h 2053176"/>
              <a:gd name="connsiteX9702" fmla="*/ 9720307 w 12188965"/>
              <a:gd name="connsiteY9702" fmla="*/ 1314409 h 2053176"/>
              <a:gd name="connsiteX9703" fmla="*/ 9694646 w 12188965"/>
              <a:gd name="connsiteY9703" fmla="*/ 1288750 h 2053176"/>
              <a:gd name="connsiteX9704" fmla="*/ 9720307 w 12188965"/>
              <a:gd name="connsiteY9704" fmla="*/ 1263091 h 2053176"/>
              <a:gd name="connsiteX9705" fmla="*/ 9591896 w 12188965"/>
              <a:gd name="connsiteY9705" fmla="*/ 1263091 h 2053176"/>
              <a:gd name="connsiteX9706" fmla="*/ 9617554 w 12188965"/>
              <a:gd name="connsiteY9706" fmla="*/ 1288750 h 2053176"/>
              <a:gd name="connsiteX9707" fmla="*/ 9591896 w 12188965"/>
              <a:gd name="connsiteY9707" fmla="*/ 1314409 h 2053176"/>
              <a:gd name="connsiteX9708" fmla="*/ 9566238 w 12188965"/>
              <a:gd name="connsiteY9708" fmla="*/ 1288750 h 2053176"/>
              <a:gd name="connsiteX9709" fmla="*/ 9591896 w 12188965"/>
              <a:gd name="connsiteY9709" fmla="*/ 1263091 h 2053176"/>
              <a:gd name="connsiteX9710" fmla="*/ 9527689 w 12188965"/>
              <a:gd name="connsiteY9710" fmla="*/ 1263091 h 2053176"/>
              <a:gd name="connsiteX9711" fmla="*/ 9553350 w 12188965"/>
              <a:gd name="connsiteY9711" fmla="*/ 1288750 h 2053176"/>
              <a:gd name="connsiteX9712" fmla="*/ 9527689 w 12188965"/>
              <a:gd name="connsiteY9712" fmla="*/ 1314409 h 2053176"/>
              <a:gd name="connsiteX9713" fmla="*/ 9502031 w 12188965"/>
              <a:gd name="connsiteY9713" fmla="*/ 1288750 h 2053176"/>
              <a:gd name="connsiteX9714" fmla="*/ 9527689 w 12188965"/>
              <a:gd name="connsiteY9714" fmla="*/ 1263091 h 2053176"/>
              <a:gd name="connsiteX9715" fmla="*/ 9463485 w 12188965"/>
              <a:gd name="connsiteY9715" fmla="*/ 1263091 h 2053176"/>
              <a:gd name="connsiteX9716" fmla="*/ 9489143 w 12188965"/>
              <a:gd name="connsiteY9716" fmla="*/ 1288750 h 2053176"/>
              <a:gd name="connsiteX9717" fmla="*/ 9463485 w 12188965"/>
              <a:gd name="connsiteY9717" fmla="*/ 1314409 h 2053176"/>
              <a:gd name="connsiteX9718" fmla="*/ 9437826 w 12188965"/>
              <a:gd name="connsiteY9718" fmla="*/ 1288750 h 2053176"/>
              <a:gd name="connsiteX9719" fmla="*/ 9463485 w 12188965"/>
              <a:gd name="connsiteY9719" fmla="*/ 1263091 h 2053176"/>
              <a:gd name="connsiteX9720" fmla="*/ 9335073 w 12188965"/>
              <a:gd name="connsiteY9720" fmla="*/ 1263091 h 2053176"/>
              <a:gd name="connsiteX9721" fmla="*/ 9360734 w 12188965"/>
              <a:gd name="connsiteY9721" fmla="*/ 1288750 h 2053176"/>
              <a:gd name="connsiteX9722" fmla="*/ 9335073 w 12188965"/>
              <a:gd name="connsiteY9722" fmla="*/ 1314409 h 2053176"/>
              <a:gd name="connsiteX9723" fmla="*/ 9309415 w 12188965"/>
              <a:gd name="connsiteY9723" fmla="*/ 1288750 h 2053176"/>
              <a:gd name="connsiteX9724" fmla="*/ 9335073 w 12188965"/>
              <a:gd name="connsiteY9724" fmla="*/ 1263091 h 2053176"/>
              <a:gd name="connsiteX9725" fmla="*/ 9078253 w 12188965"/>
              <a:gd name="connsiteY9725" fmla="*/ 1263091 h 2053176"/>
              <a:gd name="connsiteX9726" fmla="*/ 9103911 w 12188965"/>
              <a:gd name="connsiteY9726" fmla="*/ 1288750 h 2053176"/>
              <a:gd name="connsiteX9727" fmla="*/ 9078253 w 12188965"/>
              <a:gd name="connsiteY9727" fmla="*/ 1314409 h 2053176"/>
              <a:gd name="connsiteX9728" fmla="*/ 9052595 w 12188965"/>
              <a:gd name="connsiteY9728" fmla="*/ 1288750 h 2053176"/>
              <a:gd name="connsiteX9729" fmla="*/ 9078253 w 12188965"/>
              <a:gd name="connsiteY9729" fmla="*/ 1263091 h 2053176"/>
              <a:gd name="connsiteX9730" fmla="*/ 9014049 w 12188965"/>
              <a:gd name="connsiteY9730" fmla="*/ 1263091 h 2053176"/>
              <a:gd name="connsiteX9731" fmla="*/ 9039707 w 12188965"/>
              <a:gd name="connsiteY9731" fmla="*/ 1288750 h 2053176"/>
              <a:gd name="connsiteX9732" fmla="*/ 9014049 w 12188965"/>
              <a:gd name="connsiteY9732" fmla="*/ 1314409 h 2053176"/>
              <a:gd name="connsiteX9733" fmla="*/ 8988388 w 12188965"/>
              <a:gd name="connsiteY9733" fmla="*/ 1288750 h 2053176"/>
              <a:gd name="connsiteX9734" fmla="*/ 9014049 w 12188965"/>
              <a:gd name="connsiteY9734" fmla="*/ 1263091 h 2053176"/>
              <a:gd name="connsiteX9735" fmla="*/ 8821433 w 12188965"/>
              <a:gd name="connsiteY9735" fmla="*/ 1263091 h 2053176"/>
              <a:gd name="connsiteX9736" fmla="*/ 8847091 w 12188965"/>
              <a:gd name="connsiteY9736" fmla="*/ 1288750 h 2053176"/>
              <a:gd name="connsiteX9737" fmla="*/ 8821433 w 12188965"/>
              <a:gd name="connsiteY9737" fmla="*/ 1314409 h 2053176"/>
              <a:gd name="connsiteX9738" fmla="*/ 8795772 w 12188965"/>
              <a:gd name="connsiteY9738" fmla="*/ 1288750 h 2053176"/>
              <a:gd name="connsiteX9739" fmla="*/ 8821433 w 12188965"/>
              <a:gd name="connsiteY9739" fmla="*/ 1263091 h 2053176"/>
              <a:gd name="connsiteX9740" fmla="*/ 8757226 w 12188965"/>
              <a:gd name="connsiteY9740" fmla="*/ 1263091 h 2053176"/>
              <a:gd name="connsiteX9741" fmla="*/ 8782887 w 12188965"/>
              <a:gd name="connsiteY9741" fmla="*/ 1288750 h 2053176"/>
              <a:gd name="connsiteX9742" fmla="*/ 8757226 w 12188965"/>
              <a:gd name="connsiteY9742" fmla="*/ 1314409 h 2053176"/>
              <a:gd name="connsiteX9743" fmla="*/ 8731568 w 12188965"/>
              <a:gd name="connsiteY9743" fmla="*/ 1288750 h 2053176"/>
              <a:gd name="connsiteX9744" fmla="*/ 8757226 w 12188965"/>
              <a:gd name="connsiteY9744" fmla="*/ 1263091 h 2053176"/>
              <a:gd name="connsiteX9745" fmla="*/ 8692904 w 12188965"/>
              <a:gd name="connsiteY9745" fmla="*/ 1263091 h 2053176"/>
              <a:gd name="connsiteX9746" fmla="*/ 8718565 w 12188965"/>
              <a:gd name="connsiteY9746" fmla="*/ 1288750 h 2053176"/>
              <a:gd name="connsiteX9747" fmla="*/ 8692904 w 12188965"/>
              <a:gd name="connsiteY9747" fmla="*/ 1314409 h 2053176"/>
              <a:gd name="connsiteX9748" fmla="*/ 8667246 w 12188965"/>
              <a:gd name="connsiteY9748" fmla="*/ 1288750 h 2053176"/>
              <a:gd name="connsiteX9749" fmla="*/ 8692904 w 12188965"/>
              <a:gd name="connsiteY9749" fmla="*/ 1263091 h 2053176"/>
              <a:gd name="connsiteX9750" fmla="*/ 8564495 w 12188965"/>
              <a:gd name="connsiteY9750" fmla="*/ 1263091 h 2053176"/>
              <a:gd name="connsiteX9751" fmla="*/ 8590153 w 12188965"/>
              <a:gd name="connsiteY9751" fmla="*/ 1288750 h 2053176"/>
              <a:gd name="connsiteX9752" fmla="*/ 8564495 w 12188965"/>
              <a:gd name="connsiteY9752" fmla="*/ 1314409 h 2053176"/>
              <a:gd name="connsiteX9753" fmla="*/ 8538837 w 12188965"/>
              <a:gd name="connsiteY9753" fmla="*/ 1288750 h 2053176"/>
              <a:gd name="connsiteX9754" fmla="*/ 8564495 w 12188965"/>
              <a:gd name="connsiteY9754" fmla="*/ 1263091 h 2053176"/>
              <a:gd name="connsiteX9755" fmla="*/ 8500288 w 12188965"/>
              <a:gd name="connsiteY9755" fmla="*/ 1263091 h 2053176"/>
              <a:gd name="connsiteX9756" fmla="*/ 8525949 w 12188965"/>
              <a:gd name="connsiteY9756" fmla="*/ 1288750 h 2053176"/>
              <a:gd name="connsiteX9757" fmla="*/ 8500288 w 12188965"/>
              <a:gd name="connsiteY9757" fmla="*/ 1314409 h 2053176"/>
              <a:gd name="connsiteX9758" fmla="*/ 8474630 w 12188965"/>
              <a:gd name="connsiteY9758" fmla="*/ 1288750 h 2053176"/>
              <a:gd name="connsiteX9759" fmla="*/ 8500288 w 12188965"/>
              <a:gd name="connsiteY9759" fmla="*/ 1263091 h 2053176"/>
              <a:gd name="connsiteX9760" fmla="*/ 8115057 w 12188965"/>
              <a:gd name="connsiteY9760" fmla="*/ 1263091 h 2053176"/>
              <a:gd name="connsiteX9761" fmla="*/ 8140717 w 12188965"/>
              <a:gd name="connsiteY9761" fmla="*/ 1288750 h 2053176"/>
              <a:gd name="connsiteX9762" fmla="*/ 8115057 w 12188965"/>
              <a:gd name="connsiteY9762" fmla="*/ 1314409 h 2053176"/>
              <a:gd name="connsiteX9763" fmla="*/ 8089398 w 12188965"/>
              <a:gd name="connsiteY9763" fmla="*/ 1288750 h 2053176"/>
              <a:gd name="connsiteX9764" fmla="*/ 8115057 w 12188965"/>
              <a:gd name="connsiteY9764" fmla="*/ 1263091 h 2053176"/>
              <a:gd name="connsiteX9765" fmla="*/ 8050852 w 12188965"/>
              <a:gd name="connsiteY9765" fmla="*/ 1263091 h 2053176"/>
              <a:gd name="connsiteX9766" fmla="*/ 8076510 w 12188965"/>
              <a:gd name="connsiteY9766" fmla="*/ 1288750 h 2053176"/>
              <a:gd name="connsiteX9767" fmla="*/ 8050852 w 12188965"/>
              <a:gd name="connsiteY9767" fmla="*/ 1314409 h 2053176"/>
              <a:gd name="connsiteX9768" fmla="*/ 8025194 w 12188965"/>
              <a:gd name="connsiteY9768" fmla="*/ 1288750 h 2053176"/>
              <a:gd name="connsiteX9769" fmla="*/ 8050852 w 12188965"/>
              <a:gd name="connsiteY9769" fmla="*/ 1263091 h 2053176"/>
              <a:gd name="connsiteX9770" fmla="*/ 7986648 w 12188965"/>
              <a:gd name="connsiteY9770" fmla="*/ 1263091 h 2053176"/>
              <a:gd name="connsiteX9771" fmla="*/ 8012306 w 12188965"/>
              <a:gd name="connsiteY9771" fmla="*/ 1288750 h 2053176"/>
              <a:gd name="connsiteX9772" fmla="*/ 7986648 w 12188965"/>
              <a:gd name="connsiteY9772" fmla="*/ 1314409 h 2053176"/>
              <a:gd name="connsiteX9773" fmla="*/ 7960990 w 12188965"/>
              <a:gd name="connsiteY9773" fmla="*/ 1288750 h 2053176"/>
              <a:gd name="connsiteX9774" fmla="*/ 7986648 w 12188965"/>
              <a:gd name="connsiteY9774" fmla="*/ 1263091 h 2053176"/>
              <a:gd name="connsiteX9775" fmla="*/ 7922444 w 12188965"/>
              <a:gd name="connsiteY9775" fmla="*/ 1263091 h 2053176"/>
              <a:gd name="connsiteX9776" fmla="*/ 7948102 w 12188965"/>
              <a:gd name="connsiteY9776" fmla="*/ 1288750 h 2053176"/>
              <a:gd name="connsiteX9777" fmla="*/ 7922444 w 12188965"/>
              <a:gd name="connsiteY9777" fmla="*/ 1314409 h 2053176"/>
              <a:gd name="connsiteX9778" fmla="*/ 7896783 w 12188965"/>
              <a:gd name="connsiteY9778" fmla="*/ 1288750 h 2053176"/>
              <a:gd name="connsiteX9779" fmla="*/ 7922444 w 12188965"/>
              <a:gd name="connsiteY9779" fmla="*/ 1263091 h 2053176"/>
              <a:gd name="connsiteX9780" fmla="*/ 7858237 w 12188965"/>
              <a:gd name="connsiteY9780" fmla="*/ 1263091 h 2053176"/>
              <a:gd name="connsiteX9781" fmla="*/ 7883895 w 12188965"/>
              <a:gd name="connsiteY9781" fmla="*/ 1288750 h 2053176"/>
              <a:gd name="connsiteX9782" fmla="*/ 7858237 w 12188965"/>
              <a:gd name="connsiteY9782" fmla="*/ 1314409 h 2053176"/>
              <a:gd name="connsiteX9783" fmla="*/ 7832578 w 12188965"/>
              <a:gd name="connsiteY9783" fmla="*/ 1288750 h 2053176"/>
              <a:gd name="connsiteX9784" fmla="*/ 7858237 w 12188965"/>
              <a:gd name="connsiteY9784" fmla="*/ 1263091 h 2053176"/>
              <a:gd name="connsiteX9785" fmla="*/ 7794032 w 12188965"/>
              <a:gd name="connsiteY9785" fmla="*/ 1263091 h 2053176"/>
              <a:gd name="connsiteX9786" fmla="*/ 7819690 w 12188965"/>
              <a:gd name="connsiteY9786" fmla="*/ 1288750 h 2053176"/>
              <a:gd name="connsiteX9787" fmla="*/ 7794032 w 12188965"/>
              <a:gd name="connsiteY9787" fmla="*/ 1314409 h 2053176"/>
              <a:gd name="connsiteX9788" fmla="*/ 7768371 w 12188965"/>
              <a:gd name="connsiteY9788" fmla="*/ 1288750 h 2053176"/>
              <a:gd name="connsiteX9789" fmla="*/ 7794032 w 12188965"/>
              <a:gd name="connsiteY9789" fmla="*/ 1263091 h 2053176"/>
              <a:gd name="connsiteX9790" fmla="*/ 7729825 w 12188965"/>
              <a:gd name="connsiteY9790" fmla="*/ 1263091 h 2053176"/>
              <a:gd name="connsiteX9791" fmla="*/ 7755486 w 12188965"/>
              <a:gd name="connsiteY9791" fmla="*/ 1288750 h 2053176"/>
              <a:gd name="connsiteX9792" fmla="*/ 7729825 w 12188965"/>
              <a:gd name="connsiteY9792" fmla="*/ 1314409 h 2053176"/>
              <a:gd name="connsiteX9793" fmla="*/ 7704167 w 12188965"/>
              <a:gd name="connsiteY9793" fmla="*/ 1288750 h 2053176"/>
              <a:gd name="connsiteX9794" fmla="*/ 7729825 w 12188965"/>
              <a:gd name="connsiteY9794" fmla="*/ 1263091 h 2053176"/>
              <a:gd name="connsiteX9795" fmla="*/ 7665621 w 12188965"/>
              <a:gd name="connsiteY9795" fmla="*/ 1263091 h 2053176"/>
              <a:gd name="connsiteX9796" fmla="*/ 7691279 w 12188965"/>
              <a:gd name="connsiteY9796" fmla="*/ 1288750 h 2053176"/>
              <a:gd name="connsiteX9797" fmla="*/ 7665621 w 12188965"/>
              <a:gd name="connsiteY9797" fmla="*/ 1314409 h 2053176"/>
              <a:gd name="connsiteX9798" fmla="*/ 7639963 w 12188965"/>
              <a:gd name="connsiteY9798" fmla="*/ 1288750 h 2053176"/>
              <a:gd name="connsiteX9799" fmla="*/ 7665621 w 12188965"/>
              <a:gd name="connsiteY9799" fmla="*/ 1263091 h 2053176"/>
              <a:gd name="connsiteX9800" fmla="*/ 7601299 w 12188965"/>
              <a:gd name="connsiteY9800" fmla="*/ 1263091 h 2053176"/>
              <a:gd name="connsiteX9801" fmla="*/ 7626959 w 12188965"/>
              <a:gd name="connsiteY9801" fmla="*/ 1288750 h 2053176"/>
              <a:gd name="connsiteX9802" fmla="*/ 7601299 w 12188965"/>
              <a:gd name="connsiteY9802" fmla="*/ 1314409 h 2053176"/>
              <a:gd name="connsiteX9803" fmla="*/ 7575640 w 12188965"/>
              <a:gd name="connsiteY9803" fmla="*/ 1288750 h 2053176"/>
              <a:gd name="connsiteX9804" fmla="*/ 7601299 w 12188965"/>
              <a:gd name="connsiteY9804" fmla="*/ 1263091 h 2053176"/>
              <a:gd name="connsiteX9805" fmla="*/ 7537094 w 12188965"/>
              <a:gd name="connsiteY9805" fmla="*/ 1263091 h 2053176"/>
              <a:gd name="connsiteX9806" fmla="*/ 7562752 w 12188965"/>
              <a:gd name="connsiteY9806" fmla="*/ 1288750 h 2053176"/>
              <a:gd name="connsiteX9807" fmla="*/ 7537094 w 12188965"/>
              <a:gd name="connsiteY9807" fmla="*/ 1314409 h 2053176"/>
              <a:gd name="connsiteX9808" fmla="*/ 7511436 w 12188965"/>
              <a:gd name="connsiteY9808" fmla="*/ 1288750 h 2053176"/>
              <a:gd name="connsiteX9809" fmla="*/ 7537094 w 12188965"/>
              <a:gd name="connsiteY9809" fmla="*/ 1263091 h 2053176"/>
              <a:gd name="connsiteX9810" fmla="*/ 7472890 w 12188965"/>
              <a:gd name="connsiteY9810" fmla="*/ 1263091 h 2053176"/>
              <a:gd name="connsiteX9811" fmla="*/ 7498548 w 12188965"/>
              <a:gd name="connsiteY9811" fmla="*/ 1288750 h 2053176"/>
              <a:gd name="connsiteX9812" fmla="*/ 7472890 w 12188965"/>
              <a:gd name="connsiteY9812" fmla="*/ 1314409 h 2053176"/>
              <a:gd name="connsiteX9813" fmla="*/ 7447229 w 12188965"/>
              <a:gd name="connsiteY9813" fmla="*/ 1288750 h 2053176"/>
              <a:gd name="connsiteX9814" fmla="*/ 7472890 w 12188965"/>
              <a:gd name="connsiteY9814" fmla="*/ 1263091 h 2053176"/>
              <a:gd name="connsiteX9815" fmla="*/ 7216067 w 12188965"/>
              <a:gd name="connsiteY9815" fmla="*/ 1263091 h 2053176"/>
              <a:gd name="connsiteX9816" fmla="*/ 7241725 w 12188965"/>
              <a:gd name="connsiteY9816" fmla="*/ 1288750 h 2053176"/>
              <a:gd name="connsiteX9817" fmla="*/ 7216067 w 12188965"/>
              <a:gd name="connsiteY9817" fmla="*/ 1314409 h 2053176"/>
              <a:gd name="connsiteX9818" fmla="*/ 7190409 w 12188965"/>
              <a:gd name="connsiteY9818" fmla="*/ 1288750 h 2053176"/>
              <a:gd name="connsiteX9819" fmla="*/ 7216067 w 12188965"/>
              <a:gd name="connsiteY9819" fmla="*/ 1263091 h 2053176"/>
              <a:gd name="connsiteX9820" fmla="*/ 7151863 w 12188965"/>
              <a:gd name="connsiteY9820" fmla="*/ 1263091 h 2053176"/>
              <a:gd name="connsiteX9821" fmla="*/ 7177521 w 12188965"/>
              <a:gd name="connsiteY9821" fmla="*/ 1288750 h 2053176"/>
              <a:gd name="connsiteX9822" fmla="*/ 7151863 w 12188965"/>
              <a:gd name="connsiteY9822" fmla="*/ 1314409 h 2053176"/>
              <a:gd name="connsiteX9823" fmla="*/ 7126205 w 12188965"/>
              <a:gd name="connsiteY9823" fmla="*/ 1288750 h 2053176"/>
              <a:gd name="connsiteX9824" fmla="*/ 7151863 w 12188965"/>
              <a:gd name="connsiteY9824" fmla="*/ 1263091 h 2053176"/>
              <a:gd name="connsiteX9825" fmla="*/ 7087658 w 12188965"/>
              <a:gd name="connsiteY9825" fmla="*/ 1263091 h 2053176"/>
              <a:gd name="connsiteX9826" fmla="*/ 7113317 w 12188965"/>
              <a:gd name="connsiteY9826" fmla="*/ 1288750 h 2053176"/>
              <a:gd name="connsiteX9827" fmla="*/ 7087658 w 12188965"/>
              <a:gd name="connsiteY9827" fmla="*/ 1314409 h 2053176"/>
              <a:gd name="connsiteX9828" fmla="*/ 7061998 w 12188965"/>
              <a:gd name="connsiteY9828" fmla="*/ 1288750 h 2053176"/>
              <a:gd name="connsiteX9829" fmla="*/ 7087658 w 12188965"/>
              <a:gd name="connsiteY9829" fmla="*/ 1263091 h 2053176"/>
              <a:gd name="connsiteX9830" fmla="*/ 6895043 w 12188965"/>
              <a:gd name="connsiteY9830" fmla="*/ 1263091 h 2053176"/>
              <a:gd name="connsiteX9831" fmla="*/ 6920701 w 12188965"/>
              <a:gd name="connsiteY9831" fmla="*/ 1288750 h 2053176"/>
              <a:gd name="connsiteX9832" fmla="*/ 6895043 w 12188965"/>
              <a:gd name="connsiteY9832" fmla="*/ 1314409 h 2053176"/>
              <a:gd name="connsiteX9833" fmla="*/ 6869382 w 12188965"/>
              <a:gd name="connsiteY9833" fmla="*/ 1288750 h 2053176"/>
              <a:gd name="connsiteX9834" fmla="*/ 6895043 w 12188965"/>
              <a:gd name="connsiteY9834" fmla="*/ 1263091 h 2053176"/>
              <a:gd name="connsiteX9835" fmla="*/ 6702427 w 12188965"/>
              <a:gd name="connsiteY9835" fmla="*/ 1263091 h 2053176"/>
              <a:gd name="connsiteX9836" fmla="*/ 6728085 w 12188965"/>
              <a:gd name="connsiteY9836" fmla="*/ 1288750 h 2053176"/>
              <a:gd name="connsiteX9837" fmla="*/ 6702427 w 12188965"/>
              <a:gd name="connsiteY9837" fmla="*/ 1314409 h 2053176"/>
              <a:gd name="connsiteX9838" fmla="*/ 6676766 w 12188965"/>
              <a:gd name="connsiteY9838" fmla="*/ 1288750 h 2053176"/>
              <a:gd name="connsiteX9839" fmla="*/ 6702427 w 12188965"/>
              <a:gd name="connsiteY9839" fmla="*/ 1263091 h 2053176"/>
              <a:gd name="connsiteX9840" fmla="*/ 6638220 w 12188965"/>
              <a:gd name="connsiteY9840" fmla="*/ 1263091 h 2053176"/>
              <a:gd name="connsiteX9841" fmla="*/ 6663881 w 12188965"/>
              <a:gd name="connsiteY9841" fmla="*/ 1288750 h 2053176"/>
              <a:gd name="connsiteX9842" fmla="*/ 6638220 w 12188965"/>
              <a:gd name="connsiteY9842" fmla="*/ 1314409 h 2053176"/>
              <a:gd name="connsiteX9843" fmla="*/ 6612562 w 12188965"/>
              <a:gd name="connsiteY9843" fmla="*/ 1288750 h 2053176"/>
              <a:gd name="connsiteX9844" fmla="*/ 6638220 w 12188965"/>
              <a:gd name="connsiteY9844" fmla="*/ 1263091 h 2053176"/>
              <a:gd name="connsiteX9845" fmla="*/ 6317078 w 12188965"/>
              <a:gd name="connsiteY9845" fmla="*/ 1263091 h 2053176"/>
              <a:gd name="connsiteX9846" fmla="*/ 6342736 w 12188965"/>
              <a:gd name="connsiteY9846" fmla="*/ 1288750 h 2053176"/>
              <a:gd name="connsiteX9847" fmla="*/ 6317078 w 12188965"/>
              <a:gd name="connsiteY9847" fmla="*/ 1314409 h 2053176"/>
              <a:gd name="connsiteX9848" fmla="*/ 6291420 w 12188965"/>
              <a:gd name="connsiteY9848" fmla="*/ 1288750 h 2053176"/>
              <a:gd name="connsiteX9849" fmla="*/ 6317078 w 12188965"/>
              <a:gd name="connsiteY9849" fmla="*/ 1263091 h 2053176"/>
              <a:gd name="connsiteX9850" fmla="*/ 6252873 w 12188965"/>
              <a:gd name="connsiteY9850" fmla="*/ 1263091 h 2053176"/>
              <a:gd name="connsiteX9851" fmla="*/ 6278532 w 12188965"/>
              <a:gd name="connsiteY9851" fmla="*/ 1288750 h 2053176"/>
              <a:gd name="connsiteX9852" fmla="*/ 6252873 w 12188965"/>
              <a:gd name="connsiteY9852" fmla="*/ 1314409 h 2053176"/>
              <a:gd name="connsiteX9853" fmla="*/ 6227213 w 12188965"/>
              <a:gd name="connsiteY9853" fmla="*/ 1288750 h 2053176"/>
              <a:gd name="connsiteX9854" fmla="*/ 6252873 w 12188965"/>
              <a:gd name="connsiteY9854" fmla="*/ 1263091 h 2053176"/>
              <a:gd name="connsiteX9855" fmla="*/ 6188666 w 12188965"/>
              <a:gd name="connsiteY9855" fmla="*/ 1263091 h 2053176"/>
              <a:gd name="connsiteX9856" fmla="*/ 6214327 w 12188965"/>
              <a:gd name="connsiteY9856" fmla="*/ 1288750 h 2053176"/>
              <a:gd name="connsiteX9857" fmla="*/ 6188666 w 12188965"/>
              <a:gd name="connsiteY9857" fmla="*/ 1314409 h 2053176"/>
              <a:gd name="connsiteX9858" fmla="*/ 6163008 w 12188965"/>
              <a:gd name="connsiteY9858" fmla="*/ 1288750 h 2053176"/>
              <a:gd name="connsiteX9859" fmla="*/ 6188666 w 12188965"/>
              <a:gd name="connsiteY9859" fmla="*/ 1263091 h 2053176"/>
              <a:gd name="connsiteX9860" fmla="*/ 6124462 w 12188965"/>
              <a:gd name="connsiteY9860" fmla="*/ 1263091 h 2053176"/>
              <a:gd name="connsiteX9861" fmla="*/ 6150123 w 12188965"/>
              <a:gd name="connsiteY9861" fmla="*/ 1288750 h 2053176"/>
              <a:gd name="connsiteX9862" fmla="*/ 6124462 w 12188965"/>
              <a:gd name="connsiteY9862" fmla="*/ 1314409 h 2053176"/>
              <a:gd name="connsiteX9863" fmla="*/ 6098804 w 12188965"/>
              <a:gd name="connsiteY9863" fmla="*/ 1288750 h 2053176"/>
              <a:gd name="connsiteX9864" fmla="*/ 6124462 w 12188965"/>
              <a:gd name="connsiteY9864" fmla="*/ 1263091 h 2053176"/>
              <a:gd name="connsiteX9865" fmla="*/ 6064505 w 12188965"/>
              <a:gd name="connsiteY9865" fmla="*/ 1263091 h 2053176"/>
              <a:gd name="connsiteX9866" fmla="*/ 6090163 w 12188965"/>
              <a:gd name="connsiteY9866" fmla="*/ 1288750 h 2053176"/>
              <a:gd name="connsiteX9867" fmla="*/ 6064505 w 12188965"/>
              <a:gd name="connsiteY9867" fmla="*/ 1314409 h 2053176"/>
              <a:gd name="connsiteX9868" fmla="*/ 6038844 w 12188965"/>
              <a:gd name="connsiteY9868" fmla="*/ 1288750 h 2053176"/>
              <a:gd name="connsiteX9869" fmla="*/ 6064505 w 12188965"/>
              <a:gd name="connsiteY9869" fmla="*/ 1263091 h 2053176"/>
              <a:gd name="connsiteX9870" fmla="*/ 5743477 w 12188965"/>
              <a:gd name="connsiteY9870" fmla="*/ 1263091 h 2053176"/>
              <a:gd name="connsiteX9871" fmla="*/ 5769136 w 12188965"/>
              <a:gd name="connsiteY9871" fmla="*/ 1288750 h 2053176"/>
              <a:gd name="connsiteX9872" fmla="*/ 5743477 w 12188965"/>
              <a:gd name="connsiteY9872" fmla="*/ 1314409 h 2053176"/>
              <a:gd name="connsiteX9873" fmla="*/ 5717818 w 12188965"/>
              <a:gd name="connsiteY9873" fmla="*/ 1288750 h 2053176"/>
              <a:gd name="connsiteX9874" fmla="*/ 5743477 w 12188965"/>
              <a:gd name="connsiteY9874" fmla="*/ 1263091 h 2053176"/>
              <a:gd name="connsiteX9875" fmla="*/ 5679272 w 12188965"/>
              <a:gd name="connsiteY9875" fmla="*/ 1263091 h 2053176"/>
              <a:gd name="connsiteX9876" fmla="*/ 5704930 w 12188965"/>
              <a:gd name="connsiteY9876" fmla="*/ 1288750 h 2053176"/>
              <a:gd name="connsiteX9877" fmla="*/ 5679272 w 12188965"/>
              <a:gd name="connsiteY9877" fmla="*/ 1314409 h 2053176"/>
              <a:gd name="connsiteX9878" fmla="*/ 5653614 w 12188965"/>
              <a:gd name="connsiteY9878" fmla="*/ 1288750 h 2053176"/>
              <a:gd name="connsiteX9879" fmla="*/ 5679272 w 12188965"/>
              <a:gd name="connsiteY9879" fmla="*/ 1263091 h 2053176"/>
              <a:gd name="connsiteX9880" fmla="*/ 5615066 w 12188965"/>
              <a:gd name="connsiteY9880" fmla="*/ 1263091 h 2053176"/>
              <a:gd name="connsiteX9881" fmla="*/ 5640726 w 12188965"/>
              <a:gd name="connsiteY9881" fmla="*/ 1288750 h 2053176"/>
              <a:gd name="connsiteX9882" fmla="*/ 5615066 w 12188965"/>
              <a:gd name="connsiteY9882" fmla="*/ 1314409 h 2053176"/>
              <a:gd name="connsiteX9883" fmla="*/ 5589407 w 12188965"/>
              <a:gd name="connsiteY9883" fmla="*/ 1288750 h 2053176"/>
              <a:gd name="connsiteX9884" fmla="*/ 5615066 w 12188965"/>
              <a:gd name="connsiteY9884" fmla="*/ 1263091 h 2053176"/>
              <a:gd name="connsiteX9885" fmla="*/ 5486655 w 12188965"/>
              <a:gd name="connsiteY9885" fmla="*/ 1263091 h 2053176"/>
              <a:gd name="connsiteX9886" fmla="*/ 5512316 w 12188965"/>
              <a:gd name="connsiteY9886" fmla="*/ 1288750 h 2053176"/>
              <a:gd name="connsiteX9887" fmla="*/ 5486655 w 12188965"/>
              <a:gd name="connsiteY9887" fmla="*/ 1314409 h 2053176"/>
              <a:gd name="connsiteX9888" fmla="*/ 5460997 w 12188965"/>
              <a:gd name="connsiteY9888" fmla="*/ 1288750 h 2053176"/>
              <a:gd name="connsiteX9889" fmla="*/ 5486655 w 12188965"/>
              <a:gd name="connsiteY9889" fmla="*/ 1263091 h 2053176"/>
              <a:gd name="connsiteX9890" fmla="*/ 5422451 w 12188965"/>
              <a:gd name="connsiteY9890" fmla="*/ 1263091 h 2053176"/>
              <a:gd name="connsiteX9891" fmla="*/ 5448109 w 12188965"/>
              <a:gd name="connsiteY9891" fmla="*/ 1288750 h 2053176"/>
              <a:gd name="connsiteX9892" fmla="*/ 5422451 w 12188965"/>
              <a:gd name="connsiteY9892" fmla="*/ 1314409 h 2053176"/>
              <a:gd name="connsiteX9893" fmla="*/ 5396791 w 12188965"/>
              <a:gd name="connsiteY9893" fmla="*/ 1288750 h 2053176"/>
              <a:gd name="connsiteX9894" fmla="*/ 5422451 w 12188965"/>
              <a:gd name="connsiteY9894" fmla="*/ 1263091 h 2053176"/>
              <a:gd name="connsiteX9895" fmla="*/ 5229719 w 12188965"/>
              <a:gd name="connsiteY9895" fmla="*/ 1263091 h 2053176"/>
              <a:gd name="connsiteX9896" fmla="*/ 5255377 w 12188965"/>
              <a:gd name="connsiteY9896" fmla="*/ 1288750 h 2053176"/>
              <a:gd name="connsiteX9897" fmla="*/ 5229719 w 12188965"/>
              <a:gd name="connsiteY9897" fmla="*/ 1314409 h 2053176"/>
              <a:gd name="connsiteX9898" fmla="*/ 5204058 w 12188965"/>
              <a:gd name="connsiteY9898" fmla="*/ 1288750 h 2053176"/>
              <a:gd name="connsiteX9899" fmla="*/ 5229719 w 12188965"/>
              <a:gd name="connsiteY9899" fmla="*/ 1263091 h 2053176"/>
              <a:gd name="connsiteX9900" fmla="*/ 4972896 w 12188965"/>
              <a:gd name="connsiteY9900" fmla="*/ 1263091 h 2053176"/>
              <a:gd name="connsiteX9901" fmla="*/ 4998557 w 12188965"/>
              <a:gd name="connsiteY9901" fmla="*/ 1288750 h 2053176"/>
              <a:gd name="connsiteX9902" fmla="*/ 4972896 w 12188965"/>
              <a:gd name="connsiteY9902" fmla="*/ 1314409 h 2053176"/>
              <a:gd name="connsiteX9903" fmla="*/ 4947240 w 12188965"/>
              <a:gd name="connsiteY9903" fmla="*/ 1288750 h 2053176"/>
              <a:gd name="connsiteX9904" fmla="*/ 4972896 w 12188965"/>
              <a:gd name="connsiteY9904" fmla="*/ 1263091 h 2053176"/>
              <a:gd name="connsiteX9905" fmla="*/ 4908693 w 12188965"/>
              <a:gd name="connsiteY9905" fmla="*/ 1263091 h 2053176"/>
              <a:gd name="connsiteX9906" fmla="*/ 4934352 w 12188965"/>
              <a:gd name="connsiteY9906" fmla="*/ 1288750 h 2053176"/>
              <a:gd name="connsiteX9907" fmla="*/ 4908693 w 12188965"/>
              <a:gd name="connsiteY9907" fmla="*/ 1314409 h 2053176"/>
              <a:gd name="connsiteX9908" fmla="*/ 4883033 w 12188965"/>
              <a:gd name="connsiteY9908" fmla="*/ 1288750 h 2053176"/>
              <a:gd name="connsiteX9909" fmla="*/ 4908693 w 12188965"/>
              <a:gd name="connsiteY9909" fmla="*/ 1263091 h 2053176"/>
              <a:gd name="connsiteX9910" fmla="*/ 4844487 w 12188965"/>
              <a:gd name="connsiteY9910" fmla="*/ 1263091 h 2053176"/>
              <a:gd name="connsiteX9911" fmla="*/ 4870146 w 12188965"/>
              <a:gd name="connsiteY9911" fmla="*/ 1288750 h 2053176"/>
              <a:gd name="connsiteX9912" fmla="*/ 4844487 w 12188965"/>
              <a:gd name="connsiteY9912" fmla="*/ 1314409 h 2053176"/>
              <a:gd name="connsiteX9913" fmla="*/ 4818828 w 12188965"/>
              <a:gd name="connsiteY9913" fmla="*/ 1288750 h 2053176"/>
              <a:gd name="connsiteX9914" fmla="*/ 4844487 w 12188965"/>
              <a:gd name="connsiteY9914" fmla="*/ 1263091 h 2053176"/>
              <a:gd name="connsiteX9915" fmla="*/ 4780282 w 12188965"/>
              <a:gd name="connsiteY9915" fmla="*/ 1263091 h 2053176"/>
              <a:gd name="connsiteX9916" fmla="*/ 4805941 w 12188965"/>
              <a:gd name="connsiteY9916" fmla="*/ 1288750 h 2053176"/>
              <a:gd name="connsiteX9917" fmla="*/ 4780282 w 12188965"/>
              <a:gd name="connsiteY9917" fmla="*/ 1314409 h 2053176"/>
              <a:gd name="connsiteX9918" fmla="*/ 4754622 w 12188965"/>
              <a:gd name="connsiteY9918" fmla="*/ 1288750 h 2053176"/>
              <a:gd name="connsiteX9919" fmla="*/ 4780282 w 12188965"/>
              <a:gd name="connsiteY9919" fmla="*/ 1263091 h 2053176"/>
              <a:gd name="connsiteX9920" fmla="*/ 4651872 w 12188965"/>
              <a:gd name="connsiteY9920" fmla="*/ 1263091 h 2053176"/>
              <a:gd name="connsiteX9921" fmla="*/ 4677531 w 12188965"/>
              <a:gd name="connsiteY9921" fmla="*/ 1288750 h 2053176"/>
              <a:gd name="connsiteX9922" fmla="*/ 4651872 w 12188965"/>
              <a:gd name="connsiteY9922" fmla="*/ 1314409 h 2053176"/>
              <a:gd name="connsiteX9923" fmla="*/ 4626213 w 12188965"/>
              <a:gd name="connsiteY9923" fmla="*/ 1288750 h 2053176"/>
              <a:gd name="connsiteX9924" fmla="*/ 4651872 w 12188965"/>
              <a:gd name="connsiteY9924" fmla="*/ 1263091 h 2053176"/>
              <a:gd name="connsiteX9925" fmla="*/ 4587666 w 12188965"/>
              <a:gd name="connsiteY9925" fmla="*/ 1263091 h 2053176"/>
              <a:gd name="connsiteX9926" fmla="*/ 4613324 w 12188965"/>
              <a:gd name="connsiteY9926" fmla="*/ 1288750 h 2053176"/>
              <a:gd name="connsiteX9927" fmla="*/ 4587666 w 12188965"/>
              <a:gd name="connsiteY9927" fmla="*/ 1314409 h 2053176"/>
              <a:gd name="connsiteX9928" fmla="*/ 4562007 w 12188965"/>
              <a:gd name="connsiteY9928" fmla="*/ 1288750 h 2053176"/>
              <a:gd name="connsiteX9929" fmla="*/ 4587666 w 12188965"/>
              <a:gd name="connsiteY9929" fmla="*/ 1263091 h 2053176"/>
              <a:gd name="connsiteX9930" fmla="*/ 4523461 w 12188965"/>
              <a:gd name="connsiteY9930" fmla="*/ 1263091 h 2053176"/>
              <a:gd name="connsiteX9931" fmla="*/ 4549121 w 12188965"/>
              <a:gd name="connsiteY9931" fmla="*/ 1288750 h 2053176"/>
              <a:gd name="connsiteX9932" fmla="*/ 4523461 w 12188965"/>
              <a:gd name="connsiteY9932" fmla="*/ 1314409 h 2053176"/>
              <a:gd name="connsiteX9933" fmla="*/ 4497802 w 12188965"/>
              <a:gd name="connsiteY9933" fmla="*/ 1288750 h 2053176"/>
              <a:gd name="connsiteX9934" fmla="*/ 4523461 w 12188965"/>
              <a:gd name="connsiteY9934" fmla="*/ 1263091 h 2053176"/>
              <a:gd name="connsiteX9935" fmla="*/ 4395050 w 12188965"/>
              <a:gd name="connsiteY9935" fmla="*/ 1263091 h 2053176"/>
              <a:gd name="connsiteX9936" fmla="*/ 4420710 w 12188965"/>
              <a:gd name="connsiteY9936" fmla="*/ 1288750 h 2053176"/>
              <a:gd name="connsiteX9937" fmla="*/ 4395050 w 12188965"/>
              <a:gd name="connsiteY9937" fmla="*/ 1314409 h 2053176"/>
              <a:gd name="connsiteX9938" fmla="*/ 4369391 w 12188965"/>
              <a:gd name="connsiteY9938" fmla="*/ 1288750 h 2053176"/>
              <a:gd name="connsiteX9939" fmla="*/ 4395050 w 12188965"/>
              <a:gd name="connsiteY9939" fmla="*/ 1263091 h 2053176"/>
              <a:gd name="connsiteX9940" fmla="*/ 4009702 w 12188965"/>
              <a:gd name="connsiteY9940" fmla="*/ 1263091 h 2053176"/>
              <a:gd name="connsiteX9941" fmla="*/ 4035362 w 12188965"/>
              <a:gd name="connsiteY9941" fmla="*/ 1288750 h 2053176"/>
              <a:gd name="connsiteX9942" fmla="*/ 4009702 w 12188965"/>
              <a:gd name="connsiteY9942" fmla="*/ 1314409 h 2053176"/>
              <a:gd name="connsiteX9943" fmla="*/ 3984043 w 12188965"/>
              <a:gd name="connsiteY9943" fmla="*/ 1288750 h 2053176"/>
              <a:gd name="connsiteX9944" fmla="*/ 4009702 w 12188965"/>
              <a:gd name="connsiteY9944" fmla="*/ 1263091 h 2053176"/>
              <a:gd name="connsiteX9945" fmla="*/ 3881291 w 12188965"/>
              <a:gd name="connsiteY9945" fmla="*/ 1263091 h 2053176"/>
              <a:gd name="connsiteX9946" fmla="*/ 3906950 w 12188965"/>
              <a:gd name="connsiteY9946" fmla="*/ 1288750 h 2053176"/>
              <a:gd name="connsiteX9947" fmla="*/ 3881291 w 12188965"/>
              <a:gd name="connsiteY9947" fmla="*/ 1314409 h 2053176"/>
              <a:gd name="connsiteX9948" fmla="*/ 3855633 w 12188965"/>
              <a:gd name="connsiteY9948" fmla="*/ 1288750 h 2053176"/>
              <a:gd name="connsiteX9949" fmla="*/ 3881291 w 12188965"/>
              <a:gd name="connsiteY9949" fmla="*/ 1263091 h 2053176"/>
              <a:gd name="connsiteX9950" fmla="*/ 3817085 w 12188965"/>
              <a:gd name="connsiteY9950" fmla="*/ 1263091 h 2053176"/>
              <a:gd name="connsiteX9951" fmla="*/ 3842745 w 12188965"/>
              <a:gd name="connsiteY9951" fmla="*/ 1288750 h 2053176"/>
              <a:gd name="connsiteX9952" fmla="*/ 3817085 w 12188965"/>
              <a:gd name="connsiteY9952" fmla="*/ 1314409 h 2053176"/>
              <a:gd name="connsiteX9953" fmla="*/ 3791427 w 12188965"/>
              <a:gd name="connsiteY9953" fmla="*/ 1288750 h 2053176"/>
              <a:gd name="connsiteX9954" fmla="*/ 3817085 w 12188965"/>
              <a:gd name="connsiteY9954" fmla="*/ 1263091 h 2053176"/>
              <a:gd name="connsiteX9955" fmla="*/ 3752882 w 12188965"/>
              <a:gd name="connsiteY9955" fmla="*/ 1263091 h 2053176"/>
              <a:gd name="connsiteX9956" fmla="*/ 3778539 w 12188965"/>
              <a:gd name="connsiteY9956" fmla="*/ 1288750 h 2053176"/>
              <a:gd name="connsiteX9957" fmla="*/ 3752882 w 12188965"/>
              <a:gd name="connsiteY9957" fmla="*/ 1314409 h 2053176"/>
              <a:gd name="connsiteX9958" fmla="*/ 3727221 w 12188965"/>
              <a:gd name="connsiteY9958" fmla="*/ 1288750 h 2053176"/>
              <a:gd name="connsiteX9959" fmla="*/ 3752882 w 12188965"/>
              <a:gd name="connsiteY9959" fmla="*/ 1263091 h 2053176"/>
              <a:gd name="connsiteX9960" fmla="*/ 3624472 w 12188965"/>
              <a:gd name="connsiteY9960" fmla="*/ 1263091 h 2053176"/>
              <a:gd name="connsiteX9961" fmla="*/ 3650129 w 12188965"/>
              <a:gd name="connsiteY9961" fmla="*/ 1288750 h 2053176"/>
              <a:gd name="connsiteX9962" fmla="*/ 3624472 w 12188965"/>
              <a:gd name="connsiteY9962" fmla="*/ 1314409 h 2053176"/>
              <a:gd name="connsiteX9963" fmla="*/ 3598810 w 12188965"/>
              <a:gd name="connsiteY9963" fmla="*/ 1288750 h 2053176"/>
              <a:gd name="connsiteX9964" fmla="*/ 3624472 w 12188965"/>
              <a:gd name="connsiteY9964" fmla="*/ 1263091 h 2053176"/>
              <a:gd name="connsiteX9965" fmla="*/ 3367649 w 12188965"/>
              <a:gd name="connsiteY9965" fmla="*/ 1263091 h 2053176"/>
              <a:gd name="connsiteX9966" fmla="*/ 3393308 w 12188965"/>
              <a:gd name="connsiteY9966" fmla="*/ 1288750 h 2053176"/>
              <a:gd name="connsiteX9967" fmla="*/ 3367649 w 12188965"/>
              <a:gd name="connsiteY9967" fmla="*/ 1314409 h 2053176"/>
              <a:gd name="connsiteX9968" fmla="*/ 3341990 w 12188965"/>
              <a:gd name="connsiteY9968" fmla="*/ 1288750 h 2053176"/>
              <a:gd name="connsiteX9969" fmla="*/ 3367649 w 12188965"/>
              <a:gd name="connsiteY9969" fmla="*/ 1263091 h 2053176"/>
              <a:gd name="connsiteX9970" fmla="*/ 3303444 w 12188965"/>
              <a:gd name="connsiteY9970" fmla="*/ 1263091 h 2053176"/>
              <a:gd name="connsiteX9971" fmla="*/ 3329102 w 12188965"/>
              <a:gd name="connsiteY9971" fmla="*/ 1288750 h 2053176"/>
              <a:gd name="connsiteX9972" fmla="*/ 3303444 w 12188965"/>
              <a:gd name="connsiteY9972" fmla="*/ 1314409 h 2053176"/>
              <a:gd name="connsiteX9973" fmla="*/ 3277785 w 12188965"/>
              <a:gd name="connsiteY9973" fmla="*/ 1288750 h 2053176"/>
              <a:gd name="connsiteX9974" fmla="*/ 3303444 w 12188965"/>
              <a:gd name="connsiteY9974" fmla="*/ 1263091 h 2053176"/>
              <a:gd name="connsiteX9975" fmla="*/ 3110828 w 12188965"/>
              <a:gd name="connsiteY9975" fmla="*/ 1263091 h 2053176"/>
              <a:gd name="connsiteX9976" fmla="*/ 3136487 w 12188965"/>
              <a:gd name="connsiteY9976" fmla="*/ 1288750 h 2053176"/>
              <a:gd name="connsiteX9977" fmla="*/ 3110828 w 12188965"/>
              <a:gd name="connsiteY9977" fmla="*/ 1314409 h 2053176"/>
              <a:gd name="connsiteX9978" fmla="*/ 3085170 w 12188965"/>
              <a:gd name="connsiteY9978" fmla="*/ 1288750 h 2053176"/>
              <a:gd name="connsiteX9979" fmla="*/ 3110828 w 12188965"/>
              <a:gd name="connsiteY9979" fmla="*/ 1263091 h 2053176"/>
              <a:gd name="connsiteX9980" fmla="*/ 3046623 w 12188965"/>
              <a:gd name="connsiteY9980" fmla="*/ 1263091 h 2053176"/>
              <a:gd name="connsiteX9981" fmla="*/ 3072282 w 12188965"/>
              <a:gd name="connsiteY9981" fmla="*/ 1288750 h 2053176"/>
              <a:gd name="connsiteX9982" fmla="*/ 3046623 w 12188965"/>
              <a:gd name="connsiteY9982" fmla="*/ 1314409 h 2053176"/>
              <a:gd name="connsiteX9983" fmla="*/ 3020964 w 12188965"/>
              <a:gd name="connsiteY9983" fmla="*/ 1288750 h 2053176"/>
              <a:gd name="connsiteX9984" fmla="*/ 3046623 w 12188965"/>
              <a:gd name="connsiteY9984" fmla="*/ 1263091 h 2053176"/>
              <a:gd name="connsiteX9985" fmla="*/ 2982301 w 12188965"/>
              <a:gd name="connsiteY9985" fmla="*/ 1263091 h 2053176"/>
              <a:gd name="connsiteX9986" fmla="*/ 3007960 w 12188965"/>
              <a:gd name="connsiteY9986" fmla="*/ 1288750 h 2053176"/>
              <a:gd name="connsiteX9987" fmla="*/ 2982301 w 12188965"/>
              <a:gd name="connsiteY9987" fmla="*/ 1314409 h 2053176"/>
              <a:gd name="connsiteX9988" fmla="*/ 2956642 w 12188965"/>
              <a:gd name="connsiteY9988" fmla="*/ 1288750 h 2053176"/>
              <a:gd name="connsiteX9989" fmla="*/ 2982301 w 12188965"/>
              <a:gd name="connsiteY9989" fmla="*/ 1263091 h 2053176"/>
              <a:gd name="connsiteX9990" fmla="*/ 2853890 w 12188965"/>
              <a:gd name="connsiteY9990" fmla="*/ 1263091 h 2053176"/>
              <a:gd name="connsiteX9991" fmla="*/ 2879550 w 12188965"/>
              <a:gd name="connsiteY9991" fmla="*/ 1288750 h 2053176"/>
              <a:gd name="connsiteX9992" fmla="*/ 2853890 w 12188965"/>
              <a:gd name="connsiteY9992" fmla="*/ 1314409 h 2053176"/>
              <a:gd name="connsiteX9993" fmla="*/ 2828231 w 12188965"/>
              <a:gd name="connsiteY9993" fmla="*/ 1288750 h 2053176"/>
              <a:gd name="connsiteX9994" fmla="*/ 2853890 w 12188965"/>
              <a:gd name="connsiteY9994" fmla="*/ 1263091 h 2053176"/>
              <a:gd name="connsiteX9995" fmla="*/ 2789686 w 12188965"/>
              <a:gd name="connsiteY9995" fmla="*/ 1263091 h 2053176"/>
              <a:gd name="connsiteX9996" fmla="*/ 2815344 w 12188965"/>
              <a:gd name="connsiteY9996" fmla="*/ 1288750 h 2053176"/>
              <a:gd name="connsiteX9997" fmla="*/ 2789686 w 12188965"/>
              <a:gd name="connsiteY9997" fmla="*/ 1314409 h 2053176"/>
              <a:gd name="connsiteX9998" fmla="*/ 2764027 w 12188965"/>
              <a:gd name="connsiteY9998" fmla="*/ 1288750 h 2053176"/>
              <a:gd name="connsiteX9999" fmla="*/ 2789686 w 12188965"/>
              <a:gd name="connsiteY9999" fmla="*/ 1263091 h 2053176"/>
              <a:gd name="connsiteX10000" fmla="*/ 2404454 w 12188965"/>
              <a:gd name="connsiteY10000" fmla="*/ 1263091 h 2053176"/>
              <a:gd name="connsiteX10001" fmla="*/ 2430112 w 12188965"/>
              <a:gd name="connsiteY10001" fmla="*/ 1288750 h 2053176"/>
              <a:gd name="connsiteX10002" fmla="*/ 2404454 w 12188965"/>
              <a:gd name="connsiteY10002" fmla="*/ 1314409 h 2053176"/>
              <a:gd name="connsiteX10003" fmla="*/ 2378795 w 12188965"/>
              <a:gd name="connsiteY10003" fmla="*/ 1288750 h 2053176"/>
              <a:gd name="connsiteX10004" fmla="*/ 2404454 w 12188965"/>
              <a:gd name="connsiteY10004" fmla="*/ 1263091 h 2053176"/>
              <a:gd name="connsiteX10005" fmla="*/ 2340249 w 12188965"/>
              <a:gd name="connsiteY10005" fmla="*/ 1263091 h 2053176"/>
              <a:gd name="connsiteX10006" fmla="*/ 2365908 w 12188965"/>
              <a:gd name="connsiteY10006" fmla="*/ 1288750 h 2053176"/>
              <a:gd name="connsiteX10007" fmla="*/ 2340249 w 12188965"/>
              <a:gd name="connsiteY10007" fmla="*/ 1314409 h 2053176"/>
              <a:gd name="connsiteX10008" fmla="*/ 2314590 w 12188965"/>
              <a:gd name="connsiteY10008" fmla="*/ 1288750 h 2053176"/>
              <a:gd name="connsiteX10009" fmla="*/ 2340249 w 12188965"/>
              <a:gd name="connsiteY10009" fmla="*/ 1263091 h 2053176"/>
              <a:gd name="connsiteX10010" fmla="*/ 2276044 w 12188965"/>
              <a:gd name="connsiteY10010" fmla="*/ 1263091 h 2053176"/>
              <a:gd name="connsiteX10011" fmla="*/ 2301702 w 12188965"/>
              <a:gd name="connsiteY10011" fmla="*/ 1288750 h 2053176"/>
              <a:gd name="connsiteX10012" fmla="*/ 2276044 w 12188965"/>
              <a:gd name="connsiteY10012" fmla="*/ 1314409 h 2053176"/>
              <a:gd name="connsiteX10013" fmla="*/ 2250385 w 12188965"/>
              <a:gd name="connsiteY10013" fmla="*/ 1288750 h 2053176"/>
              <a:gd name="connsiteX10014" fmla="*/ 2276044 w 12188965"/>
              <a:gd name="connsiteY10014" fmla="*/ 1263091 h 2053176"/>
              <a:gd name="connsiteX10015" fmla="*/ 2211838 w 12188965"/>
              <a:gd name="connsiteY10015" fmla="*/ 1263091 h 2053176"/>
              <a:gd name="connsiteX10016" fmla="*/ 2237497 w 12188965"/>
              <a:gd name="connsiteY10016" fmla="*/ 1288750 h 2053176"/>
              <a:gd name="connsiteX10017" fmla="*/ 2211838 w 12188965"/>
              <a:gd name="connsiteY10017" fmla="*/ 1314409 h 2053176"/>
              <a:gd name="connsiteX10018" fmla="*/ 2186178 w 12188965"/>
              <a:gd name="connsiteY10018" fmla="*/ 1288750 h 2053176"/>
              <a:gd name="connsiteX10019" fmla="*/ 2211838 w 12188965"/>
              <a:gd name="connsiteY10019" fmla="*/ 1263091 h 2053176"/>
              <a:gd name="connsiteX10020" fmla="*/ 2147633 w 12188965"/>
              <a:gd name="connsiteY10020" fmla="*/ 1263091 h 2053176"/>
              <a:gd name="connsiteX10021" fmla="*/ 2173293 w 12188965"/>
              <a:gd name="connsiteY10021" fmla="*/ 1288750 h 2053176"/>
              <a:gd name="connsiteX10022" fmla="*/ 2147633 w 12188965"/>
              <a:gd name="connsiteY10022" fmla="*/ 1314409 h 2053176"/>
              <a:gd name="connsiteX10023" fmla="*/ 2121975 w 12188965"/>
              <a:gd name="connsiteY10023" fmla="*/ 1288750 h 2053176"/>
              <a:gd name="connsiteX10024" fmla="*/ 2147633 w 12188965"/>
              <a:gd name="connsiteY10024" fmla="*/ 1263091 h 2053176"/>
              <a:gd name="connsiteX10025" fmla="*/ 2083427 w 12188965"/>
              <a:gd name="connsiteY10025" fmla="*/ 1263091 h 2053176"/>
              <a:gd name="connsiteX10026" fmla="*/ 2109087 w 12188965"/>
              <a:gd name="connsiteY10026" fmla="*/ 1288750 h 2053176"/>
              <a:gd name="connsiteX10027" fmla="*/ 2083427 w 12188965"/>
              <a:gd name="connsiteY10027" fmla="*/ 1314409 h 2053176"/>
              <a:gd name="connsiteX10028" fmla="*/ 2057768 w 12188965"/>
              <a:gd name="connsiteY10028" fmla="*/ 1288750 h 2053176"/>
              <a:gd name="connsiteX10029" fmla="*/ 2083427 w 12188965"/>
              <a:gd name="connsiteY10029" fmla="*/ 1263091 h 2053176"/>
              <a:gd name="connsiteX10030" fmla="*/ 2019222 w 12188965"/>
              <a:gd name="connsiteY10030" fmla="*/ 1263091 h 2053176"/>
              <a:gd name="connsiteX10031" fmla="*/ 2044880 w 12188965"/>
              <a:gd name="connsiteY10031" fmla="*/ 1288750 h 2053176"/>
              <a:gd name="connsiteX10032" fmla="*/ 2019222 w 12188965"/>
              <a:gd name="connsiteY10032" fmla="*/ 1314409 h 2053176"/>
              <a:gd name="connsiteX10033" fmla="*/ 1993563 w 12188965"/>
              <a:gd name="connsiteY10033" fmla="*/ 1288750 h 2053176"/>
              <a:gd name="connsiteX10034" fmla="*/ 2019222 w 12188965"/>
              <a:gd name="connsiteY10034" fmla="*/ 1263091 h 2053176"/>
              <a:gd name="connsiteX10035" fmla="*/ 1955016 w 12188965"/>
              <a:gd name="connsiteY10035" fmla="*/ 1263091 h 2053176"/>
              <a:gd name="connsiteX10036" fmla="*/ 1980676 w 12188965"/>
              <a:gd name="connsiteY10036" fmla="*/ 1288750 h 2053176"/>
              <a:gd name="connsiteX10037" fmla="*/ 1955016 w 12188965"/>
              <a:gd name="connsiteY10037" fmla="*/ 1314409 h 2053176"/>
              <a:gd name="connsiteX10038" fmla="*/ 1929358 w 12188965"/>
              <a:gd name="connsiteY10038" fmla="*/ 1288750 h 2053176"/>
              <a:gd name="connsiteX10039" fmla="*/ 1955016 w 12188965"/>
              <a:gd name="connsiteY10039" fmla="*/ 1263091 h 2053176"/>
              <a:gd name="connsiteX10040" fmla="*/ 1890696 w 12188965"/>
              <a:gd name="connsiteY10040" fmla="*/ 1263091 h 2053176"/>
              <a:gd name="connsiteX10041" fmla="*/ 1916355 w 12188965"/>
              <a:gd name="connsiteY10041" fmla="*/ 1288750 h 2053176"/>
              <a:gd name="connsiteX10042" fmla="*/ 1890696 w 12188965"/>
              <a:gd name="connsiteY10042" fmla="*/ 1314409 h 2053176"/>
              <a:gd name="connsiteX10043" fmla="*/ 1865037 w 12188965"/>
              <a:gd name="connsiteY10043" fmla="*/ 1288750 h 2053176"/>
              <a:gd name="connsiteX10044" fmla="*/ 1890696 w 12188965"/>
              <a:gd name="connsiteY10044" fmla="*/ 1263091 h 2053176"/>
              <a:gd name="connsiteX10045" fmla="*/ 1826490 w 12188965"/>
              <a:gd name="connsiteY10045" fmla="*/ 1263091 h 2053176"/>
              <a:gd name="connsiteX10046" fmla="*/ 1852149 w 12188965"/>
              <a:gd name="connsiteY10046" fmla="*/ 1288750 h 2053176"/>
              <a:gd name="connsiteX10047" fmla="*/ 1826490 w 12188965"/>
              <a:gd name="connsiteY10047" fmla="*/ 1314409 h 2053176"/>
              <a:gd name="connsiteX10048" fmla="*/ 1800830 w 12188965"/>
              <a:gd name="connsiteY10048" fmla="*/ 1288750 h 2053176"/>
              <a:gd name="connsiteX10049" fmla="*/ 1826490 w 12188965"/>
              <a:gd name="connsiteY10049" fmla="*/ 1263091 h 2053176"/>
              <a:gd name="connsiteX10050" fmla="*/ 1762285 w 12188965"/>
              <a:gd name="connsiteY10050" fmla="*/ 1263091 h 2053176"/>
              <a:gd name="connsiteX10051" fmla="*/ 1787944 w 12188965"/>
              <a:gd name="connsiteY10051" fmla="*/ 1288750 h 2053176"/>
              <a:gd name="connsiteX10052" fmla="*/ 1762285 w 12188965"/>
              <a:gd name="connsiteY10052" fmla="*/ 1314409 h 2053176"/>
              <a:gd name="connsiteX10053" fmla="*/ 1736626 w 12188965"/>
              <a:gd name="connsiteY10053" fmla="*/ 1288750 h 2053176"/>
              <a:gd name="connsiteX10054" fmla="*/ 1762285 w 12188965"/>
              <a:gd name="connsiteY10054" fmla="*/ 1263091 h 2053176"/>
              <a:gd name="connsiteX10055" fmla="*/ 1505464 w 12188965"/>
              <a:gd name="connsiteY10055" fmla="*/ 1263091 h 2053176"/>
              <a:gd name="connsiteX10056" fmla="*/ 1531123 w 12188965"/>
              <a:gd name="connsiteY10056" fmla="*/ 1288750 h 2053176"/>
              <a:gd name="connsiteX10057" fmla="*/ 1505464 w 12188965"/>
              <a:gd name="connsiteY10057" fmla="*/ 1314409 h 2053176"/>
              <a:gd name="connsiteX10058" fmla="*/ 1479806 w 12188965"/>
              <a:gd name="connsiteY10058" fmla="*/ 1288750 h 2053176"/>
              <a:gd name="connsiteX10059" fmla="*/ 1505464 w 12188965"/>
              <a:gd name="connsiteY10059" fmla="*/ 1263091 h 2053176"/>
              <a:gd name="connsiteX10060" fmla="*/ 1441258 w 12188965"/>
              <a:gd name="connsiteY10060" fmla="*/ 1263091 h 2053176"/>
              <a:gd name="connsiteX10061" fmla="*/ 1466917 w 12188965"/>
              <a:gd name="connsiteY10061" fmla="*/ 1288750 h 2053176"/>
              <a:gd name="connsiteX10062" fmla="*/ 1441258 w 12188965"/>
              <a:gd name="connsiteY10062" fmla="*/ 1314409 h 2053176"/>
              <a:gd name="connsiteX10063" fmla="*/ 1415599 w 12188965"/>
              <a:gd name="connsiteY10063" fmla="*/ 1288750 h 2053176"/>
              <a:gd name="connsiteX10064" fmla="*/ 1441258 w 12188965"/>
              <a:gd name="connsiteY10064" fmla="*/ 1263091 h 2053176"/>
              <a:gd name="connsiteX10065" fmla="*/ 1377053 w 12188965"/>
              <a:gd name="connsiteY10065" fmla="*/ 1263091 h 2053176"/>
              <a:gd name="connsiteX10066" fmla="*/ 1402712 w 12188965"/>
              <a:gd name="connsiteY10066" fmla="*/ 1288750 h 2053176"/>
              <a:gd name="connsiteX10067" fmla="*/ 1377053 w 12188965"/>
              <a:gd name="connsiteY10067" fmla="*/ 1314409 h 2053176"/>
              <a:gd name="connsiteX10068" fmla="*/ 1351395 w 12188965"/>
              <a:gd name="connsiteY10068" fmla="*/ 1288750 h 2053176"/>
              <a:gd name="connsiteX10069" fmla="*/ 1377053 w 12188965"/>
              <a:gd name="connsiteY10069" fmla="*/ 1263091 h 2053176"/>
              <a:gd name="connsiteX10070" fmla="*/ 1184437 w 12188965"/>
              <a:gd name="connsiteY10070" fmla="*/ 1263091 h 2053176"/>
              <a:gd name="connsiteX10071" fmla="*/ 1210096 w 12188965"/>
              <a:gd name="connsiteY10071" fmla="*/ 1288750 h 2053176"/>
              <a:gd name="connsiteX10072" fmla="*/ 1184437 w 12188965"/>
              <a:gd name="connsiteY10072" fmla="*/ 1314409 h 2053176"/>
              <a:gd name="connsiteX10073" fmla="*/ 1158780 w 12188965"/>
              <a:gd name="connsiteY10073" fmla="*/ 1288750 h 2053176"/>
              <a:gd name="connsiteX10074" fmla="*/ 1184437 w 12188965"/>
              <a:gd name="connsiteY10074" fmla="*/ 1263091 h 2053176"/>
              <a:gd name="connsiteX10075" fmla="*/ 991823 w 12188965"/>
              <a:gd name="connsiteY10075" fmla="*/ 1263091 h 2053176"/>
              <a:gd name="connsiteX10076" fmla="*/ 1017481 w 12188965"/>
              <a:gd name="connsiteY10076" fmla="*/ 1288750 h 2053176"/>
              <a:gd name="connsiteX10077" fmla="*/ 991823 w 12188965"/>
              <a:gd name="connsiteY10077" fmla="*/ 1314409 h 2053176"/>
              <a:gd name="connsiteX10078" fmla="*/ 966162 w 12188965"/>
              <a:gd name="connsiteY10078" fmla="*/ 1288750 h 2053176"/>
              <a:gd name="connsiteX10079" fmla="*/ 991823 w 12188965"/>
              <a:gd name="connsiteY10079" fmla="*/ 1263091 h 2053176"/>
              <a:gd name="connsiteX10080" fmla="*/ 927616 w 12188965"/>
              <a:gd name="connsiteY10080" fmla="*/ 1263091 h 2053176"/>
              <a:gd name="connsiteX10081" fmla="*/ 953275 w 12188965"/>
              <a:gd name="connsiteY10081" fmla="*/ 1288750 h 2053176"/>
              <a:gd name="connsiteX10082" fmla="*/ 927616 w 12188965"/>
              <a:gd name="connsiteY10082" fmla="*/ 1314409 h 2053176"/>
              <a:gd name="connsiteX10083" fmla="*/ 901957 w 12188965"/>
              <a:gd name="connsiteY10083" fmla="*/ 1288750 h 2053176"/>
              <a:gd name="connsiteX10084" fmla="*/ 927616 w 12188965"/>
              <a:gd name="connsiteY10084" fmla="*/ 1263091 h 2053176"/>
              <a:gd name="connsiteX10085" fmla="*/ 606475 w 12188965"/>
              <a:gd name="connsiteY10085" fmla="*/ 1263091 h 2053176"/>
              <a:gd name="connsiteX10086" fmla="*/ 632134 w 12188965"/>
              <a:gd name="connsiteY10086" fmla="*/ 1288750 h 2053176"/>
              <a:gd name="connsiteX10087" fmla="*/ 606475 w 12188965"/>
              <a:gd name="connsiteY10087" fmla="*/ 1314409 h 2053176"/>
              <a:gd name="connsiteX10088" fmla="*/ 580815 w 12188965"/>
              <a:gd name="connsiteY10088" fmla="*/ 1288750 h 2053176"/>
              <a:gd name="connsiteX10089" fmla="*/ 606475 w 12188965"/>
              <a:gd name="connsiteY10089" fmla="*/ 1263091 h 2053176"/>
              <a:gd name="connsiteX10090" fmla="*/ 542268 w 12188965"/>
              <a:gd name="connsiteY10090" fmla="*/ 1263091 h 2053176"/>
              <a:gd name="connsiteX10091" fmla="*/ 567927 w 12188965"/>
              <a:gd name="connsiteY10091" fmla="*/ 1288750 h 2053176"/>
              <a:gd name="connsiteX10092" fmla="*/ 542268 w 12188965"/>
              <a:gd name="connsiteY10092" fmla="*/ 1314409 h 2053176"/>
              <a:gd name="connsiteX10093" fmla="*/ 516610 w 12188965"/>
              <a:gd name="connsiteY10093" fmla="*/ 1288750 h 2053176"/>
              <a:gd name="connsiteX10094" fmla="*/ 542268 w 12188965"/>
              <a:gd name="connsiteY10094" fmla="*/ 1263091 h 2053176"/>
              <a:gd name="connsiteX10095" fmla="*/ 478063 w 12188965"/>
              <a:gd name="connsiteY10095" fmla="*/ 1263091 h 2053176"/>
              <a:gd name="connsiteX10096" fmla="*/ 503724 w 12188965"/>
              <a:gd name="connsiteY10096" fmla="*/ 1288750 h 2053176"/>
              <a:gd name="connsiteX10097" fmla="*/ 478063 w 12188965"/>
              <a:gd name="connsiteY10097" fmla="*/ 1314409 h 2053176"/>
              <a:gd name="connsiteX10098" fmla="*/ 452404 w 12188965"/>
              <a:gd name="connsiteY10098" fmla="*/ 1288750 h 2053176"/>
              <a:gd name="connsiteX10099" fmla="*/ 478063 w 12188965"/>
              <a:gd name="connsiteY10099" fmla="*/ 1263091 h 2053176"/>
              <a:gd name="connsiteX10100" fmla="*/ 413858 w 12188965"/>
              <a:gd name="connsiteY10100" fmla="*/ 1263091 h 2053176"/>
              <a:gd name="connsiteX10101" fmla="*/ 439517 w 12188965"/>
              <a:gd name="connsiteY10101" fmla="*/ 1288750 h 2053176"/>
              <a:gd name="connsiteX10102" fmla="*/ 413858 w 12188965"/>
              <a:gd name="connsiteY10102" fmla="*/ 1314409 h 2053176"/>
              <a:gd name="connsiteX10103" fmla="*/ 388200 w 12188965"/>
              <a:gd name="connsiteY10103" fmla="*/ 1288750 h 2053176"/>
              <a:gd name="connsiteX10104" fmla="*/ 413858 w 12188965"/>
              <a:gd name="connsiteY10104" fmla="*/ 1263091 h 2053176"/>
              <a:gd name="connsiteX10105" fmla="*/ 346686 w 12188965"/>
              <a:gd name="connsiteY10105" fmla="*/ 1263091 h 2053176"/>
              <a:gd name="connsiteX10106" fmla="*/ 372344 w 12188965"/>
              <a:gd name="connsiteY10106" fmla="*/ 1288750 h 2053176"/>
              <a:gd name="connsiteX10107" fmla="*/ 346686 w 12188965"/>
              <a:gd name="connsiteY10107" fmla="*/ 1314409 h 2053176"/>
              <a:gd name="connsiteX10108" fmla="*/ 321027 w 12188965"/>
              <a:gd name="connsiteY10108" fmla="*/ 1288750 h 2053176"/>
              <a:gd name="connsiteX10109" fmla="*/ 346686 w 12188965"/>
              <a:gd name="connsiteY10109" fmla="*/ 1263091 h 2053176"/>
              <a:gd name="connsiteX10110" fmla="*/ 25659 w 12188965"/>
              <a:gd name="connsiteY10110" fmla="*/ 1263091 h 2053176"/>
              <a:gd name="connsiteX10111" fmla="*/ 51317 w 12188965"/>
              <a:gd name="connsiteY10111" fmla="*/ 1288750 h 2053176"/>
              <a:gd name="connsiteX10112" fmla="*/ 25659 w 12188965"/>
              <a:gd name="connsiteY10112" fmla="*/ 1314409 h 2053176"/>
              <a:gd name="connsiteX10113" fmla="*/ 0 w 12188965"/>
              <a:gd name="connsiteY10113" fmla="*/ 1288750 h 2053176"/>
              <a:gd name="connsiteX10114" fmla="*/ 25659 w 12188965"/>
              <a:gd name="connsiteY10114" fmla="*/ 1263091 h 2053176"/>
              <a:gd name="connsiteX10115" fmla="*/ 11646697 w 12188965"/>
              <a:gd name="connsiteY10115" fmla="*/ 1208755 h 2053176"/>
              <a:gd name="connsiteX10116" fmla="*/ 11659583 w 12188965"/>
              <a:gd name="connsiteY10116" fmla="*/ 1221642 h 2053176"/>
              <a:gd name="connsiteX10117" fmla="*/ 11646697 w 12188965"/>
              <a:gd name="connsiteY10117" fmla="*/ 1234529 h 2053176"/>
              <a:gd name="connsiteX10118" fmla="*/ 11633809 w 12188965"/>
              <a:gd name="connsiteY10118" fmla="*/ 1221642 h 2053176"/>
              <a:gd name="connsiteX10119" fmla="*/ 11646697 w 12188965"/>
              <a:gd name="connsiteY10119" fmla="*/ 1208755 h 2053176"/>
              <a:gd name="connsiteX10120" fmla="*/ 11389875 w 12188965"/>
              <a:gd name="connsiteY10120" fmla="*/ 1208755 h 2053176"/>
              <a:gd name="connsiteX10121" fmla="*/ 11402763 w 12188965"/>
              <a:gd name="connsiteY10121" fmla="*/ 1221642 h 2053176"/>
              <a:gd name="connsiteX10122" fmla="*/ 11389875 w 12188965"/>
              <a:gd name="connsiteY10122" fmla="*/ 1234529 h 2053176"/>
              <a:gd name="connsiteX10123" fmla="*/ 11376989 w 12188965"/>
              <a:gd name="connsiteY10123" fmla="*/ 1221642 h 2053176"/>
              <a:gd name="connsiteX10124" fmla="*/ 11389875 w 12188965"/>
              <a:gd name="connsiteY10124" fmla="*/ 1208755 h 2053176"/>
              <a:gd name="connsiteX10125" fmla="*/ 11068848 w 12188965"/>
              <a:gd name="connsiteY10125" fmla="*/ 1208755 h 2053176"/>
              <a:gd name="connsiteX10126" fmla="*/ 11081736 w 12188965"/>
              <a:gd name="connsiteY10126" fmla="*/ 1221642 h 2053176"/>
              <a:gd name="connsiteX10127" fmla="*/ 11068848 w 12188965"/>
              <a:gd name="connsiteY10127" fmla="*/ 1234529 h 2053176"/>
              <a:gd name="connsiteX10128" fmla="*/ 11055962 w 12188965"/>
              <a:gd name="connsiteY10128" fmla="*/ 1221642 h 2053176"/>
              <a:gd name="connsiteX10129" fmla="*/ 11068848 w 12188965"/>
              <a:gd name="connsiteY10129" fmla="*/ 1208755 h 2053176"/>
              <a:gd name="connsiteX10130" fmla="*/ 10811912 w 12188965"/>
              <a:gd name="connsiteY10130" fmla="*/ 1208755 h 2053176"/>
              <a:gd name="connsiteX10131" fmla="*/ 10824798 w 12188965"/>
              <a:gd name="connsiteY10131" fmla="*/ 1221642 h 2053176"/>
              <a:gd name="connsiteX10132" fmla="*/ 10811912 w 12188965"/>
              <a:gd name="connsiteY10132" fmla="*/ 1234529 h 2053176"/>
              <a:gd name="connsiteX10133" fmla="*/ 10799024 w 12188965"/>
              <a:gd name="connsiteY10133" fmla="*/ 1221642 h 2053176"/>
              <a:gd name="connsiteX10134" fmla="*/ 10811912 w 12188965"/>
              <a:gd name="connsiteY10134" fmla="*/ 1208755 h 2053176"/>
              <a:gd name="connsiteX10135" fmla="*/ 10747708 w 12188965"/>
              <a:gd name="connsiteY10135" fmla="*/ 1208755 h 2053176"/>
              <a:gd name="connsiteX10136" fmla="*/ 10760593 w 12188965"/>
              <a:gd name="connsiteY10136" fmla="*/ 1221642 h 2053176"/>
              <a:gd name="connsiteX10137" fmla="*/ 10747708 w 12188965"/>
              <a:gd name="connsiteY10137" fmla="*/ 1234529 h 2053176"/>
              <a:gd name="connsiteX10138" fmla="*/ 10734820 w 12188965"/>
              <a:gd name="connsiteY10138" fmla="*/ 1221642 h 2053176"/>
              <a:gd name="connsiteX10139" fmla="*/ 10747708 w 12188965"/>
              <a:gd name="connsiteY10139" fmla="*/ 1208755 h 2053176"/>
              <a:gd name="connsiteX10140" fmla="*/ 10490885 w 12188965"/>
              <a:gd name="connsiteY10140" fmla="*/ 1208755 h 2053176"/>
              <a:gd name="connsiteX10141" fmla="*/ 10503773 w 12188965"/>
              <a:gd name="connsiteY10141" fmla="*/ 1221642 h 2053176"/>
              <a:gd name="connsiteX10142" fmla="*/ 10490885 w 12188965"/>
              <a:gd name="connsiteY10142" fmla="*/ 1234529 h 2053176"/>
              <a:gd name="connsiteX10143" fmla="*/ 10477997 w 12188965"/>
              <a:gd name="connsiteY10143" fmla="*/ 1221642 h 2053176"/>
              <a:gd name="connsiteX10144" fmla="*/ 10490885 w 12188965"/>
              <a:gd name="connsiteY10144" fmla="*/ 1208755 h 2053176"/>
              <a:gd name="connsiteX10145" fmla="*/ 9912920 w 12188965"/>
              <a:gd name="connsiteY10145" fmla="*/ 1208755 h 2053176"/>
              <a:gd name="connsiteX10146" fmla="*/ 9925808 w 12188965"/>
              <a:gd name="connsiteY10146" fmla="*/ 1221642 h 2053176"/>
              <a:gd name="connsiteX10147" fmla="*/ 9912920 w 12188965"/>
              <a:gd name="connsiteY10147" fmla="*/ 1234529 h 2053176"/>
              <a:gd name="connsiteX10148" fmla="*/ 9900035 w 12188965"/>
              <a:gd name="connsiteY10148" fmla="*/ 1221642 h 2053176"/>
              <a:gd name="connsiteX10149" fmla="*/ 9912920 w 12188965"/>
              <a:gd name="connsiteY10149" fmla="*/ 1208755 h 2053176"/>
              <a:gd name="connsiteX10150" fmla="*/ 8821315 w 12188965"/>
              <a:gd name="connsiteY10150" fmla="*/ 1208755 h 2053176"/>
              <a:gd name="connsiteX10151" fmla="*/ 8834203 w 12188965"/>
              <a:gd name="connsiteY10151" fmla="*/ 1221642 h 2053176"/>
              <a:gd name="connsiteX10152" fmla="*/ 8821315 w 12188965"/>
              <a:gd name="connsiteY10152" fmla="*/ 1234529 h 2053176"/>
              <a:gd name="connsiteX10153" fmla="*/ 8808427 w 12188965"/>
              <a:gd name="connsiteY10153" fmla="*/ 1221642 h 2053176"/>
              <a:gd name="connsiteX10154" fmla="*/ 8821315 w 12188965"/>
              <a:gd name="connsiteY10154" fmla="*/ 1208755 h 2053176"/>
              <a:gd name="connsiteX10155" fmla="*/ 8692906 w 12188965"/>
              <a:gd name="connsiteY10155" fmla="*/ 1208755 h 2053176"/>
              <a:gd name="connsiteX10156" fmla="*/ 8705792 w 12188965"/>
              <a:gd name="connsiteY10156" fmla="*/ 1221642 h 2053176"/>
              <a:gd name="connsiteX10157" fmla="*/ 8692906 w 12188965"/>
              <a:gd name="connsiteY10157" fmla="*/ 1234529 h 2053176"/>
              <a:gd name="connsiteX10158" fmla="*/ 8680018 w 12188965"/>
              <a:gd name="connsiteY10158" fmla="*/ 1221642 h 2053176"/>
              <a:gd name="connsiteX10159" fmla="*/ 8692906 w 12188965"/>
              <a:gd name="connsiteY10159" fmla="*/ 1208755 h 2053176"/>
              <a:gd name="connsiteX10160" fmla="*/ 8307675 w 12188965"/>
              <a:gd name="connsiteY10160" fmla="*/ 1208755 h 2053176"/>
              <a:gd name="connsiteX10161" fmla="*/ 8320560 w 12188965"/>
              <a:gd name="connsiteY10161" fmla="*/ 1221642 h 2053176"/>
              <a:gd name="connsiteX10162" fmla="*/ 8307675 w 12188965"/>
              <a:gd name="connsiteY10162" fmla="*/ 1234529 h 2053176"/>
              <a:gd name="connsiteX10163" fmla="*/ 8294787 w 12188965"/>
              <a:gd name="connsiteY10163" fmla="*/ 1221642 h 2053176"/>
              <a:gd name="connsiteX10164" fmla="*/ 8307675 w 12188965"/>
              <a:gd name="connsiteY10164" fmla="*/ 1208755 h 2053176"/>
              <a:gd name="connsiteX10165" fmla="*/ 7280274 w 12188965"/>
              <a:gd name="connsiteY10165" fmla="*/ 1208755 h 2053176"/>
              <a:gd name="connsiteX10166" fmla="*/ 7293160 w 12188965"/>
              <a:gd name="connsiteY10166" fmla="*/ 1221642 h 2053176"/>
              <a:gd name="connsiteX10167" fmla="*/ 7280274 w 12188965"/>
              <a:gd name="connsiteY10167" fmla="*/ 1234529 h 2053176"/>
              <a:gd name="connsiteX10168" fmla="*/ 7267386 w 12188965"/>
              <a:gd name="connsiteY10168" fmla="*/ 1221642 h 2053176"/>
              <a:gd name="connsiteX10169" fmla="*/ 7280274 w 12188965"/>
              <a:gd name="connsiteY10169" fmla="*/ 1208755 h 2053176"/>
              <a:gd name="connsiteX10170" fmla="*/ 6830836 w 12188965"/>
              <a:gd name="connsiteY10170" fmla="*/ 1208755 h 2053176"/>
              <a:gd name="connsiteX10171" fmla="*/ 6843724 w 12188965"/>
              <a:gd name="connsiteY10171" fmla="*/ 1221642 h 2053176"/>
              <a:gd name="connsiteX10172" fmla="*/ 6830836 w 12188965"/>
              <a:gd name="connsiteY10172" fmla="*/ 1234529 h 2053176"/>
              <a:gd name="connsiteX10173" fmla="*/ 6817948 w 12188965"/>
              <a:gd name="connsiteY10173" fmla="*/ 1221642 h 2053176"/>
              <a:gd name="connsiteX10174" fmla="*/ 6830836 w 12188965"/>
              <a:gd name="connsiteY10174" fmla="*/ 1208755 h 2053176"/>
              <a:gd name="connsiteX10175" fmla="*/ 6766631 w 12188965"/>
              <a:gd name="connsiteY10175" fmla="*/ 1208755 h 2053176"/>
              <a:gd name="connsiteX10176" fmla="*/ 6779519 w 12188965"/>
              <a:gd name="connsiteY10176" fmla="*/ 1221642 h 2053176"/>
              <a:gd name="connsiteX10177" fmla="*/ 6766631 w 12188965"/>
              <a:gd name="connsiteY10177" fmla="*/ 1234529 h 2053176"/>
              <a:gd name="connsiteX10178" fmla="*/ 6753743 w 12188965"/>
              <a:gd name="connsiteY10178" fmla="*/ 1221642 h 2053176"/>
              <a:gd name="connsiteX10179" fmla="*/ 6766631 w 12188965"/>
              <a:gd name="connsiteY10179" fmla="*/ 1208755 h 2053176"/>
              <a:gd name="connsiteX10180" fmla="*/ 6702427 w 12188965"/>
              <a:gd name="connsiteY10180" fmla="*/ 1208755 h 2053176"/>
              <a:gd name="connsiteX10181" fmla="*/ 6715312 w 12188965"/>
              <a:gd name="connsiteY10181" fmla="*/ 1221642 h 2053176"/>
              <a:gd name="connsiteX10182" fmla="*/ 6702427 w 12188965"/>
              <a:gd name="connsiteY10182" fmla="*/ 1234529 h 2053176"/>
              <a:gd name="connsiteX10183" fmla="*/ 6689539 w 12188965"/>
              <a:gd name="connsiteY10183" fmla="*/ 1221642 h 2053176"/>
              <a:gd name="connsiteX10184" fmla="*/ 6702427 w 12188965"/>
              <a:gd name="connsiteY10184" fmla="*/ 1208755 h 2053176"/>
              <a:gd name="connsiteX10185" fmla="*/ 6573900 w 12188965"/>
              <a:gd name="connsiteY10185" fmla="*/ 1208755 h 2053176"/>
              <a:gd name="connsiteX10186" fmla="*/ 6586788 w 12188965"/>
              <a:gd name="connsiteY10186" fmla="*/ 1221642 h 2053176"/>
              <a:gd name="connsiteX10187" fmla="*/ 6573900 w 12188965"/>
              <a:gd name="connsiteY10187" fmla="*/ 1234529 h 2053176"/>
              <a:gd name="connsiteX10188" fmla="*/ 6561013 w 12188965"/>
              <a:gd name="connsiteY10188" fmla="*/ 1221642 h 2053176"/>
              <a:gd name="connsiteX10189" fmla="*/ 6573900 w 12188965"/>
              <a:gd name="connsiteY10189" fmla="*/ 1208755 h 2053176"/>
              <a:gd name="connsiteX10190" fmla="*/ 5936092 w 12188965"/>
              <a:gd name="connsiteY10190" fmla="*/ 1208755 h 2053176"/>
              <a:gd name="connsiteX10191" fmla="*/ 5948981 w 12188965"/>
              <a:gd name="connsiteY10191" fmla="*/ 1221642 h 2053176"/>
              <a:gd name="connsiteX10192" fmla="*/ 5936092 w 12188965"/>
              <a:gd name="connsiteY10192" fmla="*/ 1234529 h 2053176"/>
              <a:gd name="connsiteX10193" fmla="*/ 5923204 w 12188965"/>
              <a:gd name="connsiteY10193" fmla="*/ 1221642 h 2053176"/>
              <a:gd name="connsiteX10194" fmla="*/ 5936092 w 12188965"/>
              <a:gd name="connsiteY10194" fmla="*/ 1208755 h 2053176"/>
              <a:gd name="connsiteX10195" fmla="*/ 5679272 w 12188965"/>
              <a:gd name="connsiteY10195" fmla="*/ 1208755 h 2053176"/>
              <a:gd name="connsiteX10196" fmla="*/ 5692160 w 12188965"/>
              <a:gd name="connsiteY10196" fmla="*/ 1221642 h 2053176"/>
              <a:gd name="connsiteX10197" fmla="*/ 5679272 w 12188965"/>
              <a:gd name="connsiteY10197" fmla="*/ 1234529 h 2053176"/>
              <a:gd name="connsiteX10198" fmla="*/ 5666385 w 12188965"/>
              <a:gd name="connsiteY10198" fmla="*/ 1221642 h 2053176"/>
              <a:gd name="connsiteX10199" fmla="*/ 5679272 w 12188965"/>
              <a:gd name="connsiteY10199" fmla="*/ 1208755 h 2053176"/>
              <a:gd name="connsiteX10200" fmla="*/ 5358245 w 12188965"/>
              <a:gd name="connsiteY10200" fmla="*/ 1208755 h 2053176"/>
              <a:gd name="connsiteX10201" fmla="*/ 5371133 w 12188965"/>
              <a:gd name="connsiteY10201" fmla="*/ 1221642 h 2053176"/>
              <a:gd name="connsiteX10202" fmla="*/ 5358245 w 12188965"/>
              <a:gd name="connsiteY10202" fmla="*/ 1234529 h 2053176"/>
              <a:gd name="connsiteX10203" fmla="*/ 5345357 w 12188965"/>
              <a:gd name="connsiteY10203" fmla="*/ 1221642 h 2053176"/>
              <a:gd name="connsiteX10204" fmla="*/ 5358245 w 12188965"/>
              <a:gd name="connsiteY10204" fmla="*/ 1208755 h 2053176"/>
              <a:gd name="connsiteX10205" fmla="*/ 5101308 w 12188965"/>
              <a:gd name="connsiteY10205" fmla="*/ 1208755 h 2053176"/>
              <a:gd name="connsiteX10206" fmla="*/ 5114194 w 12188965"/>
              <a:gd name="connsiteY10206" fmla="*/ 1221642 h 2053176"/>
              <a:gd name="connsiteX10207" fmla="*/ 5101308 w 12188965"/>
              <a:gd name="connsiteY10207" fmla="*/ 1234529 h 2053176"/>
              <a:gd name="connsiteX10208" fmla="*/ 5088421 w 12188965"/>
              <a:gd name="connsiteY10208" fmla="*/ 1221642 h 2053176"/>
              <a:gd name="connsiteX10209" fmla="*/ 5101308 w 12188965"/>
              <a:gd name="connsiteY10209" fmla="*/ 1208755 h 2053176"/>
              <a:gd name="connsiteX10210" fmla="*/ 5037104 w 12188965"/>
              <a:gd name="connsiteY10210" fmla="*/ 1208755 h 2053176"/>
              <a:gd name="connsiteX10211" fmla="*/ 5049991 w 12188965"/>
              <a:gd name="connsiteY10211" fmla="*/ 1221642 h 2053176"/>
              <a:gd name="connsiteX10212" fmla="*/ 5037104 w 12188965"/>
              <a:gd name="connsiteY10212" fmla="*/ 1234529 h 2053176"/>
              <a:gd name="connsiteX10213" fmla="*/ 5024216 w 12188965"/>
              <a:gd name="connsiteY10213" fmla="*/ 1221642 h 2053176"/>
              <a:gd name="connsiteX10214" fmla="*/ 5037104 w 12188965"/>
              <a:gd name="connsiteY10214" fmla="*/ 1208755 h 2053176"/>
              <a:gd name="connsiteX10215" fmla="*/ 4780282 w 12188965"/>
              <a:gd name="connsiteY10215" fmla="*/ 1208755 h 2053176"/>
              <a:gd name="connsiteX10216" fmla="*/ 4793170 w 12188965"/>
              <a:gd name="connsiteY10216" fmla="*/ 1221642 h 2053176"/>
              <a:gd name="connsiteX10217" fmla="*/ 4780282 w 12188965"/>
              <a:gd name="connsiteY10217" fmla="*/ 1234529 h 2053176"/>
              <a:gd name="connsiteX10218" fmla="*/ 4767394 w 12188965"/>
              <a:gd name="connsiteY10218" fmla="*/ 1221642 h 2053176"/>
              <a:gd name="connsiteX10219" fmla="*/ 4780282 w 12188965"/>
              <a:gd name="connsiteY10219" fmla="*/ 1208755 h 2053176"/>
              <a:gd name="connsiteX10220" fmla="*/ 4202317 w 12188965"/>
              <a:gd name="connsiteY10220" fmla="*/ 1208755 h 2053176"/>
              <a:gd name="connsiteX10221" fmla="*/ 4215205 w 12188965"/>
              <a:gd name="connsiteY10221" fmla="*/ 1221642 h 2053176"/>
              <a:gd name="connsiteX10222" fmla="*/ 4202317 w 12188965"/>
              <a:gd name="connsiteY10222" fmla="*/ 1234529 h 2053176"/>
              <a:gd name="connsiteX10223" fmla="*/ 4189431 w 12188965"/>
              <a:gd name="connsiteY10223" fmla="*/ 1221642 h 2053176"/>
              <a:gd name="connsiteX10224" fmla="*/ 4202317 w 12188965"/>
              <a:gd name="connsiteY10224" fmla="*/ 1208755 h 2053176"/>
              <a:gd name="connsiteX10225" fmla="*/ 3110712 w 12188965"/>
              <a:gd name="connsiteY10225" fmla="*/ 1208755 h 2053176"/>
              <a:gd name="connsiteX10226" fmla="*/ 3123600 w 12188965"/>
              <a:gd name="connsiteY10226" fmla="*/ 1221642 h 2053176"/>
              <a:gd name="connsiteX10227" fmla="*/ 3110712 w 12188965"/>
              <a:gd name="connsiteY10227" fmla="*/ 1234529 h 2053176"/>
              <a:gd name="connsiteX10228" fmla="*/ 3097824 w 12188965"/>
              <a:gd name="connsiteY10228" fmla="*/ 1221642 h 2053176"/>
              <a:gd name="connsiteX10229" fmla="*/ 3110712 w 12188965"/>
              <a:gd name="connsiteY10229" fmla="*/ 1208755 h 2053176"/>
              <a:gd name="connsiteX10230" fmla="*/ 2982301 w 12188965"/>
              <a:gd name="connsiteY10230" fmla="*/ 1208755 h 2053176"/>
              <a:gd name="connsiteX10231" fmla="*/ 2995190 w 12188965"/>
              <a:gd name="connsiteY10231" fmla="*/ 1221642 h 2053176"/>
              <a:gd name="connsiteX10232" fmla="*/ 2982301 w 12188965"/>
              <a:gd name="connsiteY10232" fmla="*/ 1234529 h 2053176"/>
              <a:gd name="connsiteX10233" fmla="*/ 2969414 w 12188965"/>
              <a:gd name="connsiteY10233" fmla="*/ 1221642 h 2053176"/>
              <a:gd name="connsiteX10234" fmla="*/ 2982301 w 12188965"/>
              <a:gd name="connsiteY10234" fmla="*/ 1208755 h 2053176"/>
              <a:gd name="connsiteX10235" fmla="*/ 2597069 w 12188965"/>
              <a:gd name="connsiteY10235" fmla="*/ 1208755 h 2053176"/>
              <a:gd name="connsiteX10236" fmla="*/ 2609957 w 12188965"/>
              <a:gd name="connsiteY10236" fmla="*/ 1221642 h 2053176"/>
              <a:gd name="connsiteX10237" fmla="*/ 2597069 w 12188965"/>
              <a:gd name="connsiteY10237" fmla="*/ 1234529 h 2053176"/>
              <a:gd name="connsiteX10238" fmla="*/ 2584182 w 12188965"/>
              <a:gd name="connsiteY10238" fmla="*/ 1221642 h 2053176"/>
              <a:gd name="connsiteX10239" fmla="*/ 2597069 w 12188965"/>
              <a:gd name="connsiteY10239" fmla="*/ 1208755 h 2053176"/>
              <a:gd name="connsiteX10240" fmla="*/ 1569669 w 12188965"/>
              <a:gd name="connsiteY10240" fmla="*/ 1208755 h 2053176"/>
              <a:gd name="connsiteX10241" fmla="*/ 1582557 w 12188965"/>
              <a:gd name="connsiteY10241" fmla="*/ 1221642 h 2053176"/>
              <a:gd name="connsiteX10242" fmla="*/ 1569669 w 12188965"/>
              <a:gd name="connsiteY10242" fmla="*/ 1234529 h 2053176"/>
              <a:gd name="connsiteX10243" fmla="*/ 1556782 w 12188965"/>
              <a:gd name="connsiteY10243" fmla="*/ 1221642 h 2053176"/>
              <a:gd name="connsiteX10244" fmla="*/ 1569669 w 12188965"/>
              <a:gd name="connsiteY10244" fmla="*/ 1208755 h 2053176"/>
              <a:gd name="connsiteX10245" fmla="*/ 1120233 w 12188965"/>
              <a:gd name="connsiteY10245" fmla="*/ 1208755 h 2053176"/>
              <a:gd name="connsiteX10246" fmla="*/ 1133121 w 12188965"/>
              <a:gd name="connsiteY10246" fmla="*/ 1221642 h 2053176"/>
              <a:gd name="connsiteX10247" fmla="*/ 1120233 w 12188965"/>
              <a:gd name="connsiteY10247" fmla="*/ 1234529 h 2053176"/>
              <a:gd name="connsiteX10248" fmla="*/ 1107345 w 12188965"/>
              <a:gd name="connsiteY10248" fmla="*/ 1221642 h 2053176"/>
              <a:gd name="connsiteX10249" fmla="*/ 1120233 w 12188965"/>
              <a:gd name="connsiteY10249" fmla="*/ 1208755 h 2053176"/>
              <a:gd name="connsiteX10250" fmla="*/ 1056027 w 12188965"/>
              <a:gd name="connsiteY10250" fmla="*/ 1208755 h 2053176"/>
              <a:gd name="connsiteX10251" fmla="*/ 1068914 w 12188965"/>
              <a:gd name="connsiteY10251" fmla="*/ 1221642 h 2053176"/>
              <a:gd name="connsiteX10252" fmla="*/ 1056027 w 12188965"/>
              <a:gd name="connsiteY10252" fmla="*/ 1234529 h 2053176"/>
              <a:gd name="connsiteX10253" fmla="*/ 1043139 w 12188965"/>
              <a:gd name="connsiteY10253" fmla="*/ 1221642 h 2053176"/>
              <a:gd name="connsiteX10254" fmla="*/ 1056027 w 12188965"/>
              <a:gd name="connsiteY10254" fmla="*/ 1208755 h 2053176"/>
              <a:gd name="connsiteX10255" fmla="*/ 991824 w 12188965"/>
              <a:gd name="connsiteY10255" fmla="*/ 1208755 h 2053176"/>
              <a:gd name="connsiteX10256" fmla="*/ 1004709 w 12188965"/>
              <a:gd name="connsiteY10256" fmla="*/ 1221642 h 2053176"/>
              <a:gd name="connsiteX10257" fmla="*/ 991824 w 12188965"/>
              <a:gd name="connsiteY10257" fmla="*/ 1234529 h 2053176"/>
              <a:gd name="connsiteX10258" fmla="*/ 978935 w 12188965"/>
              <a:gd name="connsiteY10258" fmla="*/ 1221642 h 2053176"/>
              <a:gd name="connsiteX10259" fmla="*/ 991824 w 12188965"/>
              <a:gd name="connsiteY10259" fmla="*/ 1208755 h 2053176"/>
              <a:gd name="connsiteX10260" fmla="*/ 863296 w 12188965"/>
              <a:gd name="connsiteY10260" fmla="*/ 1208755 h 2053176"/>
              <a:gd name="connsiteX10261" fmla="*/ 876184 w 12188965"/>
              <a:gd name="connsiteY10261" fmla="*/ 1221642 h 2053176"/>
              <a:gd name="connsiteX10262" fmla="*/ 863296 w 12188965"/>
              <a:gd name="connsiteY10262" fmla="*/ 1234529 h 2053176"/>
              <a:gd name="connsiteX10263" fmla="*/ 850407 w 12188965"/>
              <a:gd name="connsiteY10263" fmla="*/ 1221642 h 2053176"/>
              <a:gd name="connsiteX10264" fmla="*/ 863296 w 12188965"/>
              <a:gd name="connsiteY10264" fmla="*/ 1208755 h 2053176"/>
              <a:gd name="connsiteX10265" fmla="*/ 218274 w 12188965"/>
              <a:gd name="connsiteY10265" fmla="*/ 1208755 h 2053176"/>
              <a:gd name="connsiteX10266" fmla="*/ 231162 w 12188965"/>
              <a:gd name="connsiteY10266" fmla="*/ 1221642 h 2053176"/>
              <a:gd name="connsiteX10267" fmla="*/ 218274 w 12188965"/>
              <a:gd name="connsiteY10267" fmla="*/ 1234529 h 2053176"/>
              <a:gd name="connsiteX10268" fmla="*/ 205386 w 12188965"/>
              <a:gd name="connsiteY10268" fmla="*/ 1221642 h 2053176"/>
              <a:gd name="connsiteX10269" fmla="*/ 218274 w 12188965"/>
              <a:gd name="connsiteY10269" fmla="*/ 1208755 h 2053176"/>
              <a:gd name="connsiteX10270" fmla="*/ 12034897 w 12188965"/>
              <a:gd name="connsiteY10270" fmla="*/ 1195983 h 2053176"/>
              <a:gd name="connsiteX10271" fmla="*/ 12060557 w 12188965"/>
              <a:gd name="connsiteY10271" fmla="*/ 1221641 h 2053176"/>
              <a:gd name="connsiteX10272" fmla="*/ 12034897 w 12188965"/>
              <a:gd name="connsiteY10272" fmla="*/ 1247301 h 2053176"/>
              <a:gd name="connsiteX10273" fmla="*/ 12009237 w 12188965"/>
              <a:gd name="connsiteY10273" fmla="*/ 1221641 h 2053176"/>
              <a:gd name="connsiteX10274" fmla="*/ 12034897 w 12188965"/>
              <a:gd name="connsiteY10274" fmla="*/ 1195983 h 2053176"/>
              <a:gd name="connsiteX10275" fmla="*/ 11970691 w 12188965"/>
              <a:gd name="connsiteY10275" fmla="*/ 1195983 h 2053176"/>
              <a:gd name="connsiteX10276" fmla="*/ 11996349 w 12188965"/>
              <a:gd name="connsiteY10276" fmla="*/ 1221641 h 2053176"/>
              <a:gd name="connsiteX10277" fmla="*/ 11970691 w 12188965"/>
              <a:gd name="connsiteY10277" fmla="*/ 1247301 h 2053176"/>
              <a:gd name="connsiteX10278" fmla="*/ 11945033 w 12188965"/>
              <a:gd name="connsiteY10278" fmla="*/ 1221641 h 2053176"/>
              <a:gd name="connsiteX10279" fmla="*/ 11970691 w 12188965"/>
              <a:gd name="connsiteY10279" fmla="*/ 1195983 h 2053176"/>
              <a:gd name="connsiteX10280" fmla="*/ 11842279 w 12188965"/>
              <a:gd name="connsiteY10280" fmla="*/ 1195983 h 2053176"/>
              <a:gd name="connsiteX10281" fmla="*/ 11867941 w 12188965"/>
              <a:gd name="connsiteY10281" fmla="*/ 1221641 h 2053176"/>
              <a:gd name="connsiteX10282" fmla="*/ 11842279 w 12188965"/>
              <a:gd name="connsiteY10282" fmla="*/ 1247301 h 2053176"/>
              <a:gd name="connsiteX10283" fmla="*/ 11816621 w 12188965"/>
              <a:gd name="connsiteY10283" fmla="*/ 1221641 h 2053176"/>
              <a:gd name="connsiteX10284" fmla="*/ 11842279 w 12188965"/>
              <a:gd name="connsiteY10284" fmla="*/ 1195983 h 2053176"/>
              <a:gd name="connsiteX10285" fmla="*/ 11775107 w 12188965"/>
              <a:gd name="connsiteY10285" fmla="*/ 1195983 h 2053176"/>
              <a:gd name="connsiteX10286" fmla="*/ 11800767 w 12188965"/>
              <a:gd name="connsiteY10286" fmla="*/ 1221641 h 2053176"/>
              <a:gd name="connsiteX10287" fmla="*/ 11775107 w 12188965"/>
              <a:gd name="connsiteY10287" fmla="*/ 1247301 h 2053176"/>
              <a:gd name="connsiteX10288" fmla="*/ 11749449 w 12188965"/>
              <a:gd name="connsiteY10288" fmla="*/ 1221641 h 2053176"/>
              <a:gd name="connsiteX10289" fmla="*/ 11775107 w 12188965"/>
              <a:gd name="connsiteY10289" fmla="*/ 1195983 h 2053176"/>
              <a:gd name="connsiteX10290" fmla="*/ 11454081 w 12188965"/>
              <a:gd name="connsiteY10290" fmla="*/ 1195983 h 2053176"/>
              <a:gd name="connsiteX10291" fmla="*/ 11479739 w 12188965"/>
              <a:gd name="connsiteY10291" fmla="*/ 1221641 h 2053176"/>
              <a:gd name="connsiteX10292" fmla="*/ 11454081 w 12188965"/>
              <a:gd name="connsiteY10292" fmla="*/ 1247301 h 2053176"/>
              <a:gd name="connsiteX10293" fmla="*/ 11428421 w 12188965"/>
              <a:gd name="connsiteY10293" fmla="*/ 1221641 h 2053176"/>
              <a:gd name="connsiteX10294" fmla="*/ 11454081 w 12188965"/>
              <a:gd name="connsiteY10294" fmla="*/ 1195983 h 2053176"/>
              <a:gd name="connsiteX10295" fmla="*/ 11325670 w 12188965"/>
              <a:gd name="connsiteY10295" fmla="*/ 1195983 h 2053176"/>
              <a:gd name="connsiteX10296" fmla="*/ 11351329 w 12188965"/>
              <a:gd name="connsiteY10296" fmla="*/ 1221641 h 2053176"/>
              <a:gd name="connsiteX10297" fmla="*/ 11325670 w 12188965"/>
              <a:gd name="connsiteY10297" fmla="*/ 1247301 h 2053176"/>
              <a:gd name="connsiteX10298" fmla="*/ 11300012 w 12188965"/>
              <a:gd name="connsiteY10298" fmla="*/ 1221641 h 2053176"/>
              <a:gd name="connsiteX10299" fmla="*/ 11325670 w 12188965"/>
              <a:gd name="connsiteY10299" fmla="*/ 1195983 h 2053176"/>
              <a:gd name="connsiteX10300" fmla="*/ 11197259 w 12188965"/>
              <a:gd name="connsiteY10300" fmla="*/ 1195983 h 2053176"/>
              <a:gd name="connsiteX10301" fmla="*/ 11222917 w 12188965"/>
              <a:gd name="connsiteY10301" fmla="*/ 1221641 h 2053176"/>
              <a:gd name="connsiteX10302" fmla="*/ 11197259 w 12188965"/>
              <a:gd name="connsiteY10302" fmla="*/ 1247301 h 2053176"/>
              <a:gd name="connsiteX10303" fmla="*/ 11171601 w 12188965"/>
              <a:gd name="connsiteY10303" fmla="*/ 1221641 h 2053176"/>
              <a:gd name="connsiteX10304" fmla="*/ 11197259 w 12188965"/>
              <a:gd name="connsiteY10304" fmla="*/ 1195983 h 2053176"/>
              <a:gd name="connsiteX10305" fmla="*/ 11133055 w 12188965"/>
              <a:gd name="connsiteY10305" fmla="*/ 1195983 h 2053176"/>
              <a:gd name="connsiteX10306" fmla="*/ 11158713 w 12188965"/>
              <a:gd name="connsiteY10306" fmla="*/ 1221641 h 2053176"/>
              <a:gd name="connsiteX10307" fmla="*/ 11133055 w 12188965"/>
              <a:gd name="connsiteY10307" fmla="*/ 1247301 h 2053176"/>
              <a:gd name="connsiteX10308" fmla="*/ 11107396 w 12188965"/>
              <a:gd name="connsiteY10308" fmla="*/ 1221641 h 2053176"/>
              <a:gd name="connsiteX10309" fmla="*/ 11133055 w 12188965"/>
              <a:gd name="connsiteY10309" fmla="*/ 1195983 h 2053176"/>
              <a:gd name="connsiteX10310" fmla="*/ 10940321 w 12188965"/>
              <a:gd name="connsiteY10310" fmla="*/ 1195983 h 2053176"/>
              <a:gd name="connsiteX10311" fmla="*/ 10965982 w 12188965"/>
              <a:gd name="connsiteY10311" fmla="*/ 1221641 h 2053176"/>
              <a:gd name="connsiteX10312" fmla="*/ 10940321 w 12188965"/>
              <a:gd name="connsiteY10312" fmla="*/ 1247301 h 2053176"/>
              <a:gd name="connsiteX10313" fmla="*/ 10914663 w 12188965"/>
              <a:gd name="connsiteY10313" fmla="*/ 1221641 h 2053176"/>
              <a:gd name="connsiteX10314" fmla="*/ 10940321 w 12188965"/>
              <a:gd name="connsiteY10314" fmla="*/ 1195983 h 2053176"/>
              <a:gd name="connsiteX10315" fmla="*/ 10683501 w 12188965"/>
              <a:gd name="connsiteY10315" fmla="*/ 1195983 h 2053176"/>
              <a:gd name="connsiteX10316" fmla="*/ 10709159 w 12188965"/>
              <a:gd name="connsiteY10316" fmla="*/ 1221641 h 2053176"/>
              <a:gd name="connsiteX10317" fmla="*/ 10683501 w 12188965"/>
              <a:gd name="connsiteY10317" fmla="*/ 1247301 h 2053176"/>
              <a:gd name="connsiteX10318" fmla="*/ 10657843 w 12188965"/>
              <a:gd name="connsiteY10318" fmla="*/ 1221641 h 2053176"/>
              <a:gd name="connsiteX10319" fmla="*/ 10683501 w 12188965"/>
              <a:gd name="connsiteY10319" fmla="*/ 1195983 h 2053176"/>
              <a:gd name="connsiteX10320" fmla="*/ 10619297 w 12188965"/>
              <a:gd name="connsiteY10320" fmla="*/ 1195983 h 2053176"/>
              <a:gd name="connsiteX10321" fmla="*/ 10644955 w 12188965"/>
              <a:gd name="connsiteY10321" fmla="*/ 1221641 h 2053176"/>
              <a:gd name="connsiteX10322" fmla="*/ 10619297 w 12188965"/>
              <a:gd name="connsiteY10322" fmla="*/ 1247301 h 2053176"/>
              <a:gd name="connsiteX10323" fmla="*/ 10593639 w 12188965"/>
              <a:gd name="connsiteY10323" fmla="*/ 1221641 h 2053176"/>
              <a:gd name="connsiteX10324" fmla="*/ 10619297 w 12188965"/>
              <a:gd name="connsiteY10324" fmla="*/ 1195983 h 2053176"/>
              <a:gd name="connsiteX10325" fmla="*/ 10555092 w 12188965"/>
              <a:gd name="connsiteY10325" fmla="*/ 1195983 h 2053176"/>
              <a:gd name="connsiteX10326" fmla="*/ 10580751 w 12188965"/>
              <a:gd name="connsiteY10326" fmla="*/ 1221641 h 2053176"/>
              <a:gd name="connsiteX10327" fmla="*/ 10555092 w 12188965"/>
              <a:gd name="connsiteY10327" fmla="*/ 1247301 h 2053176"/>
              <a:gd name="connsiteX10328" fmla="*/ 10529432 w 12188965"/>
              <a:gd name="connsiteY10328" fmla="*/ 1221641 h 2053176"/>
              <a:gd name="connsiteX10329" fmla="*/ 10555092 w 12188965"/>
              <a:gd name="connsiteY10329" fmla="*/ 1195983 h 2053176"/>
              <a:gd name="connsiteX10330" fmla="*/ 10362474 w 12188965"/>
              <a:gd name="connsiteY10330" fmla="*/ 1195983 h 2053176"/>
              <a:gd name="connsiteX10331" fmla="*/ 10388135 w 12188965"/>
              <a:gd name="connsiteY10331" fmla="*/ 1221641 h 2053176"/>
              <a:gd name="connsiteX10332" fmla="*/ 10362474 w 12188965"/>
              <a:gd name="connsiteY10332" fmla="*/ 1247301 h 2053176"/>
              <a:gd name="connsiteX10333" fmla="*/ 10336816 w 12188965"/>
              <a:gd name="connsiteY10333" fmla="*/ 1221641 h 2053176"/>
              <a:gd name="connsiteX10334" fmla="*/ 10362474 w 12188965"/>
              <a:gd name="connsiteY10334" fmla="*/ 1195983 h 2053176"/>
              <a:gd name="connsiteX10335" fmla="*/ 10298270 w 12188965"/>
              <a:gd name="connsiteY10335" fmla="*/ 1195983 h 2053176"/>
              <a:gd name="connsiteX10336" fmla="*/ 10323928 w 12188965"/>
              <a:gd name="connsiteY10336" fmla="*/ 1221641 h 2053176"/>
              <a:gd name="connsiteX10337" fmla="*/ 10298270 w 12188965"/>
              <a:gd name="connsiteY10337" fmla="*/ 1247301 h 2053176"/>
              <a:gd name="connsiteX10338" fmla="*/ 10272611 w 12188965"/>
              <a:gd name="connsiteY10338" fmla="*/ 1221641 h 2053176"/>
              <a:gd name="connsiteX10339" fmla="*/ 10298270 w 12188965"/>
              <a:gd name="connsiteY10339" fmla="*/ 1195983 h 2053176"/>
              <a:gd name="connsiteX10340" fmla="*/ 10234065 w 12188965"/>
              <a:gd name="connsiteY10340" fmla="*/ 1195983 h 2053176"/>
              <a:gd name="connsiteX10341" fmla="*/ 10259723 w 12188965"/>
              <a:gd name="connsiteY10341" fmla="*/ 1221641 h 2053176"/>
              <a:gd name="connsiteX10342" fmla="*/ 10234065 w 12188965"/>
              <a:gd name="connsiteY10342" fmla="*/ 1247301 h 2053176"/>
              <a:gd name="connsiteX10343" fmla="*/ 10208404 w 12188965"/>
              <a:gd name="connsiteY10343" fmla="*/ 1221641 h 2053176"/>
              <a:gd name="connsiteX10344" fmla="*/ 10234065 w 12188965"/>
              <a:gd name="connsiteY10344" fmla="*/ 1195983 h 2053176"/>
              <a:gd name="connsiteX10345" fmla="*/ 10105654 w 12188965"/>
              <a:gd name="connsiteY10345" fmla="*/ 1195983 h 2053176"/>
              <a:gd name="connsiteX10346" fmla="*/ 10131312 w 12188965"/>
              <a:gd name="connsiteY10346" fmla="*/ 1221641 h 2053176"/>
              <a:gd name="connsiteX10347" fmla="*/ 10105654 w 12188965"/>
              <a:gd name="connsiteY10347" fmla="*/ 1247301 h 2053176"/>
              <a:gd name="connsiteX10348" fmla="*/ 10079996 w 12188965"/>
              <a:gd name="connsiteY10348" fmla="*/ 1221641 h 2053176"/>
              <a:gd name="connsiteX10349" fmla="*/ 10105654 w 12188965"/>
              <a:gd name="connsiteY10349" fmla="*/ 1195983 h 2053176"/>
              <a:gd name="connsiteX10350" fmla="*/ 9720307 w 12188965"/>
              <a:gd name="connsiteY10350" fmla="*/ 1195983 h 2053176"/>
              <a:gd name="connsiteX10351" fmla="*/ 9745965 w 12188965"/>
              <a:gd name="connsiteY10351" fmla="*/ 1221641 h 2053176"/>
              <a:gd name="connsiteX10352" fmla="*/ 9720307 w 12188965"/>
              <a:gd name="connsiteY10352" fmla="*/ 1247301 h 2053176"/>
              <a:gd name="connsiteX10353" fmla="*/ 9694646 w 12188965"/>
              <a:gd name="connsiteY10353" fmla="*/ 1221641 h 2053176"/>
              <a:gd name="connsiteX10354" fmla="*/ 9720307 w 12188965"/>
              <a:gd name="connsiteY10354" fmla="*/ 1195983 h 2053176"/>
              <a:gd name="connsiteX10355" fmla="*/ 9591896 w 12188965"/>
              <a:gd name="connsiteY10355" fmla="*/ 1195983 h 2053176"/>
              <a:gd name="connsiteX10356" fmla="*/ 9617554 w 12188965"/>
              <a:gd name="connsiteY10356" fmla="*/ 1221641 h 2053176"/>
              <a:gd name="connsiteX10357" fmla="*/ 9591896 w 12188965"/>
              <a:gd name="connsiteY10357" fmla="*/ 1247301 h 2053176"/>
              <a:gd name="connsiteX10358" fmla="*/ 9566238 w 12188965"/>
              <a:gd name="connsiteY10358" fmla="*/ 1221641 h 2053176"/>
              <a:gd name="connsiteX10359" fmla="*/ 9591896 w 12188965"/>
              <a:gd name="connsiteY10359" fmla="*/ 1195983 h 2053176"/>
              <a:gd name="connsiteX10360" fmla="*/ 9527689 w 12188965"/>
              <a:gd name="connsiteY10360" fmla="*/ 1195983 h 2053176"/>
              <a:gd name="connsiteX10361" fmla="*/ 9553350 w 12188965"/>
              <a:gd name="connsiteY10361" fmla="*/ 1221641 h 2053176"/>
              <a:gd name="connsiteX10362" fmla="*/ 9527689 w 12188965"/>
              <a:gd name="connsiteY10362" fmla="*/ 1247301 h 2053176"/>
              <a:gd name="connsiteX10363" fmla="*/ 9502031 w 12188965"/>
              <a:gd name="connsiteY10363" fmla="*/ 1221641 h 2053176"/>
              <a:gd name="connsiteX10364" fmla="*/ 9527689 w 12188965"/>
              <a:gd name="connsiteY10364" fmla="*/ 1195983 h 2053176"/>
              <a:gd name="connsiteX10365" fmla="*/ 9463485 w 12188965"/>
              <a:gd name="connsiteY10365" fmla="*/ 1195983 h 2053176"/>
              <a:gd name="connsiteX10366" fmla="*/ 9489143 w 12188965"/>
              <a:gd name="connsiteY10366" fmla="*/ 1221641 h 2053176"/>
              <a:gd name="connsiteX10367" fmla="*/ 9463485 w 12188965"/>
              <a:gd name="connsiteY10367" fmla="*/ 1247301 h 2053176"/>
              <a:gd name="connsiteX10368" fmla="*/ 9437826 w 12188965"/>
              <a:gd name="connsiteY10368" fmla="*/ 1221641 h 2053176"/>
              <a:gd name="connsiteX10369" fmla="*/ 9463485 w 12188965"/>
              <a:gd name="connsiteY10369" fmla="*/ 1195983 h 2053176"/>
              <a:gd name="connsiteX10370" fmla="*/ 9335073 w 12188965"/>
              <a:gd name="connsiteY10370" fmla="*/ 1195983 h 2053176"/>
              <a:gd name="connsiteX10371" fmla="*/ 9360734 w 12188965"/>
              <a:gd name="connsiteY10371" fmla="*/ 1221641 h 2053176"/>
              <a:gd name="connsiteX10372" fmla="*/ 9335073 w 12188965"/>
              <a:gd name="connsiteY10372" fmla="*/ 1247301 h 2053176"/>
              <a:gd name="connsiteX10373" fmla="*/ 9309415 w 12188965"/>
              <a:gd name="connsiteY10373" fmla="*/ 1221641 h 2053176"/>
              <a:gd name="connsiteX10374" fmla="*/ 9335073 w 12188965"/>
              <a:gd name="connsiteY10374" fmla="*/ 1195983 h 2053176"/>
              <a:gd name="connsiteX10375" fmla="*/ 9078253 w 12188965"/>
              <a:gd name="connsiteY10375" fmla="*/ 1195983 h 2053176"/>
              <a:gd name="connsiteX10376" fmla="*/ 9103911 w 12188965"/>
              <a:gd name="connsiteY10376" fmla="*/ 1221641 h 2053176"/>
              <a:gd name="connsiteX10377" fmla="*/ 9078253 w 12188965"/>
              <a:gd name="connsiteY10377" fmla="*/ 1247301 h 2053176"/>
              <a:gd name="connsiteX10378" fmla="*/ 9052595 w 12188965"/>
              <a:gd name="connsiteY10378" fmla="*/ 1221641 h 2053176"/>
              <a:gd name="connsiteX10379" fmla="*/ 9078253 w 12188965"/>
              <a:gd name="connsiteY10379" fmla="*/ 1195983 h 2053176"/>
              <a:gd name="connsiteX10380" fmla="*/ 9014049 w 12188965"/>
              <a:gd name="connsiteY10380" fmla="*/ 1195983 h 2053176"/>
              <a:gd name="connsiteX10381" fmla="*/ 9039707 w 12188965"/>
              <a:gd name="connsiteY10381" fmla="*/ 1221641 h 2053176"/>
              <a:gd name="connsiteX10382" fmla="*/ 9014049 w 12188965"/>
              <a:gd name="connsiteY10382" fmla="*/ 1247301 h 2053176"/>
              <a:gd name="connsiteX10383" fmla="*/ 8988388 w 12188965"/>
              <a:gd name="connsiteY10383" fmla="*/ 1221641 h 2053176"/>
              <a:gd name="connsiteX10384" fmla="*/ 9014049 w 12188965"/>
              <a:gd name="connsiteY10384" fmla="*/ 1195983 h 2053176"/>
              <a:gd name="connsiteX10385" fmla="*/ 8564495 w 12188965"/>
              <a:gd name="connsiteY10385" fmla="*/ 1195983 h 2053176"/>
              <a:gd name="connsiteX10386" fmla="*/ 8590153 w 12188965"/>
              <a:gd name="connsiteY10386" fmla="*/ 1221641 h 2053176"/>
              <a:gd name="connsiteX10387" fmla="*/ 8564495 w 12188965"/>
              <a:gd name="connsiteY10387" fmla="*/ 1247301 h 2053176"/>
              <a:gd name="connsiteX10388" fmla="*/ 8538837 w 12188965"/>
              <a:gd name="connsiteY10388" fmla="*/ 1221641 h 2053176"/>
              <a:gd name="connsiteX10389" fmla="*/ 8564495 w 12188965"/>
              <a:gd name="connsiteY10389" fmla="*/ 1195983 h 2053176"/>
              <a:gd name="connsiteX10390" fmla="*/ 8500288 w 12188965"/>
              <a:gd name="connsiteY10390" fmla="*/ 1195983 h 2053176"/>
              <a:gd name="connsiteX10391" fmla="*/ 8525949 w 12188965"/>
              <a:gd name="connsiteY10391" fmla="*/ 1221641 h 2053176"/>
              <a:gd name="connsiteX10392" fmla="*/ 8500288 w 12188965"/>
              <a:gd name="connsiteY10392" fmla="*/ 1247301 h 2053176"/>
              <a:gd name="connsiteX10393" fmla="*/ 8474630 w 12188965"/>
              <a:gd name="connsiteY10393" fmla="*/ 1221641 h 2053176"/>
              <a:gd name="connsiteX10394" fmla="*/ 8500288 w 12188965"/>
              <a:gd name="connsiteY10394" fmla="*/ 1195983 h 2053176"/>
              <a:gd name="connsiteX10395" fmla="*/ 8115057 w 12188965"/>
              <a:gd name="connsiteY10395" fmla="*/ 1195983 h 2053176"/>
              <a:gd name="connsiteX10396" fmla="*/ 8140717 w 12188965"/>
              <a:gd name="connsiteY10396" fmla="*/ 1221641 h 2053176"/>
              <a:gd name="connsiteX10397" fmla="*/ 8115057 w 12188965"/>
              <a:gd name="connsiteY10397" fmla="*/ 1247301 h 2053176"/>
              <a:gd name="connsiteX10398" fmla="*/ 8089398 w 12188965"/>
              <a:gd name="connsiteY10398" fmla="*/ 1221641 h 2053176"/>
              <a:gd name="connsiteX10399" fmla="*/ 8115057 w 12188965"/>
              <a:gd name="connsiteY10399" fmla="*/ 1195983 h 2053176"/>
              <a:gd name="connsiteX10400" fmla="*/ 8050852 w 12188965"/>
              <a:gd name="connsiteY10400" fmla="*/ 1195983 h 2053176"/>
              <a:gd name="connsiteX10401" fmla="*/ 8076510 w 12188965"/>
              <a:gd name="connsiteY10401" fmla="*/ 1221641 h 2053176"/>
              <a:gd name="connsiteX10402" fmla="*/ 8050852 w 12188965"/>
              <a:gd name="connsiteY10402" fmla="*/ 1247301 h 2053176"/>
              <a:gd name="connsiteX10403" fmla="*/ 8025194 w 12188965"/>
              <a:gd name="connsiteY10403" fmla="*/ 1221641 h 2053176"/>
              <a:gd name="connsiteX10404" fmla="*/ 8050852 w 12188965"/>
              <a:gd name="connsiteY10404" fmla="*/ 1195983 h 2053176"/>
              <a:gd name="connsiteX10405" fmla="*/ 7986648 w 12188965"/>
              <a:gd name="connsiteY10405" fmla="*/ 1195983 h 2053176"/>
              <a:gd name="connsiteX10406" fmla="*/ 8012306 w 12188965"/>
              <a:gd name="connsiteY10406" fmla="*/ 1221641 h 2053176"/>
              <a:gd name="connsiteX10407" fmla="*/ 7986648 w 12188965"/>
              <a:gd name="connsiteY10407" fmla="*/ 1247301 h 2053176"/>
              <a:gd name="connsiteX10408" fmla="*/ 7960990 w 12188965"/>
              <a:gd name="connsiteY10408" fmla="*/ 1221641 h 2053176"/>
              <a:gd name="connsiteX10409" fmla="*/ 7986648 w 12188965"/>
              <a:gd name="connsiteY10409" fmla="*/ 1195983 h 2053176"/>
              <a:gd name="connsiteX10410" fmla="*/ 7922444 w 12188965"/>
              <a:gd name="connsiteY10410" fmla="*/ 1195983 h 2053176"/>
              <a:gd name="connsiteX10411" fmla="*/ 7948102 w 12188965"/>
              <a:gd name="connsiteY10411" fmla="*/ 1221641 h 2053176"/>
              <a:gd name="connsiteX10412" fmla="*/ 7922444 w 12188965"/>
              <a:gd name="connsiteY10412" fmla="*/ 1247301 h 2053176"/>
              <a:gd name="connsiteX10413" fmla="*/ 7896783 w 12188965"/>
              <a:gd name="connsiteY10413" fmla="*/ 1221641 h 2053176"/>
              <a:gd name="connsiteX10414" fmla="*/ 7922444 w 12188965"/>
              <a:gd name="connsiteY10414" fmla="*/ 1195983 h 2053176"/>
              <a:gd name="connsiteX10415" fmla="*/ 7858237 w 12188965"/>
              <a:gd name="connsiteY10415" fmla="*/ 1195983 h 2053176"/>
              <a:gd name="connsiteX10416" fmla="*/ 7883895 w 12188965"/>
              <a:gd name="connsiteY10416" fmla="*/ 1221641 h 2053176"/>
              <a:gd name="connsiteX10417" fmla="*/ 7858237 w 12188965"/>
              <a:gd name="connsiteY10417" fmla="*/ 1247301 h 2053176"/>
              <a:gd name="connsiteX10418" fmla="*/ 7832578 w 12188965"/>
              <a:gd name="connsiteY10418" fmla="*/ 1221641 h 2053176"/>
              <a:gd name="connsiteX10419" fmla="*/ 7858237 w 12188965"/>
              <a:gd name="connsiteY10419" fmla="*/ 1195983 h 2053176"/>
              <a:gd name="connsiteX10420" fmla="*/ 7794032 w 12188965"/>
              <a:gd name="connsiteY10420" fmla="*/ 1195983 h 2053176"/>
              <a:gd name="connsiteX10421" fmla="*/ 7819690 w 12188965"/>
              <a:gd name="connsiteY10421" fmla="*/ 1221641 h 2053176"/>
              <a:gd name="connsiteX10422" fmla="*/ 7794032 w 12188965"/>
              <a:gd name="connsiteY10422" fmla="*/ 1247301 h 2053176"/>
              <a:gd name="connsiteX10423" fmla="*/ 7768371 w 12188965"/>
              <a:gd name="connsiteY10423" fmla="*/ 1221641 h 2053176"/>
              <a:gd name="connsiteX10424" fmla="*/ 7794032 w 12188965"/>
              <a:gd name="connsiteY10424" fmla="*/ 1195983 h 2053176"/>
              <a:gd name="connsiteX10425" fmla="*/ 7729825 w 12188965"/>
              <a:gd name="connsiteY10425" fmla="*/ 1195983 h 2053176"/>
              <a:gd name="connsiteX10426" fmla="*/ 7755486 w 12188965"/>
              <a:gd name="connsiteY10426" fmla="*/ 1221641 h 2053176"/>
              <a:gd name="connsiteX10427" fmla="*/ 7729825 w 12188965"/>
              <a:gd name="connsiteY10427" fmla="*/ 1247301 h 2053176"/>
              <a:gd name="connsiteX10428" fmla="*/ 7704167 w 12188965"/>
              <a:gd name="connsiteY10428" fmla="*/ 1221641 h 2053176"/>
              <a:gd name="connsiteX10429" fmla="*/ 7729825 w 12188965"/>
              <a:gd name="connsiteY10429" fmla="*/ 1195983 h 2053176"/>
              <a:gd name="connsiteX10430" fmla="*/ 7665621 w 12188965"/>
              <a:gd name="connsiteY10430" fmla="*/ 1195983 h 2053176"/>
              <a:gd name="connsiteX10431" fmla="*/ 7691279 w 12188965"/>
              <a:gd name="connsiteY10431" fmla="*/ 1221641 h 2053176"/>
              <a:gd name="connsiteX10432" fmla="*/ 7665621 w 12188965"/>
              <a:gd name="connsiteY10432" fmla="*/ 1247301 h 2053176"/>
              <a:gd name="connsiteX10433" fmla="*/ 7639963 w 12188965"/>
              <a:gd name="connsiteY10433" fmla="*/ 1221641 h 2053176"/>
              <a:gd name="connsiteX10434" fmla="*/ 7665621 w 12188965"/>
              <a:gd name="connsiteY10434" fmla="*/ 1195983 h 2053176"/>
              <a:gd name="connsiteX10435" fmla="*/ 7601299 w 12188965"/>
              <a:gd name="connsiteY10435" fmla="*/ 1195983 h 2053176"/>
              <a:gd name="connsiteX10436" fmla="*/ 7626959 w 12188965"/>
              <a:gd name="connsiteY10436" fmla="*/ 1221641 h 2053176"/>
              <a:gd name="connsiteX10437" fmla="*/ 7601299 w 12188965"/>
              <a:gd name="connsiteY10437" fmla="*/ 1247301 h 2053176"/>
              <a:gd name="connsiteX10438" fmla="*/ 7575640 w 12188965"/>
              <a:gd name="connsiteY10438" fmla="*/ 1221641 h 2053176"/>
              <a:gd name="connsiteX10439" fmla="*/ 7601299 w 12188965"/>
              <a:gd name="connsiteY10439" fmla="*/ 1195983 h 2053176"/>
              <a:gd name="connsiteX10440" fmla="*/ 7537094 w 12188965"/>
              <a:gd name="connsiteY10440" fmla="*/ 1195983 h 2053176"/>
              <a:gd name="connsiteX10441" fmla="*/ 7562752 w 12188965"/>
              <a:gd name="connsiteY10441" fmla="*/ 1221641 h 2053176"/>
              <a:gd name="connsiteX10442" fmla="*/ 7537094 w 12188965"/>
              <a:gd name="connsiteY10442" fmla="*/ 1247301 h 2053176"/>
              <a:gd name="connsiteX10443" fmla="*/ 7511436 w 12188965"/>
              <a:gd name="connsiteY10443" fmla="*/ 1221641 h 2053176"/>
              <a:gd name="connsiteX10444" fmla="*/ 7537094 w 12188965"/>
              <a:gd name="connsiteY10444" fmla="*/ 1195983 h 2053176"/>
              <a:gd name="connsiteX10445" fmla="*/ 7472890 w 12188965"/>
              <a:gd name="connsiteY10445" fmla="*/ 1195983 h 2053176"/>
              <a:gd name="connsiteX10446" fmla="*/ 7498548 w 12188965"/>
              <a:gd name="connsiteY10446" fmla="*/ 1221641 h 2053176"/>
              <a:gd name="connsiteX10447" fmla="*/ 7472890 w 12188965"/>
              <a:gd name="connsiteY10447" fmla="*/ 1247301 h 2053176"/>
              <a:gd name="connsiteX10448" fmla="*/ 7447229 w 12188965"/>
              <a:gd name="connsiteY10448" fmla="*/ 1221641 h 2053176"/>
              <a:gd name="connsiteX10449" fmla="*/ 7472890 w 12188965"/>
              <a:gd name="connsiteY10449" fmla="*/ 1195983 h 2053176"/>
              <a:gd name="connsiteX10450" fmla="*/ 7216067 w 12188965"/>
              <a:gd name="connsiteY10450" fmla="*/ 1195983 h 2053176"/>
              <a:gd name="connsiteX10451" fmla="*/ 7241725 w 12188965"/>
              <a:gd name="connsiteY10451" fmla="*/ 1221641 h 2053176"/>
              <a:gd name="connsiteX10452" fmla="*/ 7216067 w 12188965"/>
              <a:gd name="connsiteY10452" fmla="*/ 1247301 h 2053176"/>
              <a:gd name="connsiteX10453" fmla="*/ 7190409 w 12188965"/>
              <a:gd name="connsiteY10453" fmla="*/ 1221641 h 2053176"/>
              <a:gd name="connsiteX10454" fmla="*/ 7216067 w 12188965"/>
              <a:gd name="connsiteY10454" fmla="*/ 1195983 h 2053176"/>
              <a:gd name="connsiteX10455" fmla="*/ 7151863 w 12188965"/>
              <a:gd name="connsiteY10455" fmla="*/ 1195983 h 2053176"/>
              <a:gd name="connsiteX10456" fmla="*/ 7177521 w 12188965"/>
              <a:gd name="connsiteY10456" fmla="*/ 1221641 h 2053176"/>
              <a:gd name="connsiteX10457" fmla="*/ 7151863 w 12188965"/>
              <a:gd name="connsiteY10457" fmla="*/ 1247301 h 2053176"/>
              <a:gd name="connsiteX10458" fmla="*/ 7126205 w 12188965"/>
              <a:gd name="connsiteY10458" fmla="*/ 1221641 h 2053176"/>
              <a:gd name="connsiteX10459" fmla="*/ 7151863 w 12188965"/>
              <a:gd name="connsiteY10459" fmla="*/ 1195983 h 2053176"/>
              <a:gd name="connsiteX10460" fmla="*/ 7087658 w 12188965"/>
              <a:gd name="connsiteY10460" fmla="*/ 1195983 h 2053176"/>
              <a:gd name="connsiteX10461" fmla="*/ 7113317 w 12188965"/>
              <a:gd name="connsiteY10461" fmla="*/ 1221641 h 2053176"/>
              <a:gd name="connsiteX10462" fmla="*/ 7087658 w 12188965"/>
              <a:gd name="connsiteY10462" fmla="*/ 1247301 h 2053176"/>
              <a:gd name="connsiteX10463" fmla="*/ 7061998 w 12188965"/>
              <a:gd name="connsiteY10463" fmla="*/ 1221641 h 2053176"/>
              <a:gd name="connsiteX10464" fmla="*/ 7087658 w 12188965"/>
              <a:gd name="connsiteY10464" fmla="*/ 1195983 h 2053176"/>
              <a:gd name="connsiteX10465" fmla="*/ 6895043 w 12188965"/>
              <a:gd name="connsiteY10465" fmla="*/ 1195983 h 2053176"/>
              <a:gd name="connsiteX10466" fmla="*/ 6920701 w 12188965"/>
              <a:gd name="connsiteY10466" fmla="*/ 1221641 h 2053176"/>
              <a:gd name="connsiteX10467" fmla="*/ 6895043 w 12188965"/>
              <a:gd name="connsiteY10467" fmla="*/ 1247301 h 2053176"/>
              <a:gd name="connsiteX10468" fmla="*/ 6869382 w 12188965"/>
              <a:gd name="connsiteY10468" fmla="*/ 1221641 h 2053176"/>
              <a:gd name="connsiteX10469" fmla="*/ 6895043 w 12188965"/>
              <a:gd name="connsiteY10469" fmla="*/ 1195983 h 2053176"/>
              <a:gd name="connsiteX10470" fmla="*/ 6638220 w 12188965"/>
              <a:gd name="connsiteY10470" fmla="*/ 1195983 h 2053176"/>
              <a:gd name="connsiteX10471" fmla="*/ 6663881 w 12188965"/>
              <a:gd name="connsiteY10471" fmla="*/ 1221641 h 2053176"/>
              <a:gd name="connsiteX10472" fmla="*/ 6638220 w 12188965"/>
              <a:gd name="connsiteY10472" fmla="*/ 1247301 h 2053176"/>
              <a:gd name="connsiteX10473" fmla="*/ 6612562 w 12188965"/>
              <a:gd name="connsiteY10473" fmla="*/ 1221641 h 2053176"/>
              <a:gd name="connsiteX10474" fmla="*/ 6638220 w 12188965"/>
              <a:gd name="connsiteY10474" fmla="*/ 1195983 h 2053176"/>
              <a:gd name="connsiteX10475" fmla="*/ 6317078 w 12188965"/>
              <a:gd name="connsiteY10475" fmla="*/ 1195983 h 2053176"/>
              <a:gd name="connsiteX10476" fmla="*/ 6342736 w 12188965"/>
              <a:gd name="connsiteY10476" fmla="*/ 1221641 h 2053176"/>
              <a:gd name="connsiteX10477" fmla="*/ 6317078 w 12188965"/>
              <a:gd name="connsiteY10477" fmla="*/ 1247301 h 2053176"/>
              <a:gd name="connsiteX10478" fmla="*/ 6291420 w 12188965"/>
              <a:gd name="connsiteY10478" fmla="*/ 1221641 h 2053176"/>
              <a:gd name="connsiteX10479" fmla="*/ 6317078 w 12188965"/>
              <a:gd name="connsiteY10479" fmla="*/ 1195983 h 2053176"/>
              <a:gd name="connsiteX10480" fmla="*/ 6252873 w 12188965"/>
              <a:gd name="connsiteY10480" fmla="*/ 1195983 h 2053176"/>
              <a:gd name="connsiteX10481" fmla="*/ 6278532 w 12188965"/>
              <a:gd name="connsiteY10481" fmla="*/ 1221641 h 2053176"/>
              <a:gd name="connsiteX10482" fmla="*/ 6252873 w 12188965"/>
              <a:gd name="connsiteY10482" fmla="*/ 1247301 h 2053176"/>
              <a:gd name="connsiteX10483" fmla="*/ 6227213 w 12188965"/>
              <a:gd name="connsiteY10483" fmla="*/ 1221641 h 2053176"/>
              <a:gd name="connsiteX10484" fmla="*/ 6252873 w 12188965"/>
              <a:gd name="connsiteY10484" fmla="*/ 1195983 h 2053176"/>
              <a:gd name="connsiteX10485" fmla="*/ 6124462 w 12188965"/>
              <a:gd name="connsiteY10485" fmla="*/ 1195983 h 2053176"/>
              <a:gd name="connsiteX10486" fmla="*/ 6150123 w 12188965"/>
              <a:gd name="connsiteY10486" fmla="*/ 1221641 h 2053176"/>
              <a:gd name="connsiteX10487" fmla="*/ 6124462 w 12188965"/>
              <a:gd name="connsiteY10487" fmla="*/ 1247301 h 2053176"/>
              <a:gd name="connsiteX10488" fmla="*/ 6098804 w 12188965"/>
              <a:gd name="connsiteY10488" fmla="*/ 1221641 h 2053176"/>
              <a:gd name="connsiteX10489" fmla="*/ 6124462 w 12188965"/>
              <a:gd name="connsiteY10489" fmla="*/ 1195983 h 2053176"/>
              <a:gd name="connsiteX10490" fmla="*/ 6064505 w 12188965"/>
              <a:gd name="connsiteY10490" fmla="*/ 1195983 h 2053176"/>
              <a:gd name="connsiteX10491" fmla="*/ 6090163 w 12188965"/>
              <a:gd name="connsiteY10491" fmla="*/ 1221641 h 2053176"/>
              <a:gd name="connsiteX10492" fmla="*/ 6064505 w 12188965"/>
              <a:gd name="connsiteY10492" fmla="*/ 1247301 h 2053176"/>
              <a:gd name="connsiteX10493" fmla="*/ 6038844 w 12188965"/>
              <a:gd name="connsiteY10493" fmla="*/ 1221641 h 2053176"/>
              <a:gd name="connsiteX10494" fmla="*/ 6064505 w 12188965"/>
              <a:gd name="connsiteY10494" fmla="*/ 1195983 h 2053176"/>
              <a:gd name="connsiteX10495" fmla="*/ 5743477 w 12188965"/>
              <a:gd name="connsiteY10495" fmla="*/ 1195983 h 2053176"/>
              <a:gd name="connsiteX10496" fmla="*/ 5769136 w 12188965"/>
              <a:gd name="connsiteY10496" fmla="*/ 1221641 h 2053176"/>
              <a:gd name="connsiteX10497" fmla="*/ 5743477 w 12188965"/>
              <a:gd name="connsiteY10497" fmla="*/ 1247301 h 2053176"/>
              <a:gd name="connsiteX10498" fmla="*/ 5717818 w 12188965"/>
              <a:gd name="connsiteY10498" fmla="*/ 1221641 h 2053176"/>
              <a:gd name="connsiteX10499" fmla="*/ 5743477 w 12188965"/>
              <a:gd name="connsiteY10499" fmla="*/ 1195983 h 2053176"/>
              <a:gd name="connsiteX10500" fmla="*/ 5615066 w 12188965"/>
              <a:gd name="connsiteY10500" fmla="*/ 1195983 h 2053176"/>
              <a:gd name="connsiteX10501" fmla="*/ 5640726 w 12188965"/>
              <a:gd name="connsiteY10501" fmla="*/ 1221641 h 2053176"/>
              <a:gd name="connsiteX10502" fmla="*/ 5615066 w 12188965"/>
              <a:gd name="connsiteY10502" fmla="*/ 1247301 h 2053176"/>
              <a:gd name="connsiteX10503" fmla="*/ 5589407 w 12188965"/>
              <a:gd name="connsiteY10503" fmla="*/ 1221641 h 2053176"/>
              <a:gd name="connsiteX10504" fmla="*/ 5615066 w 12188965"/>
              <a:gd name="connsiteY10504" fmla="*/ 1195983 h 2053176"/>
              <a:gd name="connsiteX10505" fmla="*/ 5486655 w 12188965"/>
              <a:gd name="connsiteY10505" fmla="*/ 1195983 h 2053176"/>
              <a:gd name="connsiteX10506" fmla="*/ 5512316 w 12188965"/>
              <a:gd name="connsiteY10506" fmla="*/ 1221641 h 2053176"/>
              <a:gd name="connsiteX10507" fmla="*/ 5486655 w 12188965"/>
              <a:gd name="connsiteY10507" fmla="*/ 1247301 h 2053176"/>
              <a:gd name="connsiteX10508" fmla="*/ 5460997 w 12188965"/>
              <a:gd name="connsiteY10508" fmla="*/ 1221641 h 2053176"/>
              <a:gd name="connsiteX10509" fmla="*/ 5486655 w 12188965"/>
              <a:gd name="connsiteY10509" fmla="*/ 1195983 h 2053176"/>
              <a:gd name="connsiteX10510" fmla="*/ 5422451 w 12188965"/>
              <a:gd name="connsiteY10510" fmla="*/ 1195983 h 2053176"/>
              <a:gd name="connsiteX10511" fmla="*/ 5448109 w 12188965"/>
              <a:gd name="connsiteY10511" fmla="*/ 1221641 h 2053176"/>
              <a:gd name="connsiteX10512" fmla="*/ 5422451 w 12188965"/>
              <a:gd name="connsiteY10512" fmla="*/ 1247301 h 2053176"/>
              <a:gd name="connsiteX10513" fmla="*/ 5396791 w 12188965"/>
              <a:gd name="connsiteY10513" fmla="*/ 1221641 h 2053176"/>
              <a:gd name="connsiteX10514" fmla="*/ 5422451 w 12188965"/>
              <a:gd name="connsiteY10514" fmla="*/ 1195983 h 2053176"/>
              <a:gd name="connsiteX10515" fmla="*/ 5229719 w 12188965"/>
              <a:gd name="connsiteY10515" fmla="*/ 1195983 h 2053176"/>
              <a:gd name="connsiteX10516" fmla="*/ 5255377 w 12188965"/>
              <a:gd name="connsiteY10516" fmla="*/ 1221641 h 2053176"/>
              <a:gd name="connsiteX10517" fmla="*/ 5229719 w 12188965"/>
              <a:gd name="connsiteY10517" fmla="*/ 1247301 h 2053176"/>
              <a:gd name="connsiteX10518" fmla="*/ 5204058 w 12188965"/>
              <a:gd name="connsiteY10518" fmla="*/ 1221641 h 2053176"/>
              <a:gd name="connsiteX10519" fmla="*/ 5229719 w 12188965"/>
              <a:gd name="connsiteY10519" fmla="*/ 1195983 h 2053176"/>
              <a:gd name="connsiteX10520" fmla="*/ 4972896 w 12188965"/>
              <a:gd name="connsiteY10520" fmla="*/ 1195983 h 2053176"/>
              <a:gd name="connsiteX10521" fmla="*/ 4998557 w 12188965"/>
              <a:gd name="connsiteY10521" fmla="*/ 1221641 h 2053176"/>
              <a:gd name="connsiteX10522" fmla="*/ 4972896 w 12188965"/>
              <a:gd name="connsiteY10522" fmla="*/ 1247301 h 2053176"/>
              <a:gd name="connsiteX10523" fmla="*/ 4947240 w 12188965"/>
              <a:gd name="connsiteY10523" fmla="*/ 1221641 h 2053176"/>
              <a:gd name="connsiteX10524" fmla="*/ 4972896 w 12188965"/>
              <a:gd name="connsiteY10524" fmla="*/ 1195983 h 2053176"/>
              <a:gd name="connsiteX10525" fmla="*/ 4908693 w 12188965"/>
              <a:gd name="connsiteY10525" fmla="*/ 1195983 h 2053176"/>
              <a:gd name="connsiteX10526" fmla="*/ 4934352 w 12188965"/>
              <a:gd name="connsiteY10526" fmla="*/ 1221641 h 2053176"/>
              <a:gd name="connsiteX10527" fmla="*/ 4908693 w 12188965"/>
              <a:gd name="connsiteY10527" fmla="*/ 1247301 h 2053176"/>
              <a:gd name="connsiteX10528" fmla="*/ 4883033 w 12188965"/>
              <a:gd name="connsiteY10528" fmla="*/ 1221641 h 2053176"/>
              <a:gd name="connsiteX10529" fmla="*/ 4908693 w 12188965"/>
              <a:gd name="connsiteY10529" fmla="*/ 1195983 h 2053176"/>
              <a:gd name="connsiteX10530" fmla="*/ 4844487 w 12188965"/>
              <a:gd name="connsiteY10530" fmla="*/ 1195983 h 2053176"/>
              <a:gd name="connsiteX10531" fmla="*/ 4870146 w 12188965"/>
              <a:gd name="connsiteY10531" fmla="*/ 1221641 h 2053176"/>
              <a:gd name="connsiteX10532" fmla="*/ 4844487 w 12188965"/>
              <a:gd name="connsiteY10532" fmla="*/ 1247301 h 2053176"/>
              <a:gd name="connsiteX10533" fmla="*/ 4818828 w 12188965"/>
              <a:gd name="connsiteY10533" fmla="*/ 1221641 h 2053176"/>
              <a:gd name="connsiteX10534" fmla="*/ 4844487 w 12188965"/>
              <a:gd name="connsiteY10534" fmla="*/ 1195983 h 2053176"/>
              <a:gd name="connsiteX10535" fmla="*/ 4651872 w 12188965"/>
              <a:gd name="connsiteY10535" fmla="*/ 1195983 h 2053176"/>
              <a:gd name="connsiteX10536" fmla="*/ 4677531 w 12188965"/>
              <a:gd name="connsiteY10536" fmla="*/ 1221641 h 2053176"/>
              <a:gd name="connsiteX10537" fmla="*/ 4651872 w 12188965"/>
              <a:gd name="connsiteY10537" fmla="*/ 1247301 h 2053176"/>
              <a:gd name="connsiteX10538" fmla="*/ 4626213 w 12188965"/>
              <a:gd name="connsiteY10538" fmla="*/ 1221641 h 2053176"/>
              <a:gd name="connsiteX10539" fmla="*/ 4651872 w 12188965"/>
              <a:gd name="connsiteY10539" fmla="*/ 1195983 h 2053176"/>
              <a:gd name="connsiteX10540" fmla="*/ 4587666 w 12188965"/>
              <a:gd name="connsiteY10540" fmla="*/ 1195983 h 2053176"/>
              <a:gd name="connsiteX10541" fmla="*/ 4613324 w 12188965"/>
              <a:gd name="connsiteY10541" fmla="*/ 1221641 h 2053176"/>
              <a:gd name="connsiteX10542" fmla="*/ 4587666 w 12188965"/>
              <a:gd name="connsiteY10542" fmla="*/ 1247301 h 2053176"/>
              <a:gd name="connsiteX10543" fmla="*/ 4562007 w 12188965"/>
              <a:gd name="connsiteY10543" fmla="*/ 1221641 h 2053176"/>
              <a:gd name="connsiteX10544" fmla="*/ 4587666 w 12188965"/>
              <a:gd name="connsiteY10544" fmla="*/ 1195983 h 2053176"/>
              <a:gd name="connsiteX10545" fmla="*/ 4523461 w 12188965"/>
              <a:gd name="connsiteY10545" fmla="*/ 1195983 h 2053176"/>
              <a:gd name="connsiteX10546" fmla="*/ 4549121 w 12188965"/>
              <a:gd name="connsiteY10546" fmla="*/ 1221641 h 2053176"/>
              <a:gd name="connsiteX10547" fmla="*/ 4523461 w 12188965"/>
              <a:gd name="connsiteY10547" fmla="*/ 1247301 h 2053176"/>
              <a:gd name="connsiteX10548" fmla="*/ 4497802 w 12188965"/>
              <a:gd name="connsiteY10548" fmla="*/ 1221641 h 2053176"/>
              <a:gd name="connsiteX10549" fmla="*/ 4523461 w 12188965"/>
              <a:gd name="connsiteY10549" fmla="*/ 1195983 h 2053176"/>
              <a:gd name="connsiteX10550" fmla="*/ 4395050 w 12188965"/>
              <a:gd name="connsiteY10550" fmla="*/ 1195983 h 2053176"/>
              <a:gd name="connsiteX10551" fmla="*/ 4420710 w 12188965"/>
              <a:gd name="connsiteY10551" fmla="*/ 1221641 h 2053176"/>
              <a:gd name="connsiteX10552" fmla="*/ 4395050 w 12188965"/>
              <a:gd name="connsiteY10552" fmla="*/ 1247301 h 2053176"/>
              <a:gd name="connsiteX10553" fmla="*/ 4369391 w 12188965"/>
              <a:gd name="connsiteY10553" fmla="*/ 1221641 h 2053176"/>
              <a:gd name="connsiteX10554" fmla="*/ 4395050 w 12188965"/>
              <a:gd name="connsiteY10554" fmla="*/ 1195983 h 2053176"/>
              <a:gd name="connsiteX10555" fmla="*/ 4009702 w 12188965"/>
              <a:gd name="connsiteY10555" fmla="*/ 1195983 h 2053176"/>
              <a:gd name="connsiteX10556" fmla="*/ 4035362 w 12188965"/>
              <a:gd name="connsiteY10556" fmla="*/ 1221641 h 2053176"/>
              <a:gd name="connsiteX10557" fmla="*/ 4009702 w 12188965"/>
              <a:gd name="connsiteY10557" fmla="*/ 1247301 h 2053176"/>
              <a:gd name="connsiteX10558" fmla="*/ 3984043 w 12188965"/>
              <a:gd name="connsiteY10558" fmla="*/ 1221641 h 2053176"/>
              <a:gd name="connsiteX10559" fmla="*/ 4009702 w 12188965"/>
              <a:gd name="connsiteY10559" fmla="*/ 1195983 h 2053176"/>
              <a:gd name="connsiteX10560" fmla="*/ 3881291 w 12188965"/>
              <a:gd name="connsiteY10560" fmla="*/ 1195983 h 2053176"/>
              <a:gd name="connsiteX10561" fmla="*/ 3906950 w 12188965"/>
              <a:gd name="connsiteY10561" fmla="*/ 1221641 h 2053176"/>
              <a:gd name="connsiteX10562" fmla="*/ 3881291 w 12188965"/>
              <a:gd name="connsiteY10562" fmla="*/ 1247301 h 2053176"/>
              <a:gd name="connsiteX10563" fmla="*/ 3855633 w 12188965"/>
              <a:gd name="connsiteY10563" fmla="*/ 1221641 h 2053176"/>
              <a:gd name="connsiteX10564" fmla="*/ 3881291 w 12188965"/>
              <a:gd name="connsiteY10564" fmla="*/ 1195983 h 2053176"/>
              <a:gd name="connsiteX10565" fmla="*/ 3817085 w 12188965"/>
              <a:gd name="connsiteY10565" fmla="*/ 1195983 h 2053176"/>
              <a:gd name="connsiteX10566" fmla="*/ 3842745 w 12188965"/>
              <a:gd name="connsiteY10566" fmla="*/ 1221641 h 2053176"/>
              <a:gd name="connsiteX10567" fmla="*/ 3817085 w 12188965"/>
              <a:gd name="connsiteY10567" fmla="*/ 1247301 h 2053176"/>
              <a:gd name="connsiteX10568" fmla="*/ 3791427 w 12188965"/>
              <a:gd name="connsiteY10568" fmla="*/ 1221641 h 2053176"/>
              <a:gd name="connsiteX10569" fmla="*/ 3817085 w 12188965"/>
              <a:gd name="connsiteY10569" fmla="*/ 1195983 h 2053176"/>
              <a:gd name="connsiteX10570" fmla="*/ 3752882 w 12188965"/>
              <a:gd name="connsiteY10570" fmla="*/ 1195983 h 2053176"/>
              <a:gd name="connsiteX10571" fmla="*/ 3778539 w 12188965"/>
              <a:gd name="connsiteY10571" fmla="*/ 1221641 h 2053176"/>
              <a:gd name="connsiteX10572" fmla="*/ 3752882 w 12188965"/>
              <a:gd name="connsiteY10572" fmla="*/ 1247301 h 2053176"/>
              <a:gd name="connsiteX10573" fmla="*/ 3727221 w 12188965"/>
              <a:gd name="connsiteY10573" fmla="*/ 1221641 h 2053176"/>
              <a:gd name="connsiteX10574" fmla="*/ 3752882 w 12188965"/>
              <a:gd name="connsiteY10574" fmla="*/ 1195983 h 2053176"/>
              <a:gd name="connsiteX10575" fmla="*/ 3624472 w 12188965"/>
              <a:gd name="connsiteY10575" fmla="*/ 1195983 h 2053176"/>
              <a:gd name="connsiteX10576" fmla="*/ 3650129 w 12188965"/>
              <a:gd name="connsiteY10576" fmla="*/ 1221641 h 2053176"/>
              <a:gd name="connsiteX10577" fmla="*/ 3624472 w 12188965"/>
              <a:gd name="connsiteY10577" fmla="*/ 1247301 h 2053176"/>
              <a:gd name="connsiteX10578" fmla="*/ 3598810 w 12188965"/>
              <a:gd name="connsiteY10578" fmla="*/ 1221641 h 2053176"/>
              <a:gd name="connsiteX10579" fmla="*/ 3624472 w 12188965"/>
              <a:gd name="connsiteY10579" fmla="*/ 1195983 h 2053176"/>
              <a:gd name="connsiteX10580" fmla="*/ 3367649 w 12188965"/>
              <a:gd name="connsiteY10580" fmla="*/ 1195983 h 2053176"/>
              <a:gd name="connsiteX10581" fmla="*/ 3393308 w 12188965"/>
              <a:gd name="connsiteY10581" fmla="*/ 1221641 h 2053176"/>
              <a:gd name="connsiteX10582" fmla="*/ 3367649 w 12188965"/>
              <a:gd name="connsiteY10582" fmla="*/ 1247301 h 2053176"/>
              <a:gd name="connsiteX10583" fmla="*/ 3341990 w 12188965"/>
              <a:gd name="connsiteY10583" fmla="*/ 1221641 h 2053176"/>
              <a:gd name="connsiteX10584" fmla="*/ 3367649 w 12188965"/>
              <a:gd name="connsiteY10584" fmla="*/ 1195983 h 2053176"/>
              <a:gd name="connsiteX10585" fmla="*/ 3303444 w 12188965"/>
              <a:gd name="connsiteY10585" fmla="*/ 1195983 h 2053176"/>
              <a:gd name="connsiteX10586" fmla="*/ 3329102 w 12188965"/>
              <a:gd name="connsiteY10586" fmla="*/ 1221641 h 2053176"/>
              <a:gd name="connsiteX10587" fmla="*/ 3303444 w 12188965"/>
              <a:gd name="connsiteY10587" fmla="*/ 1247301 h 2053176"/>
              <a:gd name="connsiteX10588" fmla="*/ 3277785 w 12188965"/>
              <a:gd name="connsiteY10588" fmla="*/ 1221641 h 2053176"/>
              <a:gd name="connsiteX10589" fmla="*/ 3303444 w 12188965"/>
              <a:gd name="connsiteY10589" fmla="*/ 1195983 h 2053176"/>
              <a:gd name="connsiteX10590" fmla="*/ 2853890 w 12188965"/>
              <a:gd name="connsiteY10590" fmla="*/ 1195983 h 2053176"/>
              <a:gd name="connsiteX10591" fmla="*/ 2879550 w 12188965"/>
              <a:gd name="connsiteY10591" fmla="*/ 1221641 h 2053176"/>
              <a:gd name="connsiteX10592" fmla="*/ 2853890 w 12188965"/>
              <a:gd name="connsiteY10592" fmla="*/ 1247301 h 2053176"/>
              <a:gd name="connsiteX10593" fmla="*/ 2828231 w 12188965"/>
              <a:gd name="connsiteY10593" fmla="*/ 1221641 h 2053176"/>
              <a:gd name="connsiteX10594" fmla="*/ 2853890 w 12188965"/>
              <a:gd name="connsiteY10594" fmla="*/ 1195983 h 2053176"/>
              <a:gd name="connsiteX10595" fmla="*/ 2789686 w 12188965"/>
              <a:gd name="connsiteY10595" fmla="*/ 1195983 h 2053176"/>
              <a:gd name="connsiteX10596" fmla="*/ 2815344 w 12188965"/>
              <a:gd name="connsiteY10596" fmla="*/ 1221641 h 2053176"/>
              <a:gd name="connsiteX10597" fmla="*/ 2789686 w 12188965"/>
              <a:gd name="connsiteY10597" fmla="*/ 1247301 h 2053176"/>
              <a:gd name="connsiteX10598" fmla="*/ 2764027 w 12188965"/>
              <a:gd name="connsiteY10598" fmla="*/ 1221641 h 2053176"/>
              <a:gd name="connsiteX10599" fmla="*/ 2789686 w 12188965"/>
              <a:gd name="connsiteY10599" fmla="*/ 1195983 h 2053176"/>
              <a:gd name="connsiteX10600" fmla="*/ 2404454 w 12188965"/>
              <a:gd name="connsiteY10600" fmla="*/ 1195983 h 2053176"/>
              <a:gd name="connsiteX10601" fmla="*/ 2430112 w 12188965"/>
              <a:gd name="connsiteY10601" fmla="*/ 1221641 h 2053176"/>
              <a:gd name="connsiteX10602" fmla="*/ 2404454 w 12188965"/>
              <a:gd name="connsiteY10602" fmla="*/ 1247301 h 2053176"/>
              <a:gd name="connsiteX10603" fmla="*/ 2378795 w 12188965"/>
              <a:gd name="connsiteY10603" fmla="*/ 1221641 h 2053176"/>
              <a:gd name="connsiteX10604" fmla="*/ 2404454 w 12188965"/>
              <a:gd name="connsiteY10604" fmla="*/ 1195983 h 2053176"/>
              <a:gd name="connsiteX10605" fmla="*/ 2340249 w 12188965"/>
              <a:gd name="connsiteY10605" fmla="*/ 1195983 h 2053176"/>
              <a:gd name="connsiteX10606" fmla="*/ 2365908 w 12188965"/>
              <a:gd name="connsiteY10606" fmla="*/ 1221641 h 2053176"/>
              <a:gd name="connsiteX10607" fmla="*/ 2340249 w 12188965"/>
              <a:gd name="connsiteY10607" fmla="*/ 1247301 h 2053176"/>
              <a:gd name="connsiteX10608" fmla="*/ 2314590 w 12188965"/>
              <a:gd name="connsiteY10608" fmla="*/ 1221641 h 2053176"/>
              <a:gd name="connsiteX10609" fmla="*/ 2340249 w 12188965"/>
              <a:gd name="connsiteY10609" fmla="*/ 1195983 h 2053176"/>
              <a:gd name="connsiteX10610" fmla="*/ 2276044 w 12188965"/>
              <a:gd name="connsiteY10610" fmla="*/ 1195983 h 2053176"/>
              <a:gd name="connsiteX10611" fmla="*/ 2301702 w 12188965"/>
              <a:gd name="connsiteY10611" fmla="*/ 1221641 h 2053176"/>
              <a:gd name="connsiteX10612" fmla="*/ 2276044 w 12188965"/>
              <a:gd name="connsiteY10612" fmla="*/ 1247301 h 2053176"/>
              <a:gd name="connsiteX10613" fmla="*/ 2250385 w 12188965"/>
              <a:gd name="connsiteY10613" fmla="*/ 1221641 h 2053176"/>
              <a:gd name="connsiteX10614" fmla="*/ 2276044 w 12188965"/>
              <a:gd name="connsiteY10614" fmla="*/ 1195983 h 2053176"/>
              <a:gd name="connsiteX10615" fmla="*/ 2211838 w 12188965"/>
              <a:gd name="connsiteY10615" fmla="*/ 1195983 h 2053176"/>
              <a:gd name="connsiteX10616" fmla="*/ 2237497 w 12188965"/>
              <a:gd name="connsiteY10616" fmla="*/ 1221641 h 2053176"/>
              <a:gd name="connsiteX10617" fmla="*/ 2211838 w 12188965"/>
              <a:gd name="connsiteY10617" fmla="*/ 1247301 h 2053176"/>
              <a:gd name="connsiteX10618" fmla="*/ 2186178 w 12188965"/>
              <a:gd name="connsiteY10618" fmla="*/ 1221641 h 2053176"/>
              <a:gd name="connsiteX10619" fmla="*/ 2211838 w 12188965"/>
              <a:gd name="connsiteY10619" fmla="*/ 1195983 h 2053176"/>
              <a:gd name="connsiteX10620" fmla="*/ 2147633 w 12188965"/>
              <a:gd name="connsiteY10620" fmla="*/ 1195983 h 2053176"/>
              <a:gd name="connsiteX10621" fmla="*/ 2173293 w 12188965"/>
              <a:gd name="connsiteY10621" fmla="*/ 1221641 h 2053176"/>
              <a:gd name="connsiteX10622" fmla="*/ 2147633 w 12188965"/>
              <a:gd name="connsiteY10622" fmla="*/ 1247301 h 2053176"/>
              <a:gd name="connsiteX10623" fmla="*/ 2121975 w 12188965"/>
              <a:gd name="connsiteY10623" fmla="*/ 1221641 h 2053176"/>
              <a:gd name="connsiteX10624" fmla="*/ 2147633 w 12188965"/>
              <a:gd name="connsiteY10624" fmla="*/ 1195983 h 2053176"/>
              <a:gd name="connsiteX10625" fmla="*/ 2083427 w 12188965"/>
              <a:gd name="connsiteY10625" fmla="*/ 1195983 h 2053176"/>
              <a:gd name="connsiteX10626" fmla="*/ 2109087 w 12188965"/>
              <a:gd name="connsiteY10626" fmla="*/ 1221641 h 2053176"/>
              <a:gd name="connsiteX10627" fmla="*/ 2083427 w 12188965"/>
              <a:gd name="connsiteY10627" fmla="*/ 1247301 h 2053176"/>
              <a:gd name="connsiteX10628" fmla="*/ 2057768 w 12188965"/>
              <a:gd name="connsiteY10628" fmla="*/ 1221641 h 2053176"/>
              <a:gd name="connsiteX10629" fmla="*/ 2083427 w 12188965"/>
              <a:gd name="connsiteY10629" fmla="*/ 1195983 h 2053176"/>
              <a:gd name="connsiteX10630" fmla="*/ 2019222 w 12188965"/>
              <a:gd name="connsiteY10630" fmla="*/ 1195983 h 2053176"/>
              <a:gd name="connsiteX10631" fmla="*/ 2044880 w 12188965"/>
              <a:gd name="connsiteY10631" fmla="*/ 1221641 h 2053176"/>
              <a:gd name="connsiteX10632" fmla="*/ 2019222 w 12188965"/>
              <a:gd name="connsiteY10632" fmla="*/ 1247301 h 2053176"/>
              <a:gd name="connsiteX10633" fmla="*/ 1993563 w 12188965"/>
              <a:gd name="connsiteY10633" fmla="*/ 1221641 h 2053176"/>
              <a:gd name="connsiteX10634" fmla="*/ 2019222 w 12188965"/>
              <a:gd name="connsiteY10634" fmla="*/ 1195983 h 2053176"/>
              <a:gd name="connsiteX10635" fmla="*/ 1955016 w 12188965"/>
              <a:gd name="connsiteY10635" fmla="*/ 1195983 h 2053176"/>
              <a:gd name="connsiteX10636" fmla="*/ 1980676 w 12188965"/>
              <a:gd name="connsiteY10636" fmla="*/ 1221641 h 2053176"/>
              <a:gd name="connsiteX10637" fmla="*/ 1955016 w 12188965"/>
              <a:gd name="connsiteY10637" fmla="*/ 1247301 h 2053176"/>
              <a:gd name="connsiteX10638" fmla="*/ 1929358 w 12188965"/>
              <a:gd name="connsiteY10638" fmla="*/ 1221641 h 2053176"/>
              <a:gd name="connsiteX10639" fmla="*/ 1955016 w 12188965"/>
              <a:gd name="connsiteY10639" fmla="*/ 1195983 h 2053176"/>
              <a:gd name="connsiteX10640" fmla="*/ 1890696 w 12188965"/>
              <a:gd name="connsiteY10640" fmla="*/ 1195983 h 2053176"/>
              <a:gd name="connsiteX10641" fmla="*/ 1916355 w 12188965"/>
              <a:gd name="connsiteY10641" fmla="*/ 1221641 h 2053176"/>
              <a:gd name="connsiteX10642" fmla="*/ 1890696 w 12188965"/>
              <a:gd name="connsiteY10642" fmla="*/ 1247301 h 2053176"/>
              <a:gd name="connsiteX10643" fmla="*/ 1865037 w 12188965"/>
              <a:gd name="connsiteY10643" fmla="*/ 1221641 h 2053176"/>
              <a:gd name="connsiteX10644" fmla="*/ 1890696 w 12188965"/>
              <a:gd name="connsiteY10644" fmla="*/ 1195983 h 2053176"/>
              <a:gd name="connsiteX10645" fmla="*/ 1826490 w 12188965"/>
              <a:gd name="connsiteY10645" fmla="*/ 1195983 h 2053176"/>
              <a:gd name="connsiteX10646" fmla="*/ 1852149 w 12188965"/>
              <a:gd name="connsiteY10646" fmla="*/ 1221641 h 2053176"/>
              <a:gd name="connsiteX10647" fmla="*/ 1826490 w 12188965"/>
              <a:gd name="connsiteY10647" fmla="*/ 1247301 h 2053176"/>
              <a:gd name="connsiteX10648" fmla="*/ 1800830 w 12188965"/>
              <a:gd name="connsiteY10648" fmla="*/ 1221641 h 2053176"/>
              <a:gd name="connsiteX10649" fmla="*/ 1826490 w 12188965"/>
              <a:gd name="connsiteY10649" fmla="*/ 1195983 h 2053176"/>
              <a:gd name="connsiteX10650" fmla="*/ 1762285 w 12188965"/>
              <a:gd name="connsiteY10650" fmla="*/ 1195983 h 2053176"/>
              <a:gd name="connsiteX10651" fmla="*/ 1787944 w 12188965"/>
              <a:gd name="connsiteY10651" fmla="*/ 1221641 h 2053176"/>
              <a:gd name="connsiteX10652" fmla="*/ 1762285 w 12188965"/>
              <a:gd name="connsiteY10652" fmla="*/ 1247301 h 2053176"/>
              <a:gd name="connsiteX10653" fmla="*/ 1736626 w 12188965"/>
              <a:gd name="connsiteY10653" fmla="*/ 1221641 h 2053176"/>
              <a:gd name="connsiteX10654" fmla="*/ 1762285 w 12188965"/>
              <a:gd name="connsiteY10654" fmla="*/ 1195983 h 2053176"/>
              <a:gd name="connsiteX10655" fmla="*/ 1505464 w 12188965"/>
              <a:gd name="connsiteY10655" fmla="*/ 1195983 h 2053176"/>
              <a:gd name="connsiteX10656" fmla="*/ 1531123 w 12188965"/>
              <a:gd name="connsiteY10656" fmla="*/ 1221641 h 2053176"/>
              <a:gd name="connsiteX10657" fmla="*/ 1505464 w 12188965"/>
              <a:gd name="connsiteY10657" fmla="*/ 1247301 h 2053176"/>
              <a:gd name="connsiteX10658" fmla="*/ 1479806 w 12188965"/>
              <a:gd name="connsiteY10658" fmla="*/ 1221641 h 2053176"/>
              <a:gd name="connsiteX10659" fmla="*/ 1505464 w 12188965"/>
              <a:gd name="connsiteY10659" fmla="*/ 1195983 h 2053176"/>
              <a:gd name="connsiteX10660" fmla="*/ 1441258 w 12188965"/>
              <a:gd name="connsiteY10660" fmla="*/ 1195983 h 2053176"/>
              <a:gd name="connsiteX10661" fmla="*/ 1466917 w 12188965"/>
              <a:gd name="connsiteY10661" fmla="*/ 1221641 h 2053176"/>
              <a:gd name="connsiteX10662" fmla="*/ 1441258 w 12188965"/>
              <a:gd name="connsiteY10662" fmla="*/ 1247301 h 2053176"/>
              <a:gd name="connsiteX10663" fmla="*/ 1415599 w 12188965"/>
              <a:gd name="connsiteY10663" fmla="*/ 1221641 h 2053176"/>
              <a:gd name="connsiteX10664" fmla="*/ 1441258 w 12188965"/>
              <a:gd name="connsiteY10664" fmla="*/ 1195983 h 2053176"/>
              <a:gd name="connsiteX10665" fmla="*/ 1377053 w 12188965"/>
              <a:gd name="connsiteY10665" fmla="*/ 1195983 h 2053176"/>
              <a:gd name="connsiteX10666" fmla="*/ 1402712 w 12188965"/>
              <a:gd name="connsiteY10666" fmla="*/ 1221641 h 2053176"/>
              <a:gd name="connsiteX10667" fmla="*/ 1377053 w 12188965"/>
              <a:gd name="connsiteY10667" fmla="*/ 1247301 h 2053176"/>
              <a:gd name="connsiteX10668" fmla="*/ 1351395 w 12188965"/>
              <a:gd name="connsiteY10668" fmla="*/ 1221641 h 2053176"/>
              <a:gd name="connsiteX10669" fmla="*/ 1377053 w 12188965"/>
              <a:gd name="connsiteY10669" fmla="*/ 1195983 h 2053176"/>
              <a:gd name="connsiteX10670" fmla="*/ 1184437 w 12188965"/>
              <a:gd name="connsiteY10670" fmla="*/ 1195983 h 2053176"/>
              <a:gd name="connsiteX10671" fmla="*/ 1210096 w 12188965"/>
              <a:gd name="connsiteY10671" fmla="*/ 1221641 h 2053176"/>
              <a:gd name="connsiteX10672" fmla="*/ 1184437 w 12188965"/>
              <a:gd name="connsiteY10672" fmla="*/ 1247301 h 2053176"/>
              <a:gd name="connsiteX10673" fmla="*/ 1158780 w 12188965"/>
              <a:gd name="connsiteY10673" fmla="*/ 1221641 h 2053176"/>
              <a:gd name="connsiteX10674" fmla="*/ 1184437 w 12188965"/>
              <a:gd name="connsiteY10674" fmla="*/ 1195983 h 2053176"/>
              <a:gd name="connsiteX10675" fmla="*/ 927616 w 12188965"/>
              <a:gd name="connsiteY10675" fmla="*/ 1195983 h 2053176"/>
              <a:gd name="connsiteX10676" fmla="*/ 953275 w 12188965"/>
              <a:gd name="connsiteY10676" fmla="*/ 1221641 h 2053176"/>
              <a:gd name="connsiteX10677" fmla="*/ 927616 w 12188965"/>
              <a:gd name="connsiteY10677" fmla="*/ 1247301 h 2053176"/>
              <a:gd name="connsiteX10678" fmla="*/ 901957 w 12188965"/>
              <a:gd name="connsiteY10678" fmla="*/ 1221641 h 2053176"/>
              <a:gd name="connsiteX10679" fmla="*/ 927616 w 12188965"/>
              <a:gd name="connsiteY10679" fmla="*/ 1195983 h 2053176"/>
              <a:gd name="connsiteX10680" fmla="*/ 606475 w 12188965"/>
              <a:gd name="connsiteY10680" fmla="*/ 1195983 h 2053176"/>
              <a:gd name="connsiteX10681" fmla="*/ 632134 w 12188965"/>
              <a:gd name="connsiteY10681" fmla="*/ 1221641 h 2053176"/>
              <a:gd name="connsiteX10682" fmla="*/ 606475 w 12188965"/>
              <a:gd name="connsiteY10682" fmla="*/ 1247301 h 2053176"/>
              <a:gd name="connsiteX10683" fmla="*/ 580815 w 12188965"/>
              <a:gd name="connsiteY10683" fmla="*/ 1221641 h 2053176"/>
              <a:gd name="connsiteX10684" fmla="*/ 606475 w 12188965"/>
              <a:gd name="connsiteY10684" fmla="*/ 1195983 h 2053176"/>
              <a:gd name="connsiteX10685" fmla="*/ 542268 w 12188965"/>
              <a:gd name="connsiteY10685" fmla="*/ 1195983 h 2053176"/>
              <a:gd name="connsiteX10686" fmla="*/ 567927 w 12188965"/>
              <a:gd name="connsiteY10686" fmla="*/ 1221641 h 2053176"/>
              <a:gd name="connsiteX10687" fmla="*/ 542268 w 12188965"/>
              <a:gd name="connsiteY10687" fmla="*/ 1247301 h 2053176"/>
              <a:gd name="connsiteX10688" fmla="*/ 516610 w 12188965"/>
              <a:gd name="connsiteY10688" fmla="*/ 1221641 h 2053176"/>
              <a:gd name="connsiteX10689" fmla="*/ 542268 w 12188965"/>
              <a:gd name="connsiteY10689" fmla="*/ 1195983 h 2053176"/>
              <a:gd name="connsiteX10690" fmla="*/ 413858 w 12188965"/>
              <a:gd name="connsiteY10690" fmla="*/ 1195983 h 2053176"/>
              <a:gd name="connsiteX10691" fmla="*/ 439517 w 12188965"/>
              <a:gd name="connsiteY10691" fmla="*/ 1221641 h 2053176"/>
              <a:gd name="connsiteX10692" fmla="*/ 413858 w 12188965"/>
              <a:gd name="connsiteY10692" fmla="*/ 1247301 h 2053176"/>
              <a:gd name="connsiteX10693" fmla="*/ 388200 w 12188965"/>
              <a:gd name="connsiteY10693" fmla="*/ 1221641 h 2053176"/>
              <a:gd name="connsiteX10694" fmla="*/ 413858 w 12188965"/>
              <a:gd name="connsiteY10694" fmla="*/ 1195983 h 2053176"/>
              <a:gd name="connsiteX10695" fmla="*/ 346686 w 12188965"/>
              <a:gd name="connsiteY10695" fmla="*/ 1195983 h 2053176"/>
              <a:gd name="connsiteX10696" fmla="*/ 372344 w 12188965"/>
              <a:gd name="connsiteY10696" fmla="*/ 1221641 h 2053176"/>
              <a:gd name="connsiteX10697" fmla="*/ 346686 w 12188965"/>
              <a:gd name="connsiteY10697" fmla="*/ 1247301 h 2053176"/>
              <a:gd name="connsiteX10698" fmla="*/ 321027 w 12188965"/>
              <a:gd name="connsiteY10698" fmla="*/ 1221641 h 2053176"/>
              <a:gd name="connsiteX10699" fmla="*/ 346686 w 12188965"/>
              <a:gd name="connsiteY10699" fmla="*/ 1195983 h 2053176"/>
              <a:gd name="connsiteX10700" fmla="*/ 25659 w 12188965"/>
              <a:gd name="connsiteY10700" fmla="*/ 1195983 h 2053176"/>
              <a:gd name="connsiteX10701" fmla="*/ 51317 w 12188965"/>
              <a:gd name="connsiteY10701" fmla="*/ 1221641 h 2053176"/>
              <a:gd name="connsiteX10702" fmla="*/ 25659 w 12188965"/>
              <a:gd name="connsiteY10702" fmla="*/ 1247301 h 2053176"/>
              <a:gd name="connsiteX10703" fmla="*/ 0 w 12188965"/>
              <a:gd name="connsiteY10703" fmla="*/ 1221641 h 2053176"/>
              <a:gd name="connsiteX10704" fmla="*/ 25659 w 12188965"/>
              <a:gd name="connsiteY10704" fmla="*/ 1195983 h 2053176"/>
              <a:gd name="connsiteX10705" fmla="*/ 11775107 w 12188965"/>
              <a:gd name="connsiteY10705" fmla="*/ 1141531 h 2053176"/>
              <a:gd name="connsiteX10706" fmla="*/ 11787995 w 12188965"/>
              <a:gd name="connsiteY10706" fmla="*/ 1154418 h 2053176"/>
              <a:gd name="connsiteX10707" fmla="*/ 11775107 w 12188965"/>
              <a:gd name="connsiteY10707" fmla="*/ 1167305 h 2053176"/>
              <a:gd name="connsiteX10708" fmla="*/ 11762221 w 12188965"/>
              <a:gd name="connsiteY10708" fmla="*/ 1154418 h 2053176"/>
              <a:gd name="connsiteX10709" fmla="*/ 11775107 w 12188965"/>
              <a:gd name="connsiteY10709" fmla="*/ 1141531 h 2053176"/>
              <a:gd name="connsiteX10710" fmla="*/ 11646697 w 12188965"/>
              <a:gd name="connsiteY10710" fmla="*/ 1141531 h 2053176"/>
              <a:gd name="connsiteX10711" fmla="*/ 11659583 w 12188965"/>
              <a:gd name="connsiteY10711" fmla="*/ 1154418 h 2053176"/>
              <a:gd name="connsiteX10712" fmla="*/ 11646697 w 12188965"/>
              <a:gd name="connsiteY10712" fmla="*/ 1167305 h 2053176"/>
              <a:gd name="connsiteX10713" fmla="*/ 11633809 w 12188965"/>
              <a:gd name="connsiteY10713" fmla="*/ 1154418 h 2053176"/>
              <a:gd name="connsiteX10714" fmla="*/ 11646697 w 12188965"/>
              <a:gd name="connsiteY10714" fmla="*/ 1141531 h 2053176"/>
              <a:gd name="connsiteX10715" fmla="*/ 11389875 w 12188965"/>
              <a:gd name="connsiteY10715" fmla="*/ 1141531 h 2053176"/>
              <a:gd name="connsiteX10716" fmla="*/ 11402763 w 12188965"/>
              <a:gd name="connsiteY10716" fmla="*/ 1154418 h 2053176"/>
              <a:gd name="connsiteX10717" fmla="*/ 11389875 w 12188965"/>
              <a:gd name="connsiteY10717" fmla="*/ 1167305 h 2053176"/>
              <a:gd name="connsiteX10718" fmla="*/ 11376989 w 12188965"/>
              <a:gd name="connsiteY10718" fmla="*/ 1154418 h 2053176"/>
              <a:gd name="connsiteX10719" fmla="*/ 11389875 w 12188965"/>
              <a:gd name="connsiteY10719" fmla="*/ 1141531 h 2053176"/>
              <a:gd name="connsiteX10720" fmla="*/ 11068848 w 12188965"/>
              <a:gd name="connsiteY10720" fmla="*/ 1141531 h 2053176"/>
              <a:gd name="connsiteX10721" fmla="*/ 11081736 w 12188965"/>
              <a:gd name="connsiteY10721" fmla="*/ 1154418 h 2053176"/>
              <a:gd name="connsiteX10722" fmla="*/ 11068848 w 12188965"/>
              <a:gd name="connsiteY10722" fmla="*/ 1167305 h 2053176"/>
              <a:gd name="connsiteX10723" fmla="*/ 11055962 w 12188965"/>
              <a:gd name="connsiteY10723" fmla="*/ 1154418 h 2053176"/>
              <a:gd name="connsiteX10724" fmla="*/ 11068848 w 12188965"/>
              <a:gd name="connsiteY10724" fmla="*/ 1141531 h 2053176"/>
              <a:gd name="connsiteX10725" fmla="*/ 10811912 w 12188965"/>
              <a:gd name="connsiteY10725" fmla="*/ 1141531 h 2053176"/>
              <a:gd name="connsiteX10726" fmla="*/ 10824798 w 12188965"/>
              <a:gd name="connsiteY10726" fmla="*/ 1154418 h 2053176"/>
              <a:gd name="connsiteX10727" fmla="*/ 10811912 w 12188965"/>
              <a:gd name="connsiteY10727" fmla="*/ 1167305 h 2053176"/>
              <a:gd name="connsiteX10728" fmla="*/ 10799024 w 12188965"/>
              <a:gd name="connsiteY10728" fmla="*/ 1154418 h 2053176"/>
              <a:gd name="connsiteX10729" fmla="*/ 10811912 w 12188965"/>
              <a:gd name="connsiteY10729" fmla="*/ 1141531 h 2053176"/>
              <a:gd name="connsiteX10730" fmla="*/ 10747708 w 12188965"/>
              <a:gd name="connsiteY10730" fmla="*/ 1141531 h 2053176"/>
              <a:gd name="connsiteX10731" fmla="*/ 10760593 w 12188965"/>
              <a:gd name="connsiteY10731" fmla="*/ 1154418 h 2053176"/>
              <a:gd name="connsiteX10732" fmla="*/ 10747708 w 12188965"/>
              <a:gd name="connsiteY10732" fmla="*/ 1167305 h 2053176"/>
              <a:gd name="connsiteX10733" fmla="*/ 10734820 w 12188965"/>
              <a:gd name="connsiteY10733" fmla="*/ 1154418 h 2053176"/>
              <a:gd name="connsiteX10734" fmla="*/ 10747708 w 12188965"/>
              <a:gd name="connsiteY10734" fmla="*/ 1141531 h 2053176"/>
              <a:gd name="connsiteX10735" fmla="*/ 10490885 w 12188965"/>
              <a:gd name="connsiteY10735" fmla="*/ 1141531 h 2053176"/>
              <a:gd name="connsiteX10736" fmla="*/ 10503773 w 12188965"/>
              <a:gd name="connsiteY10736" fmla="*/ 1154418 h 2053176"/>
              <a:gd name="connsiteX10737" fmla="*/ 10490885 w 12188965"/>
              <a:gd name="connsiteY10737" fmla="*/ 1167305 h 2053176"/>
              <a:gd name="connsiteX10738" fmla="*/ 10477997 w 12188965"/>
              <a:gd name="connsiteY10738" fmla="*/ 1154418 h 2053176"/>
              <a:gd name="connsiteX10739" fmla="*/ 10490885 w 12188965"/>
              <a:gd name="connsiteY10739" fmla="*/ 1141531 h 2053176"/>
              <a:gd name="connsiteX10740" fmla="*/ 9912920 w 12188965"/>
              <a:gd name="connsiteY10740" fmla="*/ 1141531 h 2053176"/>
              <a:gd name="connsiteX10741" fmla="*/ 9925808 w 12188965"/>
              <a:gd name="connsiteY10741" fmla="*/ 1154418 h 2053176"/>
              <a:gd name="connsiteX10742" fmla="*/ 9912920 w 12188965"/>
              <a:gd name="connsiteY10742" fmla="*/ 1167305 h 2053176"/>
              <a:gd name="connsiteX10743" fmla="*/ 9900035 w 12188965"/>
              <a:gd name="connsiteY10743" fmla="*/ 1154418 h 2053176"/>
              <a:gd name="connsiteX10744" fmla="*/ 9912920 w 12188965"/>
              <a:gd name="connsiteY10744" fmla="*/ 1141531 h 2053176"/>
              <a:gd name="connsiteX10745" fmla="*/ 9527689 w 12188965"/>
              <a:gd name="connsiteY10745" fmla="*/ 1141531 h 2053176"/>
              <a:gd name="connsiteX10746" fmla="*/ 9540577 w 12188965"/>
              <a:gd name="connsiteY10746" fmla="*/ 1154418 h 2053176"/>
              <a:gd name="connsiteX10747" fmla="*/ 9527689 w 12188965"/>
              <a:gd name="connsiteY10747" fmla="*/ 1167305 h 2053176"/>
              <a:gd name="connsiteX10748" fmla="*/ 9514804 w 12188965"/>
              <a:gd name="connsiteY10748" fmla="*/ 1154418 h 2053176"/>
              <a:gd name="connsiteX10749" fmla="*/ 9527689 w 12188965"/>
              <a:gd name="connsiteY10749" fmla="*/ 1141531 h 2053176"/>
              <a:gd name="connsiteX10750" fmla="*/ 8821315 w 12188965"/>
              <a:gd name="connsiteY10750" fmla="*/ 1141531 h 2053176"/>
              <a:gd name="connsiteX10751" fmla="*/ 8834203 w 12188965"/>
              <a:gd name="connsiteY10751" fmla="*/ 1154418 h 2053176"/>
              <a:gd name="connsiteX10752" fmla="*/ 8821315 w 12188965"/>
              <a:gd name="connsiteY10752" fmla="*/ 1167305 h 2053176"/>
              <a:gd name="connsiteX10753" fmla="*/ 8808427 w 12188965"/>
              <a:gd name="connsiteY10753" fmla="*/ 1154418 h 2053176"/>
              <a:gd name="connsiteX10754" fmla="*/ 8821315 w 12188965"/>
              <a:gd name="connsiteY10754" fmla="*/ 1141531 h 2053176"/>
              <a:gd name="connsiteX10755" fmla="*/ 8692906 w 12188965"/>
              <a:gd name="connsiteY10755" fmla="*/ 1141531 h 2053176"/>
              <a:gd name="connsiteX10756" fmla="*/ 8705792 w 12188965"/>
              <a:gd name="connsiteY10756" fmla="*/ 1154418 h 2053176"/>
              <a:gd name="connsiteX10757" fmla="*/ 8692906 w 12188965"/>
              <a:gd name="connsiteY10757" fmla="*/ 1167305 h 2053176"/>
              <a:gd name="connsiteX10758" fmla="*/ 8680018 w 12188965"/>
              <a:gd name="connsiteY10758" fmla="*/ 1154418 h 2053176"/>
              <a:gd name="connsiteX10759" fmla="*/ 8692906 w 12188965"/>
              <a:gd name="connsiteY10759" fmla="*/ 1141531 h 2053176"/>
              <a:gd name="connsiteX10760" fmla="*/ 8307675 w 12188965"/>
              <a:gd name="connsiteY10760" fmla="*/ 1141531 h 2053176"/>
              <a:gd name="connsiteX10761" fmla="*/ 8320560 w 12188965"/>
              <a:gd name="connsiteY10761" fmla="*/ 1154418 h 2053176"/>
              <a:gd name="connsiteX10762" fmla="*/ 8307675 w 12188965"/>
              <a:gd name="connsiteY10762" fmla="*/ 1167305 h 2053176"/>
              <a:gd name="connsiteX10763" fmla="*/ 8294787 w 12188965"/>
              <a:gd name="connsiteY10763" fmla="*/ 1154418 h 2053176"/>
              <a:gd name="connsiteX10764" fmla="*/ 8307675 w 12188965"/>
              <a:gd name="connsiteY10764" fmla="*/ 1141531 h 2053176"/>
              <a:gd name="connsiteX10765" fmla="*/ 7280274 w 12188965"/>
              <a:gd name="connsiteY10765" fmla="*/ 1141531 h 2053176"/>
              <a:gd name="connsiteX10766" fmla="*/ 7293160 w 12188965"/>
              <a:gd name="connsiteY10766" fmla="*/ 1154418 h 2053176"/>
              <a:gd name="connsiteX10767" fmla="*/ 7280274 w 12188965"/>
              <a:gd name="connsiteY10767" fmla="*/ 1167305 h 2053176"/>
              <a:gd name="connsiteX10768" fmla="*/ 7267386 w 12188965"/>
              <a:gd name="connsiteY10768" fmla="*/ 1154418 h 2053176"/>
              <a:gd name="connsiteX10769" fmla="*/ 7280274 w 12188965"/>
              <a:gd name="connsiteY10769" fmla="*/ 1141531 h 2053176"/>
              <a:gd name="connsiteX10770" fmla="*/ 7087658 w 12188965"/>
              <a:gd name="connsiteY10770" fmla="*/ 1141531 h 2053176"/>
              <a:gd name="connsiteX10771" fmla="*/ 7100544 w 12188965"/>
              <a:gd name="connsiteY10771" fmla="*/ 1154418 h 2053176"/>
              <a:gd name="connsiteX10772" fmla="*/ 7087658 w 12188965"/>
              <a:gd name="connsiteY10772" fmla="*/ 1167305 h 2053176"/>
              <a:gd name="connsiteX10773" fmla="*/ 7074770 w 12188965"/>
              <a:gd name="connsiteY10773" fmla="*/ 1154418 h 2053176"/>
              <a:gd name="connsiteX10774" fmla="*/ 7087658 w 12188965"/>
              <a:gd name="connsiteY10774" fmla="*/ 1141531 h 2053176"/>
              <a:gd name="connsiteX10775" fmla="*/ 6766631 w 12188965"/>
              <a:gd name="connsiteY10775" fmla="*/ 1141531 h 2053176"/>
              <a:gd name="connsiteX10776" fmla="*/ 6779519 w 12188965"/>
              <a:gd name="connsiteY10776" fmla="*/ 1154418 h 2053176"/>
              <a:gd name="connsiteX10777" fmla="*/ 6766631 w 12188965"/>
              <a:gd name="connsiteY10777" fmla="*/ 1167305 h 2053176"/>
              <a:gd name="connsiteX10778" fmla="*/ 6753743 w 12188965"/>
              <a:gd name="connsiteY10778" fmla="*/ 1154418 h 2053176"/>
              <a:gd name="connsiteX10779" fmla="*/ 6766631 w 12188965"/>
              <a:gd name="connsiteY10779" fmla="*/ 1141531 h 2053176"/>
              <a:gd name="connsiteX10780" fmla="*/ 6702427 w 12188965"/>
              <a:gd name="connsiteY10780" fmla="*/ 1141531 h 2053176"/>
              <a:gd name="connsiteX10781" fmla="*/ 6715312 w 12188965"/>
              <a:gd name="connsiteY10781" fmla="*/ 1154418 h 2053176"/>
              <a:gd name="connsiteX10782" fmla="*/ 6702427 w 12188965"/>
              <a:gd name="connsiteY10782" fmla="*/ 1167305 h 2053176"/>
              <a:gd name="connsiteX10783" fmla="*/ 6689539 w 12188965"/>
              <a:gd name="connsiteY10783" fmla="*/ 1154418 h 2053176"/>
              <a:gd name="connsiteX10784" fmla="*/ 6702427 w 12188965"/>
              <a:gd name="connsiteY10784" fmla="*/ 1141531 h 2053176"/>
              <a:gd name="connsiteX10785" fmla="*/ 6573900 w 12188965"/>
              <a:gd name="connsiteY10785" fmla="*/ 1141531 h 2053176"/>
              <a:gd name="connsiteX10786" fmla="*/ 6586788 w 12188965"/>
              <a:gd name="connsiteY10786" fmla="*/ 1154418 h 2053176"/>
              <a:gd name="connsiteX10787" fmla="*/ 6573900 w 12188965"/>
              <a:gd name="connsiteY10787" fmla="*/ 1167305 h 2053176"/>
              <a:gd name="connsiteX10788" fmla="*/ 6561013 w 12188965"/>
              <a:gd name="connsiteY10788" fmla="*/ 1154418 h 2053176"/>
              <a:gd name="connsiteX10789" fmla="*/ 6573900 w 12188965"/>
              <a:gd name="connsiteY10789" fmla="*/ 1141531 h 2053176"/>
              <a:gd name="connsiteX10790" fmla="*/ 6064505 w 12188965"/>
              <a:gd name="connsiteY10790" fmla="*/ 1141531 h 2053176"/>
              <a:gd name="connsiteX10791" fmla="*/ 6077390 w 12188965"/>
              <a:gd name="connsiteY10791" fmla="*/ 1154418 h 2053176"/>
              <a:gd name="connsiteX10792" fmla="*/ 6064505 w 12188965"/>
              <a:gd name="connsiteY10792" fmla="*/ 1167305 h 2053176"/>
              <a:gd name="connsiteX10793" fmla="*/ 6051617 w 12188965"/>
              <a:gd name="connsiteY10793" fmla="*/ 1154418 h 2053176"/>
              <a:gd name="connsiteX10794" fmla="*/ 6064505 w 12188965"/>
              <a:gd name="connsiteY10794" fmla="*/ 1141531 h 2053176"/>
              <a:gd name="connsiteX10795" fmla="*/ 5936092 w 12188965"/>
              <a:gd name="connsiteY10795" fmla="*/ 1141531 h 2053176"/>
              <a:gd name="connsiteX10796" fmla="*/ 5948981 w 12188965"/>
              <a:gd name="connsiteY10796" fmla="*/ 1154418 h 2053176"/>
              <a:gd name="connsiteX10797" fmla="*/ 5936092 w 12188965"/>
              <a:gd name="connsiteY10797" fmla="*/ 1167305 h 2053176"/>
              <a:gd name="connsiteX10798" fmla="*/ 5923204 w 12188965"/>
              <a:gd name="connsiteY10798" fmla="*/ 1154418 h 2053176"/>
              <a:gd name="connsiteX10799" fmla="*/ 5936092 w 12188965"/>
              <a:gd name="connsiteY10799" fmla="*/ 1141531 h 2053176"/>
              <a:gd name="connsiteX10800" fmla="*/ 5679272 w 12188965"/>
              <a:gd name="connsiteY10800" fmla="*/ 1141531 h 2053176"/>
              <a:gd name="connsiteX10801" fmla="*/ 5692160 w 12188965"/>
              <a:gd name="connsiteY10801" fmla="*/ 1154418 h 2053176"/>
              <a:gd name="connsiteX10802" fmla="*/ 5679272 w 12188965"/>
              <a:gd name="connsiteY10802" fmla="*/ 1167305 h 2053176"/>
              <a:gd name="connsiteX10803" fmla="*/ 5666385 w 12188965"/>
              <a:gd name="connsiteY10803" fmla="*/ 1154418 h 2053176"/>
              <a:gd name="connsiteX10804" fmla="*/ 5679272 w 12188965"/>
              <a:gd name="connsiteY10804" fmla="*/ 1141531 h 2053176"/>
              <a:gd name="connsiteX10805" fmla="*/ 5358245 w 12188965"/>
              <a:gd name="connsiteY10805" fmla="*/ 1141531 h 2053176"/>
              <a:gd name="connsiteX10806" fmla="*/ 5371133 w 12188965"/>
              <a:gd name="connsiteY10806" fmla="*/ 1154418 h 2053176"/>
              <a:gd name="connsiteX10807" fmla="*/ 5358245 w 12188965"/>
              <a:gd name="connsiteY10807" fmla="*/ 1167305 h 2053176"/>
              <a:gd name="connsiteX10808" fmla="*/ 5345357 w 12188965"/>
              <a:gd name="connsiteY10808" fmla="*/ 1154418 h 2053176"/>
              <a:gd name="connsiteX10809" fmla="*/ 5358245 w 12188965"/>
              <a:gd name="connsiteY10809" fmla="*/ 1141531 h 2053176"/>
              <a:gd name="connsiteX10810" fmla="*/ 5101308 w 12188965"/>
              <a:gd name="connsiteY10810" fmla="*/ 1141531 h 2053176"/>
              <a:gd name="connsiteX10811" fmla="*/ 5114194 w 12188965"/>
              <a:gd name="connsiteY10811" fmla="*/ 1154418 h 2053176"/>
              <a:gd name="connsiteX10812" fmla="*/ 5101308 w 12188965"/>
              <a:gd name="connsiteY10812" fmla="*/ 1167305 h 2053176"/>
              <a:gd name="connsiteX10813" fmla="*/ 5088421 w 12188965"/>
              <a:gd name="connsiteY10813" fmla="*/ 1154418 h 2053176"/>
              <a:gd name="connsiteX10814" fmla="*/ 5101308 w 12188965"/>
              <a:gd name="connsiteY10814" fmla="*/ 1141531 h 2053176"/>
              <a:gd name="connsiteX10815" fmla="*/ 5037104 w 12188965"/>
              <a:gd name="connsiteY10815" fmla="*/ 1141531 h 2053176"/>
              <a:gd name="connsiteX10816" fmla="*/ 5049991 w 12188965"/>
              <a:gd name="connsiteY10816" fmla="*/ 1154418 h 2053176"/>
              <a:gd name="connsiteX10817" fmla="*/ 5037104 w 12188965"/>
              <a:gd name="connsiteY10817" fmla="*/ 1167305 h 2053176"/>
              <a:gd name="connsiteX10818" fmla="*/ 5024216 w 12188965"/>
              <a:gd name="connsiteY10818" fmla="*/ 1154418 h 2053176"/>
              <a:gd name="connsiteX10819" fmla="*/ 5037104 w 12188965"/>
              <a:gd name="connsiteY10819" fmla="*/ 1141531 h 2053176"/>
              <a:gd name="connsiteX10820" fmla="*/ 4780282 w 12188965"/>
              <a:gd name="connsiteY10820" fmla="*/ 1141531 h 2053176"/>
              <a:gd name="connsiteX10821" fmla="*/ 4793170 w 12188965"/>
              <a:gd name="connsiteY10821" fmla="*/ 1154418 h 2053176"/>
              <a:gd name="connsiteX10822" fmla="*/ 4780282 w 12188965"/>
              <a:gd name="connsiteY10822" fmla="*/ 1167305 h 2053176"/>
              <a:gd name="connsiteX10823" fmla="*/ 4767394 w 12188965"/>
              <a:gd name="connsiteY10823" fmla="*/ 1154418 h 2053176"/>
              <a:gd name="connsiteX10824" fmla="*/ 4780282 w 12188965"/>
              <a:gd name="connsiteY10824" fmla="*/ 1141531 h 2053176"/>
              <a:gd name="connsiteX10825" fmla="*/ 4202317 w 12188965"/>
              <a:gd name="connsiteY10825" fmla="*/ 1141531 h 2053176"/>
              <a:gd name="connsiteX10826" fmla="*/ 4215205 w 12188965"/>
              <a:gd name="connsiteY10826" fmla="*/ 1154418 h 2053176"/>
              <a:gd name="connsiteX10827" fmla="*/ 4202317 w 12188965"/>
              <a:gd name="connsiteY10827" fmla="*/ 1167305 h 2053176"/>
              <a:gd name="connsiteX10828" fmla="*/ 4189431 w 12188965"/>
              <a:gd name="connsiteY10828" fmla="*/ 1154418 h 2053176"/>
              <a:gd name="connsiteX10829" fmla="*/ 4202317 w 12188965"/>
              <a:gd name="connsiteY10829" fmla="*/ 1141531 h 2053176"/>
              <a:gd name="connsiteX10830" fmla="*/ 3817086 w 12188965"/>
              <a:gd name="connsiteY10830" fmla="*/ 1141531 h 2053176"/>
              <a:gd name="connsiteX10831" fmla="*/ 3829973 w 12188965"/>
              <a:gd name="connsiteY10831" fmla="*/ 1154418 h 2053176"/>
              <a:gd name="connsiteX10832" fmla="*/ 3817086 w 12188965"/>
              <a:gd name="connsiteY10832" fmla="*/ 1167305 h 2053176"/>
              <a:gd name="connsiteX10833" fmla="*/ 3804199 w 12188965"/>
              <a:gd name="connsiteY10833" fmla="*/ 1154418 h 2053176"/>
              <a:gd name="connsiteX10834" fmla="*/ 3817086 w 12188965"/>
              <a:gd name="connsiteY10834" fmla="*/ 1141531 h 2053176"/>
              <a:gd name="connsiteX10835" fmla="*/ 3110712 w 12188965"/>
              <a:gd name="connsiteY10835" fmla="*/ 1141531 h 2053176"/>
              <a:gd name="connsiteX10836" fmla="*/ 3123600 w 12188965"/>
              <a:gd name="connsiteY10836" fmla="*/ 1154418 h 2053176"/>
              <a:gd name="connsiteX10837" fmla="*/ 3110712 w 12188965"/>
              <a:gd name="connsiteY10837" fmla="*/ 1167305 h 2053176"/>
              <a:gd name="connsiteX10838" fmla="*/ 3097824 w 12188965"/>
              <a:gd name="connsiteY10838" fmla="*/ 1154418 h 2053176"/>
              <a:gd name="connsiteX10839" fmla="*/ 3110712 w 12188965"/>
              <a:gd name="connsiteY10839" fmla="*/ 1141531 h 2053176"/>
              <a:gd name="connsiteX10840" fmla="*/ 2982301 w 12188965"/>
              <a:gd name="connsiteY10840" fmla="*/ 1141531 h 2053176"/>
              <a:gd name="connsiteX10841" fmla="*/ 2995190 w 12188965"/>
              <a:gd name="connsiteY10841" fmla="*/ 1154418 h 2053176"/>
              <a:gd name="connsiteX10842" fmla="*/ 2982301 w 12188965"/>
              <a:gd name="connsiteY10842" fmla="*/ 1167305 h 2053176"/>
              <a:gd name="connsiteX10843" fmla="*/ 2969414 w 12188965"/>
              <a:gd name="connsiteY10843" fmla="*/ 1154418 h 2053176"/>
              <a:gd name="connsiteX10844" fmla="*/ 2982301 w 12188965"/>
              <a:gd name="connsiteY10844" fmla="*/ 1141531 h 2053176"/>
              <a:gd name="connsiteX10845" fmla="*/ 2597069 w 12188965"/>
              <a:gd name="connsiteY10845" fmla="*/ 1141531 h 2053176"/>
              <a:gd name="connsiteX10846" fmla="*/ 2609957 w 12188965"/>
              <a:gd name="connsiteY10846" fmla="*/ 1154418 h 2053176"/>
              <a:gd name="connsiteX10847" fmla="*/ 2597069 w 12188965"/>
              <a:gd name="connsiteY10847" fmla="*/ 1167305 h 2053176"/>
              <a:gd name="connsiteX10848" fmla="*/ 2584182 w 12188965"/>
              <a:gd name="connsiteY10848" fmla="*/ 1154418 h 2053176"/>
              <a:gd name="connsiteX10849" fmla="*/ 2597069 w 12188965"/>
              <a:gd name="connsiteY10849" fmla="*/ 1141531 h 2053176"/>
              <a:gd name="connsiteX10850" fmla="*/ 1569669 w 12188965"/>
              <a:gd name="connsiteY10850" fmla="*/ 1141531 h 2053176"/>
              <a:gd name="connsiteX10851" fmla="*/ 1582557 w 12188965"/>
              <a:gd name="connsiteY10851" fmla="*/ 1154418 h 2053176"/>
              <a:gd name="connsiteX10852" fmla="*/ 1569669 w 12188965"/>
              <a:gd name="connsiteY10852" fmla="*/ 1167305 h 2053176"/>
              <a:gd name="connsiteX10853" fmla="*/ 1556782 w 12188965"/>
              <a:gd name="connsiteY10853" fmla="*/ 1154418 h 2053176"/>
              <a:gd name="connsiteX10854" fmla="*/ 1569669 w 12188965"/>
              <a:gd name="connsiteY10854" fmla="*/ 1141531 h 2053176"/>
              <a:gd name="connsiteX10855" fmla="*/ 1377055 w 12188965"/>
              <a:gd name="connsiteY10855" fmla="*/ 1141531 h 2053176"/>
              <a:gd name="connsiteX10856" fmla="*/ 1389941 w 12188965"/>
              <a:gd name="connsiteY10856" fmla="*/ 1154418 h 2053176"/>
              <a:gd name="connsiteX10857" fmla="*/ 1377055 w 12188965"/>
              <a:gd name="connsiteY10857" fmla="*/ 1167305 h 2053176"/>
              <a:gd name="connsiteX10858" fmla="*/ 1364167 w 12188965"/>
              <a:gd name="connsiteY10858" fmla="*/ 1154418 h 2053176"/>
              <a:gd name="connsiteX10859" fmla="*/ 1377055 w 12188965"/>
              <a:gd name="connsiteY10859" fmla="*/ 1141531 h 2053176"/>
              <a:gd name="connsiteX10860" fmla="*/ 1056027 w 12188965"/>
              <a:gd name="connsiteY10860" fmla="*/ 1141531 h 2053176"/>
              <a:gd name="connsiteX10861" fmla="*/ 1068914 w 12188965"/>
              <a:gd name="connsiteY10861" fmla="*/ 1154418 h 2053176"/>
              <a:gd name="connsiteX10862" fmla="*/ 1056027 w 12188965"/>
              <a:gd name="connsiteY10862" fmla="*/ 1167305 h 2053176"/>
              <a:gd name="connsiteX10863" fmla="*/ 1043139 w 12188965"/>
              <a:gd name="connsiteY10863" fmla="*/ 1154418 h 2053176"/>
              <a:gd name="connsiteX10864" fmla="*/ 1056027 w 12188965"/>
              <a:gd name="connsiteY10864" fmla="*/ 1141531 h 2053176"/>
              <a:gd name="connsiteX10865" fmla="*/ 991824 w 12188965"/>
              <a:gd name="connsiteY10865" fmla="*/ 1141531 h 2053176"/>
              <a:gd name="connsiteX10866" fmla="*/ 1004709 w 12188965"/>
              <a:gd name="connsiteY10866" fmla="*/ 1154418 h 2053176"/>
              <a:gd name="connsiteX10867" fmla="*/ 991824 w 12188965"/>
              <a:gd name="connsiteY10867" fmla="*/ 1167305 h 2053176"/>
              <a:gd name="connsiteX10868" fmla="*/ 978935 w 12188965"/>
              <a:gd name="connsiteY10868" fmla="*/ 1154418 h 2053176"/>
              <a:gd name="connsiteX10869" fmla="*/ 991824 w 12188965"/>
              <a:gd name="connsiteY10869" fmla="*/ 1141531 h 2053176"/>
              <a:gd name="connsiteX10870" fmla="*/ 863296 w 12188965"/>
              <a:gd name="connsiteY10870" fmla="*/ 1141531 h 2053176"/>
              <a:gd name="connsiteX10871" fmla="*/ 876184 w 12188965"/>
              <a:gd name="connsiteY10871" fmla="*/ 1154418 h 2053176"/>
              <a:gd name="connsiteX10872" fmla="*/ 863296 w 12188965"/>
              <a:gd name="connsiteY10872" fmla="*/ 1167305 h 2053176"/>
              <a:gd name="connsiteX10873" fmla="*/ 850407 w 12188965"/>
              <a:gd name="connsiteY10873" fmla="*/ 1154418 h 2053176"/>
              <a:gd name="connsiteX10874" fmla="*/ 863296 w 12188965"/>
              <a:gd name="connsiteY10874" fmla="*/ 1141531 h 2053176"/>
              <a:gd name="connsiteX10875" fmla="*/ 346686 w 12188965"/>
              <a:gd name="connsiteY10875" fmla="*/ 1141531 h 2053176"/>
              <a:gd name="connsiteX10876" fmla="*/ 359572 w 12188965"/>
              <a:gd name="connsiteY10876" fmla="*/ 1154418 h 2053176"/>
              <a:gd name="connsiteX10877" fmla="*/ 346686 w 12188965"/>
              <a:gd name="connsiteY10877" fmla="*/ 1167305 h 2053176"/>
              <a:gd name="connsiteX10878" fmla="*/ 333799 w 12188965"/>
              <a:gd name="connsiteY10878" fmla="*/ 1154418 h 2053176"/>
              <a:gd name="connsiteX10879" fmla="*/ 346686 w 12188965"/>
              <a:gd name="connsiteY10879" fmla="*/ 1141531 h 2053176"/>
              <a:gd name="connsiteX10880" fmla="*/ 218274 w 12188965"/>
              <a:gd name="connsiteY10880" fmla="*/ 1141531 h 2053176"/>
              <a:gd name="connsiteX10881" fmla="*/ 231162 w 12188965"/>
              <a:gd name="connsiteY10881" fmla="*/ 1154418 h 2053176"/>
              <a:gd name="connsiteX10882" fmla="*/ 218274 w 12188965"/>
              <a:gd name="connsiteY10882" fmla="*/ 1167305 h 2053176"/>
              <a:gd name="connsiteX10883" fmla="*/ 205386 w 12188965"/>
              <a:gd name="connsiteY10883" fmla="*/ 1154418 h 2053176"/>
              <a:gd name="connsiteX10884" fmla="*/ 218274 w 12188965"/>
              <a:gd name="connsiteY10884" fmla="*/ 1141531 h 2053176"/>
              <a:gd name="connsiteX10885" fmla="*/ 12034897 w 12188965"/>
              <a:gd name="connsiteY10885" fmla="*/ 1128760 h 2053176"/>
              <a:gd name="connsiteX10886" fmla="*/ 12060557 w 12188965"/>
              <a:gd name="connsiteY10886" fmla="*/ 1154418 h 2053176"/>
              <a:gd name="connsiteX10887" fmla="*/ 12034897 w 12188965"/>
              <a:gd name="connsiteY10887" fmla="*/ 1180077 h 2053176"/>
              <a:gd name="connsiteX10888" fmla="*/ 12009237 w 12188965"/>
              <a:gd name="connsiteY10888" fmla="*/ 1154418 h 2053176"/>
              <a:gd name="connsiteX10889" fmla="*/ 12034897 w 12188965"/>
              <a:gd name="connsiteY10889" fmla="*/ 1128760 h 2053176"/>
              <a:gd name="connsiteX10890" fmla="*/ 11970691 w 12188965"/>
              <a:gd name="connsiteY10890" fmla="*/ 1128760 h 2053176"/>
              <a:gd name="connsiteX10891" fmla="*/ 11996349 w 12188965"/>
              <a:gd name="connsiteY10891" fmla="*/ 1154418 h 2053176"/>
              <a:gd name="connsiteX10892" fmla="*/ 11970691 w 12188965"/>
              <a:gd name="connsiteY10892" fmla="*/ 1180077 h 2053176"/>
              <a:gd name="connsiteX10893" fmla="*/ 11945033 w 12188965"/>
              <a:gd name="connsiteY10893" fmla="*/ 1154418 h 2053176"/>
              <a:gd name="connsiteX10894" fmla="*/ 11970691 w 12188965"/>
              <a:gd name="connsiteY10894" fmla="*/ 1128760 h 2053176"/>
              <a:gd name="connsiteX10895" fmla="*/ 11842279 w 12188965"/>
              <a:gd name="connsiteY10895" fmla="*/ 1128760 h 2053176"/>
              <a:gd name="connsiteX10896" fmla="*/ 11867941 w 12188965"/>
              <a:gd name="connsiteY10896" fmla="*/ 1154418 h 2053176"/>
              <a:gd name="connsiteX10897" fmla="*/ 11842279 w 12188965"/>
              <a:gd name="connsiteY10897" fmla="*/ 1180077 h 2053176"/>
              <a:gd name="connsiteX10898" fmla="*/ 11816621 w 12188965"/>
              <a:gd name="connsiteY10898" fmla="*/ 1154418 h 2053176"/>
              <a:gd name="connsiteX10899" fmla="*/ 11842279 w 12188965"/>
              <a:gd name="connsiteY10899" fmla="*/ 1128760 h 2053176"/>
              <a:gd name="connsiteX10900" fmla="*/ 11454081 w 12188965"/>
              <a:gd name="connsiteY10900" fmla="*/ 1128760 h 2053176"/>
              <a:gd name="connsiteX10901" fmla="*/ 11479739 w 12188965"/>
              <a:gd name="connsiteY10901" fmla="*/ 1154418 h 2053176"/>
              <a:gd name="connsiteX10902" fmla="*/ 11454081 w 12188965"/>
              <a:gd name="connsiteY10902" fmla="*/ 1180077 h 2053176"/>
              <a:gd name="connsiteX10903" fmla="*/ 11428421 w 12188965"/>
              <a:gd name="connsiteY10903" fmla="*/ 1154418 h 2053176"/>
              <a:gd name="connsiteX10904" fmla="*/ 11454081 w 12188965"/>
              <a:gd name="connsiteY10904" fmla="*/ 1128760 h 2053176"/>
              <a:gd name="connsiteX10905" fmla="*/ 11325670 w 12188965"/>
              <a:gd name="connsiteY10905" fmla="*/ 1128760 h 2053176"/>
              <a:gd name="connsiteX10906" fmla="*/ 11351329 w 12188965"/>
              <a:gd name="connsiteY10906" fmla="*/ 1154418 h 2053176"/>
              <a:gd name="connsiteX10907" fmla="*/ 11325670 w 12188965"/>
              <a:gd name="connsiteY10907" fmla="*/ 1180077 h 2053176"/>
              <a:gd name="connsiteX10908" fmla="*/ 11300012 w 12188965"/>
              <a:gd name="connsiteY10908" fmla="*/ 1154418 h 2053176"/>
              <a:gd name="connsiteX10909" fmla="*/ 11325670 w 12188965"/>
              <a:gd name="connsiteY10909" fmla="*/ 1128760 h 2053176"/>
              <a:gd name="connsiteX10910" fmla="*/ 11197259 w 12188965"/>
              <a:gd name="connsiteY10910" fmla="*/ 1128760 h 2053176"/>
              <a:gd name="connsiteX10911" fmla="*/ 11222917 w 12188965"/>
              <a:gd name="connsiteY10911" fmla="*/ 1154418 h 2053176"/>
              <a:gd name="connsiteX10912" fmla="*/ 11197259 w 12188965"/>
              <a:gd name="connsiteY10912" fmla="*/ 1180077 h 2053176"/>
              <a:gd name="connsiteX10913" fmla="*/ 11171601 w 12188965"/>
              <a:gd name="connsiteY10913" fmla="*/ 1154418 h 2053176"/>
              <a:gd name="connsiteX10914" fmla="*/ 11197259 w 12188965"/>
              <a:gd name="connsiteY10914" fmla="*/ 1128760 h 2053176"/>
              <a:gd name="connsiteX10915" fmla="*/ 11133055 w 12188965"/>
              <a:gd name="connsiteY10915" fmla="*/ 1128760 h 2053176"/>
              <a:gd name="connsiteX10916" fmla="*/ 11158713 w 12188965"/>
              <a:gd name="connsiteY10916" fmla="*/ 1154418 h 2053176"/>
              <a:gd name="connsiteX10917" fmla="*/ 11133055 w 12188965"/>
              <a:gd name="connsiteY10917" fmla="*/ 1180077 h 2053176"/>
              <a:gd name="connsiteX10918" fmla="*/ 11107396 w 12188965"/>
              <a:gd name="connsiteY10918" fmla="*/ 1154418 h 2053176"/>
              <a:gd name="connsiteX10919" fmla="*/ 11133055 w 12188965"/>
              <a:gd name="connsiteY10919" fmla="*/ 1128760 h 2053176"/>
              <a:gd name="connsiteX10920" fmla="*/ 10940321 w 12188965"/>
              <a:gd name="connsiteY10920" fmla="*/ 1128760 h 2053176"/>
              <a:gd name="connsiteX10921" fmla="*/ 10965982 w 12188965"/>
              <a:gd name="connsiteY10921" fmla="*/ 1154418 h 2053176"/>
              <a:gd name="connsiteX10922" fmla="*/ 10940321 w 12188965"/>
              <a:gd name="connsiteY10922" fmla="*/ 1180077 h 2053176"/>
              <a:gd name="connsiteX10923" fmla="*/ 10914663 w 12188965"/>
              <a:gd name="connsiteY10923" fmla="*/ 1154418 h 2053176"/>
              <a:gd name="connsiteX10924" fmla="*/ 10940321 w 12188965"/>
              <a:gd name="connsiteY10924" fmla="*/ 1128760 h 2053176"/>
              <a:gd name="connsiteX10925" fmla="*/ 10683501 w 12188965"/>
              <a:gd name="connsiteY10925" fmla="*/ 1128760 h 2053176"/>
              <a:gd name="connsiteX10926" fmla="*/ 10709159 w 12188965"/>
              <a:gd name="connsiteY10926" fmla="*/ 1154418 h 2053176"/>
              <a:gd name="connsiteX10927" fmla="*/ 10683501 w 12188965"/>
              <a:gd name="connsiteY10927" fmla="*/ 1180077 h 2053176"/>
              <a:gd name="connsiteX10928" fmla="*/ 10657843 w 12188965"/>
              <a:gd name="connsiteY10928" fmla="*/ 1154418 h 2053176"/>
              <a:gd name="connsiteX10929" fmla="*/ 10683501 w 12188965"/>
              <a:gd name="connsiteY10929" fmla="*/ 1128760 h 2053176"/>
              <a:gd name="connsiteX10930" fmla="*/ 10619297 w 12188965"/>
              <a:gd name="connsiteY10930" fmla="*/ 1128760 h 2053176"/>
              <a:gd name="connsiteX10931" fmla="*/ 10644955 w 12188965"/>
              <a:gd name="connsiteY10931" fmla="*/ 1154418 h 2053176"/>
              <a:gd name="connsiteX10932" fmla="*/ 10619297 w 12188965"/>
              <a:gd name="connsiteY10932" fmla="*/ 1180077 h 2053176"/>
              <a:gd name="connsiteX10933" fmla="*/ 10593639 w 12188965"/>
              <a:gd name="connsiteY10933" fmla="*/ 1154418 h 2053176"/>
              <a:gd name="connsiteX10934" fmla="*/ 10619297 w 12188965"/>
              <a:gd name="connsiteY10934" fmla="*/ 1128760 h 2053176"/>
              <a:gd name="connsiteX10935" fmla="*/ 10555092 w 12188965"/>
              <a:gd name="connsiteY10935" fmla="*/ 1128760 h 2053176"/>
              <a:gd name="connsiteX10936" fmla="*/ 10580751 w 12188965"/>
              <a:gd name="connsiteY10936" fmla="*/ 1154418 h 2053176"/>
              <a:gd name="connsiteX10937" fmla="*/ 10555092 w 12188965"/>
              <a:gd name="connsiteY10937" fmla="*/ 1180077 h 2053176"/>
              <a:gd name="connsiteX10938" fmla="*/ 10529432 w 12188965"/>
              <a:gd name="connsiteY10938" fmla="*/ 1154418 h 2053176"/>
              <a:gd name="connsiteX10939" fmla="*/ 10555092 w 12188965"/>
              <a:gd name="connsiteY10939" fmla="*/ 1128760 h 2053176"/>
              <a:gd name="connsiteX10940" fmla="*/ 10362474 w 12188965"/>
              <a:gd name="connsiteY10940" fmla="*/ 1128760 h 2053176"/>
              <a:gd name="connsiteX10941" fmla="*/ 10388135 w 12188965"/>
              <a:gd name="connsiteY10941" fmla="*/ 1154418 h 2053176"/>
              <a:gd name="connsiteX10942" fmla="*/ 10362474 w 12188965"/>
              <a:gd name="connsiteY10942" fmla="*/ 1180077 h 2053176"/>
              <a:gd name="connsiteX10943" fmla="*/ 10336816 w 12188965"/>
              <a:gd name="connsiteY10943" fmla="*/ 1154418 h 2053176"/>
              <a:gd name="connsiteX10944" fmla="*/ 10362474 w 12188965"/>
              <a:gd name="connsiteY10944" fmla="*/ 1128760 h 2053176"/>
              <a:gd name="connsiteX10945" fmla="*/ 10298270 w 12188965"/>
              <a:gd name="connsiteY10945" fmla="*/ 1128760 h 2053176"/>
              <a:gd name="connsiteX10946" fmla="*/ 10323928 w 12188965"/>
              <a:gd name="connsiteY10946" fmla="*/ 1154418 h 2053176"/>
              <a:gd name="connsiteX10947" fmla="*/ 10298270 w 12188965"/>
              <a:gd name="connsiteY10947" fmla="*/ 1180077 h 2053176"/>
              <a:gd name="connsiteX10948" fmla="*/ 10272611 w 12188965"/>
              <a:gd name="connsiteY10948" fmla="*/ 1154418 h 2053176"/>
              <a:gd name="connsiteX10949" fmla="*/ 10298270 w 12188965"/>
              <a:gd name="connsiteY10949" fmla="*/ 1128760 h 2053176"/>
              <a:gd name="connsiteX10950" fmla="*/ 10234065 w 12188965"/>
              <a:gd name="connsiteY10950" fmla="*/ 1128760 h 2053176"/>
              <a:gd name="connsiteX10951" fmla="*/ 10259723 w 12188965"/>
              <a:gd name="connsiteY10951" fmla="*/ 1154418 h 2053176"/>
              <a:gd name="connsiteX10952" fmla="*/ 10234065 w 12188965"/>
              <a:gd name="connsiteY10952" fmla="*/ 1180077 h 2053176"/>
              <a:gd name="connsiteX10953" fmla="*/ 10208404 w 12188965"/>
              <a:gd name="connsiteY10953" fmla="*/ 1154418 h 2053176"/>
              <a:gd name="connsiteX10954" fmla="*/ 10234065 w 12188965"/>
              <a:gd name="connsiteY10954" fmla="*/ 1128760 h 2053176"/>
              <a:gd name="connsiteX10955" fmla="*/ 10105654 w 12188965"/>
              <a:gd name="connsiteY10955" fmla="*/ 1128760 h 2053176"/>
              <a:gd name="connsiteX10956" fmla="*/ 10131312 w 12188965"/>
              <a:gd name="connsiteY10956" fmla="*/ 1154418 h 2053176"/>
              <a:gd name="connsiteX10957" fmla="*/ 10105654 w 12188965"/>
              <a:gd name="connsiteY10957" fmla="*/ 1180077 h 2053176"/>
              <a:gd name="connsiteX10958" fmla="*/ 10079996 w 12188965"/>
              <a:gd name="connsiteY10958" fmla="*/ 1154418 h 2053176"/>
              <a:gd name="connsiteX10959" fmla="*/ 10105654 w 12188965"/>
              <a:gd name="connsiteY10959" fmla="*/ 1128760 h 2053176"/>
              <a:gd name="connsiteX10960" fmla="*/ 9720307 w 12188965"/>
              <a:gd name="connsiteY10960" fmla="*/ 1128760 h 2053176"/>
              <a:gd name="connsiteX10961" fmla="*/ 9745965 w 12188965"/>
              <a:gd name="connsiteY10961" fmla="*/ 1154418 h 2053176"/>
              <a:gd name="connsiteX10962" fmla="*/ 9720307 w 12188965"/>
              <a:gd name="connsiteY10962" fmla="*/ 1180077 h 2053176"/>
              <a:gd name="connsiteX10963" fmla="*/ 9694646 w 12188965"/>
              <a:gd name="connsiteY10963" fmla="*/ 1154418 h 2053176"/>
              <a:gd name="connsiteX10964" fmla="*/ 9720307 w 12188965"/>
              <a:gd name="connsiteY10964" fmla="*/ 1128760 h 2053176"/>
              <a:gd name="connsiteX10965" fmla="*/ 9463485 w 12188965"/>
              <a:gd name="connsiteY10965" fmla="*/ 1128760 h 2053176"/>
              <a:gd name="connsiteX10966" fmla="*/ 9489143 w 12188965"/>
              <a:gd name="connsiteY10966" fmla="*/ 1154418 h 2053176"/>
              <a:gd name="connsiteX10967" fmla="*/ 9463485 w 12188965"/>
              <a:gd name="connsiteY10967" fmla="*/ 1180077 h 2053176"/>
              <a:gd name="connsiteX10968" fmla="*/ 9437826 w 12188965"/>
              <a:gd name="connsiteY10968" fmla="*/ 1154418 h 2053176"/>
              <a:gd name="connsiteX10969" fmla="*/ 9463485 w 12188965"/>
              <a:gd name="connsiteY10969" fmla="*/ 1128760 h 2053176"/>
              <a:gd name="connsiteX10970" fmla="*/ 9335073 w 12188965"/>
              <a:gd name="connsiteY10970" fmla="*/ 1128760 h 2053176"/>
              <a:gd name="connsiteX10971" fmla="*/ 9360734 w 12188965"/>
              <a:gd name="connsiteY10971" fmla="*/ 1154418 h 2053176"/>
              <a:gd name="connsiteX10972" fmla="*/ 9335073 w 12188965"/>
              <a:gd name="connsiteY10972" fmla="*/ 1180077 h 2053176"/>
              <a:gd name="connsiteX10973" fmla="*/ 9309415 w 12188965"/>
              <a:gd name="connsiteY10973" fmla="*/ 1154418 h 2053176"/>
              <a:gd name="connsiteX10974" fmla="*/ 9335073 w 12188965"/>
              <a:gd name="connsiteY10974" fmla="*/ 1128760 h 2053176"/>
              <a:gd name="connsiteX10975" fmla="*/ 9078253 w 12188965"/>
              <a:gd name="connsiteY10975" fmla="*/ 1128760 h 2053176"/>
              <a:gd name="connsiteX10976" fmla="*/ 9103911 w 12188965"/>
              <a:gd name="connsiteY10976" fmla="*/ 1154418 h 2053176"/>
              <a:gd name="connsiteX10977" fmla="*/ 9078253 w 12188965"/>
              <a:gd name="connsiteY10977" fmla="*/ 1180077 h 2053176"/>
              <a:gd name="connsiteX10978" fmla="*/ 9052595 w 12188965"/>
              <a:gd name="connsiteY10978" fmla="*/ 1154418 h 2053176"/>
              <a:gd name="connsiteX10979" fmla="*/ 9078253 w 12188965"/>
              <a:gd name="connsiteY10979" fmla="*/ 1128760 h 2053176"/>
              <a:gd name="connsiteX10980" fmla="*/ 9014049 w 12188965"/>
              <a:gd name="connsiteY10980" fmla="*/ 1128760 h 2053176"/>
              <a:gd name="connsiteX10981" fmla="*/ 9039707 w 12188965"/>
              <a:gd name="connsiteY10981" fmla="*/ 1154418 h 2053176"/>
              <a:gd name="connsiteX10982" fmla="*/ 9014049 w 12188965"/>
              <a:gd name="connsiteY10982" fmla="*/ 1180077 h 2053176"/>
              <a:gd name="connsiteX10983" fmla="*/ 8988388 w 12188965"/>
              <a:gd name="connsiteY10983" fmla="*/ 1154418 h 2053176"/>
              <a:gd name="connsiteX10984" fmla="*/ 9014049 w 12188965"/>
              <a:gd name="connsiteY10984" fmla="*/ 1128760 h 2053176"/>
              <a:gd name="connsiteX10985" fmla="*/ 8564495 w 12188965"/>
              <a:gd name="connsiteY10985" fmla="*/ 1128760 h 2053176"/>
              <a:gd name="connsiteX10986" fmla="*/ 8590153 w 12188965"/>
              <a:gd name="connsiteY10986" fmla="*/ 1154418 h 2053176"/>
              <a:gd name="connsiteX10987" fmla="*/ 8564495 w 12188965"/>
              <a:gd name="connsiteY10987" fmla="*/ 1180077 h 2053176"/>
              <a:gd name="connsiteX10988" fmla="*/ 8538837 w 12188965"/>
              <a:gd name="connsiteY10988" fmla="*/ 1154418 h 2053176"/>
              <a:gd name="connsiteX10989" fmla="*/ 8564495 w 12188965"/>
              <a:gd name="connsiteY10989" fmla="*/ 1128760 h 2053176"/>
              <a:gd name="connsiteX10990" fmla="*/ 8500288 w 12188965"/>
              <a:gd name="connsiteY10990" fmla="*/ 1128760 h 2053176"/>
              <a:gd name="connsiteX10991" fmla="*/ 8525949 w 12188965"/>
              <a:gd name="connsiteY10991" fmla="*/ 1154418 h 2053176"/>
              <a:gd name="connsiteX10992" fmla="*/ 8500288 w 12188965"/>
              <a:gd name="connsiteY10992" fmla="*/ 1180077 h 2053176"/>
              <a:gd name="connsiteX10993" fmla="*/ 8474630 w 12188965"/>
              <a:gd name="connsiteY10993" fmla="*/ 1154418 h 2053176"/>
              <a:gd name="connsiteX10994" fmla="*/ 8500288 w 12188965"/>
              <a:gd name="connsiteY10994" fmla="*/ 1128760 h 2053176"/>
              <a:gd name="connsiteX10995" fmla="*/ 8050852 w 12188965"/>
              <a:gd name="connsiteY10995" fmla="*/ 1128760 h 2053176"/>
              <a:gd name="connsiteX10996" fmla="*/ 8076510 w 12188965"/>
              <a:gd name="connsiteY10996" fmla="*/ 1154418 h 2053176"/>
              <a:gd name="connsiteX10997" fmla="*/ 8050852 w 12188965"/>
              <a:gd name="connsiteY10997" fmla="*/ 1180077 h 2053176"/>
              <a:gd name="connsiteX10998" fmla="*/ 8025194 w 12188965"/>
              <a:gd name="connsiteY10998" fmla="*/ 1154418 h 2053176"/>
              <a:gd name="connsiteX10999" fmla="*/ 8050852 w 12188965"/>
              <a:gd name="connsiteY10999" fmla="*/ 1128760 h 2053176"/>
              <a:gd name="connsiteX11000" fmla="*/ 7986648 w 12188965"/>
              <a:gd name="connsiteY11000" fmla="*/ 1128760 h 2053176"/>
              <a:gd name="connsiteX11001" fmla="*/ 8012306 w 12188965"/>
              <a:gd name="connsiteY11001" fmla="*/ 1154418 h 2053176"/>
              <a:gd name="connsiteX11002" fmla="*/ 7986648 w 12188965"/>
              <a:gd name="connsiteY11002" fmla="*/ 1180077 h 2053176"/>
              <a:gd name="connsiteX11003" fmla="*/ 7960990 w 12188965"/>
              <a:gd name="connsiteY11003" fmla="*/ 1154418 h 2053176"/>
              <a:gd name="connsiteX11004" fmla="*/ 7986648 w 12188965"/>
              <a:gd name="connsiteY11004" fmla="*/ 1128760 h 2053176"/>
              <a:gd name="connsiteX11005" fmla="*/ 7858237 w 12188965"/>
              <a:gd name="connsiteY11005" fmla="*/ 1128760 h 2053176"/>
              <a:gd name="connsiteX11006" fmla="*/ 7883895 w 12188965"/>
              <a:gd name="connsiteY11006" fmla="*/ 1154418 h 2053176"/>
              <a:gd name="connsiteX11007" fmla="*/ 7858237 w 12188965"/>
              <a:gd name="connsiteY11007" fmla="*/ 1180077 h 2053176"/>
              <a:gd name="connsiteX11008" fmla="*/ 7832578 w 12188965"/>
              <a:gd name="connsiteY11008" fmla="*/ 1154418 h 2053176"/>
              <a:gd name="connsiteX11009" fmla="*/ 7858237 w 12188965"/>
              <a:gd name="connsiteY11009" fmla="*/ 1128760 h 2053176"/>
              <a:gd name="connsiteX11010" fmla="*/ 7794032 w 12188965"/>
              <a:gd name="connsiteY11010" fmla="*/ 1128760 h 2053176"/>
              <a:gd name="connsiteX11011" fmla="*/ 7819690 w 12188965"/>
              <a:gd name="connsiteY11011" fmla="*/ 1154418 h 2053176"/>
              <a:gd name="connsiteX11012" fmla="*/ 7794032 w 12188965"/>
              <a:gd name="connsiteY11012" fmla="*/ 1180077 h 2053176"/>
              <a:gd name="connsiteX11013" fmla="*/ 7768371 w 12188965"/>
              <a:gd name="connsiteY11013" fmla="*/ 1154418 h 2053176"/>
              <a:gd name="connsiteX11014" fmla="*/ 7794032 w 12188965"/>
              <a:gd name="connsiteY11014" fmla="*/ 1128760 h 2053176"/>
              <a:gd name="connsiteX11015" fmla="*/ 7729825 w 12188965"/>
              <a:gd name="connsiteY11015" fmla="*/ 1128760 h 2053176"/>
              <a:gd name="connsiteX11016" fmla="*/ 7755486 w 12188965"/>
              <a:gd name="connsiteY11016" fmla="*/ 1154418 h 2053176"/>
              <a:gd name="connsiteX11017" fmla="*/ 7729825 w 12188965"/>
              <a:gd name="connsiteY11017" fmla="*/ 1180077 h 2053176"/>
              <a:gd name="connsiteX11018" fmla="*/ 7704167 w 12188965"/>
              <a:gd name="connsiteY11018" fmla="*/ 1154418 h 2053176"/>
              <a:gd name="connsiteX11019" fmla="*/ 7729825 w 12188965"/>
              <a:gd name="connsiteY11019" fmla="*/ 1128760 h 2053176"/>
              <a:gd name="connsiteX11020" fmla="*/ 7665621 w 12188965"/>
              <a:gd name="connsiteY11020" fmla="*/ 1128760 h 2053176"/>
              <a:gd name="connsiteX11021" fmla="*/ 7691279 w 12188965"/>
              <a:gd name="connsiteY11021" fmla="*/ 1154418 h 2053176"/>
              <a:gd name="connsiteX11022" fmla="*/ 7665621 w 12188965"/>
              <a:gd name="connsiteY11022" fmla="*/ 1180077 h 2053176"/>
              <a:gd name="connsiteX11023" fmla="*/ 7639963 w 12188965"/>
              <a:gd name="connsiteY11023" fmla="*/ 1154418 h 2053176"/>
              <a:gd name="connsiteX11024" fmla="*/ 7665621 w 12188965"/>
              <a:gd name="connsiteY11024" fmla="*/ 1128760 h 2053176"/>
              <a:gd name="connsiteX11025" fmla="*/ 7601299 w 12188965"/>
              <a:gd name="connsiteY11025" fmla="*/ 1128760 h 2053176"/>
              <a:gd name="connsiteX11026" fmla="*/ 7626959 w 12188965"/>
              <a:gd name="connsiteY11026" fmla="*/ 1154418 h 2053176"/>
              <a:gd name="connsiteX11027" fmla="*/ 7601299 w 12188965"/>
              <a:gd name="connsiteY11027" fmla="*/ 1180077 h 2053176"/>
              <a:gd name="connsiteX11028" fmla="*/ 7575640 w 12188965"/>
              <a:gd name="connsiteY11028" fmla="*/ 1154418 h 2053176"/>
              <a:gd name="connsiteX11029" fmla="*/ 7601299 w 12188965"/>
              <a:gd name="connsiteY11029" fmla="*/ 1128760 h 2053176"/>
              <a:gd name="connsiteX11030" fmla="*/ 7537094 w 12188965"/>
              <a:gd name="connsiteY11030" fmla="*/ 1128760 h 2053176"/>
              <a:gd name="connsiteX11031" fmla="*/ 7562752 w 12188965"/>
              <a:gd name="connsiteY11031" fmla="*/ 1154418 h 2053176"/>
              <a:gd name="connsiteX11032" fmla="*/ 7537094 w 12188965"/>
              <a:gd name="connsiteY11032" fmla="*/ 1180077 h 2053176"/>
              <a:gd name="connsiteX11033" fmla="*/ 7511436 w 12188965"/>
              <a:gd name="connsiteY11033" fmla="*/ 1154418 h 2053176"/>
              <a:gd name="connsiteX11034" fmla="*/ 7537094 w 12188965"/>
              <a:gd name="connsiteY11034" fmla="*/ 1128760 h 2053176"/>
              <a:gd name="connsiteX11035" fmla="*/ 7472890 w 12188965"/>
              <a:gd name="connsiteY11035" fmla="*/ 1128760 h 2053176"/>
              <a:gd name="connsiteX11036" fmla="*/ 7498548 w 12188965"/>
              <a:gd name="connsiteY11036" fmla="*/ 1154418 h 2053176"/>
              <a:gd name="connsiteX11037" fmla="*/ 7472890 w 12188965"/>
              <a:gd name="connsiteY11037" fmla="*/ 1180077 h 2053176"/>
              <a:gd name="connsiteX11038" fmla="*/ 7447229 w 12188965"/>
              <a:gd name="connsiteY11038" fmla="*/ 1154418 h 2053176"/>
              <a:gd name="connsiteX11039" fmla="*/ 7472890 w 12188965"/>
              <a:gd name="connsiteY11039" fmla="*/ 1128760 h 2053176"/>
              <a:gd name="connsiteX11040" fmla="*/ 7216067 w 12188965"/>
              <a:gd name="connsiteY11040" fmla="*/ 1128760 h 2053176"/>
              <a:gd name="connsiteX11041" fmla="*/ 7241725 w 12188965"/>
              <a:gd name="connsiteY11041" fmla="*/ 1154418 h 2053176"/>
              <a:gd name="connsiteX11042" fmla="*/ 7216067 w 12188965"/>
              <a:gd name="connsiteY11042" fmla="*/ 1180077 h 2053176"/>
              <a:gd name="connsiteX11043" fmla="*/ 7190409 w 12188965"/>
              <a:gd name="connsiteY11043" fmla="*/ 1154418 h 2053176"/>
              <a:gd name="connsiteX11044" fmla="*/ 7216067 w 12188965"/>
              <a:gd name="connsiteY11044" fmla="*/ 1128760 h 2053176"/>
              <a:gd name="connsiteX11045" fmla="*/ 7151863 w 12188965"/>
              <a:gd name="connsiteY11045" fmla="*/ 1128760 h 2053176"/>
              <a:gd name="connsiteX11046" fmla="*/ 7177521 w 12188965"/>
              <a:gd name="connsiteY11046" fmla="*/ 1154418 h 2053176"/>
              <a:gd name="connsiteX11047" fmla="*/ 7151863 w 12188965"/>
              <a:gd name="connsiteY11047" fmla="*/ 1180077 h 2053176"/>
              <a:gd name="connsiteX11048" fmla="*/ 7126205 w 12188965"/>
              <a:gd name="connsiteY11048" fmla="*/ 1154418 h 2053176"/>
              <a:gd name="connsiteX11049" fmla="*/ 7151863 w 12188965"/>
              <a:gd name="connsiteY11049" fmla="*/ 1128760 h 2053176"/>
              <a:gd name="connsiteX11050" fmla="*/ 6895043 w 12188965"/>
              <a:gd name="connsiteY11050" fmla="*/ 1128760 h 2053176"/>
              <a:gd name="connsiteX11051" fmla="*/ 6920701 w 12188965"/>
              <a:gd name="connsiteY11051" fmla="*/ 1154418 h 2053176"/>
              <a:gd name="connsiteX11052" fmla="*/ 6895043 w 12188965"/>
              <a:gd name="connsiteY11052" fmla="*/ 1180077 h 2053176"/>
              <a:gd name="connsiteX11053" fmla="*/ 6869382 w 12188965"/>
              <a:gd name="connsiteY11053" fmla="*/ 1154418 h 2053176"/>
              <a:gd name="connsiteX11054" fmla="*/ 6895043 w 12188965"/>
              <a:gd name="connsiteY11054" fmla="*/ 1128760 h 2053176"/>
              <a:gd name="connsiteX11055" fmla="*/ 6638220 w 12188965"/>
              <a:gd name="connsiteY11055" fmla="*/ 1128760 h 2053176"/>
              <a:gd name="connsiteX11056" fmla="*/ 6663881 w 12188965"/>
              <a:gd name="connsiteY11056" fmla="*/ 1154418 h 2053176"/>
              <a:gd name="connsiteX11057" fmla="*/ 6638220 w 12188965"/>
              <a:gd name="connsiteY11057" fmla="*/ 1180077 h 2053176"/>
              <a:gd name="connsiteX11058" fmla="*/ 6612562 w 12188965"/>
              <a:gd name="connsiteY11058" fmla="*/ 1154418 h 2053176"/>
              <a:gd name="connsiteX11059" fmla="*/ 6638220 w 12188965"/>
              <a:gd name="connsiteY11059" fmla="*/ 1128760 h 2053176"/>
              <a:gd name="connsiteX11060" fmla="*/ 6317078 w 12188965"/>
              <a:gd name="connsiteY11060" fmla="*/ 1128760 h 2053176"/>
              <a:gd name="connsiteX11061" fmla="*/ 6342736 w 12188965"/>
              <a:gd name="connsiteY11061" fmla="*/ 1154418 h 2053176"/>
              <a:gd name="connsiteX11062" fmla="*/ 6317078 w 12188965"/>
              <a:gd name="connsiteY11062" fmla="*/ 1180077 h 2053176"/>
              <a:gd name="connsiteX11063" fmla="*/ 6291420 w 12188965"/>
              <a:gd name="connsiteY11063" fmla="*/ 1154418 h 2053176"/>
              <a:gd name="connsiteX11064" fmla="*/ 6317078 w 12188965"/>
              <a:gd name="connsiteY11064" fmla="*/ 1128760 h 2053176"/>
              <a:gd name="connsiteX11065" fmla="*/ 6252873 w 12188965"/>
              <a:gd name="connsiteY11065" fmla="*/ 1128760 h 2053176"/>
              <a:gd name="connsiteX11066" fmla="*/ 6278532 w 12188965"/>
              <a:gd name="connsiteY11066" fmla="*/ 1154418 h 2053176"/>
              <a:gd name="connsiteX11067" fmla="*/ 6252873 w 12188965"/>
              <a:gd name="connsiteY11067" fmla="*/ 1180077 h 2053176"/>
              <a:gd name="connsiteX11068" fmla="*/ 6227213 w 12188965"/>
              <a:gd name="connsiteY11068" fmla="*/ 1154418 h 2053176"/>
              <a:gd name="connsiteX11069" fmla="*/ 6252873 w 12188965"/>
              <a:gd name="connsiteY11069" fmla="*/ 1128760 h 2053176"/>
              <a:gd name="connsiteX11070" fmla="*/ 6124462 w 12188965"/>
              <a:gd name="connsiteY11070" fmla="*/ 1128760 h 2053176"/>
              <a:gd name="connsiteX11071" fmla="*/ 6150123 w 12188965"/>
              <a:gd name="connsiteY11071" fmla="*/ 1154418 h 2053176"/>
              <a:gd name="connsiteX11072" fmla="*/ 6124462 w 12188965"/>
              <a:gd name="connsiteY11072" fmla="*/ 1180077 h 2053176"/>
              <a:gd name="connsiteX11073" fmla="*/ 6098804 w 12188965"/>
              <a:gd name="connsiteY11073" fmla="*/ 1154418 h 2053176"/>
              <a:gd name="connsiteX11074" fmla="*/ 6124462 w 12188965"/>
              <a:gd name="connsiteY11074" fmla="*/ 1128760 h 2053176"/>
              <a:gd name="connsiteX11075" fmla="*/ 5743477 w 12188965"/>
              <a:gd name="connsiteY11075" fmla="*/ 1128760 h 2053176"/>
              <a:gd name="connsiteX11076" fmla="*/ 5769136 w 12188965"/>
              <a:gd name="connsiteY11076" fmla="*/ 1154418 h 2053176"/>
              <a:gd name="connsiteX11077" fmla="*/ 5743477 w 12188965"/>
              <a:gd name="connsiteY11077" fmla="*/ 1180077 h 2053176"/>
              <a:gd name="connsiteX11078" fmla="*/ 5717818 w 12188965"/>
              <a:gd name="connsiteY11078" fmla="*/ 1154418 h 2053176"/>
              <a:gd name="connsiteX11079" fmla="*/ 5743477 w 12188965"/>
              <a:gd name="connsiteY11079" fmla="*/ 1128760 h 2053176"/>
              <a:gd name="connsiteX11080" fmla="*/ 5615066 w 12188965"/>
              <a:gd name="connsiteY11080" fmla="*/ 1128760 h 2053176"/>
              <a:gd name="connsiteX11081" fmla="*/ 5640726 w 12188965"/>
              <a:gd name="connsiteY11081" fmla="*/ 1154418 h 2053176"/>
              <a:gd name="connsiteX11082" fmla="*/ 5615066 w 12188965"/>
              <a:gd name="connsiteY11082" fmla="*/ 1180077 h 2053176"/>
              <a:gd name="connsiteX11083" fmla="*/ 5589407 w 12188965"/>
              <a:gd name="connsiteY11083" fmla="*/ 1154418 h 2053176"/>
              <a:gd name="connsiteX11084" fmla="*/ 5615066 w 12188965"/>
              <a:gd name="connsiteY11084" fmla="*/ 1128760 h 2053176"/>
              <a:gd name="connsiteX11085" fmla="*/ 5486655 w 12188965"/>
              <a:gd name="connsiteY11085" fmla="*/ 1128760 h 2053176"/>
              <a:gd name="connsiteX11086" fmla="*/ 5512316 w 12188965"/>
              <a:gd name="connsiteY11086" fmla="*/ 1154418 h 2053176"/>
              <a:gd name="connsiteX11087" fmla="*/ 5486655 w 12188965"/>
              <a:gd name="connsiteY11087" fmla="*/ 1180077 h 2053176"/>
              <a:gd name="connsiteX11088" fmla="*/ 5460997 w 12188965"/>
              <a:gd name="connsiteY11088" fmla="*/ 1154418 h 2053176"/>
              <a:gd name="connsiteX11089" fmla="*/ 5486655 w 12188965"/>
              <a:gd name="connsiteY11089" fmla="*/ 1128760 h 2053176"/>
              <a:gd name="connsiteX11090" fmla="*/ 5422451 w 12188965"/>
              <a:gd name="connsiteY11090" fmla="*/ 1128760 h 2053176"/>
              <a:gd name="connsiteX11091" fmla="*/ 5448109 w 12188965"/>
              <a:gd name="connsiteY11091" fmla="*/ 1154418 h 2053176"/>
              <a:gd name="connsiteX11092" fmla="*/ 5422451 w 12188965"/>
              <a:gd name="connsiteY11092" fmla="*/ 1180077 h 2053176"/>
              <a:gd name="connsiteX11093" fmla="*/ 5396791 w 12188965"/>
              <a:gd name="connsiteY11093" fmla="*/ 1154418 h 2053176"/>
              <a:gd name="connsiteX11094" fmla="*/ 5422451 w 12188965"/>
              <a:gd name="connsiteY11094" fmla="*/ 1128760 h 2053176"/>
              <a:gd name="connsiteX11095" fmla="*/ 5229719 w 12188965"/>
              <a:gd name="connsiteY11095" fmla="*/ 1128760 h 2053176"/>
              <a:gd name="connsiteX11096" fmla="*/ 5255377 w 12188965"/>
              <a:gd name="connsiteY11096" fmla="*/ 1154418 h 2053176"/>
              <a:gd name="connsiteX11097" fmla="*/ 5229719 w 12188965"/>
              <a:gd name="connsiteY11097" fmla="*/ 1180077 h 2053176"/>
              <a:gd name="connsiteX11098" fmla="*/ 5204058 w 12188965"/>
              <a:gd name="connsiteY11098" fmla="*/ 1154418 h 2053176"/>
              <a:gd name="connsiteX11099" fmla="*/ 5229719 w 12188965"/>
              <a:gd name="connsiteY11099" fmla="*/ 1128760 h 2053176"/>
              <a:gd name="connsiteX11100" fmla="*/ 4972896 w 12188965"/>
              <a:gd name="connsiteY11100" fmla="*/ 1128760 h 2053176"/>
              <a:gd name="connsiteX11101" fmla="*/ 4998557 w 12188965"/>
              <a:gd name="connsiteY11101" fmla="*/ 1154418 h 2053176"/>
              <a:gd name="connsiteX11102" fmla="*/ 4972896 w 12188965"/>
              <a:gd name="connsiteY11102" fmla="*/ 1180077 h 2053176"/>
              <a:gd name="connsiteX11103" fmla="*/ 4947240 w 12188965"/>
              <a:gd name="connsiteY11103" fmla="*/ 1154418 h 2053176"/>
              <a:gd name="connsiteX11104" fmla="*/ 4972896 w 12188965"/>
              <a:gd name="connsiteY11104" fmla="*/ 1128760 h 2053176"/>
              <a:gd name="connsiteX11105" fmla="*/ 4908693 w 12188965"/>
              <a:gd name="connsiteY11105" fmla="*/ 1128760 h 2053176"/>
              <a:gd name="connsiteX11106" fmla="*/ 4934352 w 12188965"/>
              <a:gd name="connsiteY11106" fmla="*/ 1154418 h 2053176"/>
              <a:gd name="connsiteX11107" fmla="*/ 4908693 w 12188965"/>
              <a:gd name="connsiteY11107" fmla="*/ 1180077 h 2053176"/>
              <a:gd name="connsiteX11108" fmla="*/ 4883033 w 12188965"/>
              <a:gd name="connsiteY11108" fmla="*/ 1154418 h 2053176"/>
              <a:gd name="connsiteX11109" fmla="*/ 4908693 w 12188965"/>
              <a:gd name="connsiteY11109" fmla="*/ 1128760 h 2053176"/>
              <a:gd name="connsiteX11110" fmla="*/ 4844487 w 12188965"/>
              <a:gd name="connsiteY11110" fmla="*/ 1128760 h 2053176"/>
              <a:gd name="connsiteX11111" fmla="*/ 4870146 w 12188965"/>
              <a:gd name="connsiteY11111" fmla="*/ 1154418 h 2053176"/>
              <a:gd name="connsiteX11112" fmla="*/ 4844487 w 12188965"/>
              <a:gd name="connsiteY11112" fmla="*/ 1180077 h 2053176"/>
              <a:gd name="connsiteX11113" fmla="*/ 4818828 w 12188965"/>
              <a:gd name="connsiteY11113" fmla="*/ 1154418 h 2053176"/>
              <a:gd name="connsiteX11114" fmla="*/ 4844487 w 12188965"/>
              <a:gd name="connsiteY11114" fmla="*/ 1128760 h 2053176"/>
              <a:gd name="connsiteX11115" fmla="*/ 4651872 w 12188965"/>
              <a:gd name="connsiteY11115" fmla="*/ 1128760 h 2053176"/>
              <a:gd name="connsiteX11116" fmla="*/ 4677531 w 12188965"/>
              <a:gd name="connsiteY11116" fmla="*/ 1154418 h 2053176"/>
              <a:gd name="connsiteX11117" fmla="*/ 4651872 w 12188965"/>
              <a:gd name="connsiteY11117" fmla="*/ 1180077 h 2053176"/>
              <a:gd name="connsiteX11118" fmla="*/ 4626213 w 12188965"/>
              <a:gd name="connsiteY11118" fmla="*/ 1154418 h 2053176"/>
              <a:gd name="connsiteX11119" fmla="*/ 4651872 w 12188965"/>
              <a:gd name="connsiteY11119" fmla="*/ 1128760 h 2053176"/>
              <a:gd name="connsiteX11120" fmla="*/ 4587666 w 12188965"/>
              <a:gd name="connsiteY11120" fmla="*/ 1128760 h 2053176"/>
              <a:gd name="connsiteX11121" fmla="*/ 4613324 w 12188965"/>
              <a:gd name="connsiteY11121" fmla="*/ 1154418 h 2053176"/>
              <a:gd name="connsiteX11122" fmla="*/ 4587666 w 12188965"/>
              <a:gd name="connsiteY11122" fmla="*/ 1180077 h 2053176"/>
              <a:gd name="connsiteX11123" fmla="*/ 4562007 w 12188965"/>
              <a:gd name="connsiteY11123" fmla="*/ 1154418 h 2053176"/>
              <a:gd name="connsiteX11124" fmla="*/ 4587666 w 12188965"/>
              <a:gd name="connsiteY11124" fmla="*/ 1128760 h 2053176"/>
              <a:gd name="connsiteX11125" fmla="*/ 4523461 w 12188965"/>
              <a:gd name="connsiteY11125" fmla="*/ 1128760 h 2053176"/>
              <a:gd name="connsiteX11126" fmla="*/ 4549121 w 12188965"/>
              <a:gd name="connsiteY11126" fmla="*/ 1154418 h 2053176"/>
              <a:gd name="connsiteX11127" fmla="*/ 4523461 w 12188965"/>
              <a:gd name="connsiteY11127" fmla="*/ 1180077 h 2053176"/>
              <a:gd name="connsiteX11128" fmla="*/ 4497802 w 12188965"/>
              <a:gd name="connsiteY11128" fmla="*/ 1154418 h 2053176"/>
              <a:gd name="connsiteX11129" fmla="*/ 4523461 w 12188965"/>
              <a:gd name="connsiteY11129" fmla="*/ 1128760 h 2053176"/>
              <a:gd name="connsiteX11130" fmla="*/ 4395050 w 12188965"/>
              <a:gd name="connsiteY11130" fmla="*/ 1128760 h 2053176"/>
              <a:gd name="connsiteX11131" fmla="*/ 4420710 w 12188965"/>
              <a:gd name="connsiteY11131" fmla="*/ 1154418 h 2053176"/>
              <a:gd name="connsiteX11132" fmla="*/ 4395050 w 12188965"/>
              <a:gd name="connsiteY11132" fmla="*/ 1180077 h 2053176"/>
              <a:gd name="connsiteX11133" fmla="*/ 4369391 w 12188965"/>
              <a:gd name="connsiteY11133" fmla="*/ 1154418 h 2053176"/>
              <a:gd name="connsiteX11134" fmla="*/ 4395050 w 12188965"/>
              <a:gd name="connsiteY11134" fmla="*/ 1128760 h 2053176"/>
              <a:gd name="connsiteX11135" fmla="*/ 4009702 w 12188965"/>
              <a:gd name="connsiteY11135" fmla="*/ 1128760 h 2053176"/>
              <a:gd name="connsiteX11136" fmla="*/ 4035362 w 12188965"/>
              <a:gd name="connsiteY11136" fmla="*/ 1154418 h 2053176"/>
              <a:gd name="connsiteX11137" fmla="*/ 4009702 w 12188965"/>
              <a:gd name="connsiteY11137" fmla="*/ 1180077 h 2053176"/>
              <a:gd name="connsiteX11138" fmla="*/ 3984043 w 12188965"/>
              <a:gd name="connsiteY11138" fmla="*/ 1154418 h 2053176"/>
              <a:gd name="connsiteX11139" fmla="*/ 4009702 w 12188965"/>
              <a:gd name="connsiteY11139" fmla="*/ 1128760 h 2053176"/>
              <a:gd name="connsiteX11140" fmla="*/ 3752882 w 12188965"/>
              <a:gd name="connsiteY11140" fmla="*/ 1128760 h 2053176"/>
              <a:gd name="connsiteX11141" fmla="*/ 3778539 w 12188965"/>
              <a:gd name="connsiteY11141" fmla="*/ 1154418 h 2053176"/>
              <a:gd name="connsiteX11142" fmla="*/ 3752882 w 12188965"/>
              <a:gd name="connsiteY11142" fmla="*/ 1180077 h 2053176"/>
              <a:gd name="connsiteX11143" fmla="*/ 3727221 w 12188965"/>
              <a:gd name="connsiteY11143" fmla="*/ 1154418 h 2053176"/>
              <a:gd name="connsiteX11144" fmla="*/ 3752882 w 12188965"/>
              <a:gd name="connsiteY11144" fmla="*/ 1128760 h 2053176"/>
              <a:gd name="connsiteX11145" fmla="*/ 3624472 w 12188965"/>
              <a:gd name="connsiteY11145" fmla="*/ 1128760 h 2053176"/>
              <a:gd name="connsiteX11146" fmla="*/ 3650129 w 12188965"/>
              <a:gd name="connsiteY11146" fmla="*/ 1154418 h 2053176"/>
              <a:gd name="connsiteX11147" fmla="*/ 3624472 w 12188965"/>
              <a:gd name="connsiteY11147" fmla="*/ 1180077 h 2053176"/>
              <a:gd name="connsiteX11148" fmla="*/ 3598810 w 12188965"/>
              <a:gd name="connsiteY11148" fmla="*/ 1154418 h 2053176"/>
              <a:gd name="connsiteX11149" fmla="*/ 3624472 w 12188965"/>
              <a:gd name="connsiteY11149" fmla="*/ 1128760 h 2053176"/>
              <a:gd name="connsiteX11150" fmla="*/ 3367649 w 12188965"/>
              <a:gd name="connsiteY11150" fmla="*/ 1128760 h 2053176"/>
              <a:gd name="connsiteX11151" fmla="*/ 3393308 w 12188965"/>
              <a:gd name="connsiteY11151" fmla="*/ 1154418 h 2053176"/>
              <a:gd name="connsiteX11152" fmla="*/ 3367649 w 12188965"/>
              <a:gd name="connsiteY11152" fmla="*/ 1180077 h 2053176"/>
              <a:gd name="connsiteX11153" fmla="*/ 3341990 w 12188965"/>
              <a:gd name="connsiteY11153" fmla="*/ 1154418 h 2053176"/>
              <a:gd name="connsiteX11154" fmla="*/ 3367649 w 12188965"/>
              <a:gd name="connsiteY11154" fmla="*/ 1128760 h 2053176"/>
              <a:gd name="connsiteX11155" fmla="*/ 3303444 w 12188965"/>
              <a:gd name="connsiteY11155" fmla="*/ 1128760 h 2053176"/>
              <a:gd name="connsiteX11156" fmla="*/ 3329102 w 12188965"/>
              <a:gd name="connsiteY11156" fmla="*/ 1154418 h 2053176"/>
              <a:gd name="connsiteX11157" fmla="*/ 3303444 w 12188965"/>
              <a:gd name="connsiteY11157" fmla="*/ 1180077 h 2053176"/>
              <a:gd name="connsiteX11158" fmla="*/ 3277785 w 12188965"/>
              <a:gd name="connsiteY11158" fmla="*/ 1154418 h 2053176"/>
              <a:gd name="connsiteX11159" fmla="*/ 3303444 w 12188965"/>
              <a:gd name="connsiteY11159" fmla="*/ 1128760 h 2053176"/>
              <a:gd name="connsiteX11160" fmla="*/ 2853890 w 12188965"/>
              <a:gd name="connsiteY11160" fmla="*/ 1128760 h 2053176"/>
              <a:gd name="connsiteX11161" fmla="*/ 2879550 w 12188965"/>
              <a:gd name="connsiteY11161" fmla="*/ 1154418 h 2053176"/>
              <a:gd name="connsiteX11162" fmla="*/ 2853890 w 12188965"/>
              <a:gd name="connsiteY11162" fmla="*/ 1180077 h 2053176"/>
              <a:gd name="connsiteX11163" fmla="*/ 2828231 w 12188965"/>
              <a:gd name="connsiteY11163" fmla="*/ 1154418 h 2053176"/>
              <a:gd name="connsiteX11164" fmla="*/ 2853890 w 12188965"/>
              <a:gd name="connsiteY11164" fmla="*/ 1128760 h 2053176"/>
              <a:gd name="connsiteX11165" fmla="*/ 2789686 w 12188965"/>
              <a:gd name="connsiteY11165" fmla="*/ 1128760 h 2053176"/>
              <a:gd name="connsiteX11166" fmla="*/ 2815344 w 12188965"/>
              <a:gd name="connsiteY11166" fmla="*/ 1154418 h 2053176"/>
              <a:gd name="connsiteX11167" fmla="*/ 2789686 w 12188965"/>
              <a:gd name="connsiteY11167" fmla="*/ 1180077 h 2053176"/>
              <a:gd name="connsiteX11168" fmla="*/ 2764027 w 12188965"/>
              <a:gd name="connsiteY11168" fmla="*/ 1154418 h 2053176"/>
              <a:gd name="connsiteX11169" fmla="*/ 2789686 w 12188965"/>
              <a:gd name="connsiteY11169" fmla="*/ 1128760 h 2053176"/>
              <a:gd name="connsiteX11170" fmla="*/ 2340249 w 12188965"/>
              <a:gd name="connsiteY11170" fmla="*/ 1128760 h 2053176"/>
              <a:gd name="connsiteX11171" fmla="*/ 2365908 w 12188965"/>
              <a:gd name="connsiteY11171" fmla="*/ 1154418 h 2053176"/>
              <a:gd name="connsiteX11172" fmla="*/ 2340249 w 12188965"/>
              <a:gd name="connsiteY11172" fmla="*/ 1180077 h 2053176"/>
              <a:gd name="connsiteX11173" fmla="*/ 2314590 w 12188965"/>
              <a:gd name="connsiteY11173" fmla="*/ 1154418 h 2053176"/>
              <a:gd name="connsiteX11174" fmla="*/ 2340249 w 12188965"/>
              <a:gd name="connsiteY11174" fmla="*/ 1128760 h 2053176"/>
              <a:gd name="connsiteX11175" fmla="*/ 2276044 w 12188965"/>
              <a:gd name="connsiteY11175" fmla="*/ 1128760 h 2053176"/>
              <a:gd name="connsiteX11176" fmla="*/ 2301702 w 12188965"/>
              <a:gd name="connsiteY11176" fmla="*/ 1154418 h 2053176"/>
              <a:gd name="connsiteX11177" fmla="*/ 2276044 w 12188965"/>
              <a:gd name="connsiteY11177" fmla="*/ 1180077 h 2053176"/>
              <a:gd name="connsiteX11178" fmla="*/ 2250385 w 12188965"/>
              <a:gd name="connsiteY11178" fmla="*/ 1154418 h 2053176"/>
              <a:gd name="connsiteX11179" fmla="*/ 2276044 w 12188965"/>
              <a:gd name="connsiteY11179" fmla="*/ 1128760 h 2053176"/>
              <a:gd name="connsiteX11180" fmla="*/ 2147633 w 12188965"/>
              <a:gd name="connsiteY11180" fmla="*/ 1128760 h 2053176"/>
              <a:gd name="connsiteX11181" fmla="*/ 2173293 w 12188965"/>
              <a:gd name="connsiteY11181" fmla="*/ 1154418 h 2053176"/>
              <a:gd name="connsiteX11182" fmla="*/ 2147633 w 12188965"/>
              <a:gd name="connsiteY11182" fmla="*/ 1180077 h 2053176"/>
              <a:gd name="connsiteX11183" fmla="*/ 2121975 w 12188965"/>
              <a:gd name="connsiteY11183" fmla="*/ 1154418 h 2053176"/>
              <a:gd name="connsiteX11184" fmla="*/ 2147633 w 12188965"/>
              <a:gd name="connsiteY11184" fmla="*/ 1128760 h 2053176"/>
              <a:gd name="connsiteX11185" fmla="*/ 2083427 w 12188965"/>
              <a:gd name="connsiteY11185" fmla="*/ 1128760 h 2053176"/>
              <a:gd name="connsiteX11186" fmla="*/ 2109087 w 12188965"/>
              <a:gd name="connsiteY11186" fmla="*/ 1154418 h 2053176"/>
              <a:gd name="connsiteX11187" fmla="*/ 2083427 w 12188965"/>
              <a:gd name="connsiteY11187" fmla="*/ 1180077 h 2053176"/>
              <a:gd name="connsiteX11188" fmla="*/ 2057768 w 12188965"/>
              <a:gd name="connsiteY11188" fmla="*/ 1154418 h 2053176"/>
              <a:gd name="connsiteX11189" fmla="*/ 2083427 w 12188965"/>
              <a:gd name="connsiteY11189" fmla="*/ 1128760 h 2053176"/>
              <a:gd name="connsiteX11190" fmla="*/ 2019222 w 12188965"/>
              <a:gd name="connsiteY11190" fmla="*/ 1128760 h 2053176"/>
              <a:gd name="connsiteX11191" fmla="*/ 2044880 w 12188965"/>
              <a:gd name="connsiteY11191" fmla="*/ 1154418 h 2053176"/>
              <a:gd name="connsiteX11192" fmla="*/ 2019222 w 12188965"/>
              <a:gd name="connsiteY11192" fmla="*/ 1180077 h 2053176"/>
              <a:gd name="connsiteX11193" fmla="*/ 1993563 w 12188965"/>
              <a:gd name="connsiteY11193" fmla="*/ 1154418 h 2053176"/>
              <a:gd name="connsiteX11194" fmla="*/ 2019222 w 12188965"/>
              <a:gd name="connsiteY11194" fmla="*/ 1128760 h 2053176"/>
              <a:gd name="connsiteX11195" fmla="*/ 1955016 w 12188965"/>
              <a:gd name="connsiteY11195" fmla="*/ 1128760 h 2053176"/>
              <a:gd name="connsiteX11196" fmla="*/ 1980676 w 12188965"/>
              <a:gd name="connsiteY11196" fmla="*/ 1154418 h 2053176"/>
              <a:gd name="connsiteX11197" fmla="*/ 1955016 w 12188965"/>
              <a:gd name="connsiteY11197" fmla="*/ 1180077 h 2053176"/>
              <a:gd name="connsiteX11198" fmla="*/ 1929358 w 12188965"/>
              <a:gd name="connsiteY11198" fmla="*/ 1154418 h 2053176"/>
              <a:gd name="connsiteX11199" fmla="*/ 1955016 w 12188965"/>
              <a:gd name="connsiteY11199" fmla="*/ 1128760 h 2053176"/>
              <a:gd name="connsiteX11200" fmla="*/ 1890696 w 12188965"/>
              <a:gd name="connsiteY11200" fmla="*/ 1128760 h 2053176"/>
              <a:gd name="connsiteX11201" fmla="*/ 1916355 w 12188965"/>
              <a:gd name="connsiteY11201" fmla="*/ 1154418 h 2053176"/>
              <a:gd name="connsiteX11202" fmla="*/ 1890696 w 12188965"/>
              <a:gd name="connsiteY11202" fmla="*/ 1180077 h 2053176"/>
              <a:gd name="connsiteX11203" fmla="*/ 1865037 w 12188965"/>
              <a:gd name="connsiteY11203" fmla="*/ 1154418 h 2053176"/>
              <a:gd name="connsiteX11204" fmla="*/ 1890696 w 12188965"/>
              <a:gd name="connsiteY11204" fmla="*/ 1128760 h 2053176"/>
              <a:gd name="connsiteX11205" fmla="*/ 1826490 w 12188965"/>
              <a:gd name="connsiteY11205" fmla="*/ 1128760 h 2053176"/>
              <a:gd name="connsiteX11206" fmla="*/ 1852149 w 12188965"/>
              <a:gd name="connsiteY11206" fmla="*/ 1154418 h 2053176"/>
              <a:gd name="connsiteX11207" fmla="*/ 1826490 w 12188965"/>
              <a:gd name="connsiteY11207" fmla="*/ 1180077 h 2053176"/>
              <a:gd name="connsiteX11208" fmla="*/ 1800830 w 12188965"/>
              <a:gd name="connsiteY11208" fmla="*/ 1154418 h 2053176"/>
              <a:gd name="connsiteX11209" fmla="*/ 1826490 w 12188965"/>
              <a:gd name="connsiteY11209" fmla="*/ 1128760 h 2053176"/>
              <a:gd name="connsiteX11210" fmla="*/ 1762285 w 12188965"/>
              <a:gd name="connsiteY11210" fmla="*/ 1128760 h 2053176"/>
              <a:gd name="connsiteX11211" fmla="*/ 1787944 w 12188965"/>
              <a:gd name="connsiteY11211" fmla="*/ 1154418 h 2053176"/>
              <a:gd name="connsiteX11212" fmla="*/ 1762285 w 12188965"/>
              <a:gd name="connsiteY11212" fmla="*/ 1180077 h 2053176"/>
              <a:gd name="connsiteX11213" fmla="*/ 1736626 w 12188965"/>
              <a:gd name="connsiteY11213" fmla="*/ 1154418 h 2053176"/>
              <a:gd name="connsiteX11214" fmla="*/ 1762285 w 12188965"/>
              <a:gd name="connsiteY11214" fmla="*/ 1128760 h 2053176"/>
              <a:gd name="connsiteX11215" fmla="*/ 1505464 w 12188965"/>
              <a:gd name="connsiteY11215" fmla="*/ 1128760 h 2053176"/>
              <a:gd name="connsiteX11216" fmla="*/ 1531123 w 12188965"/>
              <a:gd name="connsiteY11216" fmla="*/ 1154418 h 2053176"/>
              <a:gd name="connsiteX11217" fmla="*/ 1505464 w 12188965"/>
              <a:gd name="connsiteY11217" fmla="*/ 1180077 h 2053176"/>
              <a:gd name="connsiteX11218" fmla="*/ 1479806 w 12188965"/>
              <a:gd name="connsiteY11218" fmla="*/ 1154418 h 2053176"/>
              <a:gd name="connsiteX11219" fmla="*/ 1505464 w 12188965"/>
              <a:gd name="connsiteY11219" fmla="*/ 1128760 h 2053176"/>
              <a:gd name="connsiteX11220" fmla="*/ 1441258 w 12188965"/>
              <a:gd name="connsiteY11220" fmla="*/ 1128760 h 2053176"/>
              <a:gd name="connsiteX11221" fmla="*/ 1466917 w 12188965"/>
              <a:gd name="connsiteY11221" fmla="*/ 1154418 h 2053176"/>
              <a:gd name="connsiteX11222" fmla="*/ 1441258 w 12188965"/>
              <a:gd name="connsiteY11222" fmla="*/ 1180077 h 2053176"/>
              <a:gd name="connsiteX11223" fmla="*/ 1415599 w 12188965"/>
              <a:gd name="connsiteY11223" fmla="*/ 1154418 h 2053176"/>
              <a:gd name="connsiteX11224" fmla="*/ 1441258 w 12188965"/>
              <a:gd name="connsiteY11224" fmla="*/ 1128760 h 2053176"/>
              <a:gd name="connsiteX11225" fmla="*/ 1184437 w 12188965"/>
              <a:gd name="connsiteY11225" fmla="*/ 1128760 h 2053176"/>
              <a:gd name="connsiteX11226" fmla="*/ 1210096 w 12188965"/>
              <a:gd name="connsiteY11226" fmla="*/ 1154418 h 2053176"/>
              <a:gd name="connsiteX11227" fmla="*/ 1184437 w 12188965"/>
              <a:gd name="connsiteY11227" fmla="*/ 1180077 h 2053176"/>
              <a:gd name="connsiteX11228" fmla="*/ 1158780 w 12188965"/>
              <a:gd name="connsiteY11228" fmla="*/ 1154418 h 2053176"/>
              <a:gd name="connsiteX11229" fmla="*/ 1184437 w 12188965"/>
              <a:gd name="connsiteY11229" fmla="*/ 1128760 h 2053176"/>
              <a:gd name="connsiteX11230" fmla="*/ 927616 w 12188965"/>
              <a:gd name="connsiteY11230" fmla="*/ 1128760 h 2053176"/>
              <a:gd name="connsiteX11231" fmla="*/ 953275 w 12188965"/>
              <a:gd name="connsiteY11231" fmla="*/ 1154418 h 2053176"/>
              <a:gd name="connsiteX11232" fmla="*/ 927616 w 12188965"/>
              <a:gd name="connsiteY11232" fmla="*/ 1180077 h 2053176"/>
              <a:gd name="connsiteX11233" fmla="*/ 901957 w 12188965"/>
              <a:gd name="connsiteY11233" fmla="*/ 1154418 h 2053176"/>
              <a:gd name="connsiteX11234" fmla="*/ 927616 w 12188965"/>
              <a:gd name="connsiteY11234" fmla="*/ 1128760 h 2053176"/>
              <a:gd name="connsiteX11235" fmla="*/ 606475 w 12188965"/>
              <a:gd name="connsiteY11235" fmla="*/ 1128760 h 2053176"/>
              <a:gd name="connsiteX11236" fmla="*/ 632134 w 12188965"/>
              <a:gd name="connsiteY11236" fmla="*/ 1154418 h 2053176"/>
              <a:gd name="connsiteX11237" fmla="*/ 606475 w 12188965"/>
              <a:gd name="connsiteY11237" fmla="*/ 1180077 h 2053176"/>
              <a:gd name="connsiteX11238" fmla="*/ 580815 w 12188965"/>
              <a:gd name="connsiteY11238" fmla="*/ 1154418 h 2053176"/>
              <a:gd name="connsiteX11239" fmla="*/ 606475 w 12188965"/>
              <a:gd name="connsiteY11239" fmla="*/ 1128760 h 2053176"/>
              <a:gd name="connsiteX11240" fmla="*/ 542268 w 12188965"/>
              <a:gd name="connsiteY11240" fmla="*/ 1128760 h 2053176"/>
              <a:gd name="connsiteX11241" fmla="*/ 567927 w 12188965"/>
              <a:gd name="connsiteY11241" fmla="*/ 1154418 h 2053176"/>
              <a:gd name="connsiteX11242" fmla="*/ 542268 w 12188965"/>
              <a:gd name="connsiteY11242" fmla="*/ 1180077 h 2053176"/>
              <a:gd name="connsiteX11243" fmla="*/ 516610 w 12188965"/>
              <a:gd name="connsiteY11243" fmla="*/ 1154418 h 2053176"/>
              <a:gd name="connsiteX11244" fmla="*/ 542268 w 12188965"/>
              <a:gd name="connsiteY11244" fmla="*/ 1128760 h 2053176"/>
              <a:gd name="connsiteX11245" fmla="*/ 413858 w 12188965"/>
              <a:gd name="connsiteY11245" fmla="*/ 1128760 h 2053176"/>
              <a:gd name="connsiteX11246" fmla="*/ 439517 w 12188965"/>
              <a:gd name="connsiteY11246" fmla="*/ 1154418 h 2053176"/>
              <a:gd name="connsiteX11247" fmla="*/ 413858 w 12188965"/>
              <a:gd name="connsiteY11247" fmla="*/ 1180077 h 2053176"/>
              <a:gd name="connsiteX11248" fmla="*/ 388200 w 12188965"/>
              <a:gd name="connsiteY11248" fmla="*/ 1154418 h 2053176"/>
              <a:gd name="connsiteX11249" fmla="*/ 413858 w 12188965"/>
              <a:gd name="connsiteY11249" fmla="*/ 1128760 h 2053176"/>
              <a:gd name="connsiteX11250" fmla="*/ 25659 w 12188965"/>
              <a:gd name="connsiteY11250" fmla="*/ 1128760 h 2053176"/>
              <a:gd name="connsiteX11251" fmla="*/ 51317 w 12188965"/>
              <a:gd name="connsiteY11251" fmla="*/ 1154418 h 2053176"/>
              <a:gd name="connsiteX11252" fmla="*/ 25659 w 12188965"/>
              <a:gd name="connsiteY11252" fmla="*/ 1180077 h 2053176"/>
              <a:gd name="connsiteX11253" fmla="*/ 0 w 12188965"/>
              <a:gd name="connsiteY11253" fmla="*/ 1154418 h 2053176"/>
              <a:gd name="connsiteX11254" fmla="*/ 25659 w 12188965"/>
              <a:gd name="connsiteY11254" fmla="*/ 1128760 h 2053176"/>
              <a:gd name="connsiteX11255" fmla="*/ 11775107 w 12188965"/>
              <a:gd name="connsiteY11255" fmla="*/ 1074423 h 2053176"/>
              <a:gd name="connsiteX11256" fmla="*/ 11787995 w 12188965"/>
              <a:gd name="connsiteY11256" fmla="*/ 1087310 h 2053176"/>
              <a:gd name="connsiteX11257" fmla="*/ 11775107 w 12188965"/>
              <a:gd name="connsiteY11257" fmla="*/ 1100198 h 2053176"/>
              <a:gd name="connsiteX11258" fmla="*/ 11762221 w 12188965"/>
              <a:gd name="connsiteY11258" fmla="*/ 1087310 h 2053176"/>
              <a:gd name="connsiteX11259" fmla="*/ 11775107 w 12188965"/>
              <a:gd name="connsiteY11259" fmla="*/ 1074423 h 2053176"/>
              <a:gd name="connsiteX11260" fmla="*/ 11646697 w 12188965"/>
              <a:gd name="connsiteY11260" fmla="*/ 1074423 h 2053176"/>
              <a:gd name="connsiteX11261" fmla="*/ 11659583 w 12188965"/>
              <a:gd name="connsiteY11261" fmla="*/ 1087310 h 2053176"/>
              <a:gd name="connsiteX11262" fmla="*/ 11646697 w 12188965"/>
              <a:gd name="connsiteY11262" fmla="*/ 1100198 h 2053176"/>
              <a:gd name="connsiteX11263" fmla="*/ 11633809 w 12188965"/>
              <a:gd name="connsiteY11263" fmla="*/ 1087310 h 2053176"/>
              <a:gd name="connsiteX11264" fmla="*/ 11646697 w 12188965"/>
              <a:gd name="connsiteY11264" fmla="*/ 1074423 h 2053176"/>
              <a:gd name="connsiteX11265" fmla="*/ 11389875 w 12188965"/>
              <a:gd name="connsiteY11265" fmla="*/ 1074423 h 2053176"/>
              <a:gd name="connsiteX11266" fmla="*/ 11402763 w 12188965"/>
              <a:gd name="connsiteY11266" fmla="*/ 1087310 h 2053176"/>
              <a:gd name="connsiteX11267" fmla="*/ 11389875 w 12188965"/>
              <a:gd name="connsiteY11267" fmla="*/ 1100198 h 2053176"/>
              <a:gd name="connsiteX11268" fmla="*/ 11376989 w 12188965"/>
              <a:gd name="connsiteY11268" fmla="*/ 1087310 h 2053176"/>
              <a:gd name="connsiteX11269" fmla="*/ 11389875 w 12188965"/>
              <a:gd name="connsiteY11269" fmla="*/ 1074423 h 2053176"/>
              <a:gd name="connsiteX11270" fmla="*/ 11068848 w 12188965"/>
              <a:gd name="connsiteY11270" fmla="*/ 1074423 h 2053176"/>
              <a:gd name="connsiteX11271" fmla="*/ 11081736 w 12188965"/>
              <a:gd name="connsiteY11271" fmla="*/ 1087310 h 2053176"/>
              <a:gd name="connsiteX11272" fmla="*/ 11068848 w 12188965"/>
              <a:gd name="connsiteY11272" fmla="*/ 1100198 h 2053176"/>
              <a:gd name="connsiteX11273" fmla="*/ 11055962 w 12188965"/>
              <a:gd name="connsiteY11273" fmla="*/ 1087310 h 2053176"/>
              <a:gd name="connsiteX11274" fmla="*/ 11068848 w 12188965"/>
              <a:gd name="connsiteY11274" fmla="*/ 1074423 h 2053176"/>
              <a:gd name="connsiteX11275" fmla="*/ 10811912 w 12188965"/>
              <a:gd name="connsiteY11275" fmla="*/ 1074423 h 2053176"/>
              <a:gd name="connsiteX11276" fmla="*/ 10824798 w 12188965"/>
              <a:gd name="connsiteY11276" fmla="*/ 1087310 h 2053176"/>
              <a:gd name="connsiteX11277" fmla="*/ 10811912 w 12188965"/>
              <a:gd name="connsiteY11277" fmla="*/ 1100198 h 2053176"/>
              <a:gd name="connsiteX11278" fmla="*/ 10799024 w 12188965"/>
              <a:gd name="connsiteY11278" fmla="*/ 1087310 h 2053176"/>
              <a:gd name="connsiteX11279" fmla="*/ 10811912 w 12188965"/>
              <a:gd name="connsiteY11279" fmla="*/ 1074423 h 2053176"/>
              <a:gd name="connsiteX11280" fmla="*/ 10747708 w 12188965"/>
              <a:gd name="connsiteY11280" fmla="*/ 1074423 h 2053176"/>
              <a:gd name="connsiteX11281" fmla="*/ 10760593 w 12188965"/>
              <a:gd name="connsiteY11281" fmla="*/ 1087310 h 2053176"/>
              <a:gd name="connsiteX11282" fmla="*/ 10747708 w 12188965"/>
              <a:gd name="connsiteY11282" fmla="*/ 1100198 h 2053176"/>
              <a:gd name="connsiteX11283" fmla="*/ 10734820 w 12188965"/>
              <a:gd name="connsiteY11283" fmla="*/ 1087310 h 2053176"/>
              <a:gd name="connsiteX11284" fmla="*/ 10747708 w 12188965"/>
              <a:gd name="connsiteY11284" fmla="*/ 1074423 h 2053176"/>
              <a:gd name="connsiteX11285" fmla="*/ 10490885 w 12188965"/>
              <a:gd name="connsiteY11285" fmla="*/ 1074423 h 2053176"/>
              <a:gd name="connsiteX11286" fmla="*/ 10503773 w 12188965"/>
              <a:gd name="connsiteY11286" fmla="*/ 1087310 h 2053176"/>
              <a:gd name="connsiteX11287" fmla="*/ 10490885 w 12188965"/>
              <a:gd name="connsiteY11287" fmla="*/ 1100198 h 2053176"/>
              <a:gd name="connsiteX11288" fmla="*/ 10477997 w 12188965"/>
              <a:gd name="connsiteY11288" fmla="*/ 1087310 h 2053176"/>
              <a:gd name="connsiteX11289" fmla="*/ 10490885 w 12188965"/>
              <a:gd name="connsiteY11289" fmla="*/ 1074423 h 2053176"/>
              <a:gd name="connsiteX11290" fmla="*/ 9527689 w 12188965"/>
              <a:gd name="connsiteY11290" fmla="*/ 1074423 h 2053176"/>
              <a:gd name="connsiteX11291" fmla="*/ 9540577 w 12188965"/>
              <a:gd name="connsiteY11291" fmla="*/ 1087310 h 2053176"/>
              <a:gd name="connsiteX11292" fmla="*/ 9527689 w 12188965"/>
              <a:gd name="connsiteY11292" fmla="*/ 1100198 h 2053176"/>
              <a:gd name="connsiteX11293" fmla="*/ 9514804 w 12188965"/>
              <a:gd name="connsiteY11293" fmla="*/ 1087310 h 2053176"/>
              <a:gd name="connsiteX11294" fmla="*/ 9527689 w 12188965"/>
              <a:gd name="connsiteY11294" fmla="*/ 1074423 h 2053176"/>
              <a:gd name="connsiteX11295" fmla="*/ 8821315 w 12188965"/>
              <a:gd name="connsiteY11295" fmla="*/ 1074423 h 2053176"/>
              <a:gd name="connsiteX11296" fmla="*/ 8834203 w 12188965"/>
              <a:gd name="connsiteY11296" fmla="*/ 1087310 h 2053176"/>
              <a:gd name="connsiteX11297" fmla="*/ 8821315 w 12188965"/>
              <a:gd name="connsiteY11297" fmla="*/ 1100198 h 2053176"/>
              <a:gd name="connsiteX11298" fmla="*/ 8808427 w 12188965"/>
              <a:gd name="connsiteY11298" fmla="*/ 1087310 h 2053176"/>
              <a:gd name="connsiteX11299" fmla="*/ 8821315 w 12188965"/>
              <a:gd name="connsiteY11299" fmla="*/ 1074423 h 2053176"/>
              <a:gd name="connsiteX11300" fmla="*/ 8692906 w 12188965"/>
              <a:gd name="connsiteY11300" fmla="*/ 1074423 h 2053176"/>
              <a:gd name="connsiteX11301" fmla="*/ 8705792 w 12188965"/>
              <a:gd name="connsiteY11301" fmla="*/ 1087310 h 2053176"/>
              <a:gd name="connsiteX11302" fmla="*/ 8692906 w 12188965"/>
              <a:gd name="connsiteY11302" fmla="*/ 1100198 h 2053176"/>
              <a:gd name="connsiteX11303" fmla="*/ 8680018 w 12188965"/>
              <a:gd name="connsiteY11303" fmla="*/ 1087310 h 2053176"/>
              <a:gd name="connsiteX11304" fmla="*/ 8692906 w 12188965"/>
              <a:gd name="connsiteY11304" fmla="*/ 1074423 h 2053176"/>
              <a:gd name="connsiteX11305" fmla="*/ 7087658 w 12188965"/>
              <a:gd name="connsiteY11305" fmla="*/ 1074423 h 2053176"/>
              <a:gd name="connsiteX11306" fmla="*/ 7100544 w 12188965"/>
              <a:gd name="connsiteY11306" fmla="*/ 1087310 h 2053176"/>
              <a:gd name="connsiteX11307" fmla="*/ 7087658 w 12188965"/>
              <a:gd name="connsiteY11307" fmla="*/ 1100198 h 2053176"/>
              <a:gd name="connsiteX11308" fmla="*/ 7074770 w 12188965"/>
              <a:gd name="connsiteY11308" fmla="*/ 1087310 h 2053176"/>
              <a:gd name="connsiteX11309" fmla="*/ 7087658 w 12188965"/>
              <a:gd name="connsiteY11309" fmla="*/ 1074423 h 2053176"/>
              <a:gd name="connsiteX11310" fmla="*/ 6766631 w 12188965"/>
              <a:gd name="connsiteY11310" fmla="*/ 1074423 h 2053176"/>
              <a:gd name="connsiteX11311" fmla="*/ 6779519 w 12188965"/>
              <a:gd name="connsiteY11311" fmla="*/ 1087310 h 2053176"/>
              <a:gd name="connsiteX11312" fmla="*/ 6766631 w 12188965"/>
              <a:gd name="connsiteY11312" fmla="*/ 1100198 h 2053176"/>
              <a:gd name="connsiteX11313" fmla="*/ 6753743 w 12188965"/>
              <a:gd name="connsiteY11313" fmla="*/ 1087310 h 2053176"/>
              <a:gd name="connsiteX11314" fmla="*/ 6766631 w 12188965"/>
              <a:gd name="connsiteY11314" fmla="*/ 1074423 h 2053176"/>
              <a:gd name="connsiteX11315" fmla="*/ 6702427 w 12188965"/>
              <a:gd name="connsiteY11315" fmla="*/ 1074423 h 2053176"/>
              <a:gd name="connsiteX11316" fmla="*/ 6715312 w 12188965"/>
              <a:gd name="connsiteY11316" fmla="*/ 1087310 h 2053176"/>
              <a:gd name="connsiteX11317" fmla="*/ 6702427 w 12188965"/>
              <a:gd name="connsiteY11317" fmla="*/ 1100198 h 2053176"/>
              <a:gd name="connsiteX11318" fmla="*/ 6689539 w 12188965"/>
              <a:gd name="connsiteY11318" fmla="*/ 1087310 h 2053176"/>
              <a:gd name="connsiteX11319" fmla="*/ 6702427 w 12188965"/>
              <a:gd name="connsiteY11319" fmla="*/ 1074423 h 2053176"/>
              <a:gd name="connsiteX11320" fmla="*/ 6573900 w 12188965"/>
              <a:gd name="connsiteY11320" fmla="*/ 1074423 h 2053176"/>
              <a:gd name="connsiteX11321" fmla="*/ 6586788 w 12188965"/>
              <a:gd name="connsiteY11321" fmla="*/ 1087310 h 2053176"/>
              <a:gd name="connsiteX11322" fmla="*/ 6573900 w 12188965"/>
              <a:gd name="connsiteY11322" fmla="*/ 1100198 h 2053176"/>
              <a:gd name="connsiteX11323" fmla="*/ 6561013 w 12188965"/>
              <a:gd name="connsiteY11323" fmla="*/ 1087310 h 2053176"/>
              <a:gd name="connsiteX11324" fmla="*/ 6573900 w 12188965"/>
              <a:gd name="connsiteY11324" fmla="*/ 1074423 h 2053176"/>
              <a:gd name="connsiteX11325" fmla="*/ 6064505 w 12188965"/>
              <a:gd name="connsiteY11325" fmla="*/ 1074423 h 2053176"/>
              <a:gd name="connsiteX11326" fmla="*/ 6077390 w 12188965"/>
              <a:gd name="connsiteY11326" fmla="*/ 1087310 h 2053176"/>
              <a:gd name="connsiteX11327" fmla="*/ 6064505 w 12188965"/>
              <a:gd name="connsiteY11327" fmla="*/ 1100198 h 2053176"/>
              <a:gd name="connsiteX11328" fmla="*/ 6051617 w 12188965"/>
              <a:gd name="connsiteY11328" fmla="*/ 1087310 h 2053176"/>
              <a:gd name="connsiteX11329" fmla="*/ 6064505 w 12188965"/>
              <a:gd name="connsiteY11329" fmla="*/ 1074423 h 2053176"/>
              <a:gd name="connsiteX11330" fmla="*/ 5936092 w 12188965"/>
              <a:gd name="connsiteY11330" fmla="*/ 1074423 h 2053176"/>
              <a:gd name="connsiteX11331" fmla="*/ 5948981 w 12188965"/>
              <a:gd name="connsiteY11331" fmla="*/ 1087310 h 2053176"/>
              <a:gd name="connsiteX11332" fmla="*/ 5936092 w 12188965"/>
              <a:gd name="connsiteY11332" fmla="*/ 1100198 h 2053176"/>
              <a:gd name="connsiteX11333" fmla="*/ 5923204 w 12188965"/>
              <a:gd name="connsiteY11333" fmla="*/ 1087310 h 2053176"/>
              <a:gd name="connsiteX11334" fmla="*/ 5936092 w 12188965"/>
              <a:gd name="connsiteY11334" fmla="*/ 1074423 h 2053176"/>
              <a:gd name="connsiteX11335" fmla="*/ 5679272 w 12188965"/>
              <a:gd name="connsiteY11335" fmla="*/ 1074423 h 2053176"/>
              <a:gd name="connsiteX11336" fmla="*/ 5692160 w 12188965"/>
              <a:gd name="connsiteY11336" fmla="*/ 1087310 h 2053176"/>
              <a:gd name="connsiteX11337" fmla="*/ 5679272 w 12188965"/>
              <a:gd name="connsiteY11337" fmla="*/ 1100198 h 2053176"/>
              <a:gd name="connsiteX11338" fmla="*/ 5666385 w 12188965"/>
              <a:gd name="connsiteY11338" fmla="*/ 1087310 h 2053176"/>
              <a:gd name="connsiteX11339" fmla="*/ 5679272 w 12188965"/>
              <a:gd name="connsiteY11339" fmla="*/ 1074423 h 2053176"/>
              <a:gd name="connsiteX11340" fmla="*/ 5358245 w 12188965"/>
              <a:gd name="connsiteY11340" fmla="*/ 1074423 h 2053176"/>
              <a:gd name="connsiteX11341" fmla="*/ 5371133 w 12188965"/>
              <a:gd name="connsiteY11341" fmla="*/ 1087310 h 2053176"/>
              <a:gd name="connsiteX11342" fmla="*/ 5358245 w 12188965"/>
              <a:gd name="connsiteY11342" fmla="*/ 1100198 h 2053176"/>
              <a:gd name="connsiteX11343" fmla="*/ 5345357 w 12188965"/>
              <a:gd name="connsiteY11343" fmla="*/ 1087310 h 2053176"/>
              <a:gd name="connsiteX11344" fmla="*/ 5358245 w 12188965"/>
              <a:gd name="connsiteY11344" fmla="*/ 1074423 h 2053176"/>
              <a:gd name="connsiteX11345" fmla="*/ 5101308 w 12188965"/>
              <a:gd name="connsiteY11345" fmla="*/ 1074423 h 2053176"/>
              <a:gd name="connsiteX11346" fmla="*/ 5114194 w 12188965"/>
              <a:gd name="connsiteY11346" fmla="*/ 1087310 h 2053176"/>
              <a:gd name="connsiteX11347" fmla="*/ 5101308 w 12188965"/>
              <a:gd name="connsiteY11347" fmla="*/ 1100198 h 2053176"/>
              <a:gd name="connsiteX11348" fmla="*/ 5088421 w 12188965"/>
              <a:gd name="connsiteY11348" fmla="*/ 1087310 h 2053176"/>
              <a:gd name="connsiteX11349" fmla="*/ 5101308 w 12188965"/>
              <a:gd name="connsiteY11349" fmla="*/ 1074423 h 2053176"/>
              <a:gd name="connsiteX11350" fmla="*/ 5037104 w 12188965"/>
              <a:gd name="connsiteY11350" fmla="*/ 1074423 h 2053176"/>
              <a:gd name="connsiteX11351" fmla="*/ 5049991 w 12188965"/>
              <a:gd name="connsiteY11351" fmla="*/ 1087310 h 2053176"/>
              <a:gd name="connsiteX11352" fmla="*/ 5037104 w 12188965"/>
              <a:gd name="connsiteY11352" fmla="*/ 1100198 h 2053176"/>
              <a:gd name="connsiteX11353" fmla="*/ 5024216 w 12188965"/>
              <a:gd name="connsiteY11353" fmla="*/ 1087310 h 2053176"/>
              <a:gd name="connsiteX11354" fmla="*/ 5037104 w 12188965"/>
              <a:gd name="connsiteY11354" fmla="*/ 1074423 h 2053176"/>
              <a:gd name="connsiteX11355" fmla="*/ 4780282 w 12188965"/>
              <a:gd name="connsiteY11355" fmla="*/ 1074423 h 2053176"/>
              <a:gd name="connsiteX11356" fmla="*/ 4793170 w 12188965"/>
              <a:gd name="connsiteY11356" fmla="*/ 1087310 h 2053176"/>
              <a:gd name="connsiteX11357" fmla="*/ 4780282 w 12188965"/>
              <a:gd name="connsiteY11357" fmla="*/ 1100198 h 2053176"/>
              <a:gd name="connsiteX11358" fmla="*/ 4767394 w 12188965"/>
              <a:gd name="connsiteY11358" fmla="*/ 1087310 h 2053176"/>
              <a:gd name="connsiteX11359" fmla="*/ 4780282 w 12188965"/>
              <a:gd name="connsiteY11359" fmla="*/ 1074423 h 2053176"/>
              <a:gd name="connsiteX11360" fmla="*/ 3817086 w 12188965"/>
              <a:gd name="connsiteY11360" fmla="*/ 1074423 h 2053176"/>
              <a:gd name="connsiteX11361" fmla="*/ 3829973 w 12188965"/>
              <a:gd name="connsiteY11361" fmla="*/ 1087310 h 2053176"/>
              <a:gd name="connsiteX11362" fmla="*/ 3817086 w 12188965"/>
              <a:gd name="connsiteY11362" fmla="*/ 1100198 h 2053176"/>
              <a:gd name="connsiteX11363" fmla="*/ 3804199 w 12188965"/>
              <a:gd name="connsiteY11363" fmla="*/ 1087310 h 2053176"/>
              <a:gd name="connsiteX11364" fmla="*/ 3817086 w 12188965"/>
              <a:gd name="connsiteY11364" fmla="*/ 1074423 h 2053176"/>
              <a:gd name="connsiteX11365" fmla="*/ 3110712 w 12188965"/>
              <a:gd name="connsiteY11365" fmla="*/ 1074423 h 2053176"/>
              <a:gd name="connsiteX11366" fmla="*/ 3123600 w 12188965"/>
              <a:gd name="connsiteY11366" fmla="*/ 1087310 h 2053176"/>
              <a:gd name="connsiteX11367" fmla="*/ 3110712 w 12188965"/>
              <a:gd name="connsiteY11367" fmla="*/ 1100198 h 2053176"/>
              <a:gd name="connsiteX11368" fmla="*/ 3097824 w 12188965"/>
              <a:gd name="connsiteY11368" fmla="*/ 1087310 h 2053176"/>
              <a:gd name="connsiteX11369" fmla="*/ 3110712 w 12188965"/>
              <a:gd name="connsiteY11369" fmla="*/ 1074423 h 2053176"/>
              <a:gd name="connsiteX11370" fmla="*/ 2982301 w 12188965"/>
              <a:gd name="connsiteY11370" fmla="*/ 1074423 h 2053176"/>
              <a:gd name="connsiteX11371" fmla="*/ 2995190 w 12188965"/>
              <a:gd name="connsiteY11371" fmla="*/ 1087310 h 2053176"/>
              <a:gd name="connsiteX11372" fmla="*/ 2982301 w 12188965"/>
              <a:gd name="connsiteY11372" fmla="*/ 1100198 h 2053176"/>
              <a:gd name="connsiteX11373" fmla="*/ 2969414 w 12188965"/>
              <a:gd name="connsiteY11373" fmla="*/ 1087310 h 2053176"/>
              <a:gd name="connsiteX11374" fmla="*/ 2982301 w 12188965"/>
              <a:gd name="connsiteY11374" fmla="*/ 1074423 h 2053176"/>
              <a:gd name="connsiteX11375" fmla="*/ 1377055 w 12188965"/>
              <a:gd name="connsiteY11375" fmla="*/ 1074423 h 2053176"/>
              <a:gd name="connsiteX11376" fmla="*/ 1389941 w 12188965"/>
              <a:gd name="connsiteY11376" fmla="*/ 1087310 h 2053176"/>
              <a:gd name="connsiteX11377" fmla="*/ 1377055 w 12188965"/>
              <a:gd name="connsiteY11377" fmla="*/ 1100198 h 2053176"/>
              <a:gd name="connsiteX11378" fmla="*/ 1364167 w 12188965"/>
              <a:gd name="connsiteY11378" fmla="*/ 1087310 h 2053176"/>
              <a:gd name="connsiteX11379" fmla="*/ 1377055 w 12188965"/>
              <a:gd name="connsiteY11379" fmla="*/ 1074423 h 2053176"/>
              <a:gd name="connsiteX11380" fmla="*/ 1056027 w 12188965"/>
              <a:gd name="connsiteY11380" fmla="*/ 1074423 h 2053176"/>
              <a:gd name="connsiteX11381" fmla="*/ 1068914 w 12188965"/>
              <a:gd name="connsiteY11381" fmla="*/ 1087310 h 2053176"/>
              <a:gd name="connsiteX11382" fmla="*/ 1056027 w 12188965"/>
              <a:gd name="connsiteY11382" fmla="*/ 1100198 h 2053176"/>
              <a:gd name="connsiteX11383" fmla="*/ 1043139 w 12188965"/>
              <a:gd name="connsiteY11383" fmla="*/ 1087310 h 2053176"/>
              <a:gd name="connsiteX11384" fmla="*/ 1056027 w 12188965"/>
              <a:gd name="connsiteY11384" fmla="*/ 1074423 h 2053176"/>
              <a:gd name="connsiteX11385" fmla="*/ 991824 w 12188965"/>
              <a:gd name="connsiteY11385" fmla="*/ 1074423 h 2053176"/>
              <a:gd name="connsiteX11386" fmla="*/ 1004709 w 12188965"/>
              <a:gd name="connsiteY11386" fmla="*/ 1087310 h 2053176"/>
              <a:gd name="connsiteX11387" fmla="*/ 991824 w 12188965"/>
              <a:gd name="connsiteY11387" fmla="*/ 1100198 h 2053176"/>
              <a:gd name="connsiteX11388" fmla="*/ 978935 w 12188965"/>
              <a:gd name="connsiteY11388" fmla="*/ 1087310 h 2053176"/>
              <a:gd name="connsiteX11389" fmla="*/ 991824 w 12188965"/>
              <a:gd name="connsiteY11389" fmla="*/ 1074423 h 2053176"/>
              <a:gd name="connsiteX11390" fmla="*/ 863296 w 12188965"/>
              <a:gd name="connsiteY11390" fmla="*/ 1074423 h 2053176"/>
              <a:gd name="connsiteX11391" fmla="*/ 876184 w 12188965"/>
              <a:gd name="connsiteY11391" fmla="*/ 1087310 h 2053176"/>
              <a:gd name="connsiteX11392" fmla="*/ 863296 w 12188965"/>
              <a:gd name="connsiteY11392" fmla="*/ 1100198 h 2053176"/>
              <a:gd name="connsiteX11393" fmla="*/ 850407 w 12188965"/>
              <a:gd name="connsiteY11393" fmla="*/ 1087310 h 2053176"/>
              <a:gd name="connsiteX11394" fmla="*/ 863296 w 12188965"/>
              <a:gd name="connsiteY11394" fmla="*/ 1074423 h 2053176"/>
              <a:gd name="connsiteX11395" fmla="*/ 346686 w 12188965"/>
              <a:gd name="connsiteY11395" fmla="*/ 1074423 h 2053176"/>
              <a:gd name="connsiteX11396" fmla="*/ 359572 w 12188965"/>
              <a:gd name="connsiteY11396" fmla="*/ 1087310 h 2053176"/>
              <a:gd name="connsiteX11397" fmla="*/ 346686 w 12188965"/>
              <a:gd name="connsiteY11397" fmla="*/ 1100198 h 2053176"/>
              <a:gd name="connsiteX11398" fmla="*/ 333799 w 12188965"/>
              <a:gd name="connsiteY11398" fmla="*/ 1087310 h 2053176"/>
              <a:gd name="connsiteX11399" fmla="*/ 346686 w 12188965"/>
              <a:gd name="connsiteY11399" fmla="*/ 1074423 h 2053176"/>
              <a:gd name="connsiteX11400" fmla="*/ 218274 w 12188965"/>
              <a:gd name="connsiteY11400" fmla="*/ 1074423 h 2053176"/>
              <a:gd name="connsiteX11401" fmla="*/ 231162 w 12188965"/>
              <a:gd name="connsiteY11401" fmla="*/ 1087310 h 2053176"/>
              <a:gd name="connsiteX11402" fmla="*/ 218274 w 12188965"/>
              <a:gd name="connsiteY11402" fmla="*/ 1100198 h 2053176"/>
              <a:gd name="connsiteX11403" fmla="*/ 205386 w 12188965"/>
              <a:gd name="connsiteY11403" fmla="*/ 1087310 h 2053176"/>
              <a:gd name="connsiteX11404" fmla="*/ 218274 w 12188965"/>
              <a:gd name="connsiteY11404" fmla="*/ 1074423 h 2053176"/>
              <a:gd name="connsiteX11405" fmla="*/ 12034897 w 12188965"/>
              <a:gd name="connsiteY11405" fmla="*/ 1061651 h 2053176"/>
              <a:gd name="connsiteX11406" fmla="*/ 12060557 w 12188965"/>
              <a:gd name="connsiteY11406" fmla="*/ 1087310 h 2053176"/>
              <a:gd name="connsiteX11407" fmla="*/ 12034897 w 12188965"/>
              <a:gd name="connsiteY11407" fmla="*/ 1112969 h 2053176"/>
              <a:gd name="connsiteX11408" fmla="*/ 12009237 w 12188965"/>
              <a:gd name="connsiteY11408" fmla="*/ 1087310 h 2053176"/>
              <a:gd name="connsiteX11409" fmla="*/ 12034897 w 12188965"/>
              <a:gd name="connsiteY11409" fmla="*/ 1061651 h 2053176"/>
              <a:gd name="connsiteX11410" fmla="*/ 11970691 w 12188965"/>
              <a:gd name="connsiteY11410" fmla="*/ 1061651 h 2053176"/>
              <a:gd name="connsiteX11411" fmla="*/ 11996349 w 12188965"/>
              <a:gd name="connsiteY11411" fmla="*/ 1087310 h 2053176"/>
              <a:gd name="connsiteX11412" fmla="*/ 11970691 w 12188965"/>
              <a:gd name="connsiteY11412" fmla="*/ 1112969 h 2053176"/>
              <a:gd name="connsiteX11413" fmla="*/ 11945033 w 12188965"/>
              <a:gd name="connsiteY11413" fmla="*/ 1087310 h 2053176"/>
              <a:gd name="connsiteX11414" fmla="*/ 11970691 w 12188965"/>
              <a:gd name="connsiteY11414" fmla="*/ 1061651 h 2053176"/>
              <a:gd name="connsiteX11415" fmla="*/ 11842279 w 12188965"/>
              <a:gd name="connsiteY11415" fmla="*/ 1061651 h 2053176"/>
              <a:gd name="connsiteX11416" fmla="*/ 11867941 w 12188965"/>
              <a:gd name="connsiteY11416" fmla="*/ 1087310 h 2053176"/>
              <a:gd name="connsiteX11417" fmla="*/ 11842279 w 12188965"/>
              <a:gd name="connsiteY11417" fmla="*/ 1112969 h 2053176"/>
              <a:gd name="connsiteX11418" fmla="*/ 11816621 w 12188965"/>
              <a:gd name="connsiteY11418" fmla="*/ 1087310 h 2053176"/>
              <a:gd name="connsiteX11419" fmla="*/ 11842279 w 12188965"/>
              <a:gd name="connsiteY11419" fmla="*/ 1061651 h 2053176"/>
              <a:gd name="connsiteX11420" fmla="*/ 11454081 w 12188965"/>
              <a:gd name="connsiteY11420" fmla="*/ 1061651 h 2053176"/>
              <a:gd name="connsiteX11421" fmla="*/ 11479739 w 12188965"/>
              <a:gd name="connsiteY11421" fmla="*/ 1087310 h 2053176"/>
              <a:gd name="connsiteX11422" fmla="*/ 11454081 w 12188965"/>
              <a:gd name="connsiteY11422" fmla="*/ 1112969 h 2053176"/>
              <a:gd name="connsiteX11423" fmla="*/ 11428421 w 12188965"/>
              <a:gd name="connsiteY11423" fmla="*/ 1087310 h 2053176"/>
              <a:gd name="connsiteX11424" fmla="*/ 11454081 w 12188965"/>
              <a:gd name="connsiteY11424" fmla="*/ 1061651 h 2053176"/>
              <a:gd name="connsiteX11425" fmla="*/ 11325670 w 12188965"/>
              <a:gd name="connsiteY11425" fmla="*/ 1061651 h 2053176"/>
              <a:gd name="connsiteX11426" fmla="*/ 11351329 w 12188965"/>
              <a:gd name="connsiteY11426" fmla="*/ 1087310 h 2053176"/>
              <a:gd name="connsiteX11427" fmla="*/ 11325670 w 12188965"/>
              <a:gd name="connsiteY11427" fmla="*/ 1112969 h 2053176"/>
              <a:gd name="connsiteX11428" fmla="*/ 11300012 w 12188965"/>
              <a:gd name="connsiteY11428" fmla="*/ 1087310 h 2053176"/>
              <a:gd name="connsiteX11429" fmla="*/ 11325670 w 12188965"/>
              <a:gd name="connsiteY11429" fmla="*/ 1061651 h 2053176"/>
              <a:gd name="connsiteX11430" fmla="*/ 11197259 w 12188965"/>
              <a:gd name="connsiteY11430" fmla="*/ 1061651 h 2053176"/>
              <a:gd name="connsiteX11431" fmla="*/ 11222917 w 12188965"/>
              <a:gd name="connsiteY11431" fmla="*/ 1087310 h 2053176"/>
              <a:gd name="connsiteX11432" fmla="*/ 11197259 w 12188965"/>
              <a:gd name="connsiteY11432" fmla="*/ 1112969 h 2053176"/>
              <a:gd name="connsiteX11433" fmla="*/ 11171601 w 12188965"/>
              <a:gd name="connsiteY11433" fmla="*/ 1087310 h 2053176"/>
              <a:gd name="connsiteX11434" fmla="*/ 11197259 w 12188965"/>
              <a:gd name="connsiteY11434" fmla="*/ 1061651 h 2053176"/>
              <a:gd name="connsiteX11435" fmla="*/ 11133055 w 12188965"/>
              <a:gd name="connsiteY11435" fmla="*/ 1061651 h 2053176"/>
              <a:gd name="connsiteX11436" fmla="*/ 11158713 w 12188965"/>
              <a:gd name="connsiteY11436" fmla="*/ 1087310 h 2053176"/>
              <a:gd name="connsiteX11437" fmla="*/ 11133055 w 12188965"/>
              <a:gd name="connsiteY11437" fmla="*/ 1112969 h 2053176"/>
              <a:gd name="connsiteX11438" fmla="*/ 11107396 w 12188965"/>
              <a:gd name="connsiteY11438" fmla="*/ 1087310 h 2053176"/>
              <a:gd name="connsiteX11439" fmla="*/ 11133055 w 12188965"/>
              <a:gd name="connsiteY11439" fmla="*/ 1061651 h 2053176"/>
              <a:gd name="connsiteX11440" fmla="*/ 10940321 w 12188965"/>
              <a:gd name="connsiteY11440" fmla="*/ 1061651 h 2053176"/>
              <a:gd name="connsiteX11441" fmla="*/ 10965982 w 12188965"/>
              <a:gd name="connsiteY11441" fmla="*/ 1087310 h 2053176"/>
              <a:gd name="connsiteX11442" fmla="*/ 10940321 w 12188965"/>
              <a:gd name="connsiteY11442" fmla="*/ 1112969 h 2053176"/>
              <a:gd name="connsiteX11443" fmla="*/ 10914663 w 12188965"/>
              <a:gd name="connsiteY11443" fmla="*/ 1087310 h 2053176"/>
              <a:gd name="connsiteX11444" fmla="*/ 10940321 w 12188965"/>
              <a:gd name="connsiteY11444" fmla="*/ 1061651 h 2053176"/>
              <a:gd name="connsiteX11445" fmla="*/ 10683501 w 12188965"/>
              <a:gd name="connsiteY11445" fmla="*/ 1061651 h 2053176"/>
              <a:gd name="connsiteX11446" fmla="*/ 10709159 w 12188965"/>
              <a:gd name="connsiteY11446" fmla="*/ 1087310 h 2053176"/>
              <a:gd name="connsiteX11447" fmla="*/ 10683501 w 12188965"/>
              <a:gd name="connsiteY11447" fmla="*/ 1112969 h 2053176"/>
              <a:gd name="connsiteX11448" fmla="*/ 10657843 w 12188965"/>
              <a:gd name="connsiteY11448" fmla="*/ 1087310 h 2053176"/>
              <a:gd name="connsiteX11449" fmla="*/ 10683501 w 12188965"/>
              <a:gd name="connsiteY11449" fmla="*/ 1061651 h 2053176"/>
              <a:gd name="connsiteX11450" fmla="*/ 10619297 w 12188965"/>
              <a:gd name="connsiteY11450" fmla="*/ 1061651 h 2053176"/>
              <a:gd name="connsiteX11451" fmla="*/ 10644955 w 12188965"/>
              <a:gd name="connsiteY11451" fmla="*/ 1087310 h 2053176"/>
              <a:gd name="connsiteX11452" fmla="*/ 10619297 w 12188965"/>
              <a:gd name="connsiteY11452" fmla="*/ 1112969 h 2053176"/>
              <a:gd name="connsiteX11453" fmla="*/ 10593639 w 12188965"/>
              <a:gd name="connsiteY11453" fmla="*/ 1087310 h 2053176"/>
              <a:gd name="connsiteX11454" fmla="*/ 10619297 w 12188965"/>
              <a:gd name="connsiteY11454" fmla="*/ 1061651 h 2053176"/>
              <a:gd name="connsiteX11455" fmla="*/ 10555092 w 12188965"/>
              <a:gd name="connsiteY11455" fmla="*/ 1061651 h 2053176"/>
              <a:gd name="connsiteX11456" fmla="*/ 10580751 w 12188965"/>
              <a:gd name="connsiteY11456" fmla="*/ 1087310 h 2053176"/>
              <a:gd name="connsiteX11457" fmla="*/ 10555092 w 12188965"/>
              <a:gd name="connsiteY11457" fmla="*/ 1112969 h 2053176"/>
              <a:gd name="connsiteX11458" fmla="*/ 10529432 w 12188965"/>
              <a:gd name="connsiteY11458" fmla="*/ 1087310 h 2053176"/>
              <a:gd name="connsiteX11459" fmla="*/ 10555092 w 12188965"/>
              <a:gd name="connsiteY11459" fmla="*/ 1061651 h 2053176"/>
              <a:gd name="connsiteX11460" fmla="*/ 10362474 w 12188965"/>
              <a:gd name="connsiteY11460" fmla="*/ 1061651 h 2053176"/>
              <a:gd name="connsiteX11461" fmla="*/ 10388135 w 12188965"/>
              <a:gd name="connsiteY11461" fmla="*/ 1087310 h 2053176"/>
              <a:gd name="connsiteX11462" fmla="*/ 10362474 w 12188965"/>
              <a:gd name="connsiteY11462" fmla="*/ 1112969 h 2053176"/>
              <a:gd name="connsiteX11463" fmla="*/ 10336816 w 12188965"/>
              <a:gd name="connsiteY11463" fmla="*/ 1087310 h 2053176"/>
              <a:gd name="connsiteX11464" fmla="*/ 10362474 w 12188965"/>
              <a:gd name="connsiteY11464" fmla="*/ 1061651 h 2053176"/>
              <a:gd name="connsiteX11465" fmla="*/ 10298270 w 12188965"/>
              <a:gd name="connsiteY11465" fmla="*/ 1061651 h 2053176"/>
              <a:gd name="connsiteX11466" fmla="*/ 10323928 w 12188965"/>
              <a:gd name="connsiteY11466" fmla="*/ 1087310 h 2053176"/>
              <a:gd name="connsiteX11467" fmla="*/ 10298270 w 12188965"/>
              <a:gd name="connsiteY11467" fmla="*/ 1112969 h 2053176"/>
              <a:gd name="connsiteX11468" fmla="*/ 10272611 w 12188965"/>
              <a:gd name="connsiteY11468" fmla="*/ 1087310 h 2053176"/>
              <a:gd name="connsiteX11469" fmla="*/ 10298270 w 12188965"/>
              <a:gd name="connsiteY11469" fmla="*/ 1061651 h 2053176"/>
              <a:gd name="connsiteX11470" fmla="*/ 10234065 w 12188965"/>
              <a:gd name="connsiteY11470" fmla="*/ 1061651 h 2053176"/>
              <a:gd name="connsiteX11471" fmla="*/ 10259723 w 12188965"/>
              <a:gd name="connsiteY11471" fmla="*/ 1087310 h 2053176"/>
              <a:gd name="connsiteX11472" fmla="*/ 10234065 w 12188965"/>
              <a:gd name="connsiteY11472" fmla="*/ 1112969 h 2053176"/>
              <a:gd name="connsiteX11473" fmla="*/ 10208404 w 12188965"/>
              <a:gd name="connsiteY11473" fmla="*/ 1087310 h 2053176"/>
              <a:gd name="connsiteX11474" fmla="*/ 10234065 w 12188965"/>
              <a:gd name="connsiteY11474" fmla="*/ 1061651 h 2053176"/>
              <a:gd name="connsiteX11475" fmla="*/ 10105654 w 12188965"/>
              <a:gd name="connsiteY11475" fmla="*/ 1061651 h 2053176"/>
              <a:gd name="connsiteX11476" fmla="*/ 10131312 w 12188965"/>
              <a:gd name="connsiteY11476" fmla="*/ 1087310 h 2053176"/>
              <a:gd name="connsiteX11477" fmla="*/ 10105654 w 12188965"/>
              <a:gd name="connsiteY11477" fmla="*/ 1112969 h 2053176"/>
              <a:gd name="connsiteX11478" fmla="*/ 10079996 w 12188965"/>
              <a:gd name="connsiteY11478" fmla="*/ 1087310 h 2053176"/>
              <a:gd name="connsiteX11479" fmla="*/ 10105654 w 12188965"/>
              <a:gd name="connsiteY11479" fmla="*/ 1061651 h 2053176"/>
              <a:gd name="connsiteX11480" fmla="*/ 9720307 w 12188965"/>
              <a:gd name="connsiteY11480" fmla="*/ 1061651 h 2053176"/>
              <a:gd name="connsiteX11481" fmla="*/ 9745965 w 12188965"/>
              <a:gd name="connsiteY11481" fmla="*/ 1087310 h 2053176"/>
              <a:gd name="connsiteX11482" fmla="*/ 9720307 w 12188965"/>
              <a:gd name="connsiteY11482" fmla="*/ 1112969 h 2053176"/>
              <a:gd name="connsiteX11483" fmla="*/ 9694646 w 12188965"/>
              <a:gd name="connsiteY11483" fmla="*/ 1087310 h 2053176"/>
              <a:gd name="connsiteX11484" fmla="*/ 9720307 w 12188965"/>
              <a:gd name="connsiteY11484" fmla="*/ 1061651 h 2053176"/>
              <a:gd name="connsiteX11485" fmla="*/ 9463485 w 12188965"/>
              <a:gd name="connsiteY11485" fmla="*/ 1061651 h 2053176"/>
              <a:gd name="connsiteX11486" fmla="*/ 9489143 w 12188965"/>
              <a:gd name="connsiteY11486" fmla="*/ 1087310 h 2053176"/>
              <a:gd name="connsiteX11487" fmla="*/ 9463485 w 12188965"/>
              <a:gd name="connsiteY11487" fmla="*/ 1112969 h 2053176"/>
              <a:gd name="connsiteX11488" fmla="*/ 9437826 w 12188965"/>
              <a:gd name="connsiteY11488" fmla="*/ 1087310 h 2053176"/>
              <a:gd name="connsiteX11489" fmla="*/ 9463485 w 12188965"/>
              <a:gd name="connsiteY11489" fmla="*/ 1061651 h 2053176"/>
              <a:gd name="connsiteX11490" fmla="*/ 9078253 w 12188965"/>
              <a:gd name="connsiteY11490" fmla="*/ 1061651 h 2053176"/>
              <a:gd name="connsiteX11491" fmla="*/ 9103911 w 12188965"/>
              <a:gd name="connsiteY11491" fmla="*/ 1087310 h 2053176"/>
              <a:gd name="connsiteX11492" fmla="*/ 9078253 w 12188965"/>
              <a:gd name="connsiteY11492" fmla="*/ 1112969 h 2053176"/>
              <a:gd name="connsiteX11493" fmla="*/ 9052595 w 12188965"/>
              <a:gd name="connsiteY11493" fmla="*/ 1087310 h 2053176"/>
              <a:gd name="connsiteX11494" fmla="*/ 9078253 w 12188965"/>
              <a:gd name="connsiteY11494" fmla="*/ 1061651 h 2053176"/>
              <a:gd name="connsiteX11495" fmla="*/ 8564495 w 12188965"/>
              <a:gd name="connsiteY11495" fmla="*/ 1061651 h 2053176"/>
              <a:gd name="connsiteX11496" fmla="*/ 8590153 w 12188965"/>
              <a:gd name="connsiteY11496" fmla="*/ 1087310 h 2053176"/>
              <a:gd name="connsiteX11497" fmla="*/ 8564495 w 12188965"/>
              <a:gd name="connsiteY11497" fmla="*/ 1112969 h 2053176"/>
              <a:gd name="connsiteX11498" fmla="*/ 8538837 w 12188965"/>
              <a:gd name="connsiteY11498" fmla="*/ 1087310 h 2053176"/>
              <a:gd name="connsiteX11499" fmla="*/ 8564495 w 12188965"/>
              <a:gd name="connsiteY11499" fmla="*/ 1061651 h 2053176"/>
              <a:gd name="connsiteX11500" fmla="*/ 8050852 w 12188965"/>
              <a:gd name="connsiteY11500" fmla="*/ 1061651 h 2053176"/>
              <a:gd name="connsiteX11501" fmla="*/ 8076510 w 12188965"/>
              <a:gd name="connsiteY11501" fmla="*/ 1087310 h 2053176"/>
              <a:gd name="connsiteX11502" fmla="*/ 8050852 w 12188965"/>
              <a:gd name="connsiteY11502" fmla="*/ 1112969 h 2053176"/>
              <a:gd name="connsiteX11503" fmla="*/ 8025194 w 12188965"/>
              <a:gd name="connsiteY11503" fmla="*/ 1087310 h 2053176"/>
              <a:gd name="connsiteX11504" fmla="*/ 8050852 w 12188965"/>
              <a:gd name="connsiteY11504" fmla="*/ 1061651 h 2053176"/>
              <a:gd name="connsiteX11505" fmla="*/ 7986648 w 12188965"/>
              <a:gd name="connsiteY11505" fmla="*/ 1061651 h 2053176"/>
              <a:gd name="connsiteX11506" fmla="*/ 8012306 w 12188965"/>
              <a:gd name="connsiteY11506" fmla="*/ 1087310 h 2053176"/>
              <a:gd name="connsiteX11507" fmla="*/ 7986648 w 12188965"/>
              <a:gd name="connsiteY11507" fmla="*/ 1112969 h 2053176"/>
              <a:gd name="connsiteX11508" fmla="*/ 7960990 w 12188965"/>
              <a:gd name="connsiteY11508" fmla="*/ 1087310 h 2053176"/>
              <a:gd name="connsiteX11509" fmla="*/ 7986648 w 12188965"/>
              <a:gd name="connsiteY11509" fmla="*/ 1061651 h 2053176"/>
              <a:gd name="connsiteX11510" fmla="*/ 7858237 w 12188965"/>
              <a:gd name="connsiteY11510" fmla="*/ 1061651 h 2053176"/>
              <a:gd name="connsiteX11511" fmla="*/ 7883895 w 12188965"/>
              <a:gd name="connsiteY11511" fmla="*/ 1087310 h 2053176"/>
              <a:gd name="connsiteX11512" fmla="*/ 7858237 w 12188965"/>
              <a:gd name="connsiteY11512" fmla="*/ 1112969 h 2053176"/>
              <a:gd name="connsiteX11513" fmla="*/ 7832578 w 12188965"/>
              <a:gd name="connsiteY11513" fmla="*/ 1087310 h 2053176"/>
              <a:gd name="connsiteX11514" fmla="*/ 7858237 w 12188965"/>
              <a:gd name="connsiteY11514" fmla="*/ 1061651 h 2053176"/>
              <a:gd name="connsiteX11515" fmla="*/ 7794032 w 12188965"/>
              <a:gd name="connsiteY11515" fmla="*/ 1061651 h 2053176"/>
              <a:gd name="connsiteX11516" fmla="*/ 7819690 w 12188965"/>
              <a:gd name="connsiteY11516" fmla="*/ 1087310 h 2053176"/>
              <a:gd name="connsiteX11517" fmla="*/ 7794032 w 12188965"/>
              <a:gd name="connsiteY11517" fmla="*/ 1112969 h 2053176"/>
              <a:gd name="connsiteX11518" fmla="*/ 7768371 w 12188965"/>
              <a:gd name="connsiteY11518" fmla="*/ 1087310 h 2053176"/>
              <a:gd name="connsiteX11519" fmla="*/ 7794032 w 12188965"/>
              <a:gd name="connsiteY11519" fmla="*/ 1061651 h 2053176"/>
              <a:gd name="connsiteX11520" fmla="*/ 7729825 w 12188965"/>
              <a:gd name="connsiteY11520" fmla="*/ 1061651 h 2053176"/>
              <a:gd name="connsiteX11521" fmla="*/ 7755486 w 12188965"/>
              <a:gd name="connsiteY11521" fmla="*/ 1087310 h 2053176"/>
              <a:gd name="connsiteX11522" fmla="*/ 7729825 w 12188965"/>
              <a:gd name="connsiteY11522" fmla="*/ 1112969 h 2053176"/>
              <a:gd name="connsiteX11523" fmla="*/ 7704167 w 12188965"/>
              <a:gd name="connsiteY11523" fmla="*/ 1087310 h 2053176"/>
              <a:gd name="connsiteX11524" fmla="*/ 7729825 w 12188965"/>
              <a:gd name="connsiteY11524" fmla="*/ 1061651 h 2053176"/>
              <a:gd name="connsiteX11525" fmla="*/ 7665621 w 12188965"/>
              <a:gd name="connsiteY11525" fmla="*/ 1061651 h 2053176"/>
              <a:gd name="connsiteX11526" fmla="*/ 7691279 w 12188965"/>
              <a:gd name="connsiteY11526" fmla="*/ 1087310 h 2053176"/>
              <a:gd name="connsiteX11527" fmla="*/ 7665621 w 12188965"/>
              <a:gd name="connsiteY11527" fmla="*/ 1112969 h 2053176"/>
              <a:gd name="connsiteX11528" fmla="*/ 7639963 w 12188965"/>
              <a:gd name="connsiteY11528" fmla="*/ 1087310 h 2053176"/>
              <a:gd name="connsiteX11529" fmla="*/ 7665621 w 12188965"/>
              <a:gd name="connsiteY11529" fmla="*/ 1061651 h 2053176"/>
              <a:gd name="connsiteX11530" fmla="*/ 7601299 w 12188965"/>
              <a:gd name="connsiteY11530" fmla="*/ 1061651 h 2053176"/>
              <a:gd name="connsiteX11531" fmla="*/ 7626959 w 12188965"/>
              <a:gd name="connsiteY11531" fmla="*/ 1087310 h 2053176"/>
              <a:gd name="connsiteX11532" fmla="*/ 7601299 w 12188965"/>
              <a:gd name="connsiteY11532" fmla="*/ 1112969 h 2053176"/>
              <a:gd name="connsiteX11533" fmla="*/ 7575640 w 12188965"/>
              <a:gd name="connsiteY11533" fmla="*/ 1087310 h 2053176"/>
              <a:gd name="connsiteX11534" fmla="*/ 7601299 w 12188965"/>
              <a:gd name="connsiteY11534" fmla="*/ 1061651 h 2053176"/>
              <a:gd name="connsiteX11535" fmla="*/ 7537094 w 12188965"/>
              <a:gd name="connsiteY11535" fmla="*/ 1061651 h 2053176"/>
              <a:gd name="connsiteX11536" fmla="*/ 7562752 w 12188965"/>
              <a:gd name="connsiteY11536" fmla="*/ 1087310 h 2053176"/>
              <a:gd name="connsiteX11537" fmla="*/ 7537094 w 12188965"/>
              <a:gd name="connsiteY11537" fmla="*/ 1112969 h 2053176"/>
              <a:gd name="connsiteX11538" fmla="*/ 7511436 w 12188965"/>
              <a:gd name="connsiteY11538" fmla="*/ 1087310 h 2053176"/>
              <a:gd name="connsiteX11539" fmla="*/ 7537094 w 12188965"/>
              <a:gd name="connsiteY11539" fmla="*/ 1061651 h 2053176"/>
              <a:gd name="connsiteX11540" fmla="*/ 7472890 w 12188965"/>
              <a:gd name="connsiteY11540" fmla="*/ 1061651 h 2053176"/>
              <a:gd name="connsiteX11541" fmla="*/ 7498548 w 12188965"/>
              <a:gd name="connsiteY11541" fmla="*/ 1087310 h 2053176"/>
              <a:gd name="connsiteX11542" fmla="*/ 7472890 w 12188965"/>
              <a:gd name="connsiteY11542" fmla="*/ 1112969 h 2053176"/>
              <a:gd name="connsiteX11543" fmla="*/ 7447229 w 12188965"/>
              <a:gd name="connsiteY11543" fmla="*/ 1087310 h 2053176"/>
              <a:gd name="connsiteX11544" fmla="*/ 7472890 w 12188965"/>
              <a:gd name="connsiteY11544" fmla="*/ 1061651 h 2053176"/>
              <a:gd name="connsiteX11545" fmla="*/ 7216067 w 12188965"/>
              <a:gd name="connsiteY11545" fmla="*/ 1061651 h 2053176"/>
              <a:gd name="connsiteX11546" fmla="*/ 7241725 w 12188965"/>
              <a:gd name="connsiteY11546" fmla="*/ 1087310 h 2053176"/>
              <a:gd name="connsiteX11547" fmla="*/ 7216067 w 12188965"/>
              <a:gd name="connsiteY11547" fmla="*/ 1112969 h 2053176"/>
              <a:gd name="connsiteX11548" fmla="*/ 7190409 w 12188965"/>
              <a:gd name="connsiteY11548" fmla="*/ 1087310 h 2053176"/>
              <a:gd name="connsiteX11549" fmla="*/ 7216067 w 12188965"/>
              <a:gd name="connsiteY11549" fmla="*/ 1061651 h 2053176"/>
              <a:gd name="connsiteX11550" fmla="*/ 7151863 w 12188965"/>
              <a:gd name="connsiteY11550" fmla="*/ 1061651 h 2053176"/>
              <a:gd name="connsiteX11551" fmla="*/ 7177521 w 12188965"/>
              <a:gd name="connsiteY11551" fmla="*/ 1087310 h 2053176"/>
              <a:gd name="connsiteX11552" fmla="*/ 7151863 w 12188965"/>
              <a:gd name="connsiteY11552" fmla="*/ 1112969 h 2053176"/>
              <a:gd name="connsiteX11553" fmla="*/ 7126205 w 12188965"/>
              <a:gd name="connsiteY11553" fmla="*/ 1087310 h 2053176"/>
              <a:gd name="connsiteX11554" fmla="*/ 7151863 w 12188965"/>
              <a:gd name="connsiteY11554" fmla="*/ 1061651 h 2053176"/>
              <a:gd name="connsiteX11555" fmla="*/ 6895043 w 12188965"/>
              <a:gd name="connsiteY11555" fmla="*/ 1061651 h 2053176"/>
              <a:gd name="connsiteX11556" fmla="*/ 6920701 w 12188965"/>
              <a:gd name="connsiteY11556" fmla="*/ 1087310 h 2053176"/>
              <a:gd name="connsiteX11557" fmla="*/ 6895043 w 12188965"/>
              <a:gd name="connsiteY11557" fmla="*/ 1112969 h 2053176"/>
              <a:gd name="connsiteX11558" fmla="*/ 6869382 w 12188965"/>
              <a:gd name="connsiteY11558" fmla="*/ 1087310 h 2053176"/>
              <a:gd name="connsiteX11559" fmla="*/ 6895043 w 12188965"/>
              <a:gd name="connsiteY11559" fmla="*/ 1061651 h 2053176"/>
              <a:gd name="connsiteX11560" fmla="*/ 6638220 w 12188965"/>
              <a:gd name="connsiteY11560" fmla="*/ 1061651 h 2053176"/>
              <a:gd name="connsiteX11561" fmla="*/ 6663881 w 12188965"/>
              <a:gd name="connsiteY11561" fmla="*/ 1087310 h 2053176"/>
              <a:gd name="connsiteX11562" fmla="*/ 6638220 w 12188965"/>
              <a:gd name="connsiteY11562" fmla="*/ 1112969 h 2053176"/>
              <a:gd name="connsiteX11563" fmla="*/ 6612562 w 12188965"/>
              <a:gd name="connsiteY11563" fmla="*/ 1087310 h 2053176"/>
              <a:gd name="connsiteX11564" fmla="*/ 6638220 w 12188965"/>
              <a:gd name="connsiteY11564" fmla="*/ 1061651 h 2053176"/>
              <a:gd name="connsiteX11565" fmla="*/ 6317078 w 12188965"/>
              <a:gd name="connsiteY11565" fmla="*/ 1061651 h 2053176"/>
              <a:gd name="connsiteX11566" fmla="*/ 6342736 w 12188965"/>
              <a:gd name="connsiteY11566" fmla="*/ 1087310 h 2053176"/>
              <a:gd name="connsiteX11567" fmla="*/ 6317078 w 12188965"/>
              <a:gd name="connsiteY11567" fmla="*/ 1112969 h 2053176"/>
              <a:gd name="connsiteX11568" fmla="*/ 6291420 w 12188965"/>
              <a:gd name="connsiteY11568" fmla="*/ 1087310 h 2053176"/>
              <a:gd name="connsiteX11569" fmla="*/ 6317078 w 12188965"/>
              <a:gd name="connsiteY11569" fmla="*/ 1061651 h 2053176"/>
              <a:gd name="connsiteX11570" fmla="*/ 6252873 w 12188965"/>
              <a:gd name="connsiteY11570" fmla="*/ 1061651 h 2053176"/>
              <a:gd name="connsiteX11571" fmla="*/ 6278532 w 12188965"/>
              <a:gd name="connsiteY11571" fmla="*/ 1087310 h 2053176"/>
              <a:gd name="connsiteX11572" fmla="*/ 6252873 w 12188965"/>
              <a:gd name="connsiteY11572" fmla="*/ 1112969 h 2053176"/>
              <a:gd name="connsiteX11573" fmla="*/ 6227213 w 12188965"/>
              <a:gd name="connsiteY11573" fmla="*/ 1087310 h 2053176"/>
              <a:gd name="connsiteX11574" fmla="*/ 6252873 w 12188965"/>
              <a:gd name="connsiteY11574" fmla="*/ 1061651 h 2053176"/>
              <a:gd name="connsiteX11575" fmla="*/ 6124462 w 12188965"/>
              <a:gd name="connsiteY11575" fmla="*/ 1061651 h 2053176"/>
              <a:gd name="connsiteX11576" fmla="*/ 6150123 w 12188965"/>
              <a:gd name="connsiteY11576" fmla="*/ 1087310 h 2053176"/>
              <a:gd name="connsiteX11577" fmla="*/ 6124462 w 12188965"/>
              <a:gd name="connsiteY11577" fmla="*/ 1112969 h 2053176"/>
              <a:gd name="connsiteX11578" fmla="*/ 6098804 w 12188965"/>
              <a:gd name="connsiteY11578" fmla="*/ 1087310 h 2053176"/>
              <a:gd name="connsiteX11579" fmla="*/ 6124462 w 12188965"/>
              <a:gd name="connsiteY11579" fmla="*/ 1061651 h 2053176"/>
              <a:gd name="connsiteX11580" fmla="*/ 5743477 w 12188965"/>
              <a:gd name="connsiteY11580" fmla="*/ 1061651 h 2053176"/>
              <a:gd name="connsiteX11581" fmla="*/ 5769136 w 12188965"/>
              <a:gd name="connsiteY11581" fmla="*/ 1087310 h 2053176"/>
              <a:gd name="connsiteX11582" fmla="*/ 5743477 w 12188965"/>
              <a:gd name="connsiteY11582" fmla="*/ 1112969 h 2053176"/>
              <a:gd name="connsiteX11583" fmla="*/ 5717818 w 12188965"/>
              <a:gd name="connsiteY11583" fmla="*/ 1087310 h 2053176"/>
              <a:gd name="connsiteX11584" fmla="*/ 5743477 w 12188965"/>
              <a:gd name="connsiteY11584" fmla="*/ 1061651 h 2053176"/>
              <a:gd name="connsiteX11585" fmla="*/ 5615066 w 12188965"/>
              <a:gd name="connsiteY11585" fmla="*/ 1061651 h 2053176"/>
              <a:gd name="connsiteX11586" fmla="*/ 5640726 w 12188965"/>
              <a:gd name="connsiteY11586" fmla="*/ 1087310 h 2053176"/>
              <a:gd name="connsiteX11587" fmla="*/ 5615066 w 12188965"/>
              <a:gd name="connsiteY11587" fmla="*/ 1112969 h 2053176"/>
              <a:gd name="connsiteX11588" fmla="*/ 5589407 w 12188965"/>
              <a:gd name="connsiteY11588" fmla="*/ 1087310 h 2053176"/>
              <a:gd name="connsiteX11589" fmla="*/ 5615066 w 12188965"/>
              <a:gd name="connsiteY11589" fmla="*/ 1061651 h 2053176"/>
              <a:gd name="connsiteX11590" fmla="*/ 5486655 w 12188965"/>
              <a:gd name="connsiteY11590" fmla="*/ 1061651 h 2053176"/>
              <a:gd name="connsiteX11591" fmla="*/ 5512316 w 12188965"/>
              <a:gd name="connsiteY11591" fmla="*/ 1087310 h 2053176"/>
              <a:gd name="connsiteX11592" fmla="*/ 5486655 w 12188965"/>
              <a:gd name="connsiteY11592" fmla="*/ 1112969 h 2053176"/>
              <a:gd name="connsiteX11593" fmla="*/ 5460997 w 12188965"/>
              <a:gd name="connsiteY11593" fmla="*/ 1087310 h 2053176"/>
              <a:gd name="connsiteX11594" fmla="*/ 5486655 w 12188965"/>
              <a:gd name="connsiteY11594" fmla="*/ 1061651 h 2053176"/>
              <a:gd name="connsiteX11595" fmla="*/ 5422451 w 12188965"/>
              <a:gd name="connsiteY11595" fmla="*/ 1061651 h 2053176"/>
              <a:gd name="connsiteX11596" fmla="*/ 5448109 w 12188965"/>
              <a:gd name="connsiteY11596" fmla="*/ 1087310 h 2053176"/>
              <a:gd name="connsiteX11597" fmla="*/ 5422451 w 12188965"/>
              <a:gd name="connsiteY11597" fmla="*/ 1112969 h 2053176"/>
              <a:gd name="connsiteX11598" fmla="*/ 5396791 w 12188965"/>
              <a:gd name="connsiteY11598" fmla="*/ 1087310 h 2053176"/>
              <a:gd name="connsiteX11599" fmla="*/ 5422451 w 12188965"/>
              <a:gd name="connsiteY11599" fmla="*/ 1061651 h 2053176"/>
              <a:gd name="connsiteX11600" fmla="*/ 5229719 w 12188965"/>
              <a:gd name="connsiteY11600" fmla="*/ 1061651 h 2053176"/>
              <a:gd name="connsiteX11601" fmla="*/ 5255377 w 12188965"/>
              <a:gd name="connsiteY11601" fmla="*/ 1087310 h 2053176"/>
              <a:gd name="connsiteX11602" fmla="*/ 5229719 w 12188965"/>
              <a:gd name="connsiteY11602" fmla="*/ 1112969 h 2053176"/>
              <a:gd name="connsiteX11603" fmla="*/ 5204058 w 12188965"/>
              <a:gd name="connsiteY11603" fmla="*/ 1087310 h 2053176"/>
              <a:gd name="connsiteX11604" fmla="*/ 5229719 w 12188965"/>
              <a:gd name="connsiteY11604" fmla="*/ 1061651 h 2053176"/>
              <a:gd name="connsiteX11605" fmla="*/ 4972896 w 12188965"/>
              <a:gd name="connsiteY11605" fmla="*/ 1061651 h 2053176"/>
              <a:gd name="connsiteX11606" fmla="*/ 4998557 w 12188965"/>
              <a:gd name="connsiteY11606" fmla="*/ 1087310 h 2053176"/>
              <a:gd name="connsiteX11607" fmla="*/ 4972896 w 12188965"/>
              <a:gd name="connsiteY11607" fmla="*/ 1112969 h 2053176"/>
              <a:gd name="connsiteX11608" fmla="*/ 4947240 w 12188965"/>
              <a:gd name="connsiteY11608" fmla="*/ 1087310 h 2053176"/>
              <a:gd name="connsiteX11609" fmla="*/ 4972896 w 12188965"/>
              <a:gd name="connsiteY11609" fmla="*/ 1061651 h 2053176"/>
              <a:gd name="connsiteX11610" fmla="*/ 4908693 w 12188965"/>
              <a:gd name="connsiteY11610" fmla="*/ 1061651 h 2053176"/>
              <a:gd name="connsiteX11611" fmla="*/ 4934352 w 12188965"/>
              <a:gd name="connsiteY11611" fmla="*/ 1087310 h 2053176"/>
              <a:gd name="connsiteX11612" fmla="*/ 4908693 w 12188965"/>
              <a:gd name="connsiteY11612" fmla="*/ 1112969 h 2053176"/>
              <a:gd name="connsiteX11613" fmla="*/ 4883033 w 12188965"/>
              <a:gd name="connsiteY11613" fmla="*/ 1087310 h 2053176"/>
              <a:gd name="connsiteX11614" fmla="*/ 4908693 w 12188965"/>
              <a:gd name="connsiteY11614" fmla="*/ 1061651 h 2053176"/>
              <a:gd name="connsiteX11615" fmla="*/ 4844487 w 12188965"/>
              <a:gd name="connsiteY11615" fmla="*/ 1061651 h 2053176"/>
              <a:gd name="connsiteX11616" fmla="*/ 4870146 w 12188965"/>
              <a:gd name="connsiteY11616" fmla="*/ 1087310 h 2053176"/>
              <a:gd name="connsiteX11617" fmla="*/ 4844487 w 12188965"/>
              <a:gd name="connsiteY11617" fmla="*/ 1112969 h 2053176"/>
              <a:gd name="connsiteX11618" fmla="*/ 4818828 w 12188965"/>
              <a:gd name="connsiteY11618" fmla="*/ 1087310 h 2053176"/>
              <a:gd name="connsiteX11619" fmla="*/ 4844487 w 12188965"/>
              <a:gd name="connsiteY11619" fmla="*/ 1061651 h 2053176"/>
              <a:gd name="connsiteX11620" fmla="*/ 4651872 w 12188965"/>
              <a:gd name="connsiteY11620" fmla="*/ 1061651 h 2053176"/>
              <a:gd name="connsiteX11621" fmla="*/ 4677531 w 12188965"/>
              <a:gd name="connsiteY11621" fmla="*/ 1087310 h 2053176"/>
              <a:gd name="connsiteX11622" fmla="*/ 4651872 w 12188965"/>
              <a:gd name="connsiteY11622" fmla="*/ 1112969 h 2053176"/>
              <a:gd name="connsiteX11623" fmla="*/ 4626213 w 12188965"/>
              <a:gd name="connsiteY11623" fmla="*/ 1087310 h 2053176"/>
              <a:gd name="connsiteX11624" fmla="*/ 4651872 w 12188965"/>
              <a:gd name="connsiteY11624" fmla="*/ 1061651 h 2053176"/>
              <a:gd name="connsiteX11625" fmla="*/ 4587666 w 12188965"/>
              <a:gd name="connsiteY11625" fmla="*/ 1061651 h 2053176"/>
              <a:gd name="connsiteX11626" fmla="*/ 4613324 w 12188965"/>
              <a:gd name="connsiteY11626" fmla="*/ 1087310 h 2053176"/>
              <a:gd name="connsiteX11627" fmla="*/ 4587666 w 12188965"/>
              <a:gd name="connsiteY11627" fmla="*/ 1112969 h 2053176"/>
              <a:gd name="connsiteX11628" fmla="*/ 4562007 w 12188965"/>
              <a:gd name="connsiteY11628" fmla="*/ 1087310 h 2053176"/>
              <a:gd name="connsiteX11629" fmla="*/ 4587666 w 12188965"/>
              <a:gd name="connsiteY11629" fmla="*/ 1061651 h 2053176"/>
              <a:gd name="connsiteX11630" fmla="*/ 4523461 w 12188965"/>
              <a:gd name="connsiteY11630" fmla="*/ 1061651 h 2053176"/>
              <a:gd name="connsiteX11631" fmla="*/ 4549121 w 12188965"/>
              <a:gd name="connsiteY11631" fmla="*/ 1087310 h 2053176"/>
              <a:gd name="connsiteX11632" fmla="*/ 4523461 w 12188965"/>
              <a:gd name="connsiteY11632" fmla="*/ 1112969 h 2053176"/>
              <a:gd name="connsiteX11633" fmla="*/ 4497802 w 12188965"/>
              <a:gd name="connsiteY11633" fmla="*/ 1087310 h 2053176"/>
              <a:gd name="connsiteX11634" fmla="*/ 4523461 w 12188965"/>
              <a:gd name="connsiteY11634" fmla="*/ 1061651 h 2053176"/>
              <a:gd name="connsiteX11635" fmla="*/ 4395050 w 12188965"/>
              <a:gd name="connsiteY11635" fmla="*/ 1061651 h 2053176"/>
              <a:gd name="connsiteX11636" fmla="*/ 4420710 w 12188965"/>
              <a:gd name="connsiteY11636" fmla="*/ 1087310 h 2053176"/>
              <a:gd name="connsiteX11637" fmla="*/ 4395050 w 12188965"/>
              <a:gd name="connsiteY11637" fmla="*/ 1112969 h 2053176"/>
              <a:gd name="connsiteX11638" fmla="*/ 4369391 w 12188965"/>
              <a:gd name="connsiteY11638" fmla="*/ 1087310 h 2053176"/>
              <a:gd name="connsiteX11639" fmla="*/ 4395050 w 12188965"/>
              <a:gd name="connsiteY11639" fmla="*/ 1061651 h 2053176"/>
              <a:gd name="connsiteX11640" fmla="*/ 4009702 w 12188965"/>
              <a:gd name="connsiteY11640" fmla="*/ 1061651 h 2053176"/>
              <a:gd name="connsiteX11641" fmla="*/ 4035362 w 12188965"/>
              <a:gd name="connsiteY11641" fmla="*/ 1087310 h 2053176"/>
              <a:gd name="connsiteX11642" fmla="*/ 4009702 w 12188965"/>
              <a:gd name="connsiteY11642" fmla="*/ 1112969 h 2053176"/>
              <a:gd name="connsiteX11643" fmla="*/ 3984043 w 12188965"/>
              <a:gd name="connsiteY11643" fmla="*/ 1087310 h 2053176"/>
              <a:gd name="connsiteX11644" fmla="*/ 4009702 w 12188965"/>
              <a:gd name="connsiteY11644" fmla="*/ 1061651 h 2053176"/>
              <a:gd name="connsiteX11645" fmla="*/ 3752882 w 12188965"/>
              <a:gd name="connsiteY11645" fmla="*/ 1061651 h 2053176"/>
              <a:gd name="connsiteX11646" fmla="*/ 3778539 w 12188965"/>
              <a:gd name="connsiteY11646" fmla="*/ 1087310 h 2053176"/>
              <a:gd name="connsiteX11647" fmla="*/ 3752882 w 12188965"/>
              <a:gd name="connsiteY11647" fmla="*/ 1112969 h 2053176"/>
              <a:gd name="connsiteX11648" fmla="*/ 3727221 w 12188965"/>
              <a:gd name="connsiteY11648" fmla="*/ 1087310 h 2053176"/>
              <a:gd name="connsiteX11649" fmla="*/ 3752882 w 12188965"/>
              <a:gd name="connsiteY11649" fmla="*/ 1061651 h 2053176"/>
              <a:gd name="connsiteX11650" fmla="*/ 3367649 w 12188965"/>
              <a:gd name="connsiteY11650" fmla="*/ 1061651 h 2053176"/>
              <a:gd name="connsiteX11651" fmla="*/ 3393308 w 12188965"/>
              <a:gd name="connsiteY11651" fmla="*/ 1087310 h 2053176"/>
              <a:gd name="connsiteX11652" fmla="*/ 3367649 w 12188965"/>
              <a:gd name="connsiteY11652" fmla="*/ 1112969 h 2053176"/>
              <a:gd name="connsiteX11653" fmla="*/ 3341990 w 12188965"/>
              <a:gd name="connsiteY11653" fmla="*/ 1087310 h 2053176"/>
              <a:gd name="connsiteX11654" fmla="*/ 3367649 w 12188965"/>
              <a:gd name="connsiteY11654" fmla="*/ 1061651 h 2053176"/>
              <a:gd name="connsiteX11655" fmla="*/ 2853890 w 12188965"/>
              <a:gd name="connsiteY11655" fmla="*/ 1061651 h 2053176"/>
              <a:gd name="connsiteX11656" fmla="*/ 2879550 w 12188965"/>
              <a:gd name="connsiteY11656" fmla="*/ 1087310 h 2053176"/>
              <a:gd name="connsiteX11657" fmla="*/ 2853890 w 12188965"/>
              <a:gd name="connsiteY11657" fmla="*/ 1112969 h 2053176"/>
              <a:gd name="connsiteX11658" fmla="*/ 2828231 w 12188965"/>
              <a:gd name="connsiteY11658" fmla="*/ 1087310 h 2053176"/>
              <a:gd name="connsiteX11659" fmla="*/ 2853890 w 12188965"/>
              <a:gd name="connsiteY11659" fmla="*/ 1061651 h 2053176"/>
              <a:gd name="connsiteX11660" fmla="*/ 2340249 w 12188965"/>
              <a:gd name="connsiteY11660" fmla="*/ 1061651 h 2053176"/>
              <a:gd name="connsiteX11661" fmla="*/ 2365908 w 12188965"/>
              <a:gd name="connsiteY11661" fmla="*/ 1087310 h 2053176"/>
              <a:gd name="connsiteX11662" fmla="*/ 2340249 w 12188965"/>
              <a:gd name="connsiteY11662" fmla="*/ 1112969 h 2053176"/>
              <a:gd name="connsiteX11663" fmla="*/ 2314590 w 12188965"/>
              <a:gd name="connsiteY11663" fmla="*/ 1087310 h 2053176"/>
              <a:gd name="connsiteX11664" fmla="*/ 2340249 w 12188965"/>
              <a:gd name="connsiteY11664" fmla="*/ 1061651 h 2053176"/>
              <a:gd name="connsiteX11665" fmla="*/ 2276044 w 12188965"/>
              <a:gd name="connsiteY11665" fmla="*/ 1061651 h 2053176"/>
              <a:gd name="connsiteX11666" fmla="*/ 2301702 w 12188965"/>
              <a:gd name="connsiteY11666" fmla="*/ 1087310 h 2053176"/>
              <a:gd name="connsiteX11667" fmla="*/ 2276044 w 12188965"/>
              <a:gd name="connsiteY11667" fmla="*/ 1112969 h 2053176"/>
              <a:gd name="connsiteX11668" fmla="*/ 2250385 w 12188965"/>
              <a:gd name="connsiteY11668" fmla="*/ 1087310 h 2053176"/>
              <a:gd name="connsiteX11669" fmla="*/ 2276044 w 12188965"/>
              <a:gd name="connsiteY11669" fmla="*/ 1061651 h 2053176"/>
              <a:gd name="connsiteX11670" fmla="*/ 2147633 w 12188965"/>
              <a:gd name="connsiteY11670" fmla="*/ 1061651 h 2053176"/>
              <a:gd name="connsiteX11671" fmla="*/ 2173293 w 12188965"/>
              <a:gd name="connsiteY11671" fmla="*/ 1087310 h 2053176"/>
              <a:gd name="connsiteX11672" fmla="*/ 2147633 w 12188965"/>
              <a:gd name="connsiteY11672" fmla="*/ 1112969 h 2053176"/>
              <a:gd name="connsiteX11673" fmla="*/ 2121975 w 12188965"/>
              <a:gd name="connsiteY11673" fmla="*/ 1087310 h 2053176"/>
              <a:gd name="connsiteX11674" fmla="*/ 2147633 w 12188965"/>
              <a:gd name="connsiteY11674" fmla="*/ 1061651 h 2053176"/>
              <a:gd name="connsiteX11675" fmla="*/ 2083427 w 12188965"/>
              <a:gd name="connsiteY11675" fmla="*/ 1061651 h 2053176"/>
              <a:gd name="connsiteX11676" fmla="*/ 2109087 w 12188965"/>
              <a:gd name="connsiteY11676" fmla="*/ 1087310 h 2053176"/>
              <a:gd name="connsiteX11677" fmla="*/ 2083427 w 12188965"/>
              <a:gd name="connsiteY11677" fmla="*/ 1112969 h 2053176"/>
              <a:gd name="connsiteX11678" fmla="*/ 2057768 w 12188965"/>
              <a:gd name="connsiteY11678" fmla="*/ 1087310 h 2053176"/>
              <a:gd name="connsiteX11679" fmla="*/ 2083427 w 12188965"/>
              <a:gd name="connsiteY11679" fmla="*/ 1061651 h 2053176"/>
              <a:gd name="connsiteX11680" fmla="*/ 2019222 w 12188965"/>
              <a:gd name="connsiteY11680" fmla="*/ 1061651 h 2053176"/>
              <a:gd name="connsiteX11681" fmla="*/ 2044880 w 12188965"/>
              <a:gd name="connsiteY11681" fmla="*/ 1087310 h 2053176"/>
              <a:gd name="connsiteX11682" fmla="*/ 2019222 w 12188965"/>
              <a:gd name="connsiteY11682" fmla="*/ 1112969 h 2053176"/>
              <a:gd name="connsiteX11683" fmla="*/ 1993563 w 12188965"/>
              <a:gd name="connsiteY11683" fmla="*/ 1087310 h 2053176"/>
              <a:gd name="connsiteX11684" fmla="*/ 2019222 w 12188965"/>
              <a:gd name="connsiteY11684" fmla="*/ 1061651 h 2053176"/>
              <a:gd name="connsiteX11685" fmla="*/ 1955016 w 12188965"/>
              <a:gd name="connsiteY11685" fmla="*/ 1061651 h 2053176"/>
              <a:gd name="connsiteX11686" fmla="*/ 1980676 w 12188965"/>
              <a:gd name="connsiteY11686" fmla="*/ 1087310 h 2053176"/>
              <a:gd name="connsiteX11687" fmla="*/ 1955016 w 12188965"/>
              <a:gd name="connsiteY11687" fmla="*/ 1112969 h 2053176"/>
              <a:gd name="connsiteX11688" fmla="*/ 1929358 w 12188965"/>
              <a:gd name="connsiteY11688" fmla="*/ 1087310 h 2053176"/>
              <a:gd name="connsiteX11689" fmla="*/ 1955016 w 12188965"/>
              <a:gd name="connsiteY11689" fmla="*/ 1061651 h 2053176"/>
              <a:gd name="connsiteX11690" fmla="*/ 1890696 w 12188965"/>
              <a:gd name="connsiteY11690" fmla="*/ 1061651 h 2053176"/>
              <a:gd name="connsiteX11691" fmla="*/ 1916355 w 12188965"/>
              <a:gd name="connsiteY11691" fmla="*/ 1087310 h 2053176"/>
              <a:gd name="connsiteX11692" fmla="*/ 1890696 w 12188965"/>
              <a:gd name="connsiteY11692" fmla="*/ 1112969 h 2053176"/>
              <a:gd name="connsiteX11693" fmla="*/ 1865037 w 12188965"/>
              <a:gd name="connsiteY11693" fmla="*/ 1087310 h 2053176"/>
              <a:gd name="connsiteX11694" fmla="*/ 1890696 w 12188965"/>
              <a:gd name="connsiteY11694" fmla="*/ 1061651 h 2053176"/>
              <a:gd name="connsiteX11695" fmla="*/ 1826490 w 12188965"/>
              <a:gd name="connsiteY11695" fmla="*/ 1061651 h 2053176"/>
              <a:gd name="connsiteX11696" fmla="*/ 1852149 w 12188965"/>
              <a:gd name="connsiteY11696" fmla="*/ 1087310 h 2053176"/>
              <a:gd name="connsiteX11697" fmla="*/ 1826490 w 12188965"/>
              <a:gd name="connsiteY11697" fmla="*/ 1112969 h 2053176"/>
              <a:gd name="connsiteX11698" fmla="*/ 1800830 w 12188965"/>
              <a:gd name="connsiteY11698" fmla="*/ 1087310 h 2053176"/>
              <a:gd name="connsiteX11699" fmla="*/ 1826490 w 12188965"/>
              <a:gd name="connsiteY11699" fmla="*/ 1061651 h 2053176"/>
              <a:gd name="connsiteX11700" fmla="*/ 1762285 w 12188965"/>
              <a:gd name="connsiteY11700" fmla="*/ 1061651 h 2053176"/>
              <a:gd name="connsiteX11701" fmla="*/ 1787944 w 12188965"/>
              <a:gd name="connsiteY11701" fmla="*/ 1087310 h 2053176"/>
              <a:gd name="connsiteX11702" fmla="*/ 1762285 w 12188965"/>
              <a:gd name="connsiteY11702" fmla="*/ 1112969 h 2053176"/>
              <a:gd name="connsiteX11703" fmla="*/ 1736626 w 12188965"/>
              <a:gd name="connsiteY11703" fmla="*/ 1087310 h 2053176"/>
              <a:gd name="connsiteX11704" fmla="*/ 1762285 w 12188965"/>
              <a:gd name="connsiteY11704" fmla="*/ 1061651 h 2053176"/>
              <a:gd name="connsiteX11705" fmla="*/ 1505464 w 12188965"/>
              <a:gd name="connsiteY11705" fmla="*/ 1061651 h 2053176"/>
              <a:gd name="connsiteX11706" fmla="*/ 1531123 w 12188965"/>
              <a:gd name="connsiteY11706" fmla="*/ 1087310 h 2053176"/>
              <a:gd name="connsiteX11707" fmla="*/ 1505464 w 12188965"/>
              <a:gd name="connsiteY11707" fmla="*/ 1112969 h 2053176"/>
              <a:gd name="connsiteX11708" fmla="*/ 1479806 w 12188965"/>
              <a:gd name="connsiteY11708" fmla="*/ 1087310 h 2053176"/>
              <a:gd name="connsiteX11709" fmla="*/ 1505464 w 12188965"/>
              <a:gd name="connsiteY11709" fmla="*/ 1061651 h 2053176"/>
              <a:gd name="connsiteX11710" fmla="*/ 1441258 w 12188965"/>
              <a:gd name="connsiteY11710" fmla="*/ 1061651 h 2053176"/>
              <a:gd name="connsiteX11711" fmla="*/ 1466917 w 12188965"/>
              <a:gd name="connsiteY11711" fmla="*/ 1087310 h 2053176"/>
              <a:gd name="connsiteX11712" fmla="*/ 1441258 w 12188965"/>
              <a:gd name="connsiteY11712" fmla="*/ 1112969 h 2053176"/>
              <a:gd name="connsiteX11713" fmla="*/ 1415599 w 12188965"/>
              <a:gd name="connsiteY11713" fmla="*/ 1087310 h 2053176"/>
              <a:gd name="connsiteX11714" fmla="*/ 1441258 w 12188965"/>
              <a:gd name="connsiteY11714" fmla="*/ 1061651 h 2053176"/>
              <a:gd name="connsiteX11715" fmla="*/ 1184437 w 12188965"/>
              <a:gd name="connsiteY11715" fmla="*/ 1061651 h 2053176"/>
              <a:gd name="connsiteX11716" fmla="*/ 1210096 w 12188965"/>
              <a:gd name="connsiteY11716" fmla="*/ 1087310 h 2053176"/>
              <a:gd name="connsiteX11717" fmla="*/ 1184437 w 12188965"/>
              <a:gd name="connsiteY11717" fmla="*/ 1112969 h 2053176"/>
              <a:gd name="connsiteX11718" fmla="*/ 1158780 w 12188965"/>
              <a:gd name="connsiteY11718" fmla="*/ 1087310 h 2053176"/>
              <a:gd name="connsiteX11719" fmla="*/ 1184437 w 12188965"/>
              <a:gd name="connsiteY11719" fmla="*/ 1061651 h 2053176"/>
              <a:gd name="connsiteX11720" fmla="*/ 927616 w 12188965"/>
              <a:gd name="connsiteY11720" fmla="*/ 1061651 h 2053176"/>
              <a:gd name="connsiteX11721" fmla="*/ 953275 w 12188965"/>
              <a:gd name="connsiteY11721" fmla="*/ 1087310 h 2053176"/>
              <a:gd name="connsiteX11722" fmla="*/ 927616 w 12188965"/>
              <a:gd name="connsiteY11722" fmla="*/ 1112969 h 2053176"/>
              <a:gd name="connsiteX11723" fmla="*/ 901957 w 12188965"/>
              <a:gd name="connsiteY11723" fmla="*/ 1087310 h 2053176"/>
              <a:gd name="connsiteX11724" fmla="*/ 927616 w 12188965"/>
              <a:gd name="connsiteY11724" fmla="*/ 1061651 h 2053176"/>
              <a:gd name="connsiteX11725" fmla="*/ 606475 w 12188965"/>
              <a:gd name="connsiteY11725" fmla="*/ 1061651 h 2053176"/>
              <a:gd name="connsiteX11726" fmla="*/ 632134 w 12188965"/>
              <a:gd name="connsiteY11726" fmla="*/ 1087310 h 2053176"/>
              <a:gd name="connsiteX11727" fmla="*/ 606475 w 12188965"/>
              <a:gd name="connsiteY11727" fmla="*/ 1112969 h 2053176"/>
              <a:gd name="connsiteX11728" fmla="*/ 580815 w 12188965"/>
              <a:gd name="connsiteY11728" fmla="*/ 1087310 h 2053176"/>
              <a:gd name="connsiteX11729" fmla="*/ 606475 w 12188965"/>
              <a:gd name="connsiteY11729" fmla="*/ 1061651 h 2053176"/>
              <a:gd name="connsiteX11730" fmla="*/ 542268 w 12188965"/>
              <a:gd name="connsiteY11730" fmla="*/ 1061651 h 2053176"/>
              <a:gd name="connsiteX11731" fmla="*/ 567927 w 12188965"/>
              <a:gd name="connsiteY11731" fmla="*/ 1087310 h 2053176"/>
              <a:gd name="connsiteX11732" fmla="*/ 542268 w 12188965"/>
              <a:gd name="connsiteY11732" fmla="*/ 1112969 h 2053176"/>
              <a:gd name="connsiteX11733" fmla="*/ 516610 w 12188965"/>
              <a:gd name="connsiteY11733" fmla="*/ 1087310 h 2053176"/>
              <a:gd name="connsiteX11734" fmla="*/ 542268 w 12188965"/>
              <a:gd name="connsiteY11734" fmla="*/ 1061651 h 2053176"/>
              <a:gd name="connsiteX11735" fmla="*/ 413858 w 12188965"/>
              <a:gd name="connsiteY11735" fmla="*/ 1061651 h 2053176"/>
              <a:gd name="connsiteX11736" fmla="*/ 439517 w 12188965"/>
              <a:gd name="connsiteY11736" fmla="*/ 1087310 h 2053176"/>
              <a:gd name="connsiteX11737" fmla="*/ 413858 w 12188965"/>
              <a:gd name="connsiteY11737" fmla="*/ 1112969 h 2053176"/>
              <a:gd name="connsiteX11738" fmla="*/ 388200 w 12188965"/>
              <a:gd name="connsiteY11738" fmla="*/ 1087310 h 2053176"/>
              <a:gd name="connsiteX11739" fmla="*/ 413858 w 12188965"/>
              <a:gd name="connsiteY11739" fmla="*/ 1061651 h 2053176"/>
              <a:gd name="connsiteX11740" fmla="*/ 25659 w 12188965"/>
              <a:gd name="connsiteY11740" fmla="*/ 1061651 h 2053176"/>
              <a:gd name="connsiteX11741" fmla="*/ 51317 w 12188965"/>
              <a:gd name="connsiteY11741" fmla="*/ 1087310 h 2053176"/>
              <a:gd name="connsiteX11742" fmla="*/ 25659 w 12188965"/>
              <a:gd name="connsiteY11742" fmla="*/ 1112969 h 2053176"/>
              <a:gd name="connsiteX11743" fmla="*/ 0 w 12188965"/>
              <a:gd name="connsiteY11743" fmla="*/ 1087310 h 2053176"/>
              <a:gd name="connsiteX11744" fmla="*/ 25659 w 12188965"/>
              <a:gd name="connsiteY11744" fmla="*/ 1061651 h 2053176"/>
              <a:gd name="connsiteX11745" fmla="*/ 11775107 w 12188965"/>
              <a:gd name="connsiteY11745" fmla="*/ 1007315 h 2053176"/>
              <a:gd name="connsiteX11746" fmla="*/ 11787995 w 12188965"/>
              <a:gd name="connsiteY11746" fmla="*/ 1020202 h 2053176"/>
              <a:gd name="connsiteX11747" fmla="*/ 11775107 w 12188965"/>
              <a:gd name="connsiteY11747" fmla="*/ 1033089 h 2053176"/>
              <a:gd name="connsiteX11748" fmla="*/ 11762221 w 12188965"/>
              <a:gd name="connsiteY11748" fmla="*/ 1020202 h 2053176"/>
              <a:gd name="connsiteX11749" fmla="*/ 11775107 w 12188965"/>
              <a:gd name="connsiteY11749" fmla="*/ 1007315 h 2053176"/>
              <a:gd name="connsiteX11750" fmla="*/ 11646697 w 12188965"/>
              <a:gd name="connsiteY11750" fmla="*/ 1007315 h 2053176"/>
              <a:gd name="connsiteX11751" fmla="*/ 11659583 w 12188965"/>
              <a:gd name="connsiteY11751" fmla="*/ 1020202 h 2053176"/>
              <a:gd name="connsiteX11752" fmla="*/ 11646697 w 12188965"/>
              <a:gd name="connsiteY11752" fmla="*/ 1033089 h 2053176"/>
              <a:gd name="connsiteX11753" fmla="*/ 11633809 w 12188965"/>
              <a:gd name="connsiteY11753" fmla="*/ 1020202 h 2053176"/>
              <a:gd name="connsiteX11754" fmla="*/ 11646697 w 12188965"/>
              <a:gd name="connsiteY11754" fmla="*/ 1007315 h 2053176"/>
              <a:gd name="connsiteX11755" fmla="*/ 11454081 w 12188965"/>
              <a:gd name="connsiteY11755" fmla="*/ 1007315 h 2053176"/>
              <a:gd name="connsiteX11756" fmla="*/ 11466969 w 12188965"/>
              <a:gd name="connsiteY11756" fmla="*/ 1020202 h 2053176"/>
              <a:gd name="connsiteX11757" fmla="*/ 11454081 w 12188965"/>
              <a:gd name="connsiteY11757" fmla="*/ 1033089 h 2053176"/>
              <a:gd name="connsiteX11758" fmla="*/ 11441194 w 12188965"/>
              <a:gd name="connsiteY11758" fmla="*/ 1020202 h 2053176"/>
              <a:gd name="connsiteX11759" fmla="*/ 11454081 w 12188965"/>
              <a:gd name="connsiteY11759" fmla="*/ 1007315 h 2053176"/>
              <a:gd name="connsiteX11760" fmla="*/ 11389875 w 12188965"/>
              <a:gd name="connsiteY11760" fmla="*/ 1007315 h 2053176"/>
              <a:gd name="connsiteX11761" fmla="*/ 11402763 w 12188965"/>
              <a:gd name="connsiteY11761" fmla="*/ 1020202 h 2053176"/>
              <a:gd name="connsiteX11762" fmla="*/ 11389875 w 12188965"/>
              <a:gd name="connsiteY11762" fmla="*/ 1033089 h 2053176"/>
              <a:gd name="connsiteX11763" fmla="*/ 11376989 w 12188965"/>
              <a:gd name="connsiteY11763" fmla="*/ 1020202 h 2053176"/>
              <a:gd name="connsiteX11764" fmla="*/ 11389875 w 12188965"/>
              <a:gd name="connsiteY11764" fmla="*/ 1007315 h 2053176"/>
              <a:gd name="connsiteX11765" fmla="*/ 10747708 w 12188965"/>
              <a:gd name="connsiteY11765" fmla="*/ 1007315 h 2053176"/>
              <a:gd name="connsiteX11766" fmla="*/ 10760593 w 12188965"/>
              <a:gd name="connsiteY11766" fmla="*/ 1020202 h 2053176"/>
              <a:gd name="connsiteX11767" fmla="*/ 10747708 w 12188965"/>
              <a:gd name="connsiteY11767" fmla="*/ 1033089 h 2053176"/>
              <a:gd name="connsiteX11768" fmla="*/ 10734820 w 12188965"/>
              <a:gd name="connsiteY11768" fmla="*/ 1020202 h 2053176"/>
              <a:gd name="connsiteX11769" fmla="*/ 10747708 w 12188965"/>
              <a:gd name="connsiteY11769" fmla="*/ 1007315 h 2053176"/>
              <a:gd name="connsiteX11770" fmla="*/ 10490885 w 12188965"/>
              <a:gd name="connsiteY11770" fmla="*/ 1007315 h 2053176"/>
              <a:gd name="connsiteX11771" fmla="*/ 10503773 w 12188965"/>
              <a:gd name="connsiteY11771" fmla="*/ 1020202 h 2053176"/>
              <a:gd name="connsiteX11772" fmla="*/ 10490885 w 12188965"/>
              <a:gd name="connsiteY11772" fmla="*/ 1033089 h 2053176"/>
              <a:gd name="connsiteX11773" fmla="*/ 10477997 w 12188965"/>
              <a:gd name="connsiteY11773" fmla="*/ 1020202 h 2053176"/>
              <a:gd name="connsiteX11774" fmla="*/ 10490885 w 12188965"/>
              <a:gd name="connsiteY11774" fmla="*/ 1007315 h 2053176"/>
              <a:gd name="connsiteX11775" fmla="*/ 10298270 w 12188965"/>
              <a:gd name="connsiteY11775" fmla="*/ 1007315 h 2053176"/>
              <a:gd name="connsiteX11776" fmla="*/ 10311158 w 12188965"/>
              <a:gd name="connsiteY11776" fmla="*/ 1020202 h 2053176"/>
              <a:gd name="connsiteX11777" fmla="*/ 10298270 w 12188965"/>
              <a:gd name="connsiteY11777" fmla="*/ 1033089 h 2053176"/>
              <a:gd name="connsiteX11778" fmla="*/ 10285382 w 12188965"/>
              <a:gd name="connsiteY11778" fmla="*/ 1020202 h 2053176"/>
              <a:gd name="connsiteX11779" fmla="*/ 10298270 w 12188965"/>
              <a:gd name="connsiteY11779" fmla="*/ 1007315 h 2053176"/>
              <a:gd name="connsiteX11780" fmla="*/ 9527689 w 12188965"/>
              <a:gd name="connsiteY11780" fmla="*/ 1007315 h 2053176"/>
              <a:gd name="connsiteX11781" fmla="*/ 9540577 w 12188965"/>
              <a:gd name="connsiteY11781" fmla="*/ 1020202 h 2053176"/>
              <a:gd name="connsiteX11782" fmla="*/ 9527689 w 12188965"/>
              <a:gd name="connsiteY11782" fmla="*/ 1033089 h 2053176"/>
              <a:gd name="connsiteX11783" fmla="*/ 9514804 w 12188965"/>
              <a:gd name="connsiteY11783" fmla="*/ 1020202 h 2053176"/>
              <a:gd name="connsiteX11784" fmla="*/ 9527689 w 12188965"/>
              <a:gd name="connsiteY11784" fmla="*/ 1007315 h 2053176"/>
              <a:gd name="connsiteX11785" fmla="*/ 8692906 w 12188965"/>
              <a:gd name="connsiteY11785" fmla="*/ 1007315 h 2053176"/>
              <a:gd name="connsiteX11786" fmla="*/ 8705792 w 12188965"/>
              <a:gd name="connsiteY11786" fmla="*/ 1020202 h 2053176"/>
              <a:gd name="connsiteX11787" fmla="*/ 8692906 w 12188965"/>
              <a:gd name="connsiteY11787" fmla="*/ 1033089 h 2053176"/>
              <a:gd name="connsiteX11788" fmla="*/ 8680018 w 12188965"/>
              <a:gd name="connsiteY11788" fmla="*/ 1020202 h 2053176"/>
              <a:gd name="connsiteX11789" fmla="*/ 8692906 w 12188965"/>
              <a:gd name="connsiteY11789" fmla="*/ 1007315 h 2053176"/>
              <a:gd name="connsiteX11790" fmla="*/ 7087658 w 12188965"/>
              <a:gd name="connsiteY11790" fmla="*/ 1007315 h 2053176"/>
              <a:gd name="connsiteX11791" fmla="*/ 7100544 w 12188965"/>
              <a:gd name="connsiteY11791" fmla="*/ 1020202 h 2053176"/>
              <a:gd name="connsiteX11792" fmla="*/ 7087658 w 12188965"/>
              <a:gd name="connsiteY11792" fmla="*/ 1033089 h 2053176"/>
              <a:gd name="connsiteX11793" fmla="*/ 7074770 w 12188965"/>
              <a:gd name="connsiteY11793" fmla="*/ 1020202 h 2053176"/>
              <a:gd name="connsiteX11794" fmla="*/ 7087658 w 12188965"/>
              <a:gd name="connsiteY11794" fmla="*/ 1007315 h 2053176"/>
              <a:gd name="connsiteX11795" fmla="*/ 6702427 w 12188965"/>
              <a:gd name="connsiteY11795" fmla="*/ 1007315 h 2053176"/>
              <a:gd name="connsiteX11796" fmla="*/ 6715312 w 12188965"/>
              <a:gd name="connsiteY11796" fmla="*/ 1020202 h 2053176"/>
              <a:gd name="connsiteX11797" fmla="*/ 6702427 w 12188965"/>
              <a:gd name="connsiteY11797" fmla="*/ 1033089 h 2053176"/>
              <a:gd name="connsiteX11798" fmla="*/ 6689539 w 12188965"/>
              <a:gd name="connsiteY11798" fmla="*/ 1020202 h 2053176"/>
              <a:gd name="connsiteX11799" fmla="*/ 6702427 w 12188965"/>
              <a:gd name="connsiteY11799" fmla="*/ 1007315 h 2053176"/>
              <a:gd name="connsiteX11800" fmla="*/ 6638220 w 12188965"/>
              <a:gd name="connsiteY11800" fmla="*/ 1007315 h 2053176"/>
              <a:gd name="connsiteX11801" fmla="*/ 6651108 w 12188965"/>
              <a:gd name="connsiteY11801" fmla="*/ 1020202 h 2053176"/>
              <a:gd name="connsiteX11802" fmla="*/ 6638220 w 12188965"/>
              <a:gd name="connsiteY11802" fmla="*/ 1033089 h 2053176"/>
              <a:gd name="connsiteX11803" fmla="*/ 6625335 w 12188965"/>
              <a:gd name="connsiteY11803" fmla="*/ 1020202 h 2053176"/>
              <a:gd name="connsiteX11804" fmla="*/ 6638220 w 12188965"/>
              <a:gd name="connsiteY11804" fmla="*/ 1007315 h 2053176"/>
              <a:gd name="connsiteX11805" fmla="*/ 6064505 w 12188965"/>
              <a:gd name="connsiteY11805" fmla="*/ 1007315 h 2053176"/>
              <a:gd name="connsiteX11806" fmla="*/ 6077390 w 12188965"/>
              <a:gd name="connsiteY11806" fmla="*/ 1020202 h 2053176"/>
              <a:gd name="connsiteX11807" fmla="*/ 6064505 w 12188965"/>
              <a:gd name="connsiteY11807" fmla="*/ 1033089 h 2053176"/>
              <a:gd name="connsiteX11808" fmla="*/ 6051617 w 12188965"/>
              <a:gd name="connsiteY11808" fmla="*/ 1020202 h 2053176"/>
              <a:gd name="connsiteX11809" fmla="*/ 6064505 w 12188965"/>
              <a:gd name="connsiteY11809" fmla="*/ 1007315 h 2053176"/>
              <a:gd name="connsiteX11810" fmla="*/ 5936092 w 12188965"/>
              <a:gd name="connsiteY11810" fmla="*/ 1007315 h 2053176"/>
              <a:gd name="connsiteX11811" fmla="*/ 5948981 w 12188965"/>
              <a:gd name="connsiteY11811" fmla="*/ 1020202 h 2053176"/>
              <a:gd name="connsiteX11812" fmla="*/ 5936092 w 12188965"/>
              <a:gd name="connsiteY11812" fmla="*/ 1033089 h 2053176"/>
              <a:gd name="connsiteX11813" fmla="*/ 5923204 w 12188965"/>
              <a:gd name="connsiteY11813" fmla="*/ 1020202 h 2053176"/>
              <a:gd name="connsiteX11814" fmla="*/ 5936092 w 12188965"/>
              <a:gd name="connsiteY11814" fmla="*/ 1007315 h 2053176"/>
              <a:gd name="connsiteX11815" fmla="*/ 5743477 w 12188965"/>
              <a:gd name="connsiteY11815" fmla="*/ 1007315 h 2053176"/>
              <a:gd name="connsiteX11816" fmla="*/ 5756364 w 12188965"/>
              <a:gd name="connsiteY11816" fmla="*/ 1020202 h 2053176"/>
              <a:gd name="connsiteX11817" fmla="*/ 5743477 w 12188965"/>
              <a:gd name="connsiteY11817" fmla="*/ 1033089 h 2053176"/>
              <a:gd name="connsiteX11818" fmla="*/ 5730590 w 12188965"/>
              <a:gd name="connsiteY11818" fmla="*/ 1020202 h 2053176"/>
              <a:gd name="connsiteX11819" fmla="*/ 5743477 w 12188965"/>
              <a:gd name="connsiteY11819" fmla="*/ 1007315 h 2053176"/>
              <a:gd name="connsiteX11820" fmla="*/ 5679272 w 12188965"/>
              <a:gd name="connsiteY11820" fmla="*/ 1007315 h 2053176"/>
              <a:gd name="connsiteX11821" fmla="*/ 5692160 w 12188965"/>
              <a:gd name="connsiteY11821" fmla="*/ 1020202 h 2053176"/>
              <a:gd name="connsiteX11822" fmla="*/ 5679272 w 12188965"/>
              <a:gd name="connsiteY11822" fmla="*/ 1033089 h 2053176"/>
              <a:gd name="connsiteX11823" fmla="*/ 5666385 w 12188965"/>
              <a:gd name="connsiteY11823" fmla="*/ 1020202 h 2053176"/>
              <a:gd name="connsiteX11824" fmla="*/ 5679272 w 12188965"/>
              <a:gd name="connsiteY11824" fmla="*/ 1007315 h 2053176"/>
              <a:gd name="connsiteX11825" fmla="*/ 5037104 w 12188965"/>
              <a:gd name="connsiteY11825" fmla="*/ 1007315 h 2053176"/>
              <a:gd name="connsiteX11826" fmla="*/ 5049991 w 12188965"/>
              <a:gd name="connsiteY11826" fmla="*/ 1020202 h 2053176"/>
              <a:gd name="connsiteX11827" fmla="*/ 5037104 w 12188965"/>
              <a:gd name="connsiteY11827" fmla="*/ 1033089 h 2053176"/>
              <a:gd name="connsiteX11828" fmla="*/ 5024216 w 12188965"/>
              <a:gd name="connsiteY11828" fmla="*/ 1020202 h 2053176"/>
              <a:gd name="connsiteX11829" fmla="*/ 5037104 w 12188965"/>
              <a:gd name="connsiteY11829" fmla="*/ 1007315 h 2053176"/>
              <a:gd name="connsiteX11830" fmla="*/ 4780282 w 12188965"/>
              <a:gd name="connsiteY11830" fmla="*/ 1007315 h 2053176"/>
              <a:gd name="connsiteX11831" fmla="*/ 4793170 w 12188965"/>
              <a:gd name="connsiteY11831" fmla="*/ 1020202 h 2053176"/>
              <a:gd name="connsiteX11832" fmla="*/ 4780282 w 12188965"/>
              <a:gd name="connsiteY11832" fmla="*/ 1033089 h 2053176"/>
              <a:gd name="connsiteX11833" fmla="*/ 4767394 w 12188965"/>
              <a:gd name="connsiteY11833" fmla="*/ 1020202 h 2053176"/>
              <a:gd name="connsiteX11834" fmla="*/ 4780282 w 12188965"/>
              <a:gd name="connsiteY11834" fmla="*/ 1007315 h 2053176"/>
              <a:gd name="connsiteX11835" fmla="*/ 4587666 w 12188965"/>
              <a:gd name="connsiteY11835" fmla="*/ 1007315 h 2053176"/>
              <a:gd name="connsiteX11836" fmla="*/ 4600553 w 12188965"/>
              <a:gd name="connsiteY11836" fmla="*/ 1020202 h 2053176"/>
              <a:gd name="connsiteX11837" fmla="*/ 4587666 w 12188965"/>
              <a:gd name="connsiteY11837" fmla="*/ 1033089 h 2053176"/>
              <a:gd name="connsiteX11838" fmla="*/ 4574778 w 12188965"/>
              <a:gd name="connsiteY11838" fmla="*/ 1020202 h 2053176"/>
              <a:gd name="connsiteX11839" fmla="*/ 4587666 w 12188965"/>
              <a:gd name="connsiteY11839" fmla="*/ 1007315 h 2053176"/>
              <a:gd name="connsiteX11840" fmla="*/ 3817086 w 12188965"/>
              <a:gd name="connsiteY11840" fmla="*/ 1007315 h 2053176"/>
              <a:gd name="connsiteX11841" fmla="*/ 3829973 w 12188965"/>
              <a:gd name="connsiteY11841" fmla="*/ 1020202 h 2053176"/>
              <a:gd name="connsiteX11842" fmla="*/ 3817086 w 12188965"/>
              <a:gd name="connsiteY11842" fmla="*/ 1033089 h 2053176"/>
              <a:gd name="connsiteX11843" fmla="*/ 3804199 w 12188965"/>
              <a:gd name="connsiteY11843" fmla="*/ 1020202 h 2053176"/>
              <a:gd name="connsiteX11844" fmla="*/ 3817086 w 12188965"/>
              <a:gd name="connsiteY11844" fmla="*/ 1007315 h 2053176"/>
              <a:gd name="connsiteX11845" fmla="*/ 2982301 w 12188965"/>
              <a:gd name="connsiteY11845" fmla="*/ 1007315 h 2053176"/>
              <a:gd name="connsiteX11846" fmla="*/ 2995190 w 12188965"/>
              <a:gd name="connsiteY11846" fmla="*/ 1020202 h 2053176"/>
              <a:gd name="connsiteX11847" fmla="*/ 2982301 w 12188965"/>
              <a:gd name="connsiteY11847" fmla="*/ 1033089 h 2053176"/>
              <a:gd name="connsiteX11848" fmla="*/ 2969414 w 12188965"/>
              <a:gd name="connsiteY11848" fmla="*/ 1020202 h 2053176"/>
              <a:gd name="connsiteX11849" fmla="*/ 2982301 w 12188965"/>
              <a:gd name="connsiteY11849" fmla="*/ 1007315 h 2053176"/>
              <a:gd name="connsiteX11850" fmla="*/ 1377055 w 12188965"/>
              <a:gd name="connsiteY11850" fmla="*/ 1007315 h 2053176"/>
              <a:gd name="connsiteX11851" fmla="*/ 1389941 w 12188965"/>
              <a:gd name="connsiteY11851" fmla="*/ 1020202 h 2053176"/>
              <a:gd name="connsiteX11852" fmla="*/ 1377055 w 12188965"/>
              <a:gd name="connsiteY11852" fmla="*/ 1033089 h 2053176"/>
              <a:gd name="connsiteX11853" fmla="*/ 1364167 w 12188965"/>
              <a:gd name="connsiteY11853" fmla="*/ 1020202 h 2053176"/>
              <a:gd name="connsiteX11854" fmla="*/ 1377055 w 12188965"/>
              <a:gd name="connsiteY11854" fmla="*/ 1007315 h 2053176"/>
              <a:gd name="connsiteX11855" fmla="*/ 991824 w 12188965"/>
              <a:gd name="connsiteY11855" fmla="*/ 1007315 h 2053176"/>
              <a:gd name="connsiteX11856" fmla="*/ 1004709 w 12188965"/>
              <a:gd name="connsiteY11856" fmla="*/ 1020202 h 2053176"/>
              <a:gd name="connsiteX11857" fmla="*/ 991824 w 12188965"/>
              <a:gd name="connsiteY11857" fmla="*/ 1033089 h 2053176"/>
              <a:gd name="connsiteX11858" fmla="*/ 978935 w 12188965"/>
              <a:gd name="connsiteY11858" fmla="*/ 1020202 h 2053176"/>
              <a:gd name="connsiteX11859" fmla="*/ 991824 w 12188965"/>
              <a:gd name="connsiteY11859" fmla="*/ 1007315 h 2053176"/>
              <a:gd name="connsiteX11860" fmla="*/ 927616 w 12188965"/>
              <a:gd name="connsiteY11860" fmla="*/ 1007315 h 2053176"/>
              <a:gd name="connsiteX11861" fmla="*/ 940503 w 12188965"/>
              <a:gd name="connsiteY11861" fmla="*/ 1020202 h 2053176"/>
              <a:gd name="connsiteX11862" fmla="*/ 927616 w 12188965"/>
              <a:gd name="connsiteY11862" fmla="*/ 1033089 h 2053176"/>
              <a:gd name="connsiteX11863" fmla="*/ 914731 w 12188965"/>
              <a:gd name="connsiteY11863" fmla="*/ 1020202 h 2053176"/>
              <a:gd name="connsiteX11864" fmla="*/ 927616 w 12188965"/>
              <a:gd name="connsiteY11864" fmla="*/ 1007315 h 2053176"/>
              <a:gd name="connsiteX11865" fmla="*/ 346686 w 12188965"/>
              <a:gd name="connsiteY11865" fmla="*/ 1007315 h 2053176"/>
              <a:gd name="connsiteX11866" fmla="*/ 359572 w 12188965"/>
              <a:gd name="connsiteY11866" fmla="*/ 1020202 h 2053176"/>
              <a:gd name="connsiteX11867" fmla="*/ 346686 w 12188965"/>
              <a:gd name="connsiteY11867" fmla="*/ 1033089 h 2053176"/>
              <a:gd name="connsiteX11868" fmla="*/ 333799 w 12188965"/>
              <a:gd name="connsiteY11868" fmla="*/ 1020202 h 2053176"/>
              <a:gd name="connsiteX11869" fmla="*/ 346686 w 12188965"/>
              <a:gd name="connsiteY11869" fmla="*/ 1007315 h 2053176"/>
              <a:gd name="connsiteX11870" fmla="*/ 218274 w 12188965"/>
              <a:gd name="connsiteY11870" fmla="*/ 1007315 h 2053176"/>
              <a:gd name="connsiteX11871" fmla="*/ 231162 w 12188965"/>
              <a:gd name="connsiteY11871" fmla="*/ 1020202 h 2053176"/>
              <a:gd name="connsiteX11872" fmla="*/ 218274 w 12188965"/>
              <a:gd name="connsiteY11872" fmla="*/ 1033089 h 2053176"/>
              <a:gd name="connsiteX11873" fmla="*/ 205386 w 12188965"/>
              <a:gd name="connsiteY11873" fmla="*/ 1020202 h 2053176"/>
              <a:gd name="connsiteX11874" fmla="*/ 218274 w 12188965"/>
              <a:gd name="connsiteY11874" fmla="*/ 1007315 h 2053176"/>
              <a:gd name="connsiteX11875" fmla="*/ 25659 w 12188965"/>
              <a:gd name="connsiteY11875" fmla="*/ 1007315 h 2053176"/>
              <a:gd name="connsiteX11876" fmla="*/ 38547 w 12188965"/>
              <a:gd name="connsiteY11876" fmla="*/ 1020202 h 2053176"/>
              <a:gd name="connsiteX11877" fmla="*/ 25659 w 12188965"/>
              <a:gd name="connsiteY11877" fmla="*/ 1033089 h 2053176"/>
              <a:gd name="connsiteX11878" fmla="*/ 12771 w 12188965"/>
              <a:gd name="connsiteY11878" fmla="*/ 1020202 h 2053176"/>
              <a:gd name="connsiteX11879" fmla="*/ 25659 w 12188965"/>
              <a:gd name="connsiteY11879" fmla="*/ 1007315 h 2053176"/>
              <a:gd name="connsiteX11880" fmla="*/ 11970691 w 12188965"/>
              <a:gd name="connsiteY11880" fmla="*/ 994543 h 2053176"/>
              <a:gd name="connsiteX11881" fmla="*/ 11996349 w 12188965"/>
              <a:gd name="connsiteY11881" fmla="*/ 1020202 h 2053176"/>
              <a:gd name="connsiteX11882" fmla="*/ 11970691 w 12188965"/>
              <a:gd name="connsiteY11882" fmla="*/ 1045862 h 2053176"/>
              <a:gd name="connsiteX11883" fmla="*/ 11945033 w 12188965"/>
              <a:gd name="connsiteY11883" fmla="*/ 1020202 h 2053176"/>
              <a:gd name="connsiteX11884" fmla="*/ 11970691 w 12188965"/>
              <a:gd name="connsiteY11884" fmla="*/ 994543 h 2053176"/>
              <a:gd name="connsiteX11885" fmla="*/ 11842279 w 12188965"/>
              <a:gd name="connsiteY11885" fmla="*/ 994543 h 2053176"/>
              <a:gd name="connsiteX11886" fmla="*/ 11867941 w 12188965"/>
              <a:gd name="connsiteY11886" fmla="*/ 1020202 h 2053176"/>
              <a:gd name="connsiteX11887" fmla="*/ 11842279 w 12188965"/>
              <a:gd name="connsiteY11887" fmla="*/ 1045862 h 2053176"/>
              <a:gd name="connsiteX11888" fmla="*/ 11816621 w 12188965"/>
              <a:gd name="connsiteY11888" fmla="*/ 1020202 h 2053176"/>
              <a:gd name="connsiteX11889" fmla="*/ 11842279 w 12188965"/>
              <a:gd name="connsiteY11889" fmla="*/ 994543 h 2053176"/>
              <a:gd name="connsiteX11890" fmla="*/ 11325670 w 12188965"/>
              <a:gd name="connsiteY11890" fmla="*/ 994543 h 2053176"/>
              <a:gd name="connsiteX11891" fmla="*/ 11351329 w 12188965"/>
              <a:gd name="connsiteY11891" fmla="*/ 1020202 h 2053176"/>
              <a:gd name="connsiteX11892" fmla="*/ 11325670 w 12188965"/>
              <a:gd name="connsiteY11892" fmla="*/ 1045862 h 2053176"/>
              <a:gd name="connsiteX11893" fmla="*/ 11300012 w 12188965"/>
              <a:gd name="connsiteY11893" fmla="*/ 1020202 h 2053176"/>
              <a:gd name="connsiteX11894" fmla="*/ 11325670 w 12188965"/>
              <a:gd name="connsiteY11894" fmla="*/ 994543 h 2053176"/>
              <a:gd name="connsiteX11895" fmla="*/ 11197259 w 12188965"/>
              <a:gd name="connsiteY11895" fmla="*/ 994543 h 2053176"/>
              <a:gd name="connsiteX11896" fmla="*/ 11222917 w 12188965"/>
              <a:gd name="connsiteY11896" fmla="*/ 1020202 h 2053176"/>
              <a:gd name="connsiteX11897" fmla="*/ 11197259 w 12188965"/>
              <a:gd name="connsiteY11897" fmla="*/ 1045862 h 2053176"/>
              <a:gd name="connsiteX11898" fmla="*/ 11171601 w 12188965"/>
              <a:gd name="connsiteY11898" fmla="*/ 1020202 h 2053176"/>
              <a:gd name="connsiteX11899" fmla="*/ 11197259 w 12188965"/>
              <a:gd name="connsiteY11899" fmla="*/ 994543 h 2053176"/>
              <a:gd name="connsiteX11900" fmla="*/ 11133055 w 12188965"/>
              <a:gd name="connsiteY11900" fmla="*/ 994543 h 2053176"/>
              <a:gd name="connsiteX11901" fmla="*/ 11158713 w 12188965"/>
              <a:gd name="connsiteY11901" fmla="*/ 1020202 h 2053176"/>
              <a:gd name="connsiteX11902" fmla="*/ 11133055 w 12188965"/>
              <a:gd name="connsiteY11902" fmla="*/ 1045862 h 2053176"/>
              <a:gd name="connsiteX11903" fmla="*/ 11107396 w 12188965"/>
              <a:gd name="connsiteY11903" fmla="*/ 1020202 h 2053176"/>
              <a:gd name="connsiteX11904" fmla="*/ 11133055 w 12188965"/>
              <a:gd name="connsiteY11904" fmla="*/ 994543 h 2053176"/>
              <a:gd name="connsiteX11905" fmla="*/ 10940321 w 12188965"/>
              <a:gd name="connsiteY11905" fmla="*/ 994543 h 2053176"/>
              <a:gd name="connsiteX11906" fmla="*/ 10965982 w 12188965"/>
              <a:gd name="connsiteY11906" fmla="*/ 1020202 h 2053176"/>
              <a:gd name="connsiteX11907" fmla="*/ 10940321 w 12188965"/>
              <a:gd name="connsiteY11907" fmla="*/ 1045862 h 2053176"/>
              <a:gd name="connsiteX11908" fmla="*/ 10914663 w 12188965"/>
              <a:gd name="connsiteY11908" fmla="*/ 1020202 h 2053176"/>
              <a:gd name="connsiteX11909" fmla="*/ 10940321 w 12188965"/>
              <a:gd name="connsiteY11909" fmla="*/ 994543 h 2053176"/>
              <a:gd name="connsiteX11910" fmla="*/ 10683501 w 12188965"/>
              <a:gd name="connsiteY11910" fmla="*/ 994543 h 2053176"/>
              <a:gd name="connsiteX11911" fmla="*/ 10709159 w 12188965"/>
              <a:gd name="connsiteY11911" fmla="*/ 1020202 h 2053176"/>
              <a:gd name="connsiteX11912" fmla="*/ 10683501 w 12188965"/>
              <a:gd name="connsiteY11912" fmla="*/ 1045862 h 2053176"/>
              <a:gd name="connsiteX11913" fmla="*/ 10657843 w 12188965"/>
              <a:gd name="connsiteY11913" fmla="*/ 1020202 h 2053176"/>
              <a:gd name="connsiteX11914" fmla="*/ 10683501 w 12188965"/>
              <a:gd name="connsiteY11914" fmla="*/ 994543 h 2053176"/>
              <a:gd name="connsiteX11915" fmla="*/ 10619297 w 12188965"/>
              <a:gd name="connsiteY11915" fmla="*/ 994543 h 2053176"/>
              <a:gd name="connsiteX11916" fmla="*/ 10644955 w 12188965"/>
              <a:gd name="connsiteY11916" fmla="*/ 1020202 h 2053176"/>
              <a:gd name="connsiteX11917" fmla="*/ 10619297 w 12188965"/>
              <a:gd name="connsiteY11917" fmla="*/ 1045862 h 2053176"/>
              <a:gd name="connsiteX11918" fmla="*/ 10593639 w 12188965"/>
              <a:gd name="connsiteY11918" fmla="*/ 1020202 h 2053176"/>
              <a:gd name="connsiteX11919" fmla="*/ 10619297 w 12188965"/>
              <a:gd name="connsiteY11919" fmla="*/ 994543 h 2053176"/>
              <a:gd name="connsiteX11920" fmla="*/ 10555092 w 12188965"/>
              <a:gd name="connsiteY11920" fmla="*/ 994543 h 2053176"/>
              <a:gd name="connsiteX11921" fmla="*/ 10580751 w 12188965"/>
              <a:gd name="connsiteY11921" fmla="*/ 1020202 h 2053176"/>
              <a:gd name="connsiteX11922" fmla="*/ 10555092 w 12188965"/>
              <a:gd name="connsiteY11922" fmla="*/ 1045862 h 2053176"/>
              <a:gd name="connsiteX11923" fmla="*/ 10529432 w 12188965"/>
              <a:gd name="connsiteY11923" fmla="*/ 1020202 h 2053176"/>
              <a:gd name="connsiteX11924" fmla="*/ 10555092 w 12188965"/>
              <a:gd name="connsiteY11924" fmla="*/ 994543 h 2053176"/>
              <a:gd name="connsiteX11925" fmla="*/ 10362474 w 12188965"/>
              <a:gd name="connsiteY11925" fmla="*/ 994543 h 2053176"/>
              <a:gd name="connsiteX11926" fmla="*/ 10388135 w 12188965"/>
              <a:gd name="connsiteY11926" fmla="*/ 1020202 h 2053176"/>
              <a:gd name="connsiteX11927" fmla="*/ 10362474 w 12188965"/>
              <a:gd name="connsiteY11927" fmla="*/ 1045862 h 2053176"/>
              <a:gd name="connsiteX11928" fmla="*/ 10336816 w 12188965"/>
              <a:gd name="connsiteY11928" fmla="*/ 1020202 h 2053176"/>
              <a:gd name="connsiteX11929" fmla="*/ 10362474 w 12188965"/>
              <a:gd name="connsiteY11929" fmla="*/ 994543 h 2053176"/>
              <a:gd name="connsiteX11930" fmla="*/ 10234065 w 12188965"/>
              <a:gd name="connsiteY11930" fmla="*/ 994543 h 2053176"/>
              <a:gd name="connsiteX11931" fmla="*/ 10259723 w 12188965"/>
              <a:gd name="connsiteY11931" fmla="*/ 1020202 h 2053176"/>
              <a:gd name="connsiteX11932" fmla="*/ 10234065 w 12188965"/>
              <a:gd name="connsiteY11932" fmla="*/ 1045862 h 2053176"/>
              <a:gd name="connsiteX11933" fmla="*/ 10208404 w 12188965"/>
              <a:gd name="connsiteY11933" fmla="*/ 1020202 h 2053176"/>
              <a:gd name="connsiteX11934" fmla="*/ 10234065 w 12188965"/>
              <a:gd name="connsiteY11934" fmla="*/ 994543 h 2053176"/>
              <a:gd name="connsiteX11935" fmla="*/ 10105654 w 12188965"/>
              <a:gd name="connsiteY11935" fmla="*/ 994543 h 2053176"/>
              <a:gd name="connsiteX11936" fmla="*/ 10131312 w 12188965"/>
              <a:gd name="connsiteY11936" fmla="*/ 1020202 h 2053176"/>
              <a:gd name="connsiteX11937" fmla="*/ 10105654 w 12188965"/>
              <a:gd name="connsiteY11937" fmla="*/ 1045862 h 2053176"/>
              <a:gd name="connsiteX11938" fmla="*/ 10079996 w 12188965"/>
              <a:gd name="connsiteY11938" fmla="*/ 1020202 h 2053176"/>
              <a:gd name="connsiteX11939" fmla="*/ 10105654 w 12188965"/>
              <a:gd name="connsiteY11939" fmla="*/ 994543 h 2053176"/>
              <a:gd name="connsiteX11940" fmla="*/ 9720307 w 12188965"/>
              <a:gd name="connsiteY11940" fmla="*/ 994543 h 2053176"/>
              <a:gd name="connsiteX11941" fmla="*/ 9745965 w 12188965"/>
              <a:gd name="connsiteY11941" fmla="*/ 1020202 h 2053176"/>
              <a:gd name="connsiteX11942" fmla="*/ 9720307 w 12188965"/>
              <a:gd name="connsiteY11942" fmla="*/ 1045862 h 2053176"/>
              <a:gd name="connsiteX11943" fmla="*/ 9694646 w 12188965"/>
              <a:gd name="connsiteY11943" fmla="*/ 1020202 h 2053176"/>
              <a:gd name="connsiteX11944" fmla="*/ 9720307 w 12188965"/>
              <a:gd name="connsiteY11944" fmla="*/ 994543 h 2053176"/>
              <a:gd name="connsiteX11945" fmla="*/ 9463485 w 12188965"/>
              <a:gd name="connsiteY11945" fmla="*/ 994543 h 2053176"/>
              <a:gd name="connsiteX11946" fmla="*/ 9489143 w 12188965"/>
              <a:gd name="connsiteY11946" fmla="*/ 1020202 h 2053176"/>
              <a:gd name="connsiteX11947" fmla="*/ 9463485 w 12188965"/>
              <a:gd name="connsiteY11947" fmla="*/ 1045862 h 2053176"/>
              <a:gd name="connsiteX11948" fmla="*/ 9437826 w 12188965"/>
              <a:gd name="connsiteY11948" fmla="*/ 1020202 h 2053176"/>
              <a:gd name="connsiteX11949" fmla="*/ 9463485 w 12188965"/>
              <a:gd name="connsiteY11949" fmla="*/ 994543 h 2053176"/>
              <a:gd name="connsiteX11950" fmla="*/ 9078253 w 12188965"/>
              <a:gd name="connsiteY11950" fmla="*/ 994543 h 2053176"/>
              <a:gd name="connsiteX11951" fmla="*/ 9103911 w 12188965"/>
              <a:gd name="connsiteY11951" fmla="*/ 1020202 h 2053176"/>
              <a:gd name="connsiteX11952" fmla="*/ 9078253 w 12188965"/>
              <a:gd name="connsiteY11952" fmla="*/ 1045862 h 2053176"/>
              <a:gd name="connsiteX11953" fmla="*/ 9052595 w 12188965"/>
              <a:gd name="connsiteY11953" fmla="*/ 1020202 h 2053176"/>
              <a:gd name="connsiteX11954" fmla="*/ 9078253 w 12188965"/>
              <a:gd name="connsiteY11954" fmla="*/ 994543 h 2053176"/>
              <a:gd name="connsiteX11955" fmla="*/ 8564495 w 12188965"/>
              <a:gd name="connsiteY11955" fmla="*/ 994543 h 2053176"/>
              <a:gd name="connsiteX11956" fmla="*/ 8590153 w 12188965"/>
              <a:gd name="connsiteY11956" fmla="*/ 1020202 h 2053176"/>
              <a:gd name="connsiteX11957" fmla="*/ 8564495 w 12188965"/>
              <a:gd name="connsiteY11957" fmla="*/ 1045862 h 2053176"/>
              <a:gd name="connsiteX11958" fmla="*/ 8538837 w 12188965"/>
              <a:gd name="connsiteY11958" fmla="*/ 1020202 h 2053176"/>
              <a:gd name="connsiteX11959" fmla="*/ 8564495 w 12188965"/>
              <a:gd name="connsiteY11959" fmla="*/ 994543 h 2053176"/>
              <a:gd name="connsiteX11960" fmla="*/ 8050852 w 12188965"/>
              <a:gd name="connsiteY11960" fmla="*/ 994543 h 2053176"/>
              <a:gd name="connsiteX11961" fmla="*/ 8076510 w 12188965"/>
              <a:gd name="connsiteY11961" fmla="*/ 1020202 h 2053176"/>
              <a:gd name="connsiteX11962" fmla="*/ 8050852 w 12188965"/>
              <a:gd name="connsiteY11962" fmla="*/ 1045862 h 2053176"/>
              <a:gd name="connsiteX11963" fmla="*/ 8025194 w 12188965"/>
              <a:gd name="connsiteY11963" fmla="*/ 1020202 h 2053176"/>
              <a:gd name="connsiteX11964" fmla="*/ 8050852 w 12188965"/>
              <a:gd name="connsiteY11964" fmla="*/ 994543 h 2053176"/>
              <a:gd name="connsiteX11965" fmla="*/ 7986648 w 12188965"/>
              <a:gd name="connsiteY11965" fmla="*/ 994543 h 2053176"/>
              <a:gd name="connsiteX11966" fmla="*/ 8012306 w 12188965"/>
              <a:gd name="connsiteY11966" fmla="*/ 1020202 h 2053176"/>
              <a:gd name="connsiteX11967" fmla="*/ 7986648 w 12188965"/>
              <a:gd name="connsiteY11967" fmla="*/ 1045862 h 2053176"/>
              <a:gd name="connsiteX11968" fmla="*/ 7960990 w 12188965"/>
              <a:gd name="connsiteY11968" fmla="*/ 1020202 h 2053176"/>
              <a:gd name="connsiteX11969" fmla="*/ 7986648 w 12188965"/>
              <a:gd name="connsiteY11969" fmla="*/ 994543 h 2053176"/>
              <a:gd name="connsiteX11970" fmla="*/ 7858237 w 12188965"/>
              <a:gd name="connsiteY11970" fmla="*/ 994543 h 2053176"/>
              <a:gd name="connsiteX11971" fmla="*/ 7883895 w 12188965"/>
              <a:gd name="connsiteY11971" fmla="*/ 1020202 h 2053176"/>
              <a:gd name="connsiteX11972" fmla="*/ 7858237 w 12188965"/>
              <a:gd name="connsiteY11972" fmla="*/ 1045862 h 2053176"/>
              <a:gd name="connsiteX11973" fmla="*/ 7832578 w 12188965"/>
              <a:gd name="connsiteY11973" fmla="*/ 1020202 h 2053176"/>
              <a:gd name="connsiteX11974" fmla="*/ 7858237 w 12188965"/>
              <a:gd name="connsiteY11974" fmla="*/ 994543 h 2053176"/>
              <a:gd name="connsiteX11975" fmla="*/ 7794032 w 12188965"/>
              <a:gd name="connsiteY11975" fmla="*/ 994543 h 2053176"/>
              <a:gd name="connsiteX11976" fmla="*/ 7819690 w 12188965"/>
              <a:gd name="connsiteY11976" fmla="*/ 1020202 h 2053176"/>
              <a:gd name="connsiteX11977" fmla="*/ 7794032 w 12188965"/>
              <a:gd name="connsiteY11977" fmla="*/ 1045862 h 2053176"/>
              <a:gd name="connsiteX11978" fmla="*/ 7768371 w 12188965"/>
              <a:gd name="connsiteY11978" fmla="*/ 1020202 h 2053176"/>
              <a:gd name="connsiteX11979" fmla="*/ 7794032 w 12188965"/>
              <a:gd name="connsiteY11979" fmla="*/ 994543 h 2053176"/>
              <a:gd name="connsiteX11980" fmla="*/ 7729825 w 12188965"/>
              <a:gd name="connsiteY11980" fmla="*/ 994543 h 2053176"/>
              <a:gd name="connsiteX11981" fmla="*/ 7755486 w 12188965"/>
              <a:gd name="connsiteY11981" fmla="*/ 1020202 h 2053176"/>
              <a:gd name="connsiteX11982" fmla="*/ 7729825 w 12188965"/>
              <a:gd name="connsiteY11982" fmla="*/ 1045862 h 2053176"/>
              <a:gd name="connsiteX11983" fmla="*/ 7704167 w 12188965"/>
              <a:gd name="connsiteY11983" fmla="*/ 1020202 h 2053176"/>
              <a:gd name="connsiteX11984" fmla="*/ 7729825 w 12188965"/>
              <a:gd name="connsiteY11984" fmla="*/ 994543 h 2053176"/>
              <a:gd name="connsiteX11985" fmla="*/ 7665621 w 12188965"/>
              <a:gd name="connsiteY11985" fmla="*/ 994543 h 2053176"/>
              <a:gd name="connsiteX11986" fmla="*/ 7691279 w 12188965"/>
              <a:gd name="connsiteY11986" fmla="*/ 1020202 h 2053176"/>
              <a:gd name="connsiteX11987" fmla="*/ 7665621 w 12188965"/>
              <a:gd name="connsiteY11987" fmla="*/ 1045862 h 2053176"/>
              <a:gd name="connsiteX11988" fmla="*/ 7639963 w 12188965"/>
              <a:gd name="connsiteY11988" fmla="*/ 1020202 h 2053176"/>
              <a:gd name="connsiteX11989" fmla="*/ 7665621 w 12188965"/>
              <a:gd name="connsiteY11989" fmla="*/ 994543 h 2053176"/>
              <a:gd name="connsiteX11990" fmla="*/ 7601299 w 12188965"/>
              <a:gd name="connsiteY11990" fmla="*/ 994543 h 2053176"/>
              <a:gd name="connsiteX11991" fmla="*/ 7626959 w 12188965"/>
              <a:gd name="connsiteY11991" fmla="*/ 1020202 h 2053176"/>
              <a:gd name="connsiteX11992" fmla="*/ 7601299 w 12188965"/>
              <a:gd name="connsiteY11992" fmla="*/ 1045862 h 2053176"/>
              <a:gd name="connsiteX11993" fmla="*/ 7575640 w 12188965"/>
              <a:gd name="connsiteY11993" fmla="*/ 1020202 h 2053176"/>
              <a:gd name="connsiteX11994" fmla="*/ 7601299 w 12188965"/>
              <a:gd name="connsiteY11994" fmla="*/ 994543 h 2053176"/>
              <a:gd name="connsiteX11995" fmla="*/ 7537094 w 12188965"/>
              <a:gd name="connsiteY11995" fmla="*/ 994543 h 2053176"/>
              <a:gd name="connsiteX11996" fmla="*/ 7562752 w 12188965"/>
              <a:gd name="connsiteY11996" fmla="*/ 1020202 h 2053176"/>
              <a:gd name="connsiteX11997" fmla="*/ 7537094 w 12188965"/>
              <a:gd name="connsiteY11997" fmla="*/ 1045862 h 2053176"/>
              <a:gd name="connsiteX11998" fmla="*/ 7511436 w 12188965"/>
              <a:gd name="connsiteY11998" fmla="*/ 1020202 h 2053176"/>
              <a:gd name="connsiteX11999" fmla="*/ 7537094 w 12188965"/>
              <a:gd name="connsiteY11999" fmla="*/ 994543 h 2053176"/>
              <a:gd name="connsiteX12000" fmla="*/ 7472890 w 12188965"/>
              <a:gd name="connsiteY12000" fmla="*/ 994543 h 2053176"/>
              <a:gd name="connsiteX12001" fmla="*/ 7498548 w 12188965"/>
              <a:gd name="connsiteY12001" fmla="*/ 1020202 h 2053176"/>
              <a:gd name="connsiteX12002" fmla="*/ 7472890 w 12188965"/>
              <a:gd name="connsiteY12002" fmla="*/ 1045862 h 2053176"/>
              <a:gd name="connsiteX12003" fmla="*/ 7447229 w 12188965"/>
              <a:gd name="connsiteY12003" fmla="*/ 1020202 h 2053176"/>
              <a:gd name="connsiteX12004" fmla="*/ 7472890 w 12188965"/>
              <a:gd name="connsiteY12004" fmla="*/ 994543 h 2053176"/>
              <a:gd name="connsiteX12005" fmla="*/ 7216067 w 12188965"/>
              <a:gd name="connsiteY12005" fmla="*/ 994543 h 2053176"/>
              <a:gd name="connsiteX12006" fmla="*/ 7241725 w 12188965"/>
              <a:gd name="connsiteY12006" fmla="*/ 1020202 h 2053176"/>
              <a:gd name="connsiteX12007" fmla="*/ 7216067 w 12188965"/>
              <a:gd name="connsiteY12007" fmla="*/ 1045862 h 2053176"/>
              <a:gd name="connsiteX12008" fmla="*/ 7190409 w 12188965"/>
              <a:gd name="connsiteY12008" fmla="*/ 1020202 h 2053176"/>
              <a:gd name="connsiteX12009" fmla="*/ 7216067 w 12188965"/>
              <a:gd name="connsiteY12009" fmla="*/ 994543 h 2053176"/>
              <a:gd name="connsiteX12010" fmla="*/ 7151863 w 12188965"/>
              <a:gd name="connsiteY12010" fmla="*/ 994543 h 2053176"/>
              <a:gd name="connsiteX12011" fmla="*/ 7177521 w 12188965"/>
              <a:gd name="connsiteY12011" fmla="*/ 1020202 h 2053176"/>
              <a:gd name="connsiteX12012" fmla="*/ 7151863 w 12188965"/>
              <a:gd name="connsiteY12012" fmla="*/ 1045862 h 2053176"/>
              <a:gd name="connsiteX12013" fmla="*/ 7126205 w 12188965"/>
              <a:gd name="connsiteY12013" fmla="*/ 1020202 h 2053176"/>
              <a:gd name="connsiteX12014" fmla="*/ 7151863 w 12188965"/>
              <a:gd name="connsiteY12014" fmla="*/ 994543 h 2053176"/>
              <a:gd name="connsiteX12015" fmla="*/ 6895043 w 12188965"/>
              <a:gd name="connsiteY12015" fmla="*/ 994543 h 2053176"/>
              <a:gd name="connsiteX12016" fmla="*/ 6920701 w 12188965"/>
              <a:gd name="connsiteY12016" fmla="*/ 1020202 h 2053176"/>
              <a:gd name="connsiteX12017" fmla="*/ 6895043 w 12188965"/>
              <a:gd name="connsiteY12017" fmla="*/ 1045862 h 2053176"/>
              <a:gd name="connsiteX12018" fmla="*/ 6869382 w 12188965"/>
              <a:gd name="connsiteY12018" fmla="*/ 1020202 h 2053176"/>
              <a:gd name="connsiteX12019" fmla="*/ 6895043 w 12188965"/>
              <a:gd name="connsiteY12019" fmla="*/ 994543 h 2053176"/>
              <a:gd name="connsiteX12020" fmla="*/ 6252873 w 12188965"/>
              <a:gd name="connsiteY12020" fmla="*/ 994543 h 2053176"/>
              <a:gd name="connsiteX12021" fmla="*/ 6278532 w 12188965"/>
              <a:gd name="connsiteY12021" fmla="*/ 1020202 h 2053176"/>
              <a:gd name="connsiteX12022" fmla="*/ 6252873 w 12188965"/>
              <a:gd name="connsiteY12022" fmla="*/ 1045862 h 2053176"/>
              <a:gd name="connsiteX12023" fmla="*/ 6227213 w 12188965"/>
              <a:gd name="connsiteY12023" fmla="*/ 1020202 h 2053176"/>
              <a:gd name="connsiteX12024" fmla="*/ 6252873 w 12188965"/>
              <a:gd name="connsiteY12024" fmla="*/ 994543 h 2053176"/>
              <a:gd name="connsiteX12025" fmla="*/ 6124462 w 12188965"/>
              <a:gd name="connsiteY12025" fmla="*/ 994543 h 2053176"/>
              <a:gd name="connsiteX12026" fmla="*/ 6150123 w 12188965"/>
              <a:gd name="connsiteY12026" fmla="*/ 1020202 h 2053176"/>
              <a:gd name="connsiteX12027" fmla="*/ 6124462 w 12188965"/>
              <a:gd name="connsiteY12027" fmla="*/ 1045862 h 2053176"/>
              <a:gd name="connsiteX12028" fmla="*/ 6098804 w 12188965"/>
              <a:gd name="connsiteY12028" fmla="*/ 1020202 h 2053176"/>
              <a:gd name="connsiteX12029" fmla="*/ 6124462 w 12188965"/>
              <a:gd name="connsiteY12029" fmla="*/ 994543 h 2053176"/>
              <a:gd name="connsiteX12030" fmla="*/ 5615066 w 12188965"/>
              <a:gd name="connsiteY12030" fmla="*/ 994543 h 2053176"/>
              <a:gd name="connsiteX12031" fmla="*/ 5640726 w 12188965"/>
              <a:gd name="connsiteY12031" fmla="*/ 1020202 h 2053176"/>
              <a:gd name="connsiteX12032" fmla="*/ 5615066 w 12188965"/>
              <a:gd name="connsiteY12032" fmla="*/ 1045862 h 2053176"/>
              <a:gd name="connsiteX12033" fmla="*/ 5589407 w 12188965"/>
              <a:gd name="connsiteY12033" fmla="*/ 1020202 h 2053176"/>
              <a:gd name="connsiteX12034" fmla="*/ 5615066 w 12188965"/>
              <a:gd name="connsiteY12034" fmla="*/ 994543 h 2053176"/>
              <a:gd name="connsiteX12035" fmla="*/ 5486655 w 12188965"/>
              <a:gd name="connsiteY12035" fmla="*/ 994543 h 2053176"/>
              <a:gd name="connsiteX12036" fmla="*/ 5512316 w 12188965"/>
              <a:gd name="connsiteY12036" fmla="*/ 1020202 h 2053176"/>
              <a:gd name="connsiteX12037" fmla="*/ 5486655 w 12188965"/>
              <a:gd name="connsiteY12037" fmla="*/ 1045862 h 2053176"/>
              <a:gd name="connsiteX12038" fmla="*/ 5460997 w 12188965"/>
              <a:gd name="connsiteY12038" fmla="*/ 1020202 h 2053176"/>
              <a:gd name="connsiteX12039" fmla="*/ 5486655 w 12188965"/>
              <a:gd name="connsiteY12039" fmla="*/ 994543 h 2053176"/>
              <a:gd name="connsiteX12040" fmla="*/ 5422451 w 12188965"/>
              <a:gd name="connsiteY12040" fmla="*/ 994543 h 2053176"/>
              <a:gd name="connsiteX12041" fmla="*/ 5448109 w 12188965"/>
              <a:gd name="connsiteY12041" fmla="*/ 1020202 h 2053176"/>
              <a:gd name="connsiteX12042" fmla="*/ 5422451 w 12188965"/>
              <a:gd name="connsiteY12042" fmla="*/ 1045862 h 2053176"/>
              <a:gd name="connsiteX12043" fmla="*/ 5396791 w 12188965"/>
              <a:gd name="connsiteY12043" fmla="*/ 1020202 h 2053176"/>
              <a:gd name="connsiteX12044" fmla="*/ 5422451 w 12188965"/>
              <a:gd name="connsiteY12044" fmla="*/ 994543 h 2053176"/>
              <a:gd name="connsiteX12045" fmla="*/ 5229719 w 12188965"/>
              <a:gd name="connsiteY12045" fmla="*/ 994543 h 2053176"/>
              <a:gd name="connsiteX12046" fmla="*/ 5255377 w 12188965"/>
              <a:gd name="connsiteY12046" fmla="*/ 1020202 h 2053176"/>
              <a:gd name="connsiteX12047" fmla="*/ 5229719 w 12188965"/>
              <a:gd name="connsiteY12047" fmla="*/ 1045862 h 2053176"/>
              <a:gd name="connsiteX12048" fmla="*/ 5204058 w 12188965"/>
              <a:gd name="connsiteY12048" fmla="*/ 1020202 h 2053176"/>
              <a:gd name="connsiteX12049" fmla="*/ 5229719 w 12188965"/>
              <a:gd name="connsiteY12049" fmla="*/ 994543 h 2053176"/>
              <a:gd name="connsiteX12050" fmla="*/ 4972896 w 12188965"/>
              <a:gd name="connsiteY12050" fmla="*/ 994543 h 2053176"/>
              <a:gd name="connsiteX12051" fmla="*/ 4998557 w 12188965"/>
              <a:gd name="connsiteY12051" fmla="*/ 1020202 h 2053176"/>
              <a:gd name="connsiteX12052" fmla="*/ 4972896 w 12188965"/>
              <a:gd name="connsiteY12052" fmla="*/ 1045862 h 2053176"/>
              <a:gd name="connsiteX12053" fmla="*/ 4947240 w 12188965"/>
              <a:gd name="connsiteY12053" fmla="*/ 1020202 h 2053176"/>
              <a:gd name="connsiteX12054" fmla="*/ 4972896 w 12188965"/>
              <a:gd name="connsiteY12054" fmla="*/ 994543 h 2053176"/>
              <a:gd name="connsiteX12055" fmla="*/ 4908693 w 12188965"/>
              <a:gd name="connsiteY12055" fmla="*/ 994543 h 2053176"/>
              <a:gd name="connsiteX12056" fmla="*/ 4934352 w 12188965"/>
              <a:gd name="connsiteY12056" fmla="*/ 1020202 h 2053176"/>
              <a:gd name="connsiteX12057" fmla="*/ 4908693 w 12188965"/>
              <a:gd name="connsiteY12057" fmla="*/ 1045862 h 2053176"/>
              <a:gd name="connsiteX12058" fmla="*/ 4883033 w 12188965"/>
              <a:gd name="connsiteY12058" fmla="*/ 1020202 h 2053176"/>
              <a:gd name="connsiteX12059" fmla="*/ 4908693 w 12188965"/>
              <a:gd name="connsiteY12059" fmla="*/ 994543 h 2053176"/>
              <a:gd name="connsiteX12060" fmla="*/ 4844487 w 12188965"/>
              <a:gd name="connsiteY12060" fmla="*/ 994543 h 2053176"/>
              <a:gd name="connsiteX12061" fmla="*/ 4870146 w 12188965"/>
              <a:gd name="connsiteY12061" fmla="*/ 1020202 h 2053176"/>
              <a:gd name="connsiteX12062" fmla="*/ 4844487 w 12188965"/>
              <a:gd name="connsiteY12062" fmla="*/ 1045862 h 2053176"/>
              <a:gd name="connsiteX12063" fmla="*/ 4818828 w 12188965"/>
              <a:gd name="connsiteY12063" fmla="*/ 1020202 h 2053176"/>
              <a:gd name="connsiteX12064" fmla="*/ 4844487 w 12188965"/>
              <a:gd name="connsiteY12064" fmla="*/ 994543 h 2053176"/>
              <a:gd name="connsiteX12065" fmla="*/ 4651872 w 12188965"/>
              <a:gd name="connsiteY12065" fmla="*/ 994543 h 2053176"/>
              <a:gd name="connsiteX12066" fmla="*/ 4677531 w 12188965"/>
              <a:gd name="connsiteY12066" fmla="*/ 1020202 h 2053176"/>
              <a:gd name="connsiteX12067" fmla="*/ 4651872 w 12188965"/>
              <a:gd name="connsiteY12067" fmla="*/ 1045862 h 2053176"/>
              <a:gd name="connsiteX12068" fmla="*/ 4626213 w 12188965"/>
              <a:gd name="connsiteY12068" fmla="*/ 1020202 h 2053176"/>
              <a:gd name="connsiteX12069" fmla="*/ 4651872 w 12188965"/>
              <a:gd name="connsiteY12069" fmla="*/ 994543 h 2053176"/>
              <a:gd name="connsiteX12070" fmla="*/ 4523461 w 12188965"/>
              <a:gd name="connsiteY12070" fmla="*/ 994543 h 2053176"/>
              <a:gd name="connsiteX12071" fmla="*/ 4549121 w 12188965"/>
              <a:gd name="connsiteY12071" fmla="*/ 1020202 h 2053176"/>
              <a:gd name="connsiteX12072" fmla="*/ 4523461 w 12188965"/>
              <a:gd name="connsiteY12072" fmla="*/ 1045862 h 2053176"/>
              <a:gd name="connsiteX12073" fmla="*/ 4497802 w 12188965"/>
              <a:gd name="connsiteY12073" fmla="*/ 1020202 h 2053176"/>
              <a:gd name="connsiteX12074" fmla="*/ 4523461 w 12188965"/>
              <a:gd name="connsiteY12074" fmla="*/ 994543 h 2053176"/>
              <a:gd name="connsiteX12075" fmla="*/ 4395050 w 12188965"/>
              <a:gd name="connsiteY12075" fmla="*/ 994543 h 2053176"/>
              <a:gd name="connsiteX12076" fmla="*/ 4420710 w 12188965"/>
              <a:gd name="connsiteY12076" fmla="*/ 1020202 h 2053176"/>
              <a:gd name="connsiteX12077" fmla="*/ 4395050 w 12188965"/>
              <a:gd name="connsiteY12077" fmla="*/ 1045862 h 2053176"/>
              <a:gd name="connsiteX12078" fmla="*/ 4369391 w 12188965"/>
              <a:gd name="connsiteY12078" fmla="*/ 1020202 h 2053176"/>
              <a:gd name="connsiteX12079" fmla="*/ 4395050 w 12188965"/>
              <a:gd name="connsiteY12079" fmla="*/ 994543 h 2053176"/>
              <a:gd name="connsiteX12080" fmla="*/ 4009702 w 12188965"/>
              <a:gd name="connsiteY12080" fmla="*/ 994543 h 2053176"/>
              <a:gd name="connsiteX12081" fmla="*/ 4035362 w 12188965"/>
              <a:gd name="connsiteY12081" fmla="*/ 1020202 h 2053176"/>
              <a:gd name="connsiteX12082" fmla="*/ 4009702 w 12188965"/>
              <a:gd name="connsiteY12082" fmla="*/ 1045862 h 2053176"/>
              <a:gd name="connsiteX12083" fmla="*/ 3984043 w 12188965"/>
              <a:gd name="connsiteY12083" fmla="*/ 1020202 h 2053176"/>
              <a:gd name="connsiteX12084" fmla="*/ 4009702 w 12188965"/>
              <a:gd name="connsiteY12084" fmla="*/ 994543 h 2053176"/>
              <a:gd name="connsiteX12085" fmla="*/ 3752882 w 12188965"/>
              <a:gd name="connsiteY12085" fmla="*/ 994543 h 2053176"/>
              <a:gd name="connsiteX12086" fmla="*/ 3778539 w 12188965"/>
              <a:gd name="connsiteY12086" fmla="*/ 1020202 h 2053176"/>
              <a:gd name="connsiteX12087" fmla="*/ 3752882 w 12188965"/>
              <a:gd name="connsiteY12087" fmla="*/ 1045862 h 2053176"/>
              <a:gd name="connsiteX12088" fmla="*/ 3727221 w 12188965"/>
              <a:gd name="connsiteY12088" fmla="*/ 1020202 h 2053176"/>
              <a:gd name="connsiteX12089" fmla="*/ 3752882 w 12188965"/>
              <a:gd name="connsiteY12089" fmla="*/ 994543 h 2053176"/>
              <a:gd name="connsiteX12090" fmla="*/ 3367649 w 12188965"/>
              <a:gd name="connsiteY12090" fmla="*/ 994543 h 2053176"/>
              <a:gd name="connsiteX12091" fmla="*/ 3393308 w 12188965"/>
              <a:gd name="connsiteY12091" fmla="*/ 1020202 h 2053176"/>
              <a:gd name="connsiteX12092" fmla="*/ 3367649 w 12188965"/>
              <a:gd name="connsiteY12092" fmla="*/ 1045862 h 2053176"/>
              <a:gd name="connsiteX12093" fmla="*/ 3341990 w 12188965"/>
              <a:gd name="connsiteY12093" fmla="*/ 1020202 h 2053176"/>
              <a:gd name="connsiteX12094" fmla="*/ 3367649 w 12188965"/>
              <a:gd name="connsiteY12094" fmla="*/ 994543 h 2053176"/>
              <a:gd name="connsiteX12095" fmla="*/ 2853890 w 12188965"/>
              <a:gd name="connsiteY12095" fmla="*/ 994543 h 2053176"/>
              <a:gd name="connsiteX12096" fmla="*/ 2879550 w 12188965"/>
              <a:gd name="connsiteY12096" fmla="*/ 1020202 h 2053176"/>
              <a:gd name="connsiteX12097" fmla="*/ 2853890 w 12188965"/>
              <a:gd name="connsiteY12097" fmla="*/ 1045862 h 2053176"/>
              <a:gd name="connsiteX12098" fmla="*/ 2828231 w 12188965"/>
              <a:gd name="connsiteY12098" fmla="*/ 1020202 h 2053176"/>
              <a:gd name="connsiteX12099" fmla="*/ 2853890 w 12188965"/>
              <a:gd name="connsiteY12099" fmla="*/ 994543 h 2053176"/>
              <a:gd name="connsiteX12100" fmla="*/ 2340249 w 12188965"/>
              <a:gd name="connsiteY12100" fmla="*/ 994543 h 2053176"/>
              <a:gd name="connsiteX12101" fmla="*/ 2365908 w 12188965"/>
              <a:gd name="connsiteY12101" fmla="*/ 1020202 h 2053176"/>
              <a:gd name="connsiteX12102" fmla="*/ 2340249 w 12188965"/>
              <a:gd name="connsiteY12102" fmla="*/ 1045862 h 2053176"/>
              <a:gd name="connsiteX12103" fmla="*/ 2314590 w 12188965"/>
              <a:gd name="connsiteY12103" fmla="*/ 1020202 h 2053176"/>
              <a:gd name="connsiteX12104" fmla="*/ 2340249 w 12188965"/>
              <a:gd name="connsiteY12104" fmla="*/ 994543 h 2053176"/>
              <a:gd name="connsiteX12105" fmla="*/ 2276044 w 12188965"/>
              <a:gd name="connsiteY12105" fmla="*/ 994543 h 2053176"/>
              <a:gd name="connsiteX12106" fmla="*/ 2301702 w 12188965"/>
              <a:gd name="connsiteY12106" fmla="*/ 1020202 h 2053176"/>
              <a:gd name="connsiteX12107" fmla="*/ 2276044 w 12188965"/>
              <a:gd name="connsiteY12107" fmla="*/ 1045862 h 2053176"/>
              <a:gd name="connsiteX12108" fmla="*/ 2250385 w 12188965"/>
              <a:gd name="connsiteY12108" fmla="*/ 1020202 h 2053176"/>
              <a:gd name="connsiteX12109" fmla="*/ 2276044 w 12188965"/>
              <a:gd name="connsiteY12109" fmla="*/ 994543 h 2053176"/>
              <a:gd name="connsiteX12110" fmla="*/ 2147633 w 12188965"/>
              <a:gd name="connsiteY12110" fmla="*/ 994543 h 2053176"/>
              <a:gd name="connsiteX12111" fmla="*/ 2173293 w 12188965"/>
              <a:gd name="connsiteY12111" fmla="*/ 1020202 h 2053176"/>
              <a:gd name="connsiteX12112" fmla="*/ 2147633 w 12188965"/>
              <a:gd name="connsiteY12112" fmla="*/ 1045862 h 2053176"/>
              <a:gd name="connsiteX12113" fmla="*/ 2121975 w 12188965"/>
              <a:gd name="connsiteY12113" fmla="*/ 1020202 h 2053176"/>
              <a:gd name="connsiteX12114" fmla="*/ 2147633 w 12188965"/>
              <a:gd name="connsiteY12114" fmla="*/ 994543 h 2053176"/>
              <a:gd name="connsiteX12115" fmla="*/ 2083427 w 12188965"/>
              <a:gd name="connsiteY12115" fmla="*/ 994543 h 2053176"/>
              <a:gd name="connsiteX12116" fmla="*/ 2109087 w 12188965"/>
              <a:gd name="connsiteY12116" fmla="*/ 1020202 h 2053176"/>
              <a:gd name="connsiteX12117" fmla="*/ 2083427 w 12188965"/>
              <a:gd name="connsiteY12117" fmla="*/ 1045862 h 2053176"/>
              <a:gd name="connsiteX12118" fmla="*/ 2057768 w 12188965"/>
              <a:gd name="connsiteY12118" fmla="*/ 1020202 h 2053176"/>
              <a:gd name="connsiteX12119" fmla="*/ 2083427 w 12188965"/>
              <a:gd name="connsiteY12119" fmla="*/ 994543 h 2053176"/>
              <a:gd name="connsiteX12120" fmla="*/ 2019222 w 12188965"/>
              <a:gd name="connsiteY12120" fmla="*/ 994543 h 2053176"/>
              <a:gd name="connsiteX12121" fmla="*/ 2044880 w 12188965"/>
              <a:gd name="connsiteY12121" fmla="*/ 1020202 h 2053176"/>
              <a:gd name="connsiteX12122" fmla="*/ 2019222 w 12188965"/>
              <a:gd name="connsiteY12122" fmla="*/ 1045862 h 2053176"/>
              <a:gd name="connsiteX12123" fmla="*/ 1993563 w 12188965"/>
              <a:gd name="connsiteY12123" fmla="*/ 1020202 h 2053176"/>
              <a:gd name="connsiteX12124" fmla="*/ 2019222 w 12188965"/>
              <a:gd name="connsiteY12124" fmla="*/ 994543 h 2053176"/>
              <a:gd name="connsiteX12125" fmla="*/ 1955016 w 12188965"/>
              <a:gd name="connsiteY12125" fmla="*/ 994543 h 2053176"/>
              <a:gd name="connsiteX12126" fmla="*/ 1980676 w 12188965"/>
              <a:gd name="connsiteY12126" fmla="*/ 1020202 h 2053176"/>
              <a:gd name="connsiteX12127" fmla="*/ 1955016 w 12188965"/>
              <a:gd name="connsiteY12127" fmla="*/ 1045862 h 2053176"/>
              <a:gd name="connsiteX12128" fmla="*/ 1929358 w 12188965"/>
              <a:gd name="connsiteY12128" fmla="*/ 1020202 h 2053176"/>
              <a:gd name="connsiteX12129" fmla="*/ 1955016 w 12188965"/>
              <a:gd name="connsiteY12129" fmla="*/ 994543 h 2053176"/>
              <a:gd name="connsiteX12130" fmla="*/ 1890696 w 12188965"/>
              <a:gd name="connsiteY12130" fmla="*/ 994543 h 2053176"/>
              <a:gd name="connsiteX12131" fmla="*/ 1916355 w 12188965"/>
              <a:gd name="connsiteY12131" fmla="*/ 1020202 h 2053176"/>
              <a:gd name="connsiteX12132" fmla="*/ 1890696 w 12188965"/>
              <a:gd name="connsiteY12132" fmla="*/ 1045862 h 2053176"/>
              <a:gd name="connsiteX12133" fmla="*/ 1865037 w 12188965"/>
              <a:gd name="connsiteY12133" fmla="*/ 1020202 h 2053176"/>
              <a:gd name="connsiteX12134" fmla="*/ 1890696 w 12188965"/>
              <a:gd name="connsiteY12134" fmla="*/ 994543 h 2053176"/>
              <a:gd name="connsiteX12135" fmla="*/ 1826490 w 12188965"/>
              <a:gd name="connsiteY12135" fmla="*/ 994543 h 2053176"/>
              <a:gd name="connsiteX12136" fmla="*/ 1852149 w 12188965"/>
              <a:gd name="connsiteY12136" fmla="*/ 1020202 h 2053176"/>
              <a:gd name="connsiteX12137" fmla="*/ 1826490 w 12188965"/>
              <a:gd name="connsiteY12137" fmla="*/ 1045862 h 2053176"/>
              <a:gd name="connsiteX12138" fmla="*/ 1800830 w 12188965"/>
              <a:gd name="connsiteY12138" fmla="*/ 1020202 h 2053176"/>
              <a:gd name="connsiteX12139" fmla="*/ 1826490 w 12188965"/>
              <a:gd name="connsiteY12139" fmla="*/ 994543 h 2053176"/>
              <a:gd name="connsiteX12140" fmla="*/ 1762285 w 12188965"/>
              <a:gd name="connsiteY12140" fmla="*/ 994543 h 2053176"/>
              <a:gd name="connsiteX12141" fmla="*/ 1787944 w 12188965"/>
              <a:gd name="connsiteY12141" fmla="*/ 1020202 h 2053176"/>
              <a:gd name="connsiteX12142" fmla="*/ 1762285 w 12188965"/>
              <a:gd name="connsiteY12142" fmla="*/ 1045862 h 2053176"/>
              <a:gd name="connsiteX12143" fmla="*/ 1736626 w 12188965"/>
              <a:gd name="connsiteY12143" fmla="*/ 1020202 h 2053176"/>
              <a:gd name="connsiteX12144" fmla="*/ 1762285 w 12188965"/>
              <a:gd name="connsiteY12144" fmla="*/ 994543 h 2053176"/>
              <a:gd name="connsiteX12145" fmla="*/ 1505464 w 12188965"/>
              <a:gd name="connsiteY12145" fmla="*/ 994543 h 2053176"/>
              <a:gd name="connsiteX12146" fmla="*/ 1531123 w 12188965"/>
              <a:gd name="connsiteY12146" fmla="*/ 1020202 h 2053176"/>
              <a:gd name="connsiteX12147" fmla="*/ 1505464 w 12188965"/>
              <a:gd name="connsiteY12147" fmla="*/ 1045862 h 2053176"/>
              <a:gd name="connsiteX12148" fmla="*/ 1479806 w 12188965"/>
              <a:gd name="connsiteY12148" fmla="*/ 1020202 h 2053176"/>
              <a:gd name="connsiteX12149" fmla="*/ 1505464 w 12188965"/>
              <a:gd name="connsiteY12149" fmla="*/ 994543 h 2053176"/>
              <a:gd name="connsiteX12150" fmla="*/ 1441258 w 12188965"/>
              <a:gd name="connsiteY12150" fmla="*/ 994543 h 2053176"/>
              <a:gd name="connsiteX12151" fmla="*/ 1466917 w 12188965"/>
              <a:gd name="connsiteY12151" fmla="*/ 1020202 h 2053176"/>
              <a:gd name="connsiteX12152" fmla="*/ 1441258 w 12188965"/>
              <a:gd name="connsiteY12152" fmla="*/ 1045862 h 2053176"/>
              <a:gd name="connsiteX12153" fmla="*/ 1415599 w 12188965"/>
              <a:gd name="connsiteY12153" fmla="*/ 1020202 h 2053176"/>
              <a:gd name="connsiteX12154" fmla="*/ 1441258 w 12188965"/>
              <a:gd name="connsiteY12154" fmla="*/ 994543 h 2053176"/>
              <a:gd name="connsiteX12155" fmla="*/ 1184437 w 12188965"/>
              <a:gd name="connsiteY12155" fmla="*/ 994543 h 2053176"/>
              <a:gd name="connsiteX12156" fmla="*/ 1210096 w 12188965"/>
              <a:gd name="connsiteY12156" fmla="*/ 1020202 h 2053176"/>
              <a:gd name="connsiteX12157" fmla="*/ 1184437 w 12188965"/>
              <a:gd name="connsiteY12157" fmla="*/ 1045862 h 2053176"/>
              <a:gd name="connsiteX12158" fmla="*/ 1158780 w 12188965"/>
              <a:gd name="connsiteY12158" fmla="*/ 1020202 h 2053176"/>
              <a:gd name="connsiteX12159" fmla="*/ 1184437 w 12188965"/>
              <a:gd name="connsiteY12159" fmla="*/ 994543 h 2053176"/>
              <a:gd name="connsiteX12160" fmla="*/ 542268 w 12188965"/>
              <a:gd name="connsiteY12160" fmla="*/ 994543 h 2053176"/>
              <a:gd name="connsiteX12161" fmla="*/ 567927 w 12188965"/>
              <a:gd name="connsiteY12161" fmla="*/ 1020202 h 2053176"/>
              <a:gd name="connsiteX12162" fmla="*/ 542268 w 12188965"/>
              <a:gd name="connsiteY12162" fmla="*/ 1045862 h 2053176"/>
              <a:gd name="connsiteX12163" fmla="*/ 516610 w 12188965"/>
              <a:gd name="connsiteY12163" fmla="*/ 1020202 h 2053176"/>
              <a:gd name="connsiteX12164" fmla="*/ 542268 w 12188965"/>
              <a:gd name="connsiteY12164" fmla="*/ 994543 h 2053176"/>
              <a:gd name="connsiteX12165" fmla="*/ 413858 w 12188965"/>
              <a:gd name="connsiteY12165" fmla="*/ 994543 h 2053176"/>
              <a:gd name="connsiteX12166" fmla="*/ 439517 w 12188965"/>
              <a:gd name="connsiteY12166" fmla="*/ 1020202 h 2053176"/>
              <a:gd name="connsiteX12167" fmla="*/ 413858 w 12188965"/>
              <a:gd name="connsiteY12167" fmla="*/ 1045862 h 2053176"/>
              <a:gd name="connsiteX12168" fmla="*/ 388200 w 12188965"/>
              <a:gd name="connsiteY12168" fmla="*/ 1020202 h 2053176"/>
              <a:gd name="connsiteX12169" fmla="*/ 413858 w 12188965"/>
              <a:gd name="connsiteY12169" fmla="*/ 994543 h 2053176"/>
              <a:gd name="connsiteX12170" fmla="*/ 11775107 w 12188965"/>
              <a:gd name="connsiteY12170" fmla="*/ 940091 h 2053176"/>
              <a:gd name="connsiteX12171" fmla="*/ 11787995 w 12188965"/>
              <a:gd name="connsiteY12171" fmla="*/ 952979 h 2053176"/>
              <a:gd name="connsiteX12172" fmla="*/ 11775107 w 12188965"/>
              <a:gd name="connsiteY12172" fmla="*/ 965866 h 2053176"/>
              <a:gd name="connsiteX12173" fmla="*/ 11762221 w 12188965"/>
              <a:gd name="connsiteY12173" fmla="*/ 952979 h 2053176"/>
              <a:gd name="connsiteX12174" fmla="*/ 11775107 w 12188965"/>
              <a:gd name="connsiteY12174" fmla="*/ 940091 h 2053176"/>
              <a:gd name="connsiteX12175" fmla="*/ 11454081 w 12188965"/>
              <a:gd name="connsiteY12175" fmla="*/ 940091 h 2053176"/>
              <a:gd name="connsiteX12176" fmla="*/ 11466969 w 12188965"/>
              <a:gd name="connsiteY12176" fmla="*/ 952979 h 2053176"/>
              <a:gd name="connsiteX12177" fmla="*/ 11454081 w 12188965"/>
              <a:gd name="connsiteY12177" fmla="*/ 965866 h 2053176"/>
              <a:gd name="connsiteX12178" fmla="*/ 11441194 w 12188965"/>
              <a:gd name="connsiteY12178" fmla="*/ 952979 h 2053176"/>
              <a:gd name="connsiteX12179" fmla="*/ 11454081 w 12188965"/>
              <a:gd name="connsiteY12179" fmla="*/ 940091 h 2053176"/>
              <a:gd name="connsiteX12180" fmla="*/ 11133055 w 12188965"/>
              <a:gd name="connsiteY12180" fmla="*/ 940091 h 2053176"/>
              <a:gd name="connsiteX12181" fmla="*/ 11145943 w 12188965"/>
              <a:gd name="connsiteY12181" fmla="*/ 952979 h 2053176"/>
              <a:gd name="connsiteX12182" fmla="*/ 11133055 w 12188965"/>
              <a:gd name="connsiteY12182" fmla="*/ 965866 h 2053176"/>
              <a:gd name="connsiteX12183" fmla="*/ 11120167 w 12188965"/>
              <a:gd name="connsiteY12183" fmla="*/ 952979 h 2053176"/>
              <a:gd name="connsiteX12184" fmla="*/ 11133055 w 12188965"/>
              <a:gd name="connsiteY12184" fmla="*/ 940091 h 2053176"/>
              <a:gd name="connsiteX12185" fmla="*/ 10940324 w 12188965"/>
              <a:gd name="connsiteY12185" fmla="*/ 940091 h 2053176"/>
              <a:gd name="connsiteX12186" fmla="*/ 10953209 w 12188965"/>
              <a:gd name="connsiteY12186" fmla="*/ 952979 h 2053176"/>
              <a:gd name="connsiteX12187" fmla="*/ 10940324 w 12188965"/>
              <a:gd name="connsiteY12187" fmla="*/ 965866 h 2053176"/>
              <a:gd name="connsiteX12188" fmla="*/ 10927436 w 12188965"/>
              <a:gd name="connsiteY12188" fmla="*/ 952979 h 2053176"/>
              <a:gd name="connsiteX12189" fmla="*/ 10940324 w 12188965"/>
              <a:gd name="connsiteY12189" fmla="*/ 940091 h 2053176"/>
              <a:gd name="connsiteX12190" fmla="*/ 10747708 w 12188965"/>
              <a:gd name="connsiteY12190" fmla="*/ 940091 h 2053176"/>
              <a:gd name="connsiteX12191" fmla="*/ 10760593 w 12188965"/>
              <a:gd name="connsiteY12191" fmla="*/ 952979 h 2053176"/>
              <a:gd name="connsiteX12192" fmla="*/ 10747708 w 12188965"/>
              <a:gd name="connsiteY12192" fmla="*/ 965866 h 2053176"/>
              <a:gd name="connsiteX12193" fmla="*/ 10734820 w 12188965"/>
              <a:gd name="connsiteY12193" fmla="*/ 952979 h 2053176"/>
              <a:gd name="connsiteX12194" fmla="*/ 10747708 w 12188965"/>
              <a:gd name="connsiteY12194" fmla="*/ 940091 h 2053176"/>
              <a:gd name="connsiteX12195" fmla="*/ 10298270 w 12188965"/>
              <a:gd name="connsiteY12195" fmla="*/ 940091 h 2053176"/>
              <a:gd name="connsiteX12196" fmla="*/ 10311158 w 12188965"/>
              <a:gd name="connsiteY12196" fmla="*/ 952979 h 2053176"/>
              <a:gd name="connsiteX12197" fmla="*/ 10298270 w 12188965"/>
              <a:gd name="connsiteY12197" fmla="*/ 965866 h 2053176"/>
              <a:gd name="connsiteX12198" fmla="*/ 10285382 w 12188965"/>
              <a:gd name="connsiteY12198" fmla="*/ 952979 h 2053176"/>
              <a:gd name="connsiteX12199" fmla="*/ 10298270 w 12188965"/>
              <a:gd name="connsiteY12199" fmla="*/ 940091 h 2053176"/>
              <a:gd name="connsiteX12200" fmla="*/ 9720307 w 12188965"/>
              <a:gd name="connsiteY12200" fmla="*/ 940091 h 2053176"/>
              <a:gd name="connsiteX12201" fmla="*/ 9733193 w 12188965"/>
              <a:gd name="connsiteY12201" fmla="*/ 952979 h 2053176"/>
              <a:gd name="connsiteX12202" fmla="*/ 9720307 w 12188965"/>
              <a:gd name="connsiteY12202" fmla="*/ 965866 h 2053176"/>
              <a:gd name="connsiteX12203" fmla="*/ 9707419 w 12188965"/>
              <a:gd name="connsiteY12203" fmla="*/ 952979 h 2053176"/>
              <a:gd name="connsiteX12204" fmla="*/ 9720307 w 12188965"/>
              <a:gd name="connsiteY12204" fmla="*/ 940091 h 2053176"/>
              <a:gd name="connsiteX12205" fmla="*/ 9527689 w 12188965"/>
              <a:gd name="connsiteY12205" fmla="*/ 940091 h 2053176"/>
              <a:gd name="connsiteX12206" fmla="*/ 9540577 w 12188965"/>
              <a:gd name="connsiteY12206" fmla="*/ 952979 h 2053176"/>
              <a:gd name="connsiteX12207" fmla="*/ 9527689 w 12188965"/>
              <a:gd name="connsiteY12207" fmla="*/ 965866 h 2053176"/>
              <a:gd name="connsiteX12208" fmla="*/ 9514804 w 12188965"/>
              <a:gd name="connsiteY12208" fmla="*/ 952979 h 2053176"/>
              <a:gd name="connsiteX12209" fmla="*/ 9527689 w 12188965"/>
              <a:gd name="connsiteY12209" fmla="*/ 940091 h 2053176"/>
              <a:gd name="connsiteX12210" fmla="*/ 9463485 w 12188965"/>
              <a:gd name="connsiteY12210" fmla="*/ 940091 h 2053176"/>
              <a:gd name="connsiteX12211" fmla="*/ 9476373 w 12188965"/>
              <a:gd name="connsiteY12211" fmla="*/ 952979 h 2053176"/>
              <a:gd name="connsiteX12212" fmla="*/ 9463485 w 12188965"/>
              <a:gd name="connsiteY12212" fmla="*/ 965866 h 2053176"/>
              <a:gd name="connsiteX12213" fmla="*/ 9450597 w 12188965"/>
              <a:gd name="connsiteY12213" fmla="*/ 952979 h 2053176"/>
              <a:gd name="connsiteX12214" fmla="*/ 9463485 w 12188965"/>
              <a:gd name="connsiteY12214" fmla="*/ 940091 h 2053176"/>
              <a:gd name="connsiteX12215" fmla="*/ 8692906 w 12188965"/>
              <a:gd name="connsiteY12215" fmla="*/ 940091 h 2053176"/>
              <a:gd name="connsiteX12216" fmla="*/ 8705792 w 12188965"/>
              <a:gd name="connsiteY12216" fmla="*/ 952979 h 2053176"/>
              <a:gd name="connsiteX12217" fmla="*/ 8692906 w 12188965"/>
              <a:gd name="connsiteY12217" fmla="*/ 965866 h 2053176"/>
              <a:gd name="connsiteX12218" fmla="*/ 8680018 w 12188965"/>
              <a:gd name="connsiteY12218" fmla="*/ 952979 h 2053176"/>
              <a:gd name="connsiteX12219" fmla="*/ 8692906 w 12188965"/>
              <a:gd name="connsiteY12219" fmla="*/ 940091 h 2053176"/>
              <a:gd name="connsiteX12220" fmla="*/ 7216067 w 12188965"/>
              <a:gd name="connsiteY12220" fmla="*/ 940091 h 2053176"/>
              <a:gd name="connsiteX12221" fmla="*/ 7228955 w 12188965"/>
              <a:gd name="connsiteY12221" fmla="*/ 952979 h 2053176"/>
              <a:gd name="connsiteX12222" fmla="*/ 7216067 w 12188965"/>
              <a:gd name="connsiteY12222" fmla="*/ 965866 h 2053176"/>
              <a:gd name="connsiteX12223" fmla="*/ 7203179 w 12188965"/>
              <a:gd name="connsiteY12223" fmla="*/ 952979 h 2053176"/>
              <a:gd name="connsiteX12224" fmla="*/ 7216067 w 12188965"/>
              <a:gd name="connsiteY12224" fmla="*/ 940091 h 2053176"/>
              <a:gd name="connsiteX12225" fmla="*/ 7087658 w 12188965"/>
              <a:gd name="connsiteY12225" fmla="*/ 940091 h 2053176"/>
              <a:gd name="connsiteX12226" fmla="*/ 7100544 w 12188965"/>
              <a:gd name="connsiteY12226" fmla="*/ 952979 h 2053176"/>
              <a:gd name="connsiteX12227" fmla="*/ 7087658 w 12188965"/>
              <a:gd name="connsiteY12227" fmla="*/ 965866 h 2053176"/>
              <a:gd name="connsiteX12228" fmla="*/ 7074770 w 12188965"/>
              <a:gd name="connsiteY12228" fmla="*/ 952979 h 2053176"/>
              <a:gd name="connsiteX12229" fmla="*/ 7087658 w 12188965"/>
              <a:gd name="connsiteY12229" fmla="*/ 940091 h 2053176"/>
              <a:gd name="connsiteX12230" fmla="*/ 6638220 w 12188965"/>
              <a:gd name="connsiteY12230" fmla="*/ 940091 h 2053176"/>
              <a:gd name="connsiteX12231" fmla="*/ 6651108 w 12188965"/>
              <a:gd name="connsiteY12231" fmla="*/ 952979 h 2053176"/>
              <a:gd name="connsiteX12232" fmla="*/ 6638220 w 12188965"/>
              <a:gd name="connsiteY12232" fmla="*/ 965866 h 2053176"/>
              <a:gd name="connsiteX12233" fmla="*/ 6625335 w 12188965"/>
              <a:gd name="connsiteY12233" fmla="*/ 952979 h 2053176"/>
              <a:gd name="connsiteX12234" fmla="*/ 6638220 w 12188965"/>
              <a:gd name="connsiteY12234" fmla="*/ 940091 h 2053176"/>
              <a:gd name="connsiteX12235" fmla="*/ 6064505 w 12188965"/>
              <a:gd name="connsiteY12235" fmla="*/ 940091 h 2053176"/>
              <a:gd name="connsiteX12236" fmla="*/ 6077390 w 12188965"/>
              <a:gd name="connsiteY12236" fmla="*/ 952979 h 2053176"/>
              <a:gd name="connsiteX12237" fmla="*/ 6064505 w 12188965"/>
              <a:gd name="connsiteY12237" fmla="*/ 965866 h 2053176"/>
              <a:gd name="connsiteX12238" fmla="*/ 6051617 w 12188965"/>
              <a:gd name="connsiteY12238" fmla="*/ 952979 h 2053176"/>
              <a:gd name="connsiteX12239" fmla="*/ 6064505 w 12188965"/>
              <a:gd name="connsiteY12239" fmla="*/ 940091 h 2053176"/>
              <a:gd name="connsiteX12240" fmla="*/ 5743477 w 12188965"/>
              <a:gd name="connsiteY12240" fmla="*/ 940091 h 2053176"/>
              <a:gd name="connsiteX12241" fmla="*/ 5756364 w 12188965"/>
              <a:gd name="connsiteY12241" fmla="*/ 952979 h 2053176"/>
              <a:gd name="connsiteX12242" fmla="*/ 5743477 w 12188965"/>
              <a:gd name="connsiteY12242" fmla="*/ 965866 h 2053176"/>
              <a:gd name="connsiteX12243" fmla="*/ 5730590 w 12188965"/>
              <a:gd name="connsiteY12243" fmla="*/ 952979 h 2053176"/>
              <a:gd name="connsiteX12244" fmla="*/ 5743477 w 12188965"/>
              <a:gd name="connsiteY12244" fmla="*/ 940091 h 2053176"/>
              <a:gd name="connsiteX12245" fmla="*/ 5422451 w 12188965"/>
              <a:gd name="connsiteY12245" fmla="*/ 940091 h 2053176"/>
              <a:gd name="connsiteX12246" fmla="*/ 5435339 w 12188965"/>
              <a:gd name="connsiteY12246" fmla="*/ 952979 h 2053176"/>
              <a:gd name="connsiteX12247" fmla="*/ 5422451 w 12188965"/>
              <a:gd name="connsiteY12247" fmla="*/ 965866 h 2053176"/>
              <a:gd name="connsiteX12248" fmla="*/ 5409564 w 12188965"/>
              <a:gd name="connsiteY12248" fmla="*/ 952979 h 2053176"/>
              <a:gd name="connsiteX12249" fmla="*/ 5422451 w 12188965"/>
              <a:gd name="connsiteY12249" fmla="*/ 940091 h 2053176"/>
              <a:gd name="connsiteX12250" fmla="*/ 5229719 w 12188965"/>
              <a:gd name="connsiteY12250" fmla="*/ 940091 h 2053176"/>
              <a:gd name="connsiteX12251" fmla="*/ 5242606 w 12188965"/>
              <a:gd name="connsiteY12251" fmla="*/ 952979 h 2053176"/>
              <a:gd name="connsiteX12252" fmla="*/ 5229719 w 12188965"/>
              <a:gd name="connsiteY12252" fmla="*/ 965866 h 2053176"/>
              <a:gd name="connsiteX12253" fmla="*/ 5216831 w 12188965"/>
              <a:gd name="connsiteY12253" fmla="*/ 952979 h 2053176"/>
              <a:gd name="connsiteX12254" fmla="*/ 5229719 w 12188965"/>
              <a:gd name="connsiteY12254" fmla="*/ 940091 h 2053176"/>
              <a:gd name="connsiteX12255" fmla="*/ 5037104 w 12188965"/>
              <a:gd name="connsiteY12255" fmla="*/ 940091 h 2053176"/>
              <a:gd name="connsiteX12256" fmla="*/ 5049991 w 12188965"/>
              <a:gd name="connsiteY12256" fmla="*/ 952979 h 2053176"/>
              <a:gd name="connsiteX12257" fmla="*/ 5037104 w 12188965"/>
              <a:gd name="connsiteY12257" fmla="*/ 965866 h 2053176"/>
              <a:gd name="connsiteX12258" fmla="*/ 5024216 w 12188965"/>
              <a:gd name="connsiteY12258" fmla="*/ 952979 h 2053176"/>
              <a:gd name="connsiteX12259" fmla="*/ 5037104 w 12188965"/>
              <a:gd name="connsiteY12259" fmla="*/ 940091 h 2053176"/>
              <a:gd name="connsiteX12260" fmla="*/ 4587666 w 12188965"/>
              <a:gd name="connsiteY12260" fmla="*/ 940091 h 2053176"/>
              <a:gd name="connsiteX12261" fmla="*/ 4600553 w 12188965"/>
              <a:gd name="connsiteY12261" fmla="*/ 952979 h 2053176"/>
              <a:gd name="connsiteX12262" fmla="*/ 4587666 w 12188965"/>
              <a:gd name="connsiteY12262" fmla="*/ 965866 h 2053176"/>
              <a:gd name="connsiteX12263" fmla="*/ 4574778 w 12188965"/>
              <a:gd name="connsiteY12263" fmla="*/ 952979 h 2053176"/>
              <a:gd name="connsiteX12264" fmla="*/ 4587666 w 12188965"/>
              <a:gd name="connsiteY12264" fmla="*/ 940091 h 2053176"/>
              <a:gd name="connsiteX12265" fmla="*/ 4009702 w 12188965"/>
              <a:gd name="connsiteY12265" fmla="*/ 940091 h 2053176"/>
              <a:gd name="connsiteX12266" fmla="*/ 4022589 w 12188965"/>
              <a:gd name="connsiteY12266" fmla="*/ 952979 h 2053176"/>
              <a:gd name="connsiteX12267" fmla="*/ 4009702 w 12188965"/>
              <a:gd name="connsiteY12267" fmla="*/ 965866 h 2053176"/>
              <a:gd name="connsiteX12268" fmla="*/ 3996814 w 12188965"/>
              <a:gd name="connsiteY12268" fmla="*/ 952979 h 2053176"/>
              <a:gd name="connsiteX12269" fmla="*/ 4009702 w 12188965"/>
              <a:gd name="connsiteY12269" fmla="*/ 940091 h 2053176"/>
              <a:gd name="connsiteX12270" fmla="*/ 3817086 w 12188965"/>
              <a:gd name="connsiteY12270" fmla="*/ 940091 h 2053176"/>
              <a:gd name="connsiteX12271" fmla="*/ 3829973 w 12188965"/>
              <a:gd name="connsiteY12271" fmla="*/ 952979 h 2053176"/>
              <a:gd name="connsiteX12272" fmla="*/ 3817086 w 12188965"/>
              <a:gd name="connsiteY12272" fmla="*/ 965866 h 2053176"/>
              <a:gd name="connsiteX12273" fmla="*/ 3804199 w 12188965"/>
              <a:gd name="connsiteY12273" fmla="*/ 952979 h 2053176"/>
              <a:gd name="connsiteX12274" fmla="*/ 3817086 w 12188965"/>
              <a:gd name="connsiteY12274" fmla="*/ 940091 h 2053176"/>
              <a:gd name="connsiteX12275" fmla="*/ 3752882 w 12188965"/>
              <a:gd name="connsiteY12275" fmla="*/ 940091 h 2053176"/>
              <a:gd name="connsiteX12276" fmla="*/ 3765770 w 12188965"/>
              <a:gd name="connsiteY12276" fmla="*/ 952979 h 2053176"/>
              <a:gd name="connsiteX12277" fmla="*/ 3752882 w 12188965"/>
              <a:gd name="connsiteY12277" fmla="*/ 965866 h 2053176"/>
              <a:gd name="connsiteX12278" fmla="*/ 3739993 w 12188965"/>
              <a:gd name="connsiteY12278" fmla="*/ 952979 h 2053176"/>
              <a:gd name="connsiteX12279" fmla="*/ 3752882 w 12188965"/>
              <a:gd name="connsiteY12279" fmla="*/ 940091 h 2053176"/>
              <a:gd name="connsiteX12280" fmla="*/ 2982301 w 12188965"/>
              <a:gd name="connsiteY12280" fmla="*/ 940091 h 2053176"/>
              <a:gd name="connsiteX12281" fmla="*/ 2995190 w 12188965"/>
              <a:gd name="connsiteY12281" fmla="*/ 952979 h 2053176"/>
              <a:gd name="connsiteX12282" fmla="*/ 2982301 w 12188965"/>
              <a:gd name="connsiteY12282" fmla="*/ 965866 h 2053176"/>
              <a:gd name="connsiteX12283" fmla="*/ 2969414 w 12188965"/>
              <a:gd name="connsiteY12283" fmla="*/ 952979 h 2053176"/>
              <a:gd name="connsiteX12284" fmla="*/ 2982301 w 12188965"/>
              <a:gd name="connsiteY12284" fmla="*/ 940091 h 2053176"/>
              <a:gd name="connsiteX12285" fmla="*/ 1505464 w 12188965"/>
              <a:gd name="connsiteY12285" fmla="*/ 940091 h 2053176"/>
              <a:gd name="connsiteX12286" fmla="*/ 1518352 w 12188965"/>
              <a:gd name="connsiteY12286" fmla="*/ 952979 h 2053176"/>
              <a:gd name="connsiteX12287" fmla="*/ 1505464 w 12188965"/>
              <a:gd name="connsiteY12287" fmla="*/ 965866 h 2053176"/>
              <a:gd name="connsiteX12288" fmla="*/ 1492577 w 12188965"/>
              <a:gd name="connsiteY12288" fmla="*/ 952979 h 2053176"/>
              <a:gd name="connsiteX12289" fmla="*/ 1505464 w 12188965"/>
              <a:gd name="connsiteY12289" fmla="*/ 940091 h 2053176"/>
              <a:gd name="connsiteX12290" fmla="*/ 1377055 w 12188965"/>
              <a:gd name="connsiteY12290" fmla="*/ 940091 h 2053176"/>
              <a:gd name="connsiteX12291" fmla="*/ 1389941 w 12188965"/>
              <a:gd name="connsiteY12291" fmla="*/ 952979 h 2053176"/>
              <a:gd name="connsiteX12292" fmla="*/ 1377055 w 12188965"/>
              <a:gd name="connsiteY12292" fmla="*/ 965866 h 2053176"/>
              <a:gd name="connsiteX12293" fmla="*/ 1364167 w 12188965"/>
              <a:gd name="connsiteY12293" fmla="*/ 952979 h 2053176"/>
              <a:gd name="connsiteX12294" fmla="*/ 1377055 w 12188965"/>
              <a:gd name="connsiteY12294" fmla="*/ 940091 h 2053176"/>
              <a:gd name="connsiteX12295" fmla="*/ 927616 w 12188965"/>
              <a:gd name="connsiteY12295" fmla="*/ 940091 h 2053176"/>
              <a:gd name="connsiteX12296" fmla="*/ 940503 w 12188965"/>
              <a:gd name="connsiteY12296" fmla="*/ 952979 h 2053176"/>
              <a:gd name="connsiteX12297" fmla="*/ 927616 w 12188965"/>
              <a:gd name="connsiteY12297" fmla="*/ 965866 h 2053176"/>
              <a:gd name="connsiteX12298" fmla="*/ 914731 w 12188965"/>
              <a:gd name="connsiteY12298" fmla="*/ 952979 h 2053176"/>
              <a:gd name="connsiteX12299" fmla="*/ 927616 w 12188965"/>
              <a:gd name="connsiteY12299" fmla="*/ 940091 h 2053176"/>
              <a:gd name="connsiteX12300" fmla="*/ 346686 w 12188965"/>
              <a:gd name="connsiteY12300" fmla="*/ 940091 h 2053176"/>
              <a:gd name="connsiteX12301" fmla="*/ 359572 w 12188965"/>
              <a:gd name="connsiteY12301" fmla="*/ 952979 h 2053176"/>
              <a:gd name="connsiteX12302" fmla="*/ 346686 w 12188965"/>
              <a:gd name="connsiteY12302" fmla="*/ 965866 h 2053176"/>
              <a:gd name="connsiteX12303" fmla="*/ 333799 w 12188965"/>
              <a:gd name="connsiteY12303" fmla="*/ 952979 h 2053176"/>
              <a:gd name="connsiteX12304" fmla="*/ 346686 w 12188965"/>
              <a:gd name="connsiteY12304" fmla="*/ 940091 h 2053176"/>
              <a:gd name="connsiteX12305" fmla="*/ 25659 w 12188965"/>
              <a:gd name="connsiteY12305" fmla="*/ 940091 h 2053176"/>
              <a:gd name="connsiteX12306" fmla="*/ 38547 w 12188965"/>
              <a:gd name="connsiteY12306" fmla="*/ 952979 h 2053176"/>
              <a:gd name="connsiteX12307" fmla="*/ 25659 w 12188965"/>
              <a:gd name="connsiteY12307" fmla="*/ 965866 h 2053176"/>
              <a:gd name="connsiteX12308" fmla="*/ 12771 w 12188965"/>
              <a:gd name="connsiteY12308" fmla="*/ 952979 h 2053176"/>
              <a:gd name="connsiteX12309" fmla="*/ 25659 w 12188965"/>
              <a:gd name="connsiteY12309" fmla="*/ 940091 h 2053176"/>
              <a:gd name="connsiteX12310" fmla="*/ 11970691 w 12188965"/>
              <a:gd name="connsiteY12310" fmla="*/ 927320 h 2053176"/>
              <a:gd name="connsiteX12311" fmla="*/ 11996349 w 12188965"/>
              <a:gd name="connsiteY12311" fmla="*/ 952979 h 2053176"/>
              <a:gd name="connsiteX12312" fmla="*/ 11970691 w 12188965"/>
              <a:gd name="connsiteY12312" fmla="*/ 978637 h 2053176"/>
              <a:gd name="connsiteX12313" fmla="*/ 11945033 w 12188965"/>
              <a:gd name="connsiteY12313" fmla="*/ 952979 h 2053176"/>
              <a:gd name="connsiteX12314" fmla="*/ 11970691 w 12188965"/>
              <a:gd name="connsiteY12314" fmla="*/ 927320 h 2053176"/>
              <a:gd name="connsiteX12315" fmla="*/ 11325670 w 12188965"/>
              <a:gd name="connsiteY12315" fmla="*/ 927320 h 2053176"/>
              <a:gd name="connsiteX12316" fmla="*/ 11351329 w 12188965"/>
              <a:gd name="connsiteY12316" fmla="*/ 952979 h 2053176"/>
              <a:gd name="connsiteX12317" fmla="*/ 11325670 w 12188965"/>
              <a:gd name="connsiteY12317" fmla="*/ 978637 h 2053176"/>
              <a:gd name="connsiteX12318" fmla="*/ 11300012 w 12188965"/>
              <a:gd name="connsiteY12318" fmla="*/ 952979 h 2053176"/>
              <a:gd name="connsiteX12319" fmla="*/ 11325670 w 12188965"/>
              <a:gd name="connsiteY12319" fmla="*/ 927320 h 2053176"/>
              <a:gd name="connsiteX12320" fmla="*/ 11197259 w 12188965"/>
              <a:gd name="connsiteY12320" fmla="*/ 927320 h 2053176"/>
              <a:gd name="connsiteX12321" fmla="*/ 11222917 w 12188965"/>
              <a:gd name="connsiteY12321" fmla="*/ 952979 h 2053176"/>
              <a:gd name="connsiteX12322" fmla="*/ 11197259 w 12188965"/>
              <a:gd name="connsiteY12322" fmla="*/ 978637 h 2053176"/>
              <a:gd name="connsiteX12323" fmla="*/ 11171601 w 12188965"/>
              <a:gd name="connsiteY12323" fmla="*/ 952979 h 2053176"/>
              <a:gd name="connsiteX12324" fmla="*/ 11197259 w 12188965"/>
              <a:gd name="connsiteY12324" fmla="*/ 927320 h 2053176"/>
              <a:gd name="connsiteX12325" fmla="*/ 10683501 w 12188965"/>
              <a:gd name="connsiteY12325" fmla="*/ 927320 h 2053176"/>
              <a:gd name="connsiteX12326" fmla="*/ 10709159 w 12188965"/>
              <a:gd name="connsiteY12326" fmla="*/ 952979 h 2053176"/>
              <a:gd name="connsiteX12327" fmla="*/ 10683501 w 12188965"/>
              <a:gd name="connsiteY12327" fmla="*/ 978637 h 2053176"/>
              <a:gd name="connsiteX12328" fmla="*/ 10657843 w 12188965"/>
              <a:gd name="connsiteY12328" fmla="*/ 952979 h 2053176"/>
              <a:gd name="connsiteX12329" fmla="*/ 10683501 w 12188965"/>
              <a:gd name="connsiteY12329" fmla="*/ 927320 h 2053176"/>
              <a:gd name="connsiteX12330" fmla="*/ 10619297 w 12188965"/>
              <a:gd name="connsiteY12330" fmla="*/ 927320 h 2053176"/>
              <a:gd name="connsiteX12331" fmla="*/ 10644955 w 12188965"/>
              <a:gd name="connsiteY12331" fmla="*/ 952979 h 2053176"/>
              <a:gd name="connsiteX12332" fmla="*/ 10619297 w 12188965"/>
              <a:gd name="connsiteY12332" fmla="*/ 978637 h 2053176"/>
              <a:gd name="connsiteX12333" fmla="*/ 10593639 w 12188965"/>
              <a:gd name="connsiteY12333" fmla="*/ 952979 h 2053176"/>
              <a:gd name="connsiteX12334" fmla="*/ 10619297 w 12188965"/>
              <a:gd name="connsiteY12334" fmla="*/ 927320 h 2053176"/>
              <a:gd name="connsiteX12335" fmla="*/ 10555092 w 12188965"/>
              <a:gd name="connsiteY12335" fmla="*/ 927320 h 2053176"/>
              <a:gd name="connsiteX12336" fmla="*/ 10580751 w 12188965"/>
              <a:gd name="connsiteY12336" fmla="*/ 952979 h 2053176"/>
              <a:gd name="connsiteX12337" fmla="*/ 10555092 w 12188965"/>
              <a:gd name="connsiteY12337" fmla="*/ 978637 h 2053176"/>
              <a:gd name="connsiteX12338" fmla="*/ 10529432 w 12188965"/>
              <a:gd name="connsiteY12338" fmla="*/ 952979 h 2053176"/>
              <a:gd name="connsiteX12339" fmla="*/ 10555092 w 12188965"/>
              <a:gd name="connsiteY12339" fmla="*/ 927320 h 2053176"/>
              <a:gd name="connsiteX12340" fmla="*/ 10362474 w 12188965"/>
              <a:gd name="connsiteY12340" fmla="*/ 927320 h 2053176"/>
              <a:gd name="connsiteX12341" fmla="*/ 10388135 w 12188965"/>
              <a:gd name="connsiteY12341" fmla="*/ 952979 h 2053176"/>
              <a:gd name="connsiteX12342" fmla="*/ 10362474 w 12188965"/>
              <a:gd name="connsiteY12342" fmla="*/ 978637 h 2053176"/>
              <a:gd name="connsiteX12343" fmla="*/ 10336816 w 12188965"/>
              <a:gd name="connsiteY12343" fmla="*/ 952979 h 2053176"/>
              <a:gd name="connsiteX12344" fmla="*/ 10362474 w 12188965"/>
              <a:gd name="connsiteY12344" fmla="*/ 927320 h 2053176"/>
              <a:gd name="connsiteX12345" fmla="*/ 10234065 w 12188965"/>
              <a:gd name="connsiteY12345" fmla="*/ 927320 h 2053176"/>
              <a:gd name="connsiteX12346" fmla="*/ 10259723 w 12188965"/>
              <a:gd name="connsiteY12346" fmla="*/ 952979 h 2053176"/>
              <a:gd name="connsiteX12347" fmla="*/ 10234065 w 12188965"/>
              <a:gd name="connsiteY12347" fmla="*/ 978637 h 2053176"/>
              <a:gd name="connsiteX12348" fmla="*/ 10208404 w 12188965"/>
              <a:gd name="connsiteY12348" fmla="*/ 952979 h 2053176"/>
              <a:gd name="connsiteX12349" fmla="*/ 10234065 w 12188965"/>
              <a:gd name="connsiteY12349" fmla="*/ 927320 h 2053176"/>
              <a:gd name="connsiteX12350" fmla="*/ 10105654 w 12188965"/>
              <a:gd name="connsiteY12350" fmla="*/ 927320 h 2053176"/>
              <a:gd name="connsiteX12351" fmla="*/ 10131312 w 12188965"/>
              <a:gd name="connsiteY12351" fmla="*/ 952979 h 2053176"/>
              <a:gd name="connsiteX12352" fmla="*/ 10105654 w 12188965"/>
              <a:gd name="connsiteY12352" fmla="*/ 978637 h 2053176"/>
              <a:gd name="connsiteX12353" fmla="*/ 10079996 w 12188965"/>
              <a:gd name="connsiteY12353" fmla="*/ 952979 h 2053176"/>
              <a:gd name="connsiteX12354" fmla="*/ 10105654 w 12188965"/>
              <a:gd name="connsiteY12354" fmla="*/ 927320 h 2053176"/>
              <a:gd name="connsiteX12355" fmla="*/ 9078253 w 12188965"/>
              <a:gd name="connsiteY12355" fmla="*/ 927320 h 2053176"/>
              <a:gd name="connsiteX12356" fmla="*/ 9103911 w 12188965"/>
              <a:gd name="connsiteY12356" fmla="*/ 952979 h 2053176"/>
              <a:gd name="connsiteX12357" fmla="*/ 9078253 w 12188965"/>
              <a:gd name="connsiteY12357" fmla="*/ 978637 h 2053176"/>
              <a:gd name="connsiteX12358" fmla="*/ 9052595 w 12188965"/>
              <a:gd name="connsiteY12358" fmla="*/ 952979 h 2053176"/>
              <a:gd name="connsiteX12359" fmla="*/ 9078253 w 12188965"/>
              <a:gd name="connsiteY12359" fmla="*/ 927320 h 2053176"/>
              <a:gd name="connsiteX12360" fmla="*/ 8564495 w 12188965"/>
              <a:gd name="connsiteY12360" fmla="*/ 927320 h 2053176"/>
              <a:gd name="connsiteX12361" fmla="*/ 8590153 w 12188965"/>
              <a:gd name="connsiteY12361" fmla="*/ 952979 h 2053176"/>
              <a:gd name="connsiteX12362" fmla="*/ 8564495 w 12188965"/>
              <a:gd name="connsiteY12362" fmla="*/ 978637 h 2053176"/>
              <a:gd name="connsiteX12363" fmla="*/ 8538837 w 12188965"/>
              <a:gd name="connsiteY12363" fmla="*/ 952979 h 2053176"/>
              <a:gd name="connsiteX12364" fmla="*/ 8564495 w 12188965"/>
              <a:gd name="connsiteY12364" fmla="*/ 927320 h 2053176"/>
              <a:gd name="connsiteX12365" fmla="*/ 8050852 w 12188965"/>
              <a:gd name="connsiteY12365" fmla="*/ 927320 h 2053176"/>
              <a:gd name="connsiteX12366" fmla="*/ 8076510 w 12188965"/>
              <a:gd name="connsiteY12366" fmla="*/ 952979 h 2053176"/>
              <a:gd name="connsiteX12367" fmla="*/ 8050852 w 12188965"/>
              <a:gd name="connsiteY12367" fmla="*/ 978637 h 2053176"/>
              <a:gd name="connsiteX12368" fmla="*/ 8025194 w 12188965"/>
              <a:gd name="connsiteY12368" fmla="*/ 952979 h 2053176"/>
              <a:gd name="connsiteX12369" fmla="*/ 8050852 w 12188965"/>
              <a:gd name="connsiteY12369" fmla="*/ 927320 h 2053176"/>
              <a:gd name="connsiteX12370" fmla="*/ 7986648 w 12188965"/>
              <a:gd name="connsiteY12370" fmla="*/ 927320 h 2053176"/>
              <a:gd name="connsiteX12371" fmla="*/ 8012306 w 12188965"/>
              <a:gd name="connsiteY12371" fmla="*/ 952979 h 2053176"/>
              <a:gd name="connsiteX12372" fmla="*/ 7986648 w 12188965"/>
              <a:gd name="connsiteY12372" fmla="*/ 978637 h 2053176"/>
              <a:gd name="connsiteX12373" fmla="*/ 7960990 w 12188965"/>
              <a:gd name="connsiteY12373" fmla="*/ 952979 h 2053176"/>
              <a:gd name="connsiteX12374" fmla="*/ 7986648 w 12188965"/>
              <a:gd name="connsiteY12374" fmla="*/ 927320 h 2053176"/>
              <a:gd name="connsiteX12375" fmla="*/ 7858237 w 12188965"/>
              <a:gd name="connsiteY12375" fmla="*/ 927320 h 2053176"/>
              <a:gd name="connsiteX12376" fmla="*/ 7883895 w 12188965"/>
              <a:gd name="connsiteY12376" fmla="*/ 952979 h 2053176"/>
              <a:gd name="connsiteX12377" fmla="*/ 7858237 w 12188965"/>
              <a:gd name="connsiteY12377" fmla="*/ 978637 h 2053176"/>
              <a:gd name="connsiteX12378" fmla="*/ 7832578 w 12188965"/>
              <a:gd name="connsiteY12378" fmla="*/ 952979 h 2053176"/>
              <a:gd name="connsiteX12379" fmla="*/ 7858237 w 12188965"/>
              <a:gd name="connsiteY12379" fmla="*/ 927320 h 2053176"/>
              <a:gd name="connsiteX12380" fmla="*/ 7794032 w 12188965"/>
              <a:gd name="connsiteY12380" fmla="*/ 927320 h 2053176"/>
              <a:gd name="connsiteX12381" fmla="*/ 7819690 w 12188965"/>
              <a:gd name="connsiteY12381" fmla="*/ 952979 h 2053176"/>
              <a:gd name="connsiteX12382" fmla="*/ 7794032 w 12188965"/>
              <a:gd name="connsiteY12382" fmla="*/ 978637 h 2053176"/>
              <a:gd name="connsiteX12383" fmla="*/ 7768371 w 12188965"/>
              <a:gd name="connsiteY12383" fmla="*/ 952979 h 2053176"/>
              <a:gd name="connsiteX12384" fmla="*/ 7794032 w 12188965"/>
              <a:gd name="connsiteY12384" fmla="*/ 927320 h 2053176"/>
              <a:gd name="connsiteX12385" fmla="*/ 7665621 w 12188965"/>
              <a:gd name="connsiteY12385" fmla="*/ 927320 h 2053176"/>
              <a:gd name="connsiteX12386" fmla="*/ 7691279 w 12188965"/>
              <a:gd name="connsiteY12386" fmla="*/ 952979 h 2053176"/>
              <a:gd name="connsiteX12387" fmla="*/ 7665621 w 12188965"/>
              <a:gd name="connsiteY12387" fmla="*/ 978637 h 2053176"/>
              <a:gd name="connsiteX12388" fmla="*/ 7639963 w 12188965"/>
              <a:gd name="connsiteY12388" fmla="*/ 952979 h 2053176"/>
              <a:gd name="connsiteX12389" fmla="*/ 7665621 w 12188965"/>
              <a:gd name="connsiteY12389" fmla="*/ 927320 h 2053176"/>
              <a:gd name="connsiteX12390" fmla="*/ 7601299 w 12188965"/>
              <a:gd name="connsiteY12390" fmla="*/ 927320 h 2053176"/>
              <a:gd name="connsiteX12391" fmla="*/ 7626959 w 12188965"/>
              <a:gd name="connsiteY12391" fmla="*/ 952979 h 2053176"/>
              <a:gd name="connsiteX12392" fmla="*/ 7601299 w 12188965"/>
              <a:gd name="connsiteY12392" fmla="*/ 978637 h 2053176"/>
              <a:gd name="connsiteX12393" fmla="*/ 7575640 w 12188965"/>
              <a:gd name="connsiteY12393" fmla="*/ 952979 h 2053176"/>
              <a:gd name="connsiteX12394" fmla="*/ 7601299 w 12188965"/>
              <a:gd name="connsiteY12394" fmla="*/ 927320 h 2053176"/>
              <a:gd name="connsiteX12395" fmla="*/ 7537094 w 12188965"/>
              <a:gd name="connsiteY12395" fmla="*/ 927320 h 2053176"/>
              <a:gd name="connsiteX12396" fmla="*/ 7562752 w 12188965"/>
              <a:gd name="connsiteY12396" fmla="*/ 952979 h 2053176"/>
              <a:gd name="connsiteX12397" fmla="*/ 7537094 w 12188965"/>
              <a:gd name="connsiteY12397" fmla="*/ 978637 h 2053176"/>
              <a:gd name="connsiteX12398" fmla="*/ 7511436 w 12188965"/>
              <a:gd name="connsiteY12398" fmla="*/ 952979 h 2053176"/>
              <a:gd name="connsiteX12399" fmla="*/ 7537094 w 12188965"/>
              <a:gd name="connsiteY12399" fmla="*/ 927320 h 2053176"/>
              <a:gd name="connsiteX12400" fmla="*/ 7151863 w 12188965"/>
              <a:gd name="connsiteY12400" fmla="*/ 927320 h 2053176"/>
              <a:gd name="connsiteX12401" fmla="*/ 7177521 w 12188965"/>
              <a:gd name="connsiteY12401" fmla="*/ 952979 h 2053176"/>
              <a:gd name="connsiteX12402" fmla="*/ 7151863 w 12188965"/>
              <a:gd name="connsiteY12402" fmla="*/ 978637 h 2053176"/>
              <a:gd name="connsiteX12403" fmla="*/ 7126205 w 12188965"/>
              <a:gd name="connsiteY12403" fmla="*/ 952979 h 2053176"/>
              <a:gd name="connsiteX12404" fmla="*/ 7151863 w 12188965"/>
              <a:gd name="connsiteY12404" fmla="*/ 927320 h 2053176"/>
              <a:gd name="connsiteX12405" fmla="*/ 6895043 w 12188965"/>
              <a:gd name="connsiteY12405" fmla="*/ 927320 h 2053176"/>
              <a:gd name="connsiteX12406" fmla="*/ 6920701 w 12188965"/>
              <a:gd name="connsiteY12406" fmla="*/ 952979 h 2053176"/>
              <a:gd name="connsiteX12407" fmla="*/ 6895043 w 12188965"/>
              <a:gd name="connsiteY12407" fmla="*/ 978637 h 2053176"/>
              <a:gd name="connsiteX12408" fmla="*/ 6869382 w 12188965"/>
              <a:gd name="connsiteY12408" fmla="*/ 952979 h 2053176"/>
              <a:gd name="connsiteX12409" fmla="*/ 6895043 w 12188965"/>
              <a:gd name="connsiteY12409" fmla="*/ 927320 h 2053176"/>
              <a:gd name="connsiteX12410" fmla="*/ 6252873 w 12188965"/>
              <a:gd name="connsiteY12410" fmla="*/ 927320 h 2053176"/>
              <a:gd name="connsiteX12411" fmla="*/ 6278532 w 12188965"/>
              <a:gd name="connsiteY12411" fmla="*/ 952979 h 2053176"/>
              <a:gd name="connsiteX12412" fmla="*/ 6252873 w 12188965"/>
              <a:gd name="connsiteY12412" fmla="*/ 978637 h 2053176"/>
              <a:gd name="connsiteX12413" fmla="*/ 6227213 w 12188965"/>
              <a:gd name="connsiteY12413" fmla="*/ 952979 h 2053176"/>
              <a:gd name="connsiteX12414" fmla="*/ 6252873 w 12188965"/>
              <a:gd name="connsiteY12414" fmla="*/ 927320 h 2053176"/>
              <a:gd name="connsiteX12415" fmla="*/ 5615066 w 12188965"/>
              <a:gd name="connsiteY12415" fmla="*/ 927320 h 2053176"/>
              <a:gd name="connsiteX12416" fmla="*/ 5640726 w 12188965"/>
              <a:gd name="connsiteY12416" fmla="*/ 952979 h 2053176"/>
              <a:gd name="connsiteX12417" fmla="*/ 5615066 w 12188965"/>
              <a:gd name="connsiteY12417" fmla="*/ 978637 h 2053176"/>
              <a:gd name="connsiteX12418" fmla="*/ 5589407 w 12188965"/>
              <a:gd name="connsiteY12418" fmla="*/ 952979 h 2053176"/>
              <a:gd name="connsiteX12419" fmla="*/ 5615066 w 12188965"/>
              <a:gd name="connsiteY12419" fmla="*/ 927320 h 2053176"/>
              <a:gd name="connsiteX12420" fmla="*/ 5486655 w 12188965"/>
              <a:gd name="connsiteY12420" fmla="*/ 927320 h 2053176"/>
              <a:gd name="connsiteX12421" fmla="*/ 5512316 w 12188965"/>
              <a:gd name="connsiteY12421" fmla="*/ 952979 h 2053176"/>
              <a:gd name="connsiteX12422" fmla="*/ 5486655 w 12188965"/>
              <a:gd name="connsiteY12422" fmla="*/ 978637 h 2053176"/>
              <a:gd name="connsiteX12423" fmla="*/ 5460997 w 12188965"/>
              <a:gd name="connsiteY12423" fmla="*/ 952979 h 2053176"/>
              <a:gd name="connsiteX12424" fmla="*/ 5486655 w 12188965"/>
              <a:gd name="connsiteY12424" fmla="*/ 927320 h 2053176"/>
              <a:gd name="connsiteX12425" fmla="*/ 4972896 w 12188965"/>
              <a:gd name="connsiteY12425" fmla="*/ 927320 h 2053176"/>
              <a:gd name="connsiteX12426" fmla="*/ 4998557 w 12188965"/>
              <a:gd name="connsiteY12426" fmla="*/ 952979 h 2053176"/>
              <a:gd name="connsiteX12427" fmla="*/ 4972896 w 12188965"/>
              <a:gd name="connsiteY12427" fmla="*/ 978637 h 2053176"/>
              <a:gd name="connsiteX12428" fmla="*/ 4947240 w 12188965"/>
              <a:gd name="connsiteY12428" fmla="*/ 952979 h 2053176"/>
              <a:gd name="connsiteX12429" fmla="*/ 4972896 w 12188965"/>
              <a:gd name="connsiteY12429" fmla="*/ 927320 h 2053176"/>
              <a:gd name="connsiteX12430" fmla="*/ 4908693 w 12188965"/>
              <a:gd name="connsiteY12430" fmla="*/ 927320 h 2053176"/>
              <a:gd name="connsiteX12431" fmla="*/ 4934352 w 12188965"/>
              <a:gd name="connsiteY12431" fmla="*/ 952979 h 2053176"/>
              <a:gd name="connsiteX12432" fmla="*/ 4908693 w 12188965"/>
              <a:gd name="connsiteY12432" fmla="*/ 978637 h 2053176"/>
              <a:gd name="connsiteX12433" fmla="*/ 4883033 w 12188965"/>
              <a:gd name="connsiteY12433" fmla="*/ 952979 h 2053176"/>
              <a:gd name="connsiteX12434" fmla="*/ 4908693 w 12188965"/>
              <a:gd name="connsiteY12434" fmla="*/ 927320 h 2053176"/>
              <a:gd name="connsiteX12435" fmla="*/ 4844487 w 12188965"/>
              <a:gd name="connsiteY12435" fmla="*/ 927320 h 2053176"/>
              <a:gd name="connsiteX12436" fmla="*/ 4870146 w 12188965"/>
              <a:gd name="connsiteY12436" fmla="*/ 952979 h 2053176"/>
              <a:gd name="connsiteX12437" fmla="*/ 4844487 w 12188965"/>
              <a:gd name="connsiteY12437" fmla="*/ 978637 h 2053176"/>
              <a:gd name="connsiteX12438" fmla="*/ 4818828 w 12188965"/>
              <a:gd name="connsiteY12438" fmla="*/ 952979 h 2053176"/>
              <a:gd name="connsiteX12439" fmla="*/ 4844487 w 12188965"/>
              <a:gd name="connsiteY12439" fmla="*/ 927320 h 2053176"/>
              <a:gd name="connsiteX12440" fmla="*/ 4651872 w 12188965"/>
              <a:gd name="connsiteY12440" fmla="*/ 927320 h 2053176"/>
              <a:gd name="connsiteX12441" fmla="*/ 4677531 w 12188965"/>
              <a:gd name="connsiteY12441" fmla="*/ 952979 h 2053176"/>
              <a:gd name="connsiteX12442" fmla="*/ 4651872 w 12188965"/>
              <a:gd name="connsiteY12442" fmla="*/ 978637 h 2053176"/>
              <a:gd name="connsiteX12443" fmla="*/ 4626213 w 12188965"/>
              <a:gd name="connsiteY12443" fmla="*/ 952979 h 2053176"/>
              <a:gd name="connsiteX12444" fmla="*/ 4651872 w 12188965"/>
              <a:gd name="connsiteY12444" fmla="*/ 927320 h 2053176"/>
              <a:gd name="connsiteX12445" fmla="*/ 4523461 w 12188965"/>
              <a:gd name="connsiteY12445" fmla="*/ 927320 h 2053176"/>
              <a:gd name="connsiteX12446" fmla="*/ 4549121 w 12188965"/>
              <a:gd name="connsiteY12446" fmla="*/ 952979 h 2053176"/>
              <a:gd name="connsiteX12447" fmla="*/ 4523461 w 12188965"/>
              <a:gd name="connsiteY12447" fmla="*/ 978637 h 2053176"/>
              <a:gd name="connsiteX12448" fmla="*/ 4497802 w 12188965"/>
              <a:gd name="connsiteY12448" fmla="*/ 952979 h 2053176"/>
              <a:gd name="connsiteX12449" fmla="*/ 4523461 w 12188965"/>
              <a:gd name="connsiteY12449" fmla="*/ 927320 h 2053176"/>
              <a:gd name="connsiteX12450" fmla="*/ 4395050 w 12188965"/>
              <a:gd name="connsiteY12450" fmla="*/ 927320 h 2053176"/>
              <a:gd name="connsiteX12451" fmla="*/ 4420710 w 12188965"/>
              <a:gd name="connsiteY12451" fmla="*/ 952979 h 2053176"/>
              <a:gd name="connsiteX12452" fmla="*/ 4395050 w 12188965"/>
              <a:gd name="connsiteY12452" fmla="*/ 978637 h 2053176"/>
              <a:gd name="connsiteX12453" fmla="*/ 4369391 w 12188965"/>
              <a:gd name="connsiteY12453" fmla="*/ 952979 h 2053176"/>
              <a:gd name="connsiteX12454" fmla="*/ 4395050 w 12188965"/>
              <a:gd name="connsiteY12454" fmla="*/ 927320 h 2053176"/>
              <a:gd name="connsiteX12455" fmla="*/ 3367649 w 12188965"/>
              <a:gd name="connsiteY12455" fmla="*/ 927320 h 2053176"/>
              <a:gd name="connsiteX12456" fmla="*/ 3393308 w 12188965"/>
              <a:gd name="connsiteY12456" fmla="*/ 952979 h 2053176"/>
              <a:gd name="connsiteX12457" fmla="*/ 3367649 w 12188965"/>
              <a:gd name="connsiteY12457" fmla="*/ 978637 h 2053176"/>
              <a:gd name="connsiteX12458" fmla="*/ 3341990 w 12188965"/>
              <a:gd name="connsiteY12458" fmla="*/ 952979 h 2053176"/>
              <a:gd name="connsiteX12459" fmla="*/ 3367649 w 12188965"/>
              <a:gd name="connsiteY12459" fmla="*/ 927320 h 2053176"/>
              <a:gd name="connsiteX12460" fmla="*/ 2853890 w 12188965"/>
              <a:gd name="connsiteY12460" fmla="*/ 927320 h 2053176"/>
              <a:gd name="connsiteX12461" fmla="*/ 2879550 w 12188965"/>
              <a:gd name="connsiteY12461" fmla="*/ 952979 h 2053176"/>
              <a:gd name="connsiteX12462" fmla="*/ 2853890 w 12188965"/>
              <a:gd name="connsiteY12462" fmla="*/ 978637 h 2053176"/>
              <a:gd name="connsiteX12463" fmla="*/ 2828231 w 12188965"/>
              <a:gd name="connsiteY12463" fmla="*/ 952979 h 2053176"/>
              <a:gd name="connsiteX12464" fmla="*/ 2853890 w 12188965"/>
              <a:gd name="connsiteY12464" fmla="*/ 927320 h 2053176"/>
              <a:gd name="connsiteX12465" fmla="*/ 2340249 w 12188965"/>
              <a:gd name="connsiteY12465" fmla="*/ 927320 h 2053176"/>
              <a:gd name="connsiteX12466" fmla="*/ 2365908 w 12188965"/>
              <a:gd name="connsiteY12466" fmla="*/ 952979 h 2053176"/>
              <a:gd name="connsiteX12467" fmla="*/ 2340249 w 12188965"/>
              <a:gd name="connsiteY12467" fmla="*/ 978637 h 2053176"/>
              <a:gd name="connsiteX12468" fmla="*/ 2314590 w 12188965"/>
              <a:gd name="connsiteY12468" fmla="*/ 952979 h 2053176"/>
              <a:gd name="connsiteX12469" fmla="*/ 2340249 w 12188965"/>
              <a:gd name="connsiteY12469" fmla="*/ 927320 h 2053176"/>
              <a:gd name="connsiteX12470" fmla="*/ 2276044 w 12188965"/>
              <a:gd name="connsiteY12470" fmla="*/ 927320 h 2053176"/>
              <a:gd name="connsiteX12471" fmla="*/ 2301702 w 12188965"/>
              <a:gd name="connsiteY12471" fmla="*/ 952979 h 2053176"/>
              <a:gd name="connsiteX12472" fmla="*/ 2276044 w 12188965"/>
              <a:gd name="connsiteY12472" fmla="*/ 978637 h 2053176"/>
              <a:gd name="connsiteX12473" fmla="*/ 2250385 w 12188965"/>
              <a:gd name="connsiteY12473" fmla="*/ 952979 h 2053176"/>
              <a:gd name="connsiteX12474" fmla="*/ 2276044 w 12188965"/>
              <a:gd name="connsiteY12474" fmla="*/ 927320 h 2053176"/>
              <a:gd name="connsiteX12475" fmla="*/ 2147633 w 12188965"/>
              <a:gd name="connsiteY12475" fmla="*/ 927320 h 2053176"/>
              <a:gd name="connsiteX12476" fmla="*/ 2173293 w 12188965"/>
              <a:gd name="connsiteY12476" fmla="*/ 952979 h 2053176"/>
              <a:gd name="connsiteX12477" fmla="*/ 2147633 w 12188965"/>
              <a:gd name="connsiteY12477" fmla="*/ 978637 h 2053176"/>
              <a:gd name="connsiteX12478" fmla="*/ 2121975 w 12188965"/>
              <a:gd name="connsiteY12478" fmla="*/ 952979 h 2053176"/>
              <a:gd name="connsiteX12479" fmla="*/ 2147633 w 12188965"/>
              <a:gd name="connsiteY12479" fmla="*/ 927320 h 2053176"/>
              <a:gd name="connsiteX12480" fmla="*/ 2083427 w 12188965"/>
              <a:gd name="connsiteY12480" fmla="*/ 927320 h 2053176"/>
              <a:gd name="connsiteX12481" fmla="*/ 2109087 w 12188965"/>
              <a:gd name="connsiteY12481" fmla="*/ 952979 h 2053176"/>
              <a:gd name="connsiteX12482" fmla="*/ 2083427 w 12188965"/>
              <a:gd name="connsiteY12482" fmla="*/ 978637 h 2053176"/>
              <a:gd name="connsiteX12483" fmla="*/ 2057768 w 12188965"/>
              <a:gd name="connsiteY12483" fmla="*/ 952979 h 2053176"/>
              <a:gd name="connsiteX12484" fmla="*/ 2083427 w 12188965"/>
              <a:gd name="connsiteY12484" fmla="*/ 927320 h 2053176"/>
              <a:gd name="connsiteX12485" fmla="*/ 1955016 w 12188965"/>
              <a:gd name="connsiteY12485" fmla="*/ 927320 h 2053176"/>
              <a:gd name="connsiteX12486" fmla="*/ 1980676 w 12188965"/>
              <a:gd name="connsiteY12486" fmla="*/ 952979 h 2053176"/>
              <a:gd name="connsiteX12487" fmla="*/ 1955016 w 12188965"/>
              <a:gd name="connsiteY12487" fmla="*/ 978637 h 2053176"/>
              <a:gd name="connsiteX12488" fmla="*/ 1929358 w 12188965"/>
              <a:gd name="connsiteY12488" fmla="*/ 952979 h 2053176"/>
              <a:gd name="connsiteX12489" fmla="*/ 1955016 w 12188965"/>
              <a:gd name="connsiteY12489" fmla="*/ 927320 h 2053176"/>
              <a:gd name="connsiteX12490" fmla="*/ 1890696 w 12188965"/>
              <a:gd name="connsiteY12490" fmla="*/ 927320 h 2053176"/>
              <a:gd name="connsiteX12491" fmla="*/ 1916355 w 12188965"/>
              <a:gd name="connsiteY12491" fmla="*/ 952979 h 2053176"/>
              <a:gd name="connsiteX12492" fmla="*/ 1890696 w 12188965"/>
              <a:gd name="connsiteY12492" fmla="*/ 978637 h 2053176"/>
              <a:gd name="connsiteX12493" fmla="*/ 1865037 w 12188965"/>
              <a:gd name="connsiteY12493" fmla="*/ 952979 h 2053176"/>
              <a:gd name="connsiteX12494" fmla="*/ 1890696 w 12188965"/>
              <a:gd name="connsiteY12494" fmla="*/ 927320 h 2053176"/>
              <a:gd name="connsiteX12495" fmla="*/ 1826490 w 12188965"/>
              <a:gd name="connsiteY12495" fmla="*/ 927320 h 2053176"/>
              <a:gd name="connsiteX12496" fmla="*/ 1852149 w 12188965"/>
              <a:gd name="connsiteY12496" fmla="*/ 952979 h 2053176"/>
              <a:gd name="connsiteX12497" fmla="*/ 1826490 w 12188965"/>
              <a:gd name="connsiteY12497" fmla="*/ 978637 h 2053176"/>
              <a:gd name="connsiteX12498" fmla="*/ 1800830 w 12188965"/>
              <a:gd name="connsiteY12498" fmla="*/ 952979 h 2053176"/>
              <a:gd name="connsiteX12499" fmla="*/ 1826490 w 12188965"/>
              <a:gd name="connsiteY12499" fmla="*/ 927320 h 2053176"/>
              <a:gd name="connsiteX12500" fmla="*/ 1441258 w 12188965"/>
              <a:gd name="connsiteY12500" fmla="*/ 927320 h 2053176"/>
              <a:gd name="connsiteX12501" fmla="*/ 1466917 w 12188965"/>
              <a:gd name="connsiteY12501" fmla="*/ 952979 h 2053176"/>
              <a:gd name="connsiteX12502" fmla="*/ 1441258 w 12188965"/>
              <a:gd name="connsiteY12502" fmla="*/ 978637 h 2053176"/>
              <a:gd name="connsiteX12503" fmla="*/ 1415599 w 12188965"/>
              <a:gd name="connsiteY12503" fmla="*/ 952979 h 2053176"/>
              <a:gd name="connsiteX12504" fmla="*/ 1441258 w 12188965"/>
              <a:gd name="connsiteY12504" fmla="*/ 927320 h 2053176"/>
              <a:gd name="connsiteX12505" fmla="*/ 1184437 w 12188965"/>
              <a:gd name="connsiteY12505" fmla="*/ 927320 h 2053176"/>
              <a:gd name="connsiteX12506" fmla="*/ 1210096 w 12188965"/>
              <a:gd name="connsiteY12506" fmla="*/ 952979 h 2053176"/>
              <a:gd name="connsiteX12507" fmla="*/ 1184437 w 12188965"/>
              <a:gd name="connsiteY12507" fmla="*/ 978637 h 2053176"/>
              <a:gd name="connsiteX12508" fmla="*/ 1158780 w 12188965"/>
              <a:gd name="connsiteY12508" fmla="*/ 952979 h 2053176"/>
              <a:gd name="connsiteX12509" fmla="*/ 1184437 w 12188965"/>
              <a:gd name="connsiteY12509" fmla="*/ 927320 h 2053176"/>
              <a:gd name="connsiteX12510" fmla="*/ 542268 w 12188965"/>
              <a:gd name="connsiteY12510" fmla="*/ 927320 h 2053176"/>
              <a:gd name="connsiteX12511" fmla="*/ 567927 w 12188965"/>
              <a:gd name="connsiteY12511" fmla="*/ 952979 h 2053176"/>
              <a:gd name="connsiteX12512" fmla="*/ 542268 w 12188965"/>
              <a:gd name="connsiteY12512" fmla="*/ 978637 h 2053176"/>
              <a:gd name="connsiteX12513" fmla="*/ 516610 w 12188965"/>
              <a:gd name="connsiteY12513" fmla="*/ 952979 h 2053176"/>
              <a:gd name="connsiteX12514" fmla="*/ 542268 w 12188965"/>
              <a:gd name="connsiteY12514" fmla="*/ 927320 h 2053176"/>
              <a:gd name="connsiteX12515" fmla="*/ 11775107 w 12188965"/>
              <a:gd name="connsiteY12515" fmla="*/ 872983 h 2053176"/>
              <a:gd name="connsiteX12516" fmla="*/ 11787995 w 12188965"/>
              <a:gd name="connsiteY12516" fmla="*/ 885871 h 2053176"/>
              <a:gd name="connsiteX12517" fmla="*/ 11775107 w 12188965"/>
              <a:gd name="connsiteY12517" fmla="*/ 898758 h 2053176"/>
              <a:gd name="connsiteX12518" fmla="*/ 11762221 w 12188965"/>
              <a:gd name="connsiteY12518" fmla="*/ 885871 h 2053176"/>
              <a:gd name="connsiteX12519" fmla="*/ 11775107 w 12188965"/>
              <a:gd name="connsiteY12519" fmla="*/ 872983 h 2053176"/>
              <a:gd name="connsiteX12520" fmla="*/ 11454081 w 12188965"/>
              <a:gd name="connsiteY12520" fmla="*/ 872983 h 2053176"/>
              <a:gd name="connsiteX12521" fmla="*/ 11466969 w 12188965"/>
              <a:gd name="connsiteY12521" fmla="*/ 885871 h 2053176"/>
              <a:gd name="connsiteX12522" fmla="*/ 11454081 w 12188965"/>
              <a:gd name="connsiteY12522" fmla="*/ 898758 h 2053176"/>
              <a:gd name="connsiteX12523" fmla="*/ 11441194 w 12188965"/>
              <a:gd name="connsiteY12523" fmla="*/ 885871 h 2053176"/>
              <a:gd name="connsiteX12524" fmla="*/ 11454081 w 12188965"/>
              <a:gd name="connsiteY12524" fmla="*/ 872983 h 2053176"/>
              <a:gd name="connsiteX12525" fmla="*/ 11133055 w 12188965"/>
              <a:gd name="connsiteY12525" fmla="*/ 872983 h 2053176"/>
              <a:gd name="connsiteX12526" fmla="*/ 11145943 w 12188965"/>
              <a:gd name="connsiteY12526" fmla="*/ 885871 h 2053176"/>
              <a:gd name="connsiteX12527" fmla="*/ 11133055 w 12188965"/>
              <a:gd name="connsiteY12527" fmla="*/ 898758 h 2053176"/>
              <a:gd name="connsiteX12528" fmla="*/ 11120167 w 12188965"/>
              <a:gd name="connsiteY12528" fmla="*/ 885871 h 2053176"/>
              <a:gd name="connsiteX12529" fmla="*/ 11133055 w 12188965"/>
              <a:gd name="connsiteY12529" fmla="*/ 872983 h 2053176"/>
              <a:gd name="connsiteX12530" fmla="*/ 10940324 w 12188965"/>
              <a:gd name="connsiteY12530" fmla="*/ 872983 h 2053176"/>
              <a:gd name="connsiteX12531" fmla="*/ 10953209 w 12188965"/>
              <a:gd name="connsiteY12531" fmla="*/ 885871 h 2053176"/>
              <a:gd name="connsiteX12532" fmla="*/ 10940324 w 12188965"/>
              <a:gd name="connsiteY12532" fmla="*/ 898758 h 2053176"/>
              <a:gd name="connsiteX12533" fmla="*/ 10927436 w 12188965"/>
              <a:gd name="connsiteY12533" fmla="*/ 885871 h 2053176"/>
              <a:gd name="connsiteX12534" fmla="*/ 10940324 w 12188965"/>
              <a:gd name="connsiteY12534" fmla="*/ 872983 h 2053176"/>
              <a:gd name="connsiteX12535" fmla="*/ 10298270 w 12188965"/>
              <a:gd name="connsiteY12535" fmla="*/ 872983 h 2053176"/>
              <a:gd name="connsiteX12536" fmla="*/ 10311158 w 12188965"/>
              <a:gd name="connsiteY12536" fmla="*/ 885871 h 2053176"/>
              <a:gd name="connsiteX12537" fmla="*/ 10298270 w 12188965"/>
              <a:gd name="connsiteY12537" fmla="*/ 898758 h 2053176"/>
              <a:gd name="connsiteX12538" fmla="*/ 10285382 w 12188965"/>
              <a:gd name="connsiteY12538" fmla="*/ 885871 h 2053176"/>
              <a:gd name="connsiteX12539" fmla="*/ 10298270 w 12188965"/>
              <a:gd name="connsiteY12539" fmla="*/ 872983 h 2053176"/>
              <a:gd name="connsiteX12540" fmla="*/ 9720307 w 12188965"/>
              <a:gd name="connsiteY12540" fmla="*/ 872983 h 2053176"/>
              <a:gd name="connsiteX12541" fmla="*/ 9733193 w 12188965"/>
              <a:gd name="connsiteY12541" fmla="*/ 885871 h 2053176"/>
              <a:gd name="connsiteX12542" fmla="*/ 9720307 w 12188965"/>
              <a:gd name="connsiteY12542" fmla="*/ 898758 h 2053176"/>
              <a:gd name="connsiteX12543" fmla="*/ 9707419 w 12188965"/>
              <a:gd name="connsiteY12543" fmla="*/ 885871 h 2053176"/>
              <a:gd name="connsiteX12544" fmla="*/ 9720307 w 12188965"/>
              <a:gd name="connsiteY12544" fmla="*/ 872983 h 2053176"/>
              <a:gd name="connsiteX12545" fmla="*/ 9463485 w 12188965"/>
              <a:gd name="connsiteY12545" fmla="*/ 872983 h 2053176"/>
              <a:gd name="connsiteX12546" fmla="*/ 9476373 w 12188965"/>
              <a:gd name="connsiteY12546" fmla="*/ 885871 h 2053176"/>
              <a:gd name="connsiteX12547" fmla="*/ 9463485 w 12188965"/>
              <a:gd name="connsiteY12547" fmla="*/ 898758 h 2053176"/>
              <a:gd name="connsiteX12548" fmla="*/ 9450597 w 12188965"/>
              <a:gd name="connsiteY12548" fmla="*/ 885871 h 2053176"/>
              <a:gd name="connsiteX12549" fmla="*/ 9463485 w 12188965"/>
              <a:gd name="connsiteY12549" fmla="*/ 872983 h 2053176"/>
              <a:gd name="connsiteX12550" fmla="*/ 9078138 w 12188965"/>
              <a:gd name="connsiteY12550" fmla="*/ 872983 h 2053176"/>
              <a:gd name="connsiteX12551" fmla="*/ 9091023 w 12188965"/>
              <a:gd name="connsiteY12551" fmla="*/ 885871 h 2053176"/>
              <a:gd name="connsiteX12552" fmla="*/ 9078138 w 12188965"/>
              <a:gd name="connsiteY12552" fmla="*/ 898758 h 2053176"/>
              <a:gd name="connsiteX12553" fmla="*/ 9065250 w 12188965"/>
              <a:gd name="connsiteY12553" fmla="*/ 885871 h 2053176"/>
              <a:gd name="connsiteX12554" fmla="*/ 9078138 w 12188965"/>
              <a:gd name="connsiteY12554" fmla="*/ 872983 h 2053176"/>
              <a:gd name="connsiteX12555" fmla="*/ 7216067 w 12188965"/>
              <a:gd name="connsiteY12555" fmla="*/ 872983 h 2053176"/>
              <a:gd name="connsiteX12556" fmla="*/ 7228955 w 12188965"/>
              <a:gd name="connsiteY12556" fmla="*/ 885871 h 2053176"/>
              <a:gd name="connsiteX12557" fmla="*/ 7216067 w 12188965"/>
              <a:gd name="connsiteY12557" fmla="*/ 898758 h 2053176"/>
              <a:gd name="connsiteX12558" fmla="*/ 7203179 w 12188965"/>
              <a:gd name="connsiteY12558" fmla="*/ 885871 h 2053176"/>
              <a:gd name="connsiteX12559" fmla="*/ 7216067 w 12188965"/>
              <a:gd name="connsiteY12559" fmla="*/ 872983 h 2053176"/>
              <a:gd name="connsiteX12560" fmla="*/ 6638220 w 12188965"/>
              <a:gd name="connsiteY12560" fmla="*/ 872983 h 2053176"/>
              <a:gd name="connsiteX12561" fmla="*/ 6651108 w 12188965"/>
              <a:gd name="connsiteY12561" fmla="*/ 885871 h 2053176"/>
              <a:gd name="connsiteX12562" fmla="*/ 6638220 w 12188965"/>
              <a:gd name="connsiteY12562" fmla="*/ 898758 h 2053176"/>
              <a:gd name="connsiteX12563" fmla="*/ 6625335 w 12188965"/>
              <a:gd name="connsiteY12563" fmla="*/ 885871 h 2053176"/>
              <a:gd name="connsiteX12564" fmla="*/ 6638220 w 12188965"/>
              <a:gd name="connsiteY12564" fmla="*/ 872983 h 2053176"/>
              <a:gd name="connsiteX12565" fmla="*/ 6064505 w 12188965"/>
              <a:gd name="connsiteY12565" fmla="*/ 872983 h 2053176"/>
              <a:gd name="connsiteX12566" fmla="*/ 6077390 w 12188965"/>
              <a:gd name="connsiteY12566" fmla="*/ 885871 h 2053176"/>
              <a:gd name="connsiteX12567" fmla="*/ 6064505 w 12188965"/>
              <a:gd name="connsiteY12567" fmla="*/ 898758 h 2053176"/>
              <a:gd name="connsiteX12568" fmla="*/ 6051617 w 12188965"/>
              <a:gd name="connsiteY12568" fmla="*/ 885871 h 2053176"/>
              <a:gd name="connsiteX12569" fmla="*/ 6064505 w 12188965"/>
              <a:gd name="connsiteY12569" fmla="*/ 872983 h 2053176"/>
              <a:gd name="connsiteX12570" fmla="*/ 5743477 w 12188965"/>
              <a:gd name="connsiteY12570" fmla="*/ 872983 h 2053176"/>
              <a:gd name="connsiteX12571" fmla="*/ 5756364 w 12188965"/>
              <a:gd name="connsiteY12571" fmla="*/ 885871 h 2053176"/>
              <a:gd name="connsiteX12572" fmla="*/ 5743477 w 12188965"/>
              <a:gd name="connsiteY12572" fmla="*/ 898758 h 2053176"/>
              <a:gd name="connsiteX12573" fmla="*/ 5730590 w 12188965"/>
              <a:gd name="connsiteY12573" fmla="*/ 885871 h 2053176"/>
              <a:gd name="connsiteX12574" fmla="*/ 5743477 w 12188965"/>
              <a:gd name="connsiteY12574" fmla="*/ 872983 h 2053176"/>
              <a:gd name="connsiteX12575" fmla="*/ 5422451 w 12188965"/>
              <a:gd name="connsiteY12575" fmla="*/ 872983 h 2053176"/>
              <a:gd name="connsiteX12576" fmla="*/ 5435339 w 12188965"/>
              <a:gd name="connsiteY12576" fmla="*/ 885871 h 2053176"/>
              <a:gd name="connsiteX12577" fmla="*/ 5422451 w 12188965"/>
              <a:gd name="connsiteY12577" fmla="*/ 898758 h 2053176"/>
              <a:gd name="connsiteX12578" fmla="*/ 5409564 w 12188965"/>
              <a:gd name="connsiteY12578" fmla="*/ 885871 h 2053176"/>
              <a:gd name="connsiteX12579" fmla="*/ 5422451 w 12188965"/>
              <a:gd name="connsiteY12579" fmla="*/ 872983 h 2053176"/>
              <a:gd name="connsiteX12580" fmla="*/ 5229719 w 12188965"/>
              <a:gd name="connsiteY12580" fmla="*/ 872983 h 2053176"/>
              <a:gd name="connsiteX12581" fmla="*/ 5242606 w 12188965"/>
              <a:gd name="connsiteY12581" fmla="*/ 885871 h 2053176"/>
              <a:gd name="connsiteX12582" fmla="*/ 5229719 w 12188965"/>
              <a:gd name="connsiteY12582" fmla="*/ 898758 h 2053176"/>
              <a:gd name="connsiteX12583" fmla="*/ 5216831 w 12188965"/>
              <a:gd name="connsiteY12583" fmla="*/ 885871 h 2053176"/>
              <a:gd name="connsiteX12584" fmla="*/ 5229719 w 12188965"/>
              <a:gd name="connsiteY12584" fmla="*/ 872983 h 2053176"/>
              <a:gd name="connsiteX12585" fmla="*/ 4587666 w 12188965"/>
              <a:gd name="connsiteY12585" fmla="*/ 872983 h 2053176"/>
              <a:gd name="connsiteX12586" fmla="*/ 4600553 w 12188965"/>
              <a:gd name="connsiteY12586" fmla="*/ 885871 h 2053176"/>
              <a:gd name="connsiteX12587" fmla="*/ 4587666 w 12188965"/>
              <a:gd name="connsiteY12587" fmla="*/ 898758 h 2053176"/>
              <a:gd name="connsiteX12588" fmla="*/ 4574778 w 12188965"/>
              <a:gd name="connsiteY12588" fmla="*/ 885871 h 2053176"/>
              <a:gd name="connsiteX12589" fmla="*/ 4587666 w 12188965"/>
              <a:gd name="connsiteY12589" fmla="*/ 872983 h 2053176"/>
              <a:gd name="connsiteX12590" fmla="*/ 4009702 w 12188965"/>
              <a:gd name="connsiteY12590" fmla="*/ 872983 h 2053176"/>
              <a:gd name="connsiteX12591" fmla="*/ 4022589 w 12188965"/>
              <a:gd name="connsiteY12591" fmla="*/ 885871 h 2053176"/>
              <a:gd name="connsiteX12592" fmla="*/ 4009702 w 12188965"/>
              <a:gd name="connsiteY12592" fmla="*/ 898758 h 2053176"/>
              <a:gd name="connsiteX12593" fmla="*/ 3996814 w 12188965"/>
              <a:gd name="connsiteY12593" fmla="*/ 885871 h 2053176"/>
              <a:gd name="connsiteX12594" fmla="*/ 4009702 w 12188965"/>
              <a:gd name="connsiteY12594" fmla="*/ 872983 h 2053176"/>
              <a:gd name="connsiteX12595" fmla="*/ 3752882 w 12188965"/>
              <a:gd name="connsiteY12595" fmla="*/ 872983 h 2053176"/>
              <a:gd name="connsiteX12596" fmla="*/ 3765770 w 12188965"/>
              <a:gd name="connsiteY12596" fmla="*/ 885871 h 2053176"/>
              <a:gd name="connsiteX12597" fmla="*/ 3752882 w 12188965"/>
              <a:gd name="connsiteY12597" fmla="*/ 898758 h 2053176"/>
              <a:gd name="connsiteX12598" fmla="*/ 3739993 w 12188965"/>
              <a:gd name="connsiteY12598" fmla="*/ 885871 h 2053176"/>
              <a:gd name="connsiteX12599" fmla="*/ 3752882 w 12188965"/>
              <a:gd name="connsiteY12599" fmla="*/ 872983 h 2053176"/>
              <a:gd name="connsiteX12600" fmla="*/ 3367532 w 12188965"/>
              <a:gd name="connsiteY12600" fmla="*/ 872983 h 2053176"/>
              <a:gd name="connsiteX12601" fmla="*/ 3380421 w 12188965"/>
              <a:gd name="connsiteY12601" fmla="*/ 885871 h 2053176"/>
              <a:gd name="connsiteX12602" fmla="*/ 3367532 w 12188965"/>
              <a:gd name="connsiteY12602" fmla="*/ 898758 h 2053176"/>
              <a:gd name="connsiteX12603" fmla="*/ 3354645 w 12188965"/>
              <a:gd name="connsiteY12603" fmla="*/ 885871 h 2053176"/>
              <a:gd name="connsiteX12604" fmla="*/ 3367532 w 12188965"/>
              <a:gd name="connsiteY12604" fmla="*/ 872983 h 2053176"/>
              <a:gd name="connsiteX12605" fmla="*/ 1505464 w 12188965"/>
              <a:gd name="connsiteY12605" fmla="*/ 872983 h 2053176"/>
              <a:gd name="connsiteX12606" fmla="*/ 1518352 w 12188965"/>
              <a:gd name="connsiteY12606" fmla="*/ 885871 h 2053176"/>
              <a:gd name="connsiteX12607" fmla="*/ 1505464 w 12188965"/>
              <a:gd name="connsiteY12607" fmla="*/ 898758 h 2053176"/>
              <a:gd name="connsiteX12608" fmla="*/ 1492577 w 12188965"/>
              <a:gd name="connsiteY12608" fmla="*/ 885871 h 2053176"/>
              <a:gd name="connsiteX12609" fmla="*/ 1505464 w 12188965"/>
              <a:gd name="connsiteY12609" fmla="*/ 872983 h 2053176"/>
              <a:gd name="connsiteX12610" fmla="*/ 927616 w 12188965"/>
              <a:gd name="connsiteY12610" fmla="*/ 872983 h 2053176"/>
              <a:gd name="connsiteX12611" fmla="*/ 940503 w 12188965"/>
              <a:gd name="connsiteY12611" fmla="*/ 885871 h 2053176"/>
              <a:gd name="connsiteX12612" fmla="*/ 927616 w 12188965"/>
              <a:gd name="connsiteY12612" fmla="*/ 898758 h 2053176"/>
              <a:gd name="connsiteX12613" fmla="*/ 914731 w 12188965"/>
              <a:gd name="connsiteY12613" fmla="*/ 885871 h 2053176"/>
              <a:gd name="connsiteX12614" fmla="*/ 927616 w 12188965"/>
              <a:gd name="connsiteY12614" fmla="*/ 872983 h 2053176"/>
              <a:gd name="connsiteX12615" fmla="*/ 346686 w 12188965"/>
              <a:gd name="connsiteY12615" fmla="*/ 872983 h 2053176"/>
              <a:gd name="connsiteX12616" fmla="*/ 359572 w 12188965"/>
              <a:gd name="connsiteY12616" fmla="*/ 885871 h 2053176"/>
              <a:gd name="connsiteX12617" fmla="*/ 346686 w 12188965"/>
              <a:gd name="connsiteY12617" fmla="*/ 898758 h 2053176"/>
              <a:gd name="connsiteX12618" fmla="*/ 333799 w 12188965"/>
              <a:gd name="connsiteY12618" fmla="*/ 885871 h 2053176"/>
              <a:gd name="connsiteX12619" fmla="*/ 346686 w 12188965"/>
              <a:gd name="connsiteY12619" fmla="*/ 872983 h 2053176"/>
              <a:gd name="connsiteX12620" fmla="*/ 25659 w 12188965"/>
              <a:gd name="connsiteY12620" fmla="*/ 872983 h 2053176"/>
              <a:gd name="connsiteX12621" fmla="*/ 38547 w 12188965"/>
              <a:gd name="connsiteY12621" fmla="*/ 885871 h 2053176"/>
              <a:gd name="connsiteX12622" fmla="*/ 25659 w 12188965"/>
              <a:gd name="connsiteY12622" fmla="*/ 898758 h 2053176"/>
              <a:gd name="connsiteX12623" fmla="*/ 12771 w 12188965"/>
              <a:gd name="connsiteY12623" fmla="*/ 885871 h 2053176"/>
              <a:gd name="connsiteX12624" fmla="*/ 25659 w 12188965"/>
              <a:gd name="connsiteY12624" fmla="*/ 872983 h 2053176"/>
              <a:gd name="connsiteX12625" fmla="*/ 11970691 w 12188965"/>
              <a:gd name="connsiteY12625" fmla="*/ 860211 h 2053176"/>
              <a:gd name="connsiteX12626" fmla="*/ 11996349 w 12188965"/>
              <a:gd name="connsiteY12626" fmla="*/ 885871 h 2053176"/>
              <a:gd name="connsiteX12627" fmla="*/ 11970691 w 12188965"/>
              <a:gd name="connsiteY12627" fmla="*/ 911530 h 2053176"/>
              <a:gd name="connsiteX12628" fmla="*/ 11945033 w 12188965"/>
              <a:gd name="connsiteY12628" fmla="*/ 885871 h 2053176"/>
              <a:gd name="connsiteX12629" fmla="*/ 11970691 w 12188965"/>
              <a:gd name="connsiteY12629" fmla="*/ 860211 h 2053176"/>
              <a:gd name="connsiteX12630" fmla="*/ 11325670 w 12188965"/>
              <a:gd name="connsiteY12630" fmla="*/ 860211 h 2053176"/>
              <a:gd name="connsiteX12631" fmla="*/ 11351329 w 12188965"/>
              <a:gd name="connsiteY12631" fmla="*/ 885871 h 2053176"/>
              <a:gd name="connsiteX12632" fmla="*/ 11325670 w 12188965"/>
              <a:gd name="connsiteY12632" fmla="*/ 911530 h 2053176"/>
              <a:gd name="connsiteX12633" fmla="*/ 11300012 w 12188965"/>
              <a:gd name="connsiteY12633" fmla="*/ 885871 h 2053176"/>
              <a:gd name="connsiteX12634" fmla="*/ 11325670 w 12188965"/>
              <a:gd name="connsiteY12634" fmla="*/ 860211 h 2053176"/>
              <a:gd name="connsiteX12635" fmla="*/ 11197259 w 12188965"/>
              <a:gd name="connsiteY12635" fmla="*/ 860211 h 2053176"/>
              <a:gd name="connsiteX12636" fmla="*/ 11222917 w 12188965"/>
              <a:gd name="connsiteY12636" fmla="*/ 885871 h 2053176"/>
              <a:gd name="connsiteX12637" fmla="*/ 11197259 w 12188965"/>
              <a:gd name="connsiteY12637" fmla="*/ 911530 h 2053176"/>
              <a:gd name="connsiteX12638" fmla="*/ 11171601 w 12188965"/>
              <a:gd name="connsiteY12638" fmla="*/ 885871 h 2053176"/>
              <a:gd name="connsiteX12639" fmla="*/ 11197259 w 12188965"/>
              <a:gd name="connsiteY12639" fmla="*/ 860211 h 2053176"/>
              <a:gd name="connsiteX12640" fmla="*/ 10683501 w 12188965"/>
              <a:gd name="connsiteY12640" fmla="*/ 860211 h 2053176"/>
              <a:gd name="connsiteX12641" fmla="*/ 10709159 w 12188965"/>
              <a:gd name="connsiteY12641" fmla="*/ 885871 h 2053176"/>
              <a:gd name="connsiteX12642" fmla="*/ 10683501 w 12188965"/>
              <a:gd name="connsiteY12642" fmla="*/ 911530 h 2053176"/>
              <a:gd name="connsiteX12643" fmla="*/ 10657843 w 12188965"/>
              <a:gd name="connsiteY12643" fmla="*/ 885871 h 2053176"/>
              <a:gd name="connsiteX12644" fmla="*/ 10683501 w 12188965"/>
              <a:gd name="connsiteY12644" fmla="*/ 860211 h 2053176"/>
              <a:gd name="connsiteX12645" fmla="*/ 10619297 w 12188965"/>
              <a:gd name="connsiteY12645" fmla="*/ 860211 h 2053176"/>
              <a:gd name="connsiteX12646" fmla="*/ 10644955 w 12188965"/>
              <a:gd name="connsiteY12646" fmla="*/ 885871 h 2053176"/>
              <a:gd name="connsiteX12647" fmla="*/ 10619297 w 12188965"/>
              <a:gd name="connsiteY12647" fmla="*/ 911530 h 2053176"/>
              <a:gd name="connsiteX12648" fmla="*/ 10593639 w 12188965"/>
              <a:gd name="connsiteY12648" fmla="*/ 885871 h 2053176"/>
              <a:gd name="connsiteX12649" fmla="*/ 10619297 w 12188965"/>
              <a:gd name="connsiteY12649" fmla="*/ 860211 h 2053176"/>
              <a:gd name="connsiteX12650" fmla="*/ 10555092 w 12188965"/>
              <a:gd name="connsiteY12650" fmla="*/ 860211 h 2053176"/>
              <a:gd name="connsiteX12651" fmla="*/ 10580751 w 12188965"/>
              <a:gd name="connsiteY12651" fmla="*/ 885871 h 2053176"/>
              <a:gd name="connsiteX12652" fmla="*/ 10555092 w 12188965"/>
              <a:gd name="connsiteY12652" fmla="*/ 911530 h 2053176"/>
              <a:gd name="connsiteX12653" fmla="*/ 10529432 w 12188965"/>
              <a:gd name="connsiteY12653" fmla="*/ 885871 h 2053176"/>
              <a:gd name="connsiteX12654" fmla="*/ 10555092 w 12188965"/>
              <a:gd name="connsiteY12654" fmla="*/ 860211 h 2053176"/>
              <a:gd name="connsiteX12655" fmla="*/ 10362474 w 12188965"/>
              <a:gd name="connsiteY12655" fmla="*/ 860211 h 2053176"/>
              <a:gd name="connsiteX12656" fmla="*/ 10388135 w 12188965"/>
              <a:gd name="connsiteY12656" fmla="*/ 885870 h 2053176"/>
              <a:gd name="connsiteX12657" fmla="*/ 10362474 w 12188965"/>
              <a:gd name="connsiteY12657" fmla="*/ 911530 h 2053176"/>
              <a:gd name="connsiteX12658" fmla="*/ 10336816 w 12188965"/>
              <a:gd name="connsiteY12658" fmla="*/ 885870 h 2053176"/>
              <a:gd name="connsiteX12659" fmla="*/ 10362474 w 12188965"/>
              <a:gd name="connsiteY12659" fmla="*/ 860211 h 2053176"/>
              <a:gd name="connsiteX12660" fmla="*/ 10234065 w 12188965"/>
              <a:gd name="connsiteY12660" fmla="*/ 860211 h 2053176"/>
              <a:gd name="connsiteX12661" fmla="*/ 10259723 w 12188965"/>
              <a:gd name="connsiteY12661" fmla="*/ 885871 h 2053176"/>
              <a:gd name="connsiteX12662" fmla="*/ 10234065 w 12188965"/>
              <a:gd name="connsiteY12662" fmla="*/ 911530 h 2053176"/>
              <a:gd name="connsiteX12663" fmla="*/ 10208404 w 12188965"/>
              <a:gd name="connsiteY12663" fmla="*/ 885871 h 2053176"/>
              <a:gd name="connsiteX12664" fmla="*/ 10234065 w 12188965"/>
              <a:gd name="connsiteY12664" fmla="*/ 860211 h 2053176"/>
              <a:gd name="connsiteX12665" fmla="*/ 10105654 w 12188965"/>
              <a:gd name="connsiteY12665" fmla="*/ 860211 h 2053176"/>
              <a:gd name="connsiteX12666" fmla="*/ 10131312 w 12188965"/>
              <a:gd name="connsiteY12666" fmla="*/ 885871 h 2053176"/>
              <a:gd name="connsiteX12667" fmla="*/ 10105654 w 12188965"/>
              <a:gd name="connsiteY12667" fmla="*/ 911530 h 2053176"/>
              <a:gd name="connsiteX12668" fmla="*/ 10079996 w 12188965"/>
              <a:gd name="connsiteY12668" fmla="*/ 885871 h 2053176"/>
              <a:gd name="connsiteX12669" fmla="*/ 10105654 w 12188965"/>
              <a:gd name="connsiteY12669" fmla="*/ 860211 h 2053176"/>
              <a:gd name="connsiteX12670" fmla="*/ 8564495 w 12188965"/>
              <a:gd name="connsiteY12670" fmla="*/ 860211 h 2053176"/>
              <a:gd name="connsiteX12671" fmla="*/ 8590153 w 12188965"/>
              <a:gd name="connsiteY12671" fmla="*/ 885870 h 2053176"/>
              <a:gd name="connsiteX12672" fmla="*/ 8564495 w 12188965"/>
              <a:gd name="connsiteY12672" fmla="*/ 911530 h 2053176"/>
              <a:gd name="connsiteX12673" fmla="*/ 8538837 w 12188965"/>
              <a:gd name="connsiteY12673" fmla="*/ 885870 h 2053176"/>
              <a:gd name="connsiteX12674" fmla="*/ 8564495 w 12188965"/>
              <a:gd name="connsiteY12674" fmla="*/ 860211 h 2053176"/>
              <a:gd name="connsiteX12675" fmla="*/ 8050852 w 12188965"/>
              <a:gd name="connsiteY12675" fmla="*/ 860211 h 2053176"/>
              <a:gd name="connsiteX12676" fmla="*/ 8076510 w 12188965"/>
              <a:gd name="connsiteY12676" fmla="*/ 885871 h 2053176"/>
              <a:gd name="connsiteX12677" fmla="*/ 8050852 w 12188965"/>
              <a:gd name="connsiteY12677" fmla="*/ 911530 h 2053176"/>
              <a:gd name="connsiteX12678" fmla="*/ 8025194 w 12188965"/>
              <a:gd name="connsiteY12678" fmla="*/ 885871 h 2053176"/>
              <a:gd name="connsiteX12679" fmla="*/ 8050852 w 12188965"/>
              <a:gd name="connsiteY12679" fmla="*/ 860211 h 2053176"/>
              <a:gd name="connsiteX12680" fmla="*/ 7986648 w 12188965"/>
              <a:gd name="connsiteY12680" fmla="*/ 860211 h 2053176"/>
              <a:gd name="connsiteX12681" fmla="*/ 8012306 w 12188965"/>
              <a:gd name="connsiteY12681" fmla="*/ 885871 h 2053176"/>
              <a:gd name="connsiteX12682" fmla="*/ 7986648 w 12188965"/>
              <a:gd name="connsiteY12682" fmla="*/ 911530 h 2053176"/>
              <a:gd name="connsiteX12683" fmla="*/ 7960990 w 12188965"/>
              <a:gd name="connsiteY12683" fmla="*/ 885871 h 2053176"/>
              <a:gd name="connsiteX12684" fmla="*/ 7986648 w 12188965"/>
              <a:gd name="connsiteY12684" fmla="*/ 860211 h 2053176"/>
              <a:gd name="connsiteX12685" fmla="*/ 7858237 w 12188965"/>
              <a:gd name="connsiteY12685" fmla="*/ 860211 h 2053176"/>
              <a:gd name="connsiteX12686" fmla="*/ 7883895 w 12188965"/>
              <a:gd name="connsiteY12686" fmla="*/ 885870 h 2053176"/>
              <a:gd name="connsiteX12687" fmla="*/ 7858237 w 12188965"/>
              <a:gd name="connsiteY12687" fmla="*/ 911530 h 2053176"/>
              <a:gd name="connsiteX12688" fmla="*/ 7832578 w 12188965"/>
              <a:gd name="connsiteY12688" fmla="*/ 885870 h 2053176"/>
              <a:gd name="connsiteX12689" fmla="*/ 7858237 w 12188965"/>
              <a:gd name="connsiteY12689" fmla="*/ 860211 h 2053176"/>
              <a:gd name="connsiteX12690" fmla="*/ 7794032 w 12188965"/>
              <a:gd name="connsiteY12690" fmla="*/ 860211 h 2053176"/>
              <a:gd name="connsiteX12691" fmla="*/ 7819690 w 12188965"/>
              <a:gd name="connsiteY12691" fmla="*/ 885870 h 2053176"/>
              <a:gd name="connsiteX12692" fmla="*/ 7794032 w 12188965"/>
              <a:gd name="connsiteY12692" fmla="*/ 911530 h 2053176"/>
              <a:gd name="connsiteX12693" fmla="*/ 7768371 w 12188965"/>
              <a:gd name="connsiteY12693" fmla="*/ 885870 h 2053176"/>
              <a:gd name="connsiteX12694" fmla="*/ 7794032 w 12188965"/>
              <a:gd name="connsiteY12694" fmla="*/ 860211 h 2053176"/>
              <a:gd name="connsiteX12695" fmla="*/ 7665621 w 12188965"/>
              <a:gd name="connsiteY12695" fmla="*/ 860211 h 2053176"/>
              <a:gd name="connsiteX12696" fmla="*/ 7691279 w 12188965"/>
              <a:gd name="connsiteY12696" fmla="*/ 885871 h 2053176"/>
              <a:gd name="connsiteX12697" fmla="*/ 7665621 w 12188965"/>
              <a:gd name="connsiteY12697" fmla="*/ 911530 h 2053176"/>
              <a:gd name="connsiteX12698" fmla="*/ 7639963 w 12188965"/>
              <a:gd name="connsiteY12698" fmla="*/ 885871 h 2053176"/>
              <a:gd name="connsiteX12699" fmla="*/ 7665621 w 12188965"/>
              <a:gd name="connsiteY12699" fmla="*/ 860211 h 2053176"/>
              <a:gd name="connsiteX12700" fmla="*/ 7601299 w 12188965"/>
              <a:gd name="connsiteY12700" fmla="*/ 860211 h 2053176"/>
              <a:gd name="connsiteX12701" fmla="*/ 7626959 w 12188965"/>
              <a:gd name="connsiteY12701" fmla="*/ 885871 h 2053176"/>
              <a:gd name="connsiteX12702" fmla="*/ 7601299 w 12188965"/>
              <a:gd name="connsiteY12702" fmla="*/ 911530 h 2053176"/>
              <a:gd name="connsiteX12703" fmla="*/ 7575640 w 12188965"/>
              <a:gd name="connsiteY12703" fmla="*/ 885871 h 2053176"/>
              <a:gd name="connsiteX12704" fmla="*/ 7601299 w 12188965"/>
              <a:gd name="connsiteY12704" fmla="*/ 860211 h 2053176"/>
              <a:gd name="connsiteX12705" fmla="*/ 7537094 w 12188965"/>
              <a:gd name="connsiteY12705" fmla="*/ 860211 h 2053176"/>
              <a:gd name="connsiteX12706" fmla="*/ 7562752 w 12188965"/>
              <a:gd name="connsiteY12706" fmla="*/ 885871 h 2053176"/>
              <a:gd name="connsiteX12707" fmla="*/ 7537094 w 12188965"/>
              <a:gd name="connsiteY12707" fmla="*/ 911530 h 2053176"/>
              <a:gd name="connsiteX12708" fmla="*/ 7511436 w 12188965"/>
              <a:gd name="connsiteY12708" fmla="*/ 885871 h 2053176"/>
              <a:gd name="connsiteX12709" fmla="*/ 7537094 w 12188965"/>
              <a:gd name="connsiteY12709" fmla="*/ 860211 h 2053176"/>
              <a:gd name="connsiteX12710" fmla="*/ 7151863 w 12188965"/>
              <a:gd name="connsiteY12710" fmla="*/ 860211 h 2053176"/>
              <a:gd name="connsiteX12711" fmla="*/ 7177521 w 12188965"/>
              <a:gd name="connsiteY12711" fmla="*/ 885870 h 2053176"/>
              <a:gd name="connsiteX12712" fmla="*/ 7151863 w 12188965"/>
              <a:gd name="connsiteY12712" fmla="*/ 911530 h 2053176"/>
              <a:gd name="connsiteX12713" fmla="*/ 7126205 w 12188965"/>
              <a:gd name="connsiteY12713" fmla="*/ 885870 h 2053176"/>
              <a:gd name="connsiteX12714" fmla="*/ 7151863 w 12188965"/>
              <a:gd name="connsiteY12714" fmla="*/ 860211 h 2053176"/>
              <a:gd name="connsiteX12715" fmla="*/ 6895043 w 12188965"/>
              <a:gd name="connsiteY12715" fmla="*/ 860211 h 2053176"/>
              <a:gd name="connsiteX12716" fmla="*/ 6920701 w 12188965"/>
              <a:gd name="connsiteY12716" fmla="*/ 885871 h 2053176"/>
              <a:gd name="connsiteX12717" fmla="*/ 6895043 w 12188965"/>
              <a:gd name="connsiteY12717" fmla="*/ 911530 h 2053176"/>
              <a:gd name="connsiteX12718" fmla="*/ 6869382 w 12188965"/>
              <a:gd name="connsiteY12718" fmla="*/ 885871 h 2053176"/>
              <a:gd name="connsiteX12719" fmla="*/ 6895043 w 12188965"/>
              <a:gd name="connsiteY12719" fmla="*/ 860211 h 2053176"/>
              <a:gd name="connsiteX12720" fmla="*/ 6252873 w 12188965"/>
              <a:gd name="connsiteY12720" fmla="*/ 860211 h 2053176"/>
              <a:gd name="connsiteX12721" fmla="*/ 6278532 w 12188965"/>
              <a:gd name="connsiteY12721" fmla="*/ 885871 h 2053176"/>
              <a:gd name="connsiteX12722" fmla="*/ 6252873 w 12188965"/>
              <a:gd name="connsiteY12722" fmla="*/ 911530 h 2053176"/>
              <a:gd name="connsiteX12723" fmla="*/ 6227213 w 12188965"/>
              <a:gd name="connsiteY12723" fmla="*/ 885871 h 2053176"/>
              <a:gd name="connsiteX12724" fmla="*/ 6252873 w 12188965"/>
              <a:gd name="connsiteY12724" fmla="*/ 860211 h 2053176"/>
              <a:gd name="connsiteX12725" fmla="*/ 5615066 w 12188965"/>
              <a:gd name="connsiteY12725" fmla="*/ 860211 h 2053176"/>
              <a:gd name="connsiteX12726" fmla="*/ 5640726 w 12188965"/>
              <a:gd name="connsiteY12726" fmla="*/ 885871 h 2053176"/>
              <a:gd name="connsiteX12727" fmla="*/ 5615066 w 12188965"/>
              <a:gd name="connsiteY12727" fmla="*/ 911530 h 2053176"/>
              <a:gd name="connsiteX12728" fmla="*/ 5589407 w 12188965"/>
              <a:gd name="connsiteY12728" fmla="*/ 885871 h 2053176"/>
              <a:gd name="connsiteX12729" fmla="*/ 5615066 w 12188965"/>
              <a:gd name="connsiteY12729" fmla="*/ 860211 h 2053176"/>
              <a:gd name="connsiteX12730" fmla="*/ 5486655 w 12188965"/>
              <a:gd name="connsiteY12730" fmla="*/ 860211 h 2053176"/>
              <a:gd name="connsiteX12731" fmla="*/ 5512316 w 12188965"/>
              <a:gd name="connsiteY12731" fmla="*/ 885871 h 2053176"/>
              <a:gd name="connsiteX12732" fmla="*/ 5486655 w 12188965"/>
              <a:gd name="connsiteY12732" fmla="*/ 911530 h 2053176"/>
              <a:gd name="connsiteX12733" fmla="*/ 5460997 w 12188965"/>
              <a:gd name="connsiteY12733" fmla="*/ 885871 h 2053176"/>
              <a:gd name="connsiteX12734" fmla="*/ 5486655 w 12188965"/>
              <a:gd name="connsiteY12734" fmla="*/ 860211 h 2053176"/>
              <a:gd name="connsiteX12735" fmla="*/ 4972896 w 12188965"/>
              <a:gd name="connsiteY12735" fmla="*/ 860211 h 2053176"/>
              <a:gd name="connsiteX12736" fmla="*/ 4998557 w 12188965"/>
              <a:gd name="connsiteY12736" fmla="*/ 885871 h 2053176"/>
              <a:gd name="connsiteX12737" fmla="*/ 4972896 w 12188965"/>
              <a:gd name="connsiteY12737" fmla="*/ 911530 h 2053176"/>
              <a:gd name="connsiteX12738" fmla="*/ 4947240 w 12188965"/>
              <a:gd name="connsiteY12738" fmla="*/ 885871 h 2053176"/>
              <a:gd name="connsiteX12739" fmla="*/ 4972896 w 12188965"/>
              <a:gd name="connsiteY12739" fmla="*/ 860211 h 2053176"/>
              <a:gd name="connsiteX12740" fmla="*/ 4908693 w 12188965"/>
              <a:gd name="connsiteY12740" fmla="*/ 860211 h 2053176"/>
              <a:gd name="connsiteX12741" fmla="*/ 4934352 w 12188965"/>
              <a:gd name="connsiteY12741" fmla="*/ 885871 h 2053176"/>
              <a:gd name="connsiteX12742" fmla="*/ 4908693 w 12188965"/>
              <a:gd name="connsiteY12742" fmla="*/ 911530 h 2053176"/>
              <a:gd name="connsiteX12743" fmla="*/ 4883033 w 12188965"/>
              <a:gd name="connsiteY12743" fmla="*/ 885871 h 2053176"/>
              <a:gd name="connsiteX12744" fmla="*/ 4908693 w 12188965"/>
              <a:gd name="connsiteY12744" fmla="*/ 860211 h 2053176"/>
              <a:gd name="connsiteX12745" fmla="*/ 4844487 w 12188965"/>
              <a:gd name="connsiteY12745" fmla="*/ 860211 h 2053176"/>
              <a:gd name="connsiteX12746" fmla="*/ 4870146 w 12188965"/>
              <a:gd name="connsiteY12746" fmla="*/ 885871 h 2053176"/>
              <a:gd name="connsiteX12747" fmla="*/ 4844487 w 12188965"/>
              <a:gd name="connsiteY12747" fmla="*/ 911530 h 2053176"/>
              <a:gd name="connsiteX12748" fmla="*/ 4818828 w 12188965"/>
              <a:gd name="connsiteY12748" fmla="*/ 885871 h 2053176"/>
              <a:gd name="connsiteX12749" fmla="*/ 4844487 w 12188965"/>
              <a:gd name="connsiteY12749" fmla="*/ 860211 h 2053176"/>
              <a:gd name="connsiteX12750" fmla="*/ 4651872 w 12188965"/>
              <a:gd name="connsiteY12750" fmla="*/ 860211 h 2053176"/>
              <a:gd name="connsiteX12751" fmla="*/ 4677531 w 12188965"/>
              <a:gd name="connsiteY12751" fmla="*/ 885870 h 2053176"/>
              <a:gd name="connsiteX12752" fmla="*/ 4651872 w 12188965"/>
              <a:gd name="connsiteY12752" fmla="*/ 911530 h 2053176"/>
              <a:gd name="connsiteX12753" fmla="*/ 4626213 w 12188965"/>
              <a:gd name="connsiteY12753" fmla="*/ 885870 h 2053176"/>
              <a:gd name="connsiteX12754" fmla="*/ 4651872 w 12188965"/>
              <a:gd name="connsiteY12754" fmla="*/ 860211 h 2053176"/>
              <a:gd name="connsiteX12755" fmla="*/ 4523461 w 12188965"/>
              <a:gd name="connsiteY12755" fmla="*/ 860211 h 2053176"/>
              <a:gd name="connsiteX12756" fmla="*/ 4549121 w 12188965"/>
              <a:gd name="connsiteY12756" fmla="*/ 885871 h 2053176"/>
              <a:gd name="connsiteX12757" fmla="*/ 4523461 w 12188965"/>
              <a:gd name="connsiteY12757" fmla="*/ 911530 h 2053176"/>
              <a:gd name="connsiteX12758" fmla="*/ 4497802 w 12188965"/>
              <a:gd name="connsiteY12758" fmla="*/ 885871 h 2053176"/>
              <a:gd name="connsiteX12759" fmla="*/ 4523461 w 12188965"/>
              <a:gd name="connsiteY12759" fmla="*/ 860211 h 2053176"/>
              <a:gd name="connsiteX12760" fmla="*/ 4395050 w 12188965"/>
              <a:gd name="connsiteY12760" fmla="*/ 860211 h 2053176"/>
              <a:gd name="connsiteX12761" fmla="*/ 4420710 w 12188965"/>
              <a:gd name="connsiteY12761" fmla="*/ 885871 h 2053176"/>
              <a:gd name="connsiteX12762" fmla="*/ 4395050 w 12188965"/>
              <a:gd name="connsiteY12762" fmla="*/ 911530 h 2053176"/>
              <a:gd name="connsiteX12763" fmla="*/ 4369391 w 12188965"/>
              <a:gd name="connsiteY12763" fmla="*/ 885871 h 2053176"/>
              <a:gd name="connsiteX12764" fmla="*/ 4395050 w 12188965"/>
              <a:gd name="connsiteY12764" fmla="*/ 860211 h 2053176"/>
              <a:gd name="connsiteX12765" fmla="*/ 2853890 w 12188965"/>
              <a:gd name="connsiteY12765" fmla="*/ 860211 h 2053176"/>
              <a:gd name="connsiteX12766" fmla="*/ 2879550 w 12188965"/>
              <a:gd name="connsiteY12766" fmla="*/ 885870 h 2053176"/>
              <a:gd name="connsiteX12767" fmla="*/ 2853890 w 12188965"/>
              <a:gd name="connsiteY12767" fmla="*/ 911530 h 2053176"/>
              <a:gd name="connsiteX12768" fmla="*/ 2828231 w 12188965"/>
              <a:gd name="connsiteY12768" fmla="*/ 885870 h 2053176"/>
              <a:gd name="connsiteX12769" fmla="*/ 2853890 w 12188965"/>
              <a:gd name="connsiteY12769" fmla="*/ 860211 h 2053176"/>
              <a:gd name="connsiteX12770" fmla="*/ 2340249 w 12188965"/>
              <a:gd name="connsiteY12770" fmla="*/ 860211 h 2053176"/>
              <a:gd name="connsiteX12771" fmla="*/ 2365908 w 12188965"/>
              <a:gd name="connsiteY12771" fmla="*/ 885871 h 2053176"/>
              <a:gd name="connsiteX12772" fmla="*/ 2340249 w 12188965"/>
              <a:gd name="connsiteY12772" fmla="*/ 911530 h 2053176"/>
              <a:gd name="connsiteX12773" fmla="*/ 2314590 w 12188965"/>
              <a:gd name="connsiteY12773" fmla="*/ 885871 h 2053176"/>
              <a:gd name="connsiteX12774" fmla="*/ 2340249 w 12188965"/>
              <a:gd name="connsiteY12774" fmla="*/ 860211 h 2053176"/>
              <a:gd name="connsiteX12775" fmla="*/ 2276044 w 12188965"/>
              <a:gd name="connsiteY12775" fmla="*/ 860211 h 2053176"/>
              <a:gd name="connsiteX12776" fmla="*/ 2301702 w 12188965"/>
              <a:gd name="connsiteY12776" fmla="*/ 885871 h 2053176"/>
              <a:gd name="connsiteX12777" fmla="*/ 2276044 w 12188965"/>
              <a:gd name="connsiteY12777" fmla="*/ 911530 h 2053176"/>
              <a:gd name="connsiteX12778" fmla="*/ 2250385 w 12188965"/>
              <a:gd name="connsiteY12778" fmla="*/ 885871 h 2053176"/>
              <a:gd name="connsiteX12779" fmla="*/ 2276044 w 12188965"/>
              <a:gd name="connsiteY12779" fmla="*/ 860211 h 2053176"/>
              <a:gd name="connsiteX12780" fmla="*/ 2147633 w 12188965"/>
              <a:gd name="connsiteY12780" fmla="*/ 860211 h 2053176"/>
              <a:gd name="connsiteX12781" fmla="*/ 2173293 w 12188965"/>
              <a:gd name="connsiteY12781" fmla="*/ 885870 h 2053176"/>
              <a:gd name="connsiteX12782" fmla="*/ 2147633 w 12188965"/>
              <a:gd name="connsiteY12782" fmla="*/ 911530 h 2053176"/>
              <a:gd name="connsiteX12783" fmla="*/ 2121975 w 12188965"/>
              <a:gd name="connsiteY12783" fmla="*/ 885870 h 2053176"/>
              <a:gd name="connsiteX12784" fmla="*/ 2147633 w 12188965"/>
              <a:gd name="connsiteY12784" fmla="*/ 860211 h 2053176"/>
              <a:gd name="connsiteX12785" fmla="*/ 2083427 w 12188965"/>
              <a:gd name="connsiteY12785" fmla="*/ 860211 h 2053176"/>
              <a:gd name="connsiteX12786" fmla="*/ 2109087 w 12188965"/>
              <a:gd name="connsiteY12786" fmla="*/ 885870 h 2053176"/>
              <a:gd name="connsiteX12787" fmla="*/ 2083427 w 12188965"/>
              <a:gd name="connsiteY12787" fmla="*/ 911530 h 2053176"/>
              <a:gd name="connsiteX12788" fmla="*/ 2057768 w 12188965"/>
              <a:gd name="connsiteY12788" fmla="*/ 885870 h 2053176"/>
              <a:gd name="connsiteX12789" fmla="*/ 2083427 w 12188965"/>
              <a:gd name="connsiteY12789" fmla="*/ 860211 h 2053176"/>
              <a:gd name="connsiteX12790" fmla="*/ 1955016 w 12188965"/>
              <a:gd name="connsiteY12790" fmla="*/ 860211 h 2053176"/>
              <a:gd name="connsiteX12791" fmla="*/ 1980676 w 12188965"/>
              <a:gd name="connsiteY12791" fmla="*/ 885871 h 2053176"/>
              <a:gd name="connsiteX12792" fmla="*/ 1955016 w 12188965"/>
              <a:gd name="connsiteY12792" fmla="*/ 911530 h 2053176"/>
              <a:gd name="connsiteX12793" fmla="*/ 1929358 w 12188965"/>
              <a:gd name="connsiteY12793" fmla="*/ 885871 h 2053176"/>
              <a:gd name="connsiteX12794" fmla="*/ 1955016 w 12188965"/>
              <a:gd name="connsiteY12794" fmla="*/ 860211 h 2053176"/>
              <a:gd name="connsiteX12795" fmla="*/ 1890696 w 12188965"/>
              <a:gd name="connsiteY12795" fmla="*/ 860211 h 2053176"/>
              <a:gd name="connsiteX12796" fmla="*/ 1916355 w 12188965"/>
              <a:gd name="connsiteY12796" fmla="*/ 885871 h 2053176"/>
              <a:gd name="connsiteX12797" fmla="*/ 1890696 w 12188965"/>
              <a:gd name="connsiteY12797" fmla="*/ 911530 h 2053176"/>
              <a:gd name="connsiteX12798" fmla="*/ 1865037 w 12188965"/>
              <a:gd name="connsiteY12798" fmla="*/ 885871 h 2053176"/>
              <a:gd name="connsiteX12799" fmla="*/ 1890696 w 12188965"/>
              <a:gd name="connsiteY12799" fmla="*/ 860211 h 2053176"/>
              <a:gd name="connsiteX12800" fmla="*/ 1826490 w 12188965"/>
              <a:gd name="connsiteY12800" fmla="*/ 860211 h 2053176"/>
              <a:gd name="connsiteX12801" fmla="*/ 1852149 w 12188965"/>
              <a:gd name="connsiteY12801" fmla="*/ 885871 h 2053176"/>
              <a:gd name="connsiteX12802" fmla="*/ 1826490 w 12188965"/>
              <a:gd name="connsiteY12802" fmla="*/ 911530 h 2053176"/>
              <a:gd name="connsiteX12803" fmla="*/ 1800830 w 12188965"/>
              <a:gd name="connsiteY12803" fmla="*/ 885871 h 2053176"/>
              <a:gd name="connsiteX12804" fmla="*/ 1826490 w 12188965"/>
              <a:gd name="connsiteY12804" fmla="*/ 860211 h 2053176"/>
              <a:gd name="connsiteX12805" fmla="*/ 1441258 w 12188965"/>
              <a:gd name="connsiteY12805" fmla="*/ 860211 h 2053176"/>
              <a:gd name="connsiteX12806" fmla="*/ 1466917 w 12188965"/>
              <a:gd name="connsiteY12806" fmla="*/ 885870 h 2053176"/>
              <a:gd name="connsiteX12807" fmla="*/ 1441258 w 12188965"/>
              <a:gd name="connsiteY12807" fmla="*/ 911530 h 2053176"/>
              <a:gd name="connsiteX12808" fmla="*/ 1415599 w 12188965"/>
              <a:gd name="connsiteY12808" fmla="*/ 885870 h 2053176"/>
              <a:gd name="connsiteX12809" fmla="*/ 1441258 w 12188965"/>
              <a:gd name="connsiteY12809" fmla="*/ 860211 h 2053176"/>
              <a:gd name="connsiteX12810" fmla="*/ 1184437 w 12188965"/>
              <a:gd name="connsiteY12810" fmla="*/ 860211 h 2053176"/>
              <a:gd name="connsiteX12811" fmla="*/ 1210096 w 12188965"/>
              <a:gd name="connsiteY12811" fmla="*/ 885871 h 2053176"/>
              <a:gd name="connsiteX12812" fmla="*/ 1184437 w 12188965"/>
              <a:gd name="connsiteY12812" fmla="*/ 911530 h 2053176"/>
              <a:gd name="connsiteX12813" fmla="*/ 1158780 w 12188965"/>
              <a:gd name="connsiteY12813" fmla="*/ 885871 h 2053176"/>
              <a:gd name="connsiteX12814" fmla="*/ 1184437 w 12188965"/>
              <a:gd name="connsiteY12814" fmla="*/ 860211 h 2053176"/>
              <a:gd name="connsiteX12815" fmla="*/ 542268 w 12188965"/>
              <a:gd name="connsiteY12815" fmla="*/ 860211 h 2053176"/>
              <a:gd name="connsiteX12816" fmla="*/ 567927 w 12188965"/>
              <a:gd name="connsiteY12816" fmla="*/ 885871 h 2053176"/>
              <a:gd name="connsiteX12817" fmla="*/ 542268 w 12188965"/>
              <a:gd name="connsiteY12817" fmla="*/ 911530 h 2053176"/>
              <a:gd name="connsiteX12818" fmla="*/ 516610 w 12188965"/>
              <a:gd name="connsiteY12818" fmla="*/ 885871 h 2053176"/>
              <a:gd name="connsiteX12819" fmla="*/ 542268 w 12188965"/>
              <a:gd name="connsiteY12819" fmla="*/ 860211 h 2053176"/>
              <a:gd name="connsiteX12820" fmla="*/ 11970691 w 12188965"/>
              <a:gd name="connsiteY12820" fmla="*/ 805759 h 2053176"/>
              <a:gd name="connsiteX12821" fmla="*/ 11983579 w 12188965"/>
              <a:gd name="connsiteY12821" fmla="*/ 818646 h 2053176"/>
              <a:gd name="connsiteX12822" fmla="*/ 11970691 w 12188965"/>
              <a:gd name="connsiteY12822" fmla="*/ 831534 h 2053176"/>
              <a:gd name="connsiteX12823" fmla="*/ 11957803 w 12188965"/>
              <a:gd name="connsiteY12823" fmla="*/ 818646 h 2053176"/>
              <a:gd name="connsiteX12824" fmla="*/ 11970691 w 12188965"/>
              <a:gd name="connsiteY12824" fmla="*/ 805759 h 2053176"/>
              <a:gd name="connsiteX12825" fmla="*/ 11454081 w 12188965"/>
              <a:gd name="connsiteY12825" fmla="*/ 805759 h 2053176"/>
              <a:gd name="connsiteX12826" fmla="*/ 11466969 w 12188965"/>
              <a:gd name="connsiteY12826" fmla="*/ 818646 h 2053176"/>
              <a:gd name="connsiteX12827" fmla="*/ 11454081 w 12188965"/>
              <a:gd name="connsiteY12827" fmla="*/ 831534 h 2053176"/>
              <a:gd name="connsiteX12828" fmla="*/ 11441194 w 12188965"/>
              <a:gd name="connsiteY12828" fmla="*/ 818646 h 2053176"/>
              <a:gd name="connsiteX12829" fmla="*/ 11454081 w 12188965"/>
              <a:gd name="connsiteY12829" fmla="*/ 805759 h 2053176"/>
              <a:gd name="connsiteX12830" fmla="*/ 11133055 w 12188965"/>
              <a:gd name="connsiteY12830" fmla="*/ 805759 h 2053176"/>
              <a:gd name="connsiteX12831" fmla="*/ 11145943 w 12188965"/>
              <a:gd name="connsiteY12831" fmla="*/ 818646 h 2053176"/>
              <a:gd name="connsiteX12832" fmla="*/ 11133055 w 12188965"/>
              <a:gd name="connsiteY12832" fmla="*/ 831534 h 2053176"/>
              <a:gd name="connsiteX12833" fmla="*/ 11120167 w 12188965"/>
              <a:gd name="connsiteY12833" fmla="*/ 818646 h 2053176"/>
              <a:gd name="connsiteX12834" fmla="*/ 11133055 w 12188965"/>
              <a:gd name="connsiteY12834" fmla="*/ 805759 h 2053176"/>
              <a:gd name="connsiteX12835" fmla="*/ 10940324 w 12188965"/>
              <a:gd name="connsiteY12835" fmla="*/ 805759 h 2053176"/>
              <a:gd name="connsiteX12836" fmla="*/ 10953209 w 12188965"/>
              <a:gd name="connsiteY12836" fmla="*/ 818646 h 2053176"/>
              <a:gd name="connsiteX12837" fmla="*/ 10940324 w 12188965"/>
              <a:gd name="connsiteY12837" fmla="*/ 831534 h 2053176"/>
              <a:gd name="connsiteX12838" fmla="*/ 10927436 w 12188965"/>
              <a:gd name="connsiteY12838" fmla="*/ 818646 h 2053176"/>
              <a:gd name="connsiteX12839" fmla="*/ 10940324 w 12188965"/>
              <a:gd name="connsiteY12839" fmla="*/ 805759 h 2053176"/>
              <a:gd name="connsiteX12840" fmla="*/ 10555092 w 12188965"/>
              <a:gd name="connsiteY12840" fmla="*/ 805759 h 2053176"/>
              <a:gd name="connsiteX12841" fmla="*/ 10567978 w 12188965"/>
              <a:gd name="connsiteY12841" fmla="*/ 818646 h 2053176"/>
              <a:gd name="connsiteX12842" fmla="*/ 10555092 w 12188965"/>
              <a:gd name="connsiteY12842" fmla="*/ 831534 h 2053176"/>
              <a:gd name="connsiteX12843" fmla="*/ 10542204 w 12188965"/>
              <a:gd name="connsiteY12843" fmla="*/ 818646 h 2053176"/>
              <a:gd name="connsiteX12844" fmla="*/ 10555092 w 12188965"/>
              <a:gd name="connsiteY12844" fmla="*/ 805759 h 2053176"/>
              <a:gd name="connsiteX12845" fmla="*/ 10298270 w 12188965"/>
              <a:gd name="connsiteY12845" fmla="*/ 805759 h 2053176"/>
              <a:gd name="connsiteX12846" fmla="*/ 10311158 w 12188965"/>
              <a:gd name="connsiteY12846" fmla="*/ 818646 h 2053176"/>
              <a:gd name="connsiteX12847" fmla="*/ 10298270 w 12188965"/>
              <a:gd name="connsiteY12847" fmla="*/ 831534 h 2053176"/>
              <a:gd name="connsiteX12848" fmla="*/ 10285382 w 12188965"/>
              <a:gd name="connsiteY12848" fmla="*/ 818646 h 2053176"/>
              <a:gd name="connsiteX12849" fmla="*/ 10298270 w 12188965"/>
              <a:gd name="connsiteY12849" fmla="*/ 805759 h 2053176"/>
              <a:gd name="connsiteX12850" fmla="*/ 10233947 w 12188965"/>
              <a:gd name="connsiteY12850" fmla="*/ 805759 h 2053176"/>
              <a:gd name="connsiteX12851" fmla="*/ 10246835 w 12188965"/>
              <a:gd name="connsiteY12851" fmla="*/ 818646 h 2053176"/>
              <a:gd name="connsiteX12852" fmla="*/ 10233947 w 12188965"/>
              <a:gd name="connsiteY12852" fmla="*/ 831534 h 2053176"/>
              <a:gd name="connsiteX12853" fmla="*/ 10221059 w 12188965"/>
              <a:gd name="connsiteY12853" fmla="*/ 818646 h 2053176"/>
              <a:gd name="connsiteX12854" fmla="*/ 10233947 w 12188965"/>
              <a:gd name="connsiteY12854" fmla="*/ 805759 h 2053176"/>
              <a:gd name="connsiteX12855" fmla="*/ 9720307 w 12188965"/>
              <a:gd name="connsiteY12855" fmla="*/ 805759 h 2053176"/>
              <a:gd name="connsiteX12856" fmla="*/ 9733193 w 12188965"/>
              <a:gd name="connsiteY12856" fmla="*/ 818646 h 2053176"/>
              <a:gd name="connsiteX12857" fmla="*/ 9720307 w 12188965"/>
              <a:gd name="connsiteY12857" fmla="*/ 831534 h 2053176"/>
              <a:gd name="connsiteX12858" fmla="*/ 9707419 w 12188965"/>
              <a:gd name="connsiteY12858" fmla="*/ 818646 h 2053176"/>
              <a:gd name="connsiteX12859" fmla="*/ 9720307 w 12188965"/>
              <a:gd name="connsiteY12859" fmla="*/ 805759 h 2053176"/>
              <a:gd name="connsiteX12860" fmla="*/ 9463485 w 12188965"/>
              <a:gd name="connsiteY12860" fmla="*/ 805759 h 2053176"/>
              <a:gd name="connsiteX12861" fmla="*/ 9476373 w 12188965"/>
              <a:gd name="connsiteY12861" fmla="*/ 818646 h 2053176"/>
              <a:gd name="connsiteX12862" fmla="*/ 9463485 w 12188965"/>
              <a:gd name="connsiteY12862" fmla="*/ 831534 h 2053176"/>
              <a:gd name="connsiteX12863" fmla="*/ 9450597 w 12188965"/>
              <a:gd name="connsiteY12863" fmla="*/ 818646 h 2053176"/>
              <a:gd name="connsiteX12864" fmla="*/ 9463485 w 12188965"/>
              <a:gd name="connsiteY12864" fmla="*/ 805759 h 2053176"/>
              <a:gd name="connsiteX12865" fmla="*/ 9078138 w 12188965"/>
              <a:gd name="connsiteY12865" fmla="*/ 805759 h 2053176"/>
              <a:gd name="connsiteX12866" fmla="*/ 9091023 w 12188965"/>
              <a:gd name="connsiteY12866" fmla="*/ 818646 h 2053176"/>
              <a:gd name="connsiteX12867" fmla="*/ 9078138 w 12188965"/>
              <a:gd name="connsiteY12867" fmla="*/ 831534 h 2053176"/>
              <a:gd name="connsiteX12868" fmla="*/ 9065250 w 12188965"/>
              <a:gd name="connsiteY12868" fmla="*/ 818646 h 2053176"/>
              <a:gd name="connsiteX12869" fmla="*/ 9078138 w 12188965"/>
              <a:gd name="connsiteY12869" fmla="*/ 805759 h 2053176"/>
              <a:gd name="connsiteX12870" fmla="*/ 7216067 w 12188965"/>
              <a:gd name="connsiteY12870" fmla="*/ 805759 h 2053176"/>
              <a:gd name="connsiteX12871" fmla="*/ 7228955 w 12188965"/>
              <a:gd name="connsiteY12871" fmla="*/ 818646 h 2053176"/>
              <a:gd name="connsiteX12872" fmla="*/ 7216067 w 12188965"/>
              <a:gd name="connsiteY12872" fmla="*/ 831534 h 2053176"/>
              <a:gd name="connsiteX12873" fmla="*/ 7203179 w 12188965"/>
              <a:gd name="connsiteY12873" fmla="*/ 818646 h 2053176"/>
              <a:gd name="connsiteX12874" fmla="*/ 7216067 w 12188965"/>
              <a:gd name="connsiteY12874" fmla="*/ 805759 h 2053176"/>
              <a:gd name="connsiteX12875" fmla="*/ 6638220 w 12188965"/>
              <a:gd name="connsiteY12875" fmla="*/ 805759 h 2053176"/>
              <a:gd name="connsiteX12876" fmla="*/ 6651108 w 12188965"/>
              <a:gd name="connsiteY12876" fmla="*/ 818646 h 2053176"/>
              <a:gd name="connsiteX12877" fmla="*/ 6638220 w 12188965"/>
              <a:gd name="connsiteY12877" fmla="*/ 831534 h 2053176"/>
              <a:gd name="connsiteX12878" fmla="*/ 6625335 w 12188965"/>
              <a:gd name="connsiteY12878" fmla="*/ 818646 h 2053176"/>
              <a:gd name="connsiteX12879" fmla="*/ 6638220 w 12188965"/>
              <a:gd name="connsiteY12879" fmla="*/ 805759 h 2053176"/>
              <a:gd name="connsiteX12880" fmla="*/ 6252873 w 12188965"/>
              <a:gd name="connsiteY12880" fmla="*/ 805759 h 2053176"/>
              <a:gd name="connsiteX12881" fmla="*/ 6265761 w 12188965"/>
              <a:gd name="connsiteY12881" fmla="*/ 818646 h 2053176"/>
              <a:gd name="connsiteX12882" fmla="*/ 6252873 w 12188965"/>
              <a:gd name="connsiteY12882" fmla="*/ 831534 h 2053176"/>
              <a:gd name="connsiteX12883" fmla="*/ 6239985 w 12188965"/>
              <a:gd name="connsiteY12883" fmla="*/ 818646 h 2053176"/>
              <a:gd name="connsiteX12884" fmla="*/ 6252873 w 12188965"/>
              <a:gd name="connsiteY12884" fmla="*/ 805759 h 2053176"/>
              <a:gd name="connsiteX12885" fmla="*/ 5743477 w 12188965"/>
              <a:gd name="connsiteY12885" fmla="*/ 805759 h 2053176"/>
              <a:gd name="connsiteX12886" fmla="*/ 5756364 w 12188965"/>
              <a:gd name="connsiteY12886" fmla="*/ 818646 h 2053176"/>
              <a:gd name="connsiteX12887" fmla="*/ 5743477 w 12188965"/>
              <a:gd name="connsiteY12887" fmla="*/ 831534 h 2053176"/>
              <a:gd name="connsiteX12888" fmla="*/ 5730590 w 12188965"/>
              <a:gd name="connsiteY12888" fmla="*/ 818646 h 2053176"/>
              <a:gd name="connsiteX12889" fmla="*/ 5743477 w 12188965"/>
              <a:gd name="connsiteY12889" fmla="*/ 805759 h 2053176"/>
              <a:gd name="connsiteX12890" fmla="*/ 5422451 w 12188965"/>
              <a:gd name="connsiteY12890" fmla="*/ 805759 h 2053176"/>
              <a:gd name="connsiteX12891" fmla="*/ 5435339 w 12188965"/>
              <a:gd name="connsiteY12891" fmla="*/ 818646 h 2053176"/>
              <a:gd name="connsiteX12892" fmla="*/ 5422451 w 12188965"/>
              <a:gd name="connsiteY12892" fmla="*/ 831534 h 2053176"/>
              <a:gd name="connsiteX12893" fmla="*/ 5409564 w 12188965"/>
              <a:gd name="connsiteY12893" fmla="*/ 818646 h 2053176"/>
              <a:gd name="connsiteX12894" fmla="*/ 5422451 w 12188965"/>
              <a:gd name="connsiteY12894" fmla="*/ 805759 h 2053176"/>
              <a:gd name="connsiteX12895" fmla="*/ 5229719 w 12188965"/>
              <a:gd name="connsiteY12895" fmla="*/ 805759 h 2053176"/>
              <a:gd name="connsiteX12896" fmla="*/ 5242606 w 12188965"/>
              <a:gd name="connsiteY12896" fmla="*/ 818646 h 2053176"/>
              <a:gd name="connsiteX12897" fmla="*/ 5229719 w 12188965"/>
              <a:gd name="connsiteY12897" fmla="*/ 831534 h 2053176"/>
              <a:gd name="connsiteX12898" fmla="*/ 5216831 w 12188965"/>
              <a:gd name="connsiteY12898" fmla="*/ 818646 h 2053176"/>
              <a:gd name="connsiteX12899" fmla="*/ 5229719 w 12188965"/>
              <a:gd name="connsiteY12899" fmla="*/ 805759 h 2053176"/>
              <a:gd name="connsiteX12900" fmla="*/ 4844487 w 12188965"/>
              <a:gd name="connsiteY12900" fmla="*/ 805759 h 2053176"/>
              <a:gd name="connsiteX12901" fmla="*/ 4857374 w 12188965"/>
              <a:gd name="connsiteY12901" fmla="*/ 818646 h 2053176"/>
              <a:gd name="connsiteX12902" fmla="*/ 4844487 w 12188965"/>
              <a:gd name="connsiteY12902" fmla="*/ 831534 h 2053176"/>
              <a:gd name="connsiteX12903" fmla="*/ 4831598 w 12188965"/>
              <a:gd name="connsiteY12903" fmla="*/ 818646 h 2053176"/>
              <a:gd name="connsiteX12904" fmla="*/ 4844487 w 12188965"/>
              <a:gd name="connsiteY12904" fmla="*/ 805759 h 2053176"/>
              <a:gd name="connsiteX12905" fmla="*/ 4587666 w 12188965"/>
              <a:gd name="connsiteY12905" fmla="*/ 805759 h 2053176"/>
              <a:gd name="connsiteX12906" fmla="*/ 4600553 w 12188965"/>
              <a:gd name="connsiteY12906" fmla="*/ 818646 h 2053176"/>
              <a:gd name="connsiteX12907" fmla="*/ 4587666 w 12188965"/>
              <a:gd name="connsiteY12907" fmla="*/ 831534 h 2053176"/>
              <a:gd name="connsiteX12908" fmla="*/ 4574778 w 12188965"/>
              <a:gd name="connsiteY12908" fmla="*/ 818646 h 2053176"/>
              <a:gd name="connsiteX12909" fmla="*/ 4587666 w 12188965"/>
              <a:gd name="connsiteY12909" fmla="*/ 805759 h 2053176"/>
              <a:gd name="connsiteX12910" fmla="*/ 4523345 w 12188965"/>
              <a:gd name="connsiteY12910" fmla="*/ 805759 h 2053176"/>
              <a:gd name="connsiteX12911" fmla="*/ 4536233 w 12188965"/>
              <a:gd name="connsiteY12911" fmla="*/ 818646 h 2053176"/>
              <a:gd name="connsiteX12912" fmla="*/ 4523345 w 12188965"/>
              <a:gd name="connsiteY12912" fmla="*/ 831534 h 2053176"/>
              <a:gd name="connsiteX12913" fmla="*/ 4510457 w 12188965"/>
              <a:gd name="connsiteY12913" fmla="*/ 818646 h 2053176"/>
              <a:gd name="connsiteX12914" fmla="*/ 4523345 w 12188965"/>
              <a:gd name="connsiteY12914" fmla="*/ 805759 h 2053176"/>
              <a:gd name="connsiteX12915" fmla="*/ 4009702 w 12188965"/>
              <a:gd name="connsiteY12915" fmla="*/ 805759 h 2053176"/>
              <a:gd name="connsiteX12916" fmla="*/ 4022589 w 12188965"/>
              <a:gd name="connsiteY12916" fmla="*/ 818646 h 2053176"/>
              <a:gd name="connsiteX12917" fmla="*/ 4009702 w 12188965"/>
              <a:gd name="connsiteY12917" fmla="*/ 831534 h 2053176"/>
              <a:gd name="connsiteX12918" fmla="*/ 3996814 w 12188965"/>
              <a:gd name="connsiteY12918" fmla="*/ 818646 h 2053176"/>
              <a:gd name="connsiteX12919" fmla="*/ 4009702 w 12188965"/>
              <a:gd name="connsiteY12919" fmla="*/ 805759 h 2053176"/>
              <a:gd name="connsiteX12920" fmla="*/ 3752882 w 12188965"/>
              <a:gd name="connsiteY12920" fmla="*/ 805759 h 2053176"/>
              <a:gd name="connsiteX12921" fmla="*/ 3765770 w 12188965"/>
              <a:gd name="connsiteY12921" fmla="*/ 818646 h 2053176"/>
              <a:gd name="connsiteX12922" fmla="*/ 3752882 w 12188965"/>
              <a:gd name="connsiteY12922" fmla="*/ 831534 h 2053176"/>
              <a:gd name="connsiteX12923" fmla="*/ 3739993 w 12188965"/>
              <a:gd name="connsiteY12923" fmla="*/ 818646 h 2053176"/>
              <a:gd name="connsiteX12924" fmla="*/ 3752882 w 12188965"/>
              <a:gd name="connsiteY12924" fmla="*/ 805759 h 2053176"/>
              <a:gd name="connsiteX12925" fmla="*/ 3367532 w 12188965"/>
              <a:gd name="connsiteY12925" fmla="*/ 805759 h 2053176"/>
              <a:gd name="connsiteX12926" fmla="*/ 3380421 w 12188965"/>
              <a:gd name="connsiteY12926" fmla="*/ 818646 h 2053176"/>
              <a:gd name="connsiteX12927" fmla="*/ 3367532 w 12188965"/>
              <a:gd name="connsiteY12927" fmla="*/ 831534 h 2053176"/>
              <a:gd name="connsiteX12928" fmla="*/ 3354645 w 12188965"/>
              <a:gd name="connsiteY12928" fmla="*/ 818646 h 2053176"/>
              <a:gd name="connsiteX12929" fmla="*/ 3367532 w 12188965"/>
              <a:gd name="connsiteY12929" fmla="*/ 805759 h 2053176"/>
              <a:gd name="connsiteX12930" fmla="*/ 1505464 w 12188965"/>
              <a:gd name="connsiteY12930" fmla="*/ 805759 h 2053176"/>
              <a:gd name="connsiteX12931" fmla="*/ 1518352 w 12188965"/>
              <a:gd name="connsiteY12931" fmla="*/ 818646 h 2053176"/>
              <a:gd name="connsiteX12932" fmla="*/ 1505464 w 12188965"/>
              <a:gd name="connsiteY12932" fmla="*/ 831534 h 2053176"/>
              <a:gd name="connsiteX12933" fmla="*/ 1492577 w 12188965"/>
              <a:gd name="connsiteY12933" fmla="*/ 818646 h 2053176"/>
              <a:gd name="connsiteX12934" fmla="*/ 1505464 w 12188965"/>
              <a:gd name="connsiteY12934" fmla="*/ 805759 h 2053176"/>
              <a:gd name="connsiteX12935" fmla="*/ 927616 w 12188965"/>
              <a:gd name="connsiteY12935" fmla="*/ 805759 h 2053176"/>
              <a:gd name="connsiteX12936" fmla="*/ 940503 w 12188965"/>
              <a:gd name="connsiteY12936" fmla="*/ 818646 h 2053176"/>
              <a:gd name="connsiteX12937" fmla="*/ 927616 w 12188965"/>
              <a:gd name="connsiteY12937" fmla="*/ 831534 h 2053176"/>
              <a:gd name="connsiteX12938" fmla="*/ 914731 w 12188965"/>
              <a:gd name="connsiteY12938" fmla="*/ 818646 h 2053176"/>
              <a:gd name="connsiteX12939" fmla="*/ 927616 w 12188965"/>
              <a:gd name="connsiteY12939" fmla="*/ 805759 h 2053176"/>
              <a:gd name="connsiteX12940" fmla="*/ 542270 w 12188965"/>
              <a:gd name="connsiteY12940" fmla="*/ 805759 h 2053176"/>
              <a:gd name="connsiteX12941" fmla="*/ 555157 w 12188965"/>
              <a:gd name="connsiteY12941" fmla="*/ 818646 h 2053176"/>
              <a:gd name="connsiteX12942" fmla="*/ 542270 w 12188965"/>
              <a:gd name="connsiteY12942" fmla="*/ 831534 h 2053176"/>
              <a:gd name="connsiteX12943" fmla="*/ 529382 w 12188965"/>
              <a:gd name="connsiteY12943" fmla="*/ 818646 h 2053176"/>
              <a:gd name="connsiteX12944" fmla="*/ 542270 w 12188965"/>
              <a:gd name="connsiteY12944" fmla="*/ 805759 h 2053176"/>
              <a:gd name="connsiteX12945" fmla="*/ 25659 w 12188965"/>
              <a:gd name="connsiteY12945" fmla="*/ 805759 h 2053176"/>
              <a:gd name="connsiteX12946" fmla="*/ 38547 w 12188965"/>
              <a:gd name="connsiteY12946" fmla="*/ 818646 h 2053176"/>
              <a:gd name="connsiteX12947" fmla="*/ 25659 w 12188965"/>
              <a:gd name="connsiteY12947" fmla="*/ 831534 h 2053176"/>
              <a:gd name="connsiteX12948" fmla="*/ 12771 w 12188965"/>
              <a:gd name="connsiteY12948" fmla="*/ 818646 h 2053176"/>
              <a:gd name="connsiteX12949" fmla="*/ 25659 w 12188965"/>
              <a:gd name="connsiteY12949" fmla="*/ 805759 h 2053176"/>
              <a:gd name="connsiteX12950" fmla="*/ 11325670 w 12188965"/>
              <a:gd name="connsiteY12950" fmla="*/ 792988 h 2053176"/>
              <a:gd name="connsiteX12951" fmla="*/ 11351329 w 12188965"/>
              <a:gd name="connsiteY12951" fmla="*/ 818646 h 2053176"/>
              <a:gd name="connsiteX12952" fmla="*/ 11325670 w 12188965"/>
              <a:gd name="connsiteY12952" fmla="*/ 844305 h 2053176"/>
              <a:gd name="connsiteX12953" fmla="*/ 11300012 w 12188965"/>
              <a:gd name="connsiteY12953" fmla="*/ 818646 h 2053176"/>
              <a:gd name="connsiteX12954" fmla="*/ 11325670 w 12188965"/>
              <a:gd name="connsiteY12954" fmla="*/ 792988 h 2053176"/>
              <a:gd name="connsiteX12955" fmla="*/ 11197259 w 12188965"/>
              <a:gd name="connsiteY12955" fmla="*/ 792988 h 2053176"/>
              <a:gd name="connsiteX12956" fmla="*/ 11222917 w 12188965"/>
              <a:gd name="connsiteY12956" fmla="*/ 818646 h 2053176"/>
              <a:gd name="connsiteX12957" fmla="*/ 11197259 w 12188965"/>
              <a:gd name="connsiteY12957" fmla="*/ 844305 h 2053176"/>
              <a:gd name="connsiteX12958" fmla="*/ 11171601 w 12188965"/>
              <a:gd name="connsiteY12958" fmla="*/ 818646 h 2053176"/>
              <a:gd name="connsiteX12959" fmla="*/ 11197259 w 12188965"/>
              <a:gd name="connsiteY12959" fmla="*/ 792988 h 2053176"/>
              <a:gd name="connsiteX12960" fmla="*/ 10683501 w 12188965"/>
              <a:gd name="connsiteY12960" fmla="*/ 792988 h 2053176"/>
              <a:gd name="connsiteX12961" fmla="*/ 10709159 w 12188965"/>
              <a:gd name="connsiteY12961" fmla="*/ 818646 h 2053176"/>
              <a:gd name="connsiteX12962" fmla="*/ 10683501 w 12188965"/>
              <a:gd name="connsiteY12962" fmla="*/ 844305 h 2053176"/>
              <a:gd name="connsiteX12963" fmla="*/ 10657843 w 12188965"/>
              <a:gd name="connsiteY12963" fmla="*/ 818646 h 2053176"/>
              <a:gd name="connsiteX12964" fmla="*/ 10683501 w 12188965"/>
              <a:gd name="connsiteY12964" fmla="*/ 792988 h 2053176"/>
              <a:gd name="connsiteX12965" fmla="*/ 10619297 w 12188965"/>
              <a:gd name="connsiteY12965" fmla="*/ 792988 h 2053176"/>
              <a:gd name="connsiteX12966" fmla="*/ 10644955 w 12188965"/>
              <a:gd name="connsiteY12966" fmla="*/ 818646 h 2053176"/>
              <a:gd name="connsiteX12967" fmla="*/ 10619297 w 12188965"/>
              <a:gd name="connsiteY12967" fmla="*/ 844305 h 2053176"/>
              <a:gd name="connsiteX12968" fmla="*/ 10593639 w 12188965"/>
              <a:gd name="connsiteY12968" fmla="*/ 818646 h 2053176"/>
              <a:gd name="connsiteX12969" fmla="*/ 10619297 w 12188965"/>
              <a:gd name="connsiteY12969" fmla="*/ 792988 h 2053176"/>
              <a:gd name="connsiteX12970" fmla="*/ 10362474 w 12188965"/>
              <a:gd name="connsiteY12970" fmla="*/ 792988 h 2053176"/>
              <a:gd name="connsiteX12971" fmla="*/ 10388135 w 12188965"/>
              <a:gd name="connsiteY12971" fmla="*/ 818646 h 2053176"/>
              <a:gd name="connsiteX12972" fmla="*/ 10362474 w 12188965"/>
              <a:gd name="connsiteY12972" fmla="*/ 844305 h 2053176"/>
              <a:gd name="connsiteX12973" fmla="*/ 10336816 w 12188965"/>
              <a:gd name="connsiteY12973" fmla="*/ 818646 h 2053176"/>
              <a:gd name="connsiteX12974" fmla="*/ 10362474 w 12188965"/>
              <a:gd name="connsiteY12974" fmla="*/ 792988 h 2053176"/>
              <a:gd name="connsiteX12975" fmla="*/ 10105654 w 12188965"/>
              <a:gd name="connsiteY12975" fmla="*/ 792988 h 2053176"/>
              <a:gd name="connsiteX12976" fmla="*/ 10131312 w 12188965"/>
              <a:gd name="connsiteY12976" fmla="*/ 818646 h 2053176"/>
              <a:gd name="connsiteX12977" fmla="*/ 10105654 w 12188965"/>
              <a:gd name="connsiteY12977" fmla="*/ 844305 h 2053176"/>
              <a:gd name="connsiteX12978" fmla="*/ 10079996 w 12188965"/>
              <a:gd name="connsiteY12978" fmla="*/ 818646 h 2053176"/>
              <a:gd name="connsiteX12979" fmla="*/ 10105654 w 12188965"/>
              <a:gd name="connsiteY12979" fmla="*/ 792988 h 2053176"/>
              <a:gd name="connsiteX12980" fmla="*/ 8564495 w 12188965"/>
              <a:gd name="connsiteY12980" fmla="*/ 792988 h 2053176"/>
              <a:gd name="connsiteX12981" fmla="*/ 8590153 w 12188965"/>
              <a:gd name="connsiteY12981" fmla="*/ 818646 h 2053176"/>
              <a:gd name="connsiteX12982" fmla="*/ 8564495 w 12188965"/>
              <a:gd name="connsiteY12982" fmla="*/ 844305 h 2053176"/>
              <a:gd name="connsiteX12983" fmla="*/ 8538837 w 12188965"/>
              <a:gd name="connsiteY12983" fmla="*/ 818646 h 2053176"/>
              <a:gd name="connsiteX12984" fmla="*/ 8564495 w 12188965"/>
              <a:gd name="connsiteY12984" fmla="*/ 792988 h 2053176"/>
              <a:gd name="connsiteX12985" fmla="*/ 8050852 w 12188965"/>
              <a:gd name="connsiteY12985" fmla="*/ 792988 h 2053176"/>
              <a:gd name="connsiteX12986" fmla="*/ 8076510 w 12188965"/>
              <a:gd name="connsiteY12986" fmla="*/ 818646 h 2053176"/>
              <a:gd name="connsiteX12987" fmla="*/ 8050852 w 12188965"/>
              <a:gd name="connsiteY12987" fmla="*/ 844305 h 2053176"/>
              <a:gd name="connsiteX12988" fmla="*/ 8025194 w 12188965"/>
              <a:gd name="connsiteY12988" fmla="*/ 818646 h 2053176"/>
              <a:gd name="connsiteX12989" fmla="*/ 8050852 w 12188965"/>
              <a:gd name="connsiteY12989" fmla="*/ 792988 h 2053176"/>
              <a:gd name="connsiteX12990" fmla="*/ 7986648 w 12188965"/>
              <a:gd name="connsiteY12990" fmla="*/ 792988 h 2053176"/>
              <a:gd name="connsiteX12991" fmla="*/ 8012306 w 12188965"/>
              <a:gd name="connsiteY12991" fmla="*/ 818646 h 2053176"/>
              <a:gd name="connsiteX12992" fmla="*/ 7986648 w 12188965"/>
              <a:gd name="connsiteY12992" fmla="*/ 844305 h 2053176"/>
              <a:gd name="connsiteX12993" fmla="*/ 7960990 w 12188965"/>
              <a:gd name="connsiteY12993" fmla="*/ 818646 h 2053176"/>
              <a:gd name="connsiteX12994" fmla="*/ 7986648 w 12188965"/>
              <a:gd name="connsiteY12994" fmla="*/ 792988 h 2053176"/>
              <a:gd name="connsiteX12995" fmla="*/ 7858237 w 12188965"/>
              <a:gd name="connsiteY12995" fmla="*/ 792988 h 2053176"/>
              <a:gd name="connsiteX12996" fmla="*/ 7883895 w 12188965"/>
              <a:gd name="connsiteY12996" fmla="*/ 818646 h 2053176"/>
              <a:gd name="connsiteX12997" fmla="*/ 7858237 w 12188965"/>
              <a:gd name="connsiteY12997" fmla="*/ 844305 h 2053176"/>
              <a:gd name="connsiteX12998" fmla="*/ 7832578 w 12188965"/>
              <a:gd name="connsiteY12998" fmla="*/ 818646 h 2053176"/>
              <a:gd name="connsiteX12999" fmla="*/ 7858237 w 12188965"/>
              <a:gd name="connsiteY12999" fmla="*/ 792988 h 2053176"/>
              <a:gd name="connsiteX13000" fmla="*/ 7794032 w 12188965"/>
              <a:gd name="connsiteY13000" fmla="*/ 792988 h 2053176"/>
              <a:gd name="connsiteX13001" fmla="*/ 7819690 w 12188965"/>
              <a:gd name="connsiteY13001" fmla="*/ 818646 h 2053176"/>
              <a:gd name="connsiteX13002" fmla="*/ 7794032 w 12188965"/>
              <a:gd name="connsiteY13002" fmla="*/ 844305 h 2053176"/>
              <a:gd name="connsiteX13003" fmla="*/ 7768371 w 12188965"/>
              <a:gd name="connsiteY13003" fmla="*/ 818646 h 2053176"/>
              <a:gd name="connsiteX13004" fmla="*/ 7794032 w 12188965"/>
              <a:gd name="connsiteY13004" fmla="*/ 792988 h 2053176"/>
              <a:gd name="connsiteX13005" fmla="*/ 7665621 w 12188965"/>
              <a:gd name="connsiteY13005" fmla="*/ 792988 h 2053176"/>
              <a:gd name="connsiteX13006" fmla="*/ 7691279 w 12188965"/>
              <a:gd name="connsiteY13006" fmla="*/ 818646 h 2053176"/>
              <a:gd name="connsiteX13007" fmla="*/ 7665621 w 12188965"/>
              <a:gd name="connsiteY13007" fmla="*/ 844305 h 2053176"/>
              <a:gd name="connsiteX13008" fmla="*/ 7639963 w 12188965"/>
              <a:gd name="connsiteY13008" fmla="*/ 818646 h 2053176"/>
              <a:gd name="connsiteX13009" fmla="*/ 7665621 w 12188965"/>
              <a:gd name="connsiteY13009" fmla="*/ 792988 h 2053176"/>
              <a:gd name="connsiteX13010" fmla="*/ 7601299 w 12188965"/>
              <a:gd name="connsiteY13010" fmla="*/ 792988 h 2053176"/>
              <a:gd name="connsiteX13011" fmla="*/ 7626959 w 12188965"/>
              <a:gd name="connsiteY13011" fmla="*/ 818646 h 2053176"/>
              <a:gd name="connsiteX13012" fmla="*/ 7601299 w 12188965"/>
              <a:gd name="connsiteY13012" fmla="*/ 844305 h 2053176"/>
              <a:gd name="connsiteX13013" fmla="*/ 7575640 w 12188965"/>
              <a:gd name="connsiteY13013" fmla="*/ 818646 h 2053176"/>
              <a:gd name="connsiteX13014" fmla="*/ 7601299 w 12188965"/>
              <a:gd name="connsiteY13014" fmla="*/ 792988 h 2053176"/>
              <a:gd name="connsiteX13015" fmla="*/ 7537094 w 12188965"/>
              <a:gd name="connsiteY13015" fmla="*/ 792988 h 2053176"/>
              <a:gd name="connsiteX13016" fmla="*/ 7562752 w 12188965"/>
              <a:gd name="connsiteY13016" fmla="*/ 818646 h 2053176"/>
              <a:gd name="connsiteX13017" fmla="*/ 7537094 w 12188965"/>
              <a:gd name="connsiteY13017" fmla="*/ 844305 h 2053176"/>
              <a:gd name="connsiteX13018" fmla="*/ 7511436 w 12188965"/>
              <a:gd name="connsiteY13018" fmla="*/ 818646 h 2053176"/>
              <a:gd name="connsiteX13019" fmla="*/ 7537094 w 12188965"/>
              <a:gd name="connsiteY13019" fmla="*/ 792988 h 2053176"/>
              <a:gd name="connsiteX13020" fmla="*/ 7151863 w 12188965"/>
              <a:gd name="connsiteY13020" fmla="*/ 792988 h 2053176"/>
              <a:gd name="connsiteX13021" fmla="*/ 7177521 w 12188965"/>
              <a:gd name="connsiteY13021" fmla="*/ 818646 h 2053176"/>
              <a:gd name="connsiteX13022" fmla="*/ 7151863 w 12188965"/>
              <a:gd name="connsiteY13022" fmla="*/ 844305 h 2053176"/>
              <a:gd name="connsiteX13023" fmla="*/ 7126205 w 12188965"/>
              <a:gd name="connsiteY13023" fmla="*/ 818646 h 2053176"/>
              <a:gd name="connsiteX13024" fmla="*/ 7151863 w 12188965"/>
              <a:gd name="connsiteY13024" fmla="*/ 792988 h 2053176"/>
              <a:gd name="connsiteX13025" fmla="*/ 6895043 w 12188965"/>
              <a:gd name="connsiteY13025" fmla="*/ 792988 h 2053176"/>
              <a:gd name="connsiteX13026" fmla="*/ 6920701 w 12188965"/>
              <a:gd name="connsiteY13026" fmla="*/ 818646 h 2053176"/>
              <a:gd name="connsiteX13027" fmla="*/ 6895043 w 12188965"/>
              <a:gd name="connsiteY13027" fmla="*/ 844305 h 2053176"/>
              <a:gd name="connsiteX13028" fmla="*/ 6869382 w 12188965"/>
              <a:gd name="connsiteY13028" fmla="*/ 818646 h 2053176"/>
              <a:gd name="connsiteX13029" fmla="*/ 6895043 w 12188965"/>
              <a:gd name="connsiteY13029" fmla="*/ 792988 h 2053176"/>
              <a:gd name="connsiteX13030" fmla="*/ 5615066 w 12188965"/>
              <a:gd name="connsiteY13030" fmla="*/ 792988 h 2053176"/>
              <a:gd name="connsiteX13031" fmla="*/ 5640726 w 12188965"/>
              <a:gd name="connsiteY13031" fmla="*/ 818646 h 2053176"/>
              <a:gd name="connsiteX13032" fmla="*/ 5615066 w 12188965"/>
              <a:gd name="connsiteY13032" fmla="*/ 844305 h 2053176"/>
              <a:gd name="connsiteX13033" fmla="*/ 5589407 w 12188965"/>
              <a:gd name="connsiteY13033" fmla="*/ 818646 h 2053176"/>
              <a:gd name="connsiteX13034" fmla="*/ 5615066 w 12188965"/>
              <a:gd name="connsiteY13034" fmla="*/ 792988 h 2053176"/>
              <a:gd name="connsiteX13035" fmla="*/ 5486655 w 12188965"/>
              <a:gd name="connsiteY13035" fmla="*/ 792988 h 2053176"/>
              <a:gd name="connsiteX13036" fmla="*/ 5512316 w 12188965"/>
              <a:gd name="connsiteY13036" fmla="*/ 818646 h 2053176"/>
              <a:gd name="connsiteX13037" fmla="*/ 5486655 w 12188965"/>
              <a:gd name="connsiteY13037" fmla="*/ 844305 h 2053176"/>
              <a:gd name="connsiteX13038" fmla="*/ 5460997 w 12188965"/>
              <a:gd name="connsiteY13038" fmla="*/ 818646 h 2053176"/>
              <a:gd name="connsiteX13039" fmla="*/ 5486655 w 12188965"/>
              <a:gd name="connsiteY13039" fmla="*/ 792988 h 2053176"/>
              <a:gd name="connsiteX13040" fmla="*/ 4972896 w 12188965"/>
              <a:gd name="connsiteY13040" fmla="*/ 792988 h 2053176"/>
              <a:gd name="connsiteX13041" fmla="*/ 4998557 w 12188965"/>
              <a:gd name="connsiteY13041" fmla="*/ 818646 h 2053176"/>
              <a:gd name="connsiteX13042" fmla="*/ 4972896 w 12188965"/>
              <a:gd name="connsiteY13042" fmla="*/ 844305 h 2053176"/>
              <a:gd name="connsiteX13043" fmla="*/ 4947240 w 12188965"/>
              <a:gd name="connsiteY13043" fmla="*/ 818646 h 2053176"/>
              <a:gd name="connsiteX13044" fmla="*/ 4972896 w 12188965"/>
              <a:gd name="connsiteY13044" fmla="*/ 792988 h 2053176"/>
              <a:gd name="connsiteX13045" fmla="*/ 4908693 w 12188965"/>
              <a:gd name="connsiteY13045" fmla="*/ 792988 h 2053176"/>
              <a:gd name="connsiteX13046" fmla="*/ 4934352 w 12188965"/>
              <a:gd name="connsiteY13046" fmla="*/ 818646 h 2053176"/>
              <a:gd name="connsiteX13047" fmla="*/ 4908693 w 12188965"/>
              <a:gd name="connsiteY13047" fmla="*/ 844305 h 2053176"/>
              <a:gd name="connsiteX13048" fmla="*/ 4883033 w 12188965"/>
              <a:gd name="connsiteY13048" fmla="*/ 818646 h 2053176"/>
              <a:gd name="connsiteX13049" fmla="*/ 4908693 w 12188965"/>
              <a:gd name="connsiteY13049" fmla="*/ 792988 h 2053176"/>
              <a:gd name="connsiteX13050" fmla="*/ 4651872 w 12188965"/>
              <a:gd name="connsiteY13050" fmla="*/ 792988 h 2053176"/>
              <a:gd name="connsiteX13051" fmla="*/ 4677531 w 12188965"/>
              <a:gd name="connsiteY13051" fmla="*/ 818646 h 2053176"/>
              <a:gd name="connsiteX13052" fmla="*/ 4651872 w 12188965"/>
              <a:gd name="connsiteY13052" fmla="*/ 844305 h 2053176"/>
              <a:gd name="connsiteX13053" fmla="*/ 4626213 w 12188965"/>
              <a:gd name="connsiteY13053" fmla="*/ 818646 h 2053176"/>
              <a:gd name="connsiteX13054" fmla="*/ 4651872 w 12188965"/>
              <a:gd name="connsiteY13054" fmla="*/ 792988 h 2053176"/>
              <a:gd name="connsiteX13055" fmla="*/ 4395050 w 12188965"/>
              <a:gd name="connsiteY13055" fmla="*/ 792988 h 2053176"/>
              <a:gd name="connsiteX13056" fmla="*/ 4420710 w 12188965"/>
              <a:gd name="connsiteY13056" fmla="*/ 818646 h 2053176"/>
              <a:gd name="connsiteX13057" fmla="*/ 4395050 w 12188965"/>
              <a:gd name="connsiteY13057" fmla="*/ 844305 h 2053176"/>
              <a:gd name="connsiteX13058" fmla="*/ 4369391 w 12188965"/>
              <a:gd name="connsiteY13058" fmla="*/ 818646 h 2053176"/>
              <a:gd name="connsiteX13059" fmla="*/ 4395050 w 12188965"/>
              <a:gd name="connsiteY13059" fmla="*/ 792988 h 2053176"/>
              <a:gd name="connsiteX13060" fmla="*/ 2853890 w 12188965"/>
              <a:gd name="connsiteY13060" fmla="*/ 792988 h 2053176"/>
              <a:gd name="connsiteX13061" fmla="*/ 2879550 w 12188965"/>
              <a:gd name="connsiteY13061" fmla="*/ 818646 h 2053176"/>
              <a:gd name="connsiteX13062" fmla="*/ 2853890 w 12188965"/>
              <a:gd name="connsiteY13062" fmla="*/ 844305 h 2053176"/>
              <a:gd name="connsiteX13063" fmla="*/ 2828231 w 12188965"/>
              <a:gd name="connsiteY13063" fmla="*/ 818646 h 2053176"/>
              <a:gd name="connsiteX13064" fmla="*/ 2853890 w 12188965"/>
              <a:gd name="connsiteY13064" fmla="*/ 792988 h 2053176"/>
              <a:gd name="connsiteX13065" fmla="*/ 2340249 w 12188965"/>
              <a:gd name="connsiteY13065" fmla="*/ 792988 h 2053176"/>
              <a:gd name="connsiteX13066" fmla="*/ 2365908 w 12188965"/>
              <a:gd name="connsiteY13066" fmla="*/ 818646 h 2053176"/>
              <a:gd name="connsiteX13067" fmla="*/ 2340249 w 12188965"/>
              <a:gd name="connsiteY13067" fmla="*/ 844305 h 2053176"/>
              <a:gd name="connsiteX13068" fmla="*/ 2314590 w 12188965"/>
              <a:gd name="connsiteY13068" fmla="*/ 818646 h 2053176"/>
              <a:gd name="connsiteX13069" fmla="*/ 2340249 w 12188965"/>
              <a:gd name="connsiteY13069" fmla="*/ 792988 h 2053176"/>
              <a:gd name="connsiteX13070" fmla="*/ 2276044 w 12188965"/>
              <a:gd name="connsiteY13070" fmla="*/ 792988 h 2053176"/>
              <a:gd name="connsiteX13071" fmla="*/ 2301702 w 12188965"/>
              <a:gd name="connsiteY13071" fmla="*/ 818646 h 2053176"/>
              <a:gd name="connsiteX13072" fmla="*/ 2276044 w 12188965"/>
              <a:gd name="connsiteY13072" fmla="*/ 844305 h 2053176"/>
              <a:gd name="connsiteX13073" fmla="*/ 2250385 w 12188965"/>
              <a:gd name="connsiteY13073" fmla="*/ 818646 h 2053176"/>
              <a:gd name="connsiteX13074" fmla="*/ 2276044 w 12188965"/>
              <a:gd name="connsiteY13074" fmla="*/ 792988 h 2053176"/>
              <a:gd name="connsiteX13075" fmla="*/ 2147633 w 12188965"/>
              <a:gd name="connsiteY13075" fmla="*/ 792988 h 2053176"/>
              <a:gd name="connsiteX13076" fmla="*/ 2173293 w 12188965"/>
              <a:gd name="connsiteY13076" fmla="*/ 818646 h 2053176"/>
              <a:gd name="connsiteX13077" fmla="*/ 2147633 w 12188965"/>
              <a:gd name="connsiteY13077" fmla="*/ 844305 h 2053176"/>
              <a:gd name="connsiteX13078" fmla="*/ 2121975 w 12188965"/>
              <a:gd name="connsiteY13078" fmla="*/ 818646 h 2053176"/>
              <a:gd name="connsiteX13079" fmla="*/ 2147633 w 12188965"/>
              <a:gd name="connsiteY13079" fmla="*/ 792988 h 2053176"/>
              <a:gd name="connsiteX13080" fmla="*/ 2083427 w 12188965"/>
              <a:gd name="connsiteY13080" fmla="*/ 792988 h 2053176"/>
              <a:gd name="connsiteX13081" fmla="*/ 2109087 w 12188965"/>
              <a:gd name="connsiteY13081" fmla="*/ 818646 h 2053176"/>
              <a:gd name="connsiteX13082" fmla="*/ 2083427 w 12188965"/>
              <a:gd name="connsiteY13082" fmla="*/ 844305 h 2053176"/>
              <a:gd name="connsiteX13083" fmla="*/ 2057768 w 12188965"/>
              <a:gd name="connsiteY13083" fmla="*/ 818646 h 2053176"/>
              <a:gd name="connsiteX13084" fmla="*/ 2083427 w 12188965"/>
              <a:gd name="connsiteY13084" fmla="*/ 792988 h 2053176"/>
              <a:gd name="connsiteX13085" fmla="*/ 1955016 w 12188965"/>
              <a:gd name="connsiteY13085" fmla="*/ 792988 h 2053176"/>
              <a:gd name="connsiteX13086" fmla="*/ 1980676 w 12188965"/>
              <a:gd name="connsiteY13086" fmla="*/ 818646 h 2053176"/>
              <a:gd name="connsiteX13087" fmla="*/ 1955016 w 12188965"/>
              <a:gd name="connsiteY13087" fmla="*/ 844305 h 2053176"/>
              <a:gd name="connsiteX13088" fmla="*/ 1929358 w 12188965"/>
              <a:gd name="connsiteY13088" fmla="*/ 818646 h 2053176"/>
              <a:gd name="connsiteX13089" fmla="*/ 1955016 w 12188965"/>
              <a:gd name="connsiteY13089" fmla="*/ 792988 h 2053176"/>
              <a:gd name="connsiteX13090" fmla="*/ 1890696 w 12188965"/>
              <a:gd name="connsiteY13090" fmla="*/ 792988 h 2053176"/>
              <a:gd name="connsiteX13091" fmla="*/ 1916355 w 12188965"/>
              <a:gd name="connsiteY13091" fmla="*/ 818646 h 2053176"/>
              <a:gd name="connsiteX13092" fmla="*/ 1890696 w 12188965"/>
              <a:gd name="connsiteY13092" fmla="*/ 844305 h 2053176"/>
              <a:gd name="connsiteX13093" fmla="*/ 1865037 w 12188965"/>
              <a:gd name="connsiteY13093" fmla="*/ 818646 h 2053176"/>
              <a:gd name="connsiteX13094" fmla="*/ 1890696 w 12188965"/>
              <a:gd name="connsiteY13094" fmla="*/ 792988 h 2053176"/>
              <a:gd name="connsiteX13095" fmla="*/ 1826490 w 12188965"/>
              <a:gd name="connsiteY13095" fmla="*/ 792988 h 2053176"/>
              <a:gd name="connsiteX13096" fmla="*/ 1852149 w 12188965"/>
              <a:gd name="connsiteY13096" fmla="*/ 818646 h 2053176"/>
              <a:gd name="connsiteX13097" fmla="*/ 1826490 w 12188965"/>
              <a:gd name="connsiteY13097" fmla="*/ 844305 h 2053176"/>
              <a:gd name="connsiteX13098" fmla="*/ 1800830 w 12188965"/>
              <a:gd name="connsiteY13098" fmla="*/ 818646 h 2053176"/>
              <a:gd name="connsiteX13099" fmla="*/ 1826490 w 12188965"/>
              <a:gd name="connsiteY13099" fmla="*/ 792988 h 2053176"/>
              <a:gd name="connsiteX13100" fmla="*/ 1441258 w 12188965"/>
              <a:gd name="connsiteY13100" fmla="*/ 792988 h 2053176"/>
              <a:gd name="connsiteX13101" fmla="*/ 1466917 w 12188965"/>
              <a:gd name="connsiteY13101" fmla="*/ 818646 h 2053176"/>
              <a:gd name="connsiteX13102" fmla="*/ 1441258 w 12188965"/>
              <a:gd name="connsiteY13102" fmla="*/ 844305 h 2053176"/>
              <a:gd name="connsiteX13103" fmla="*/ 1415599 w 12188965"/>
              <a:gd name="connsiteY13103" fmla="*/ 818646 h 2053176"/>
              <a:gd name="connsiteX13104" fmla="*/ 1441258 w 12188965"/>
              <a:gd name="connsiteY13104" fmla="*/ 792988 h 2053176"/>
              <a:gd name="connsiteX13105" fmla="*/ 1184437 w 12188965"/>
              <a:gd name="connsiteY13105" fmla="*/ 792988 h 2053176"/>
              <a:gd name="connsiteX13106" fmla="*/ 1210096 w 12188965"/>
              <a:gd name="connsiteY13106" fmla="*/ 818646 h 2053176"/>
              <a:gd name="connsiteX13107" fmla="*/ 1184437 w 12188965"/>
              <a:gd name="connsiteY13107" fmla="*/ 844305 h 2053176"/>
              <a:gd name="connsiteX13108" fmla="*/ 1158780 w 12188965"/>
              <a:gd name="connsiteY13108" fmla="*/ 818646 h 2053176"/>
              <a:gd name="connsiteX13109" fmla="*/ 1184437 w 12188965"/>
              <a:gd name="connsiteY13109" fmla="*/ 792988 h 2053176"/>
              <a:gd name="connsiteX13110" fmla="*/ 11970691 w 12188965"/>
              <a:gd name="connsiteY13110" fmla="*/ 738651 h 2053176"/>
              <a:gd name="connsiteX13111" fmla="*/ 11983579 w 12188965"/>
              <a:gd name="connsiteY13111" fmla="*/ 751539 h 2053176"/>
              <a:gd name="connsiteX13112" fmla="*/ 11970691 w 12188965"/>
              <a:gd name="connsiteY13112" fmla="*/ 764426 h 2053176"/>
              <a:gd name="connsiteX13113" fmla="*/ 11957803 w 12188965"/>
              <a:gd name="connsiteY13113" fmla="*/ 751539 h 2053176"/>
              <a:gd name="connsiteX13114" fmla="*/ 11970691 w 12188965"/>
              <a:gd name="connsiteY13114" fmla="*/ 738651 h 2053176"/>
              <a:gd name="connsiteX13115" fmla="*/ 11454081 w 12188965"/>
              <a:gd name="connsiteY13115" fmla="*/ 738651 h 2053176"/>
              <a:gd name="connsiteX13116" fmla="*/ 11466969 w 12188965"/>
              <a:gd name="connsiteY13116" fmla="*/ 751539 h 2053176"/>
              <a:gd name="connsiteX13117" fmla="*/ 11454081 w 12188965"/>
              <a:gd name="connsiteY13117" fmla="*/ 764426 h 2053176"/>
              <a:gd name="connsiteX13118" fmla="*/ 11441194 w 12188965"/>
              <a:gd name="connsiteY13118" fmla="*/ 751539 h 2053176"/>
              <a:gd name="connsiteX13119" fmla="*/ 11454081 w 12188965"/>
              <a:gd name="connsiteY13119" fmla="*/ 738651 h 2053176"/>
              <a:gd name="connsiteX13120" fmla="*/ 11325553 w 12188965"/>
              <a:gd name="connsiteY13120" fmla="*/ 738651 h 2053176"/>
              <a:gd name="connsiteX13121" fmla="*/ 11338441 w 12188965"/>
              <a:gd name="connsiteY13121" fmla="*/ 751539 h 2053176"/>
              <a:gd name="connsiteX13122" fmla="*/ 11325553 w 12188965"/>
              <a:gd name="connsiteY13122" fmla="*/ 764426 h 2053176"/>
              <a:gd name="connsiteX13123" fmla="*/ 11312667 w 12188965"/>
              <a:gd name="connsiteY13123" fmla="*/ 751539 h 2053176"/>
              <a:gd name="connsiteX13124" fmla="*/ 11325553 w 12188965"/>
              <a:gd name="connsiteY13124" fmla="*/ 738651 h 2053176"/>
              <a:gd name="connsiteX13125" fmla="*/ 11133055 w 12188965"/>
              <a:gd name="connsiteY13125" fmla="*/ 738651 h 2053176"/>
              <a:gd name="connsiteX13126" fmla="*/ 11145943 w 12188965"/>
              <a:gd name="connsiteY13126" fmla="*/ 751539 h 2053176"/>
              <a:gd name="connsiteX13127" fmla="*/ 11133055 w 12188965"/>
              <a:gd name="connsiteY13127" fmla="*/ 764426 h 2053176"/>
              <a:gd name="connsiteX13128" fmla="*/ 11120167 w 12188965"/>
              <a:gd name="connsiteY13128" fmla="*/ 751539 h 2053176"/>
              <a:gd name="connsiteX13129" fmla="*/ 11133055 w 12188965"/>
              <a:gd name="connsiteY13129" fmla="*/ 738651 h 2053176"/>
              <a:gd name="connsiteX13130" fmla="*/ 10940324 w 12188965"/>
              <a:gd name="connsiteY13130" fmla="*/ 738651 h 2053176"/>
              <a:gd name="connsiteX13131" fmla="*/ 10953209 w 12188965"/>
              <a:gd name="connsiteY13131" fmla="*/ 751539 h 2053176"/>
              <a:gd name="connsiteX13132" fmla="*/ 10940324 w 12188965"/>
              <a:gd name="connsiteY13132" fmla="*/ 764426 h 2053176"/>
              <a:gd name="connsiteX13133" fmla="*/ 10927436 w 12188965"/>
              <a:gd name="connsiteY13133" fmla="*/ 751539 h 2053176"/>
              <a:gd name="connsiteX13134" fmla="*/ 10940324 w 12188965"/>
              <a:gd name="connsiteY13134" fmla="*/ 738651 h 2053176"/>
              <a:gd name="connsiteX13135" fmla="*/ 10555092 w 12188965"/>
              <a:gd name="connsiteY13135" fmla="*/ 738651 h 2053176"/>
              <a:gd name="connsiteX13136" fmla="*/ 10567978 w 12188965"/>
              <a:gd name="connsiteY13136" fmla="*/ 751539 h 2053176"/>
              <a:gd name="connsiteX13137" fmla="*/ 10555092 w 12188965"/>
              <a:gd name="connsiteY13137" fmla="*/ 764426 h 2053176"/>
              <a:gd name="connsiteX13138" fmla="*/ 10542204 w 12188965"/>
              <a:gd name="connsiteY13138" fmla="*/ 751539 h 2053176"/>
              <a:gd name="connsiteX13139" fmla="*/ 10555092 w 12188965"/>
              <a:gd name="connsiteY13139" fmla="*/ 738651 h 2053176"/>
              <a:gd name="connsiteX13140" fmla="*/ 10233947 w 12188965"/>
              <a:gd name="connsiteY13140" fmla="*/ 738651 h 2053176"/>
              <a:gd name="connsiteX13141" fmla="*/ 10246835 w 12188965"/>
              <a:gd name="connsiteY13141" fmla="*/ 751539 h 2053176"/>
              <a:gd name="connsiteX13142" fmla="*/ 10233947 w 12188965"/>
              <a:gd name="connsiteY13142" fmla="*/ 764426 h 2053176"/>
              <a:gd name="connsiteX13143" fmla="*/ 10221059 w 12188965"/>
              <a:gd name="connsiteY13143" fmla="*/ 751539 h 2053176"/>
              <a:gd name="connsiteX13144" fmla="*/ 10233947 w 12188965"/>
              <a:gd name="connsiteY13144" fmla="*/ 738651 h 2053176"/>
              <a:gd name="connsiteX13145" fmla="*/ 10105654 w 12188965"/>
              <a:gd name="connsiteY13145" fmla="*/ 738651 h 2053176"/>
              <a:gd name="connsiteX13146" fmla="*/ 10118542 w 12188965"/>
              <a:gd name="connsiteY13146" fmla="*/ 751539 h 2053176"/>
              <a:gd name="connsiteX13147" fmla="*/ 10105654 w 12188965"/>
              <a:gd name="connsiteY13147" fmla="*/ 764426 h 2053176"/>
              <a:gd name="connsiteX13148" fmla="*/ 10092766 w 12188965"/>
              <a:gd name="connsiteY13148" fmla="*/ 751539 h 2053176"/>
              <a:gd name="connsiteX13149" fmla="*/ 10105654 w 12188965"/>
              <a:gd name="connsiteY13149" fmla="*/ 738651 h 2053176"/>
              <a:gd name="connsiteX13150" fmla="*/ 9720307 w 12188965"/>
              <a:gd name="connsiteY13150" fmla="*/ 738651 h 2053176"/>
              <a:gd name="connsiteX13151" fmla="*/ 9733193 w 12188965"/>
              <a:gd name="connsiteY13151" fmla="*/ 751539 h 2053176"/>
              <a:gd name="connsiteX13152" fmla="*/ 9720307 w 12188965"/>
              <a:gd name="connsiteY13152" fmla="*/ 764426 h 2053176"/>
              <a:gd name="connsiteX13153" fmla="*/ 9707419 w 12188965"/>
              <a:gd name="connsiteY13153" fmla="*/ 751539 h 2053176"/>
              <a:gd name="connsiteX13154" fmla="*/ 9720307 w 12188965"/>
              <a:gd name="connsiteY13154" fmla="*/ 738651 h 2053176"/>
              <a:gd name="connsiteX13155" fmla="*/ 9463485 w 12188965"/>
              <a:gd name="connsiteY13155" fmla="*/ 738651 h 2053176"/>
              <a:gd name="connsiteX13156" fmla="*/ 9476373 w 12188965"/>
              <a:gd name="connsiteY13156" fmla="*/ 751539 h 2053176"/>
              <a:gd name="connsiteX13157" fmla="*/ 9463485 w 12188965"/>
              <a:gd name="connsiteY13157" fmla="*/ 764426 h 2053176"/>
              <a:gd name="connsiteX13158" fmla="*/ 9450597 w 12188965"/>
              <a:gd name="connsiteY13158" fmla="*/ 751539 h 2053176"/>
              <a:gd name="connsiteX13159" fmla="*/ 9463485 w 12188965"/>
              <a:gd name="connsiteY13159" fmla="*/ 738651 h 2053176"/>
              <a:gd name="connsiteX13160" fmla="*/ 9078138 w 12188965"/>
              <a:gd name="connsiteY13160" fmla="*/ 738651 h 2053176"/>
              <a:gd name="connsiteX13161" fmla="*/ 9091023 w 12188965"/>
              <a:gd name="connsiteY13161" fmla="*/ 751539 h 2053176"/>
              <a:gd name="connsiteX13162" fmla="*/ 9078138 w 12188965"/>
              <a:gd name="connsiteY13162" fmla="*/ 764426 h 2053176"/>
              <a:gd name="connsiteX13163" fmla="*/ 9065250 w 12188965"/>
              <a:gd name="connsiteY13163" fmla="*/ 751539 h 2053176"/>
              <a:gd name="connsiteX13164" fmla="*/ 9078138 w 12188965"/>
              <a:gd name="connsiteY13164" fmla="*/ 738651 h 2053176"/>
              <a:gd name="connsiteX13165" fmla="*/ 7216067 w 12188965"/>
              <a:gd name="connsiteY13165" fmla="*/ 738651 h 2053176"/>
              <a:gd name="connsiteX13166" fmla="*/ 7228955 w 12188965"/>
              <a:gd name="connsiteY13166" fmla="*/ 751539 h 2053176"/>
              <a:gd name="connsiteX13167" fmla="*/ 7216067 w 12188965"/>
              <a:gd name="connsiteY13167" fmla="*/ 764426 h 2053176"/>
              <a:gd name="connsiteX13168" fmla="*/ 7203179 w 12188965"/>
              <a:gd name="connsiteY13168" fmla="*/ 751539 h 2053176"/>
              <a:gd name="connsiteX13169" fmla="*/ 7216067 w 12188965"/>
              <a:gd name="connsiteY13169" fmla="*/ 738651 h 2053176"/>
              <a:gd name="connsiteX13170" fmla="*/ 7151863 w 12188965"/>
              <a:gd name="connsiteY13170" fmla="*/ 738651 h 2053176"/>
              <a:gd name="connsiteX13171" fmla="*/ 7164751 w 12188965"/>
              <a:gd name="connsiteY13171" fmla="*/ 751539 h 2053176"/>
              <a:gd name="connsiteX13172" fmla="*/ 7151863 w 12188965"/>
              <a:gd name="connsiteY13172" fmla="*/ 764426 h 2053176"/>
              <a:gd name="connsiteX13173" fmla="*/ 7138975 w 12188965"/>
              <a:gd name="connsiteY13173" fmla="*/ 751539 h 2053176"/>
              <a:gd name="connsiteX13174" fmla="*/ 7151863 w 12188965"/>
              <a:gd name="connsiteY13174" fmla="*/ 738651 h 2053176"/>
              <a:gd name="connsiteX13175" fmla="*/ 6894925 w 12188965"/>
              <a:gd name="connsiteY13175" fmla="*/ 738651 h 2053176"/>
              <a:gd name="connsiteX13176" fmla="*/ 6907813 w 12188965"/>
              <a:gd name="connsiteY13176" fmla="*/ 751539 h 2053176"/>
              <a:gd name="connsiteX13177" fmla="*/ 6894925 w 12188965"/>
              <a:gd name="connsiteY13177" fmla="*/ 764426 h 2053176"/>
              <a:gd name="connsiteX13178" fmla="*/ 6882040 w 12188965"/>
              <a:gd name="connsiteY13178" fmla="*/ 751539 h 2053176"/>
              <a:gd name="connsiteX13179" fmla="*/ 6894925 w 12188965"/>
              <a:gd name="connsiteY13179" fmla="*/ 738651 h 2053176"/>
              <a:gd name="connsiteX13180" fmla="*/ 6252873 w 12188965"/>
              <a:gd name="connsiteY13180" fmla="*/ 738651 h 2053176"/>
              <a:gd name="connsiteX13181" fmla="*/ 6265761 w 12188965"/>
              <a:gd name="connsiteY13181" fmla="*/ 751539 h 2053176"/>
              <a:gd name="connsiteX13182" fmla="*/ 6252873 w 12188965"/>
              <a:gd name="connsiteY13182" fmla="*/ 764426 h 2053176"/>
              <a:gd name="connsiteX13183" fmla="*/ 6239985 w 12188965"/>
              <a:gd name="connsiteY13183" fmla="*/ 751539 h 2053176"/>
              <a:gd name="connsiteX13184" fmla="*/ 6252873 w 12188965"/>
              <a:gd name="connsiteY13184" fmla="*/ 738651 h 2053176"/>
              <a:gd name="connsiteX13185" fmla="*/ 5743477 w 12188965"/>
              <a:gd name="connsiteY13185" fmla="*/ 738651 h 2053176"/>
              <a:gd name="connsiteX13186" fmla="*/ 5756364 w 12188965"/>
              <a:gd name="connsiteY13186" fmla="*/ 751539 h 2053176"/>
              <a:gd name="connsiteX13187" fmla="*/ 5743477 w 12188965"/>
              <a:gd name="connsiteY13187" fmla="*/ 764426 h 2053176"/>
              <a:gd name="connsiteX13188" fmla="*/ 5730590 w 12188965"/>
              <a:gd name="connsiteY13188" fmla="*/ 751539 h 2053176"/>
              <a:gd name="connsiteX13189" fmla="*/ 5743477 w 12188965"/>
              <a:gd name="connsiteY13189" fmla="*/ 738651 h 2053176"/>
              <a:gd name="connsiteX13190" fmla="*/ 5614950 w 12188965"/>
              <a:gd name="connsiteY13190" fmla="*/ 738651 h 2053176"/>
              <a:gd name="connsiteX13191" fmla="*/ 5627837 w 12188965"/>
              <a:gd name="connsiteY13191" fmla="*/ 751539 h 2053176"/>
              <a:gd name="connsiteX13192" fmla="*/ 5614950 w 12188965"/>
              <a:gd name="connsiteY13192" fmla="*/ 764426 h 2053176"/>
              <a:gd name="connsiteX13193" fmla="*/ 5602062 w 12188965"/>
              <a:gd name="connsiteY13193" fmla="*/ 751539 h 2053176"/>
              <a:gd name="connsiteX13194" fmla="*/ 5614950 w 12188965"/>
              <a:gd name="connsiteY13194" fmla="*/ 738651 h 2053176"/>
              <a:gd name="connsiteX13195" fmla="*/ 5422451 w 12188965"/>
              <a:gd name="connsiteY13195" fmla="*/ 738651 h 2053176"/>
              <a:gd name="connsiteX13196" fmla="*/ 5435339 w 12188965"/>
              <a:gd name="connsiteY13196" fmla="*/ 751539 h 2053176"/>
              <a:gd name="connsiteX13197" fmla="*/ 5422451 w 12188965"/>
              <a:gd name="connsiteY13197" fmla="*/ 764426 h 2053176"/>
              <a:gd name="connsiteX13198" fmla="*/ 5409564 w 12188965"/>
              <a:gd name="connsiteY13198" fmla="*/ 751539 h 2053176"/>
              <a:gd name="connsiteX13199" fmla="*/ 5422451 w 12188965"/>
              <a:gd name="connsiteY13199" fmla="*/ 738651 h 2053176"/>
              <a:gd name="connsiteX13200" fmla="*/ 5229719 w 12188965"/>
              <a:gd name="connsiteY13200" fmla="*/ 738651 h 2053176"/>
              <a:gd name="connsiteX13201" fmla="*/ 5242606 w 12188965"/>
              <a:gd name="connsiteY13201" fmla="*/ 751539 h 2053176"/>
              <a:gd name="connsiteX13202" fmla="*/ 5229719 w 12188965"/>
              <a:gd name="connsiteY13202" fmla="*/ 764426 h 2053176"/>
              <a:gd name="connsiteX13203" fmla="*/ 5216831 w 12188965"/>
              <a:gd name="connsiteY13203" fmla="*/ 751539 h 2053176"/>
              <a:gd name="connsiteX13204" fmla="*/ 5229719 w 12188965"/>
              <a:gd name="connsiteY13204" fmla="*/ 738651 h 2053176"/>
              <a:gd name="connsiteX13205" fmla="*/ 4844487 w 12188965"/>
              <a:gd name="connsiteY13205" fmla="*/ 738651 h 2053176"/>
              <a:gd name="connsiteX13206" fmla="*/ 4857374 w 12188965"/>
              <a:gd name="connsiteY13206" fmla="*/ 751539 h 2053176"/>
              <a:gd name="connsiteX13207" fmla="*/ 4844487 w 12188965"/>
              <a:gd name="connsiteY13207" fmla="*/ 764426 h 2053176"/>
              <a:gd name="connsiteX13208" fmla="*/ 4831598 w 12188965"/>
              <a:gd name="connsiteY13208" fmla="*/ 751539 h 2053176"/>
              <a:gd name="connsiteX13209" fmla="*/ 4844487 w 12188965"/>
              <a:gd name="connsiteY13209" fmla="*/ 738651 h 2053176"/>
              <a:gd name="connsiteX13210" fmla="*/ 4523345 w 12188965"/>
              <a:gd name="connsiteY13210" fmla="*/ 738651 h 2053176"/>
              <a:gd name="connsiteX13211" fmla="*/ 4536233 w 12188965"/>
              <a:gd name="connsiteY13211" fmla="*/ 751539 h 2053176"/>
              <a:gd name="connsiteX13212" fmla="*/ 4523345 w 12188965"/>
              <a:gd name="connsiteY13212" fmla="*/ 764426 h 2053176"/>
              <a:gd name="connsiteX13213" fmla="*/ 4510457 w 12188965"/>
              <a:gd name="connsiteY13213" fmla="*/ 751539 h 2053176"/>
              <a:gd name="connsiteX13214" fmla="*/ 4523345 w 12188965"/>
              <a:gd name="connsiteY13214" fmla="*/ 738651 h 2053176"/>
              <a:gd name="connsiteX13215" fmla="*/ 4395050 w 12188965"/>
              <a:gd name="connsiteY13215" fmla="*/ 738651 h 2053176"/>
              <a:gd name="connsiteX13216" fmla="*/ 4407938 w 12188965"/>
              <a:gd name="connsiteY13216" fmla="*/ 751539 h 2053176"/>
              <a:gd name="connsiteX13217" fmla="*/ 4395050 w 12188965"/>
              <a:gd name="connsiteY13217" fmla="*/ 764426 h 2053176"/>
              <a:gd name="connsiteX13218" fmla="*/ 4382162 w 12188965"/>
              <a:gd name="connsiteY13218" fmla="*/ 751539 h 2053176"/>
              <a:gd name="connsiteX13219" fmla="*/ 4395050 w 12188965"/>
              <a:gd name="connsiteY13219" fmla="*/ 738651 h 2053176"/>
              <a:gd name="connsiteX13220" fmla="*/ 4009702 w 12188965"/>
              <a:gd name="connsiteY13220" fmla="*/ 738651 h 2053176"/>
              <a:gd name="connsiteX13221" fmla="*/ 4022589 w 12188965"/>
              <a:gd name="connsiteY13221" fmla="*/ 751539 h 2053176"/>
              <a:gd name="connsiteX13222" fmla="*/ 4009702 w 12188965"/>
              <a:gd name="connsiteY13222" fmla="*/ 764426 h 2053176"/>
              <a:gd name="connsiteX13223" fmla="*/ 3996814 w 12188965"/>
              <a:gd name="connsiteY13223" fmla="*/ 751539 h 2053176"/>
              <a:gd name="connsiteX13224" fmla="*/ 4009702 w 12188965"/>
              <a:gd name="connsiteY13224" fmla="*/ 738651 h 2053176"/>
              <a:gd name="connsiteX13225" fmla="*/ 3752882 w 12188965"/>
              <a:gd name="connsiteY13225" fmla="*/ 738651 h 2053176"/>
              <a:gd name="connsiteX13226" fmla="*/ 3765770 w 12188965"/>
              <a:gd name="connsiteY13226" fmla="*/ 751539 h 2053176"/>
              <a:gd name="connsiteX13227" fmla="*/ 3752882 w 12188965"/>
              <a:gd name="connsiteY13227" fmla="*/ 764426 h 2053176"/>
              <a:gd name="connsiteX13228" fmla="*/ 3739993 w 12188965"/>
              <a:gd name="connsiteY13228" fmla="*/ 751539 h 2053176"/>
              <a:gd name="connsiteX13229" fmla="*/ 3752882 w 12188965"/>
              <a:gd name="connsiteY13229" fmla="*/ 738651 h 2053176"/>
              <a:gd name="connsiteX13230" fmla="*/ 3367532 w 12188965"/>
              <a:gd name="connsiteY13230" fmla="*/ 738651 h 2053176"/>
              <a:gd name="connsiteX13231" fmla="*/ 3380421 w 12188965"/>
              <a:gd name="connsiteY13231" fmla="*/ 751539 h 2053176"/>
              <a:gd name="connsiteX13232" fmla="*/ 3367532 w 12188965"/>
              <a:gd name="connsiteY13232" fmla="*/ 764426 h 2053176"/>
              <a:gd name="connsiteX13233" fmla="*/ 3354645 w 12188965"/>
              <a:gd name="connsiteY13233" fmla="*/ 751539 h 2053176"/>
              <a:gd name="connsiteX13234" fmla="*/ 3367532 w 12188965"/>
              <a:gd name="connsiteY13234" fmla="*/ 738651 h 2053176"/>
              <a:gd name="connsiteX13235" fmla="*/ 1505464 w 12188965"/>
              <a:gd name="connsiteY13235" fmla="*/ 738651 h 2053176"/>
              <a:gd name="connsiteX13236" fmla="*/ 1518352 w 12188965"/>
              <a:gd name="connsiteY13236" fmla="*/ 751539 h 2053176"/>
              <a:gd name="connsiteX13237" fmla="*/ 1505464 w 12188965"/>
              <a:gd name="connsiteY13237" fmla="*/ 764426 h 2053176"/>
              <a:gd name="connsiteX13238" fmla="*/ 1492577 w 12188965"/>
              <a:gd name="connsiteY13238" fmla="*/ 751539 h 2053176"/>
              <a:gd name="connsiteX13239" fmla="*/ 1505464 w 12188965"/>
              <a:gd name="connsiteY13239" fmla="*/ 738651 h 2053176"/>
              <a:gd name="connsiteX13240" fmla="*/ 1441258 w 12188965"/>
              <a:gd name="connsiteY13240" fmla="*/ 738651 h 2053176"/>
              <a:gd name="connsiteX13241" fmla="*/ 1454146 w 12188965"/>
              <a:gd name="connsiteY13241" fmla="*/ 751539 h 2053176"/>
              <a:gd name="connsiteX13242" fmla="*/ 1441258 w 12188965"/>
              <a:gd name="connsiteY13242" fmla="*/ 764426 h 2053176"/>
              <a:gd name="connsiteX13243" fmla="*/ 1428371 w 12188965"/>
              <a:gd name="connsiteY13243" fmla="*/ 751539 h 2053176"/>
              <a:gd name="connsiteX13244" fmla="*/ 1441258 w 12188965"/>
              <a:gd name="connsiteY13244" fmla="*/ 738651 h 2053176"/>
              <a:gd name="connsiteX13245" fmla="*/ 1184322 w 12188965"/>
              <a:gd name="connsiteY13245" fmla="*/ 738651 h 2053176"/>
              <a:gd name="connsiteX13246" fmla="*/ 1197209 w 12188965"/>
              <a:gd name="connsiteY13246" fmla="*/ 751539 h 2053176"/>
              <a:gd name="connsiteX13247" fmla="*/ 1184322 w 12188965"/>
              <a:gd name="connsiteY13247" fmla="*/ 764426 h 2053176"/>
              <a:gd name="connsiteX13248" fmla="*/ 1171435 w 12188965"/>
              <a:gd name="connsiteY13248" fmla="*/ 751539 h 2053176"/>
              <a:gd name="connsiteX13249" fmla="*/ 1184322 w 12188965"/>
              <a:gd name="connsiteY13249" fmla="*/ 738651 h 2053176"/>
              <a:gd name="connsiteX13250" fmla="*/ 542270 w 12188965"/>
              <a:gd name="connsiteY13250" fmla="*/ 738651 h 2053176"/>
              <a:gd name="connsiteX13251" fmla="*/ 555157 w 12188965"/>
              <a:gd name="connsiteY13251" fmla="*/ 751539 h 2053176"/>
              <a:gd name="connsiteX13252" fmla="*/ 542270 w 12188965"/>
              <a:gd name="connsiteY13252" fmla="*/ 764426 h 2053176"/>
              <a:gd name="connsiteX13253" fmla="*/ 529382 w 12188965"/>
              <a:gd name="connsiteY13253" fmla="*/ 751539 h 2053176"/>
              <a:gd name="connsiteX13254" fmla="*/ 542270 w 12188965"/>
              <a:gd name="connsiteY13254" fmla="*/ 738651 h 2053176"/>
              <a:gd name="connsiteX13255" fmla="*/ 25659 w 12188965"/>
              <a:gd name="connsiteY13255" fmla="*/ 738651 h 2053176"/>
              <a:gd name="connsiteX13256" fmla="*/ 38547 w 12188965"/>
              <a:gd name="connsiteY13256" fmla="*/ 751539 h 2053176"/>
              <a:gd name="connsiteX13257" fmla="*/ 25659 w 12188965"/>
              <a:gd name="connsiteY13257" fmla="*/ 764426 h 2053176"/>
              <a:gd name="connsiteX13258" fmla="*/ 12771 w 12188965"/>
              <a:gd name="connsiteY13258" fmla="*/ 751539 h 2053176"/>
              <a:gd name="connsiteX13259" fmla="*/ 25659 w 12188965"/>
              <a:gd name="connsiteY13259" fmla="*/ 738651 h 2053176"/>
              <a:gd name="connsiteX13260" fmla="*/ 11197259 w 12188965"/>
              <a:gd name="connsiteY13260" fmla="*/ 725880 h 2053176"/>
              <a:gd name="connsiteX13261" fmla="*/ 11222917 w 12188965"/>
              <a:gd name="connsiteY13261" fmla="*/ 751539 h 2053176"/>
              <a:gd name="connsiteX13262" fmla="*/ 11197259 w 12188965"/>
              <a:gd name="connsiteY13262" fmla="*/ 777197 h 2053176"/>
              <a:gd name="connsiteX13263" fmla="*/ 11171601 w 12188965"/>
              <a:gd name="connsiteY13263" fmla="*/ 751539 h 2053176"/>
              <a:gd name="connsiteX13264" fmla="*/ 11197259 w 12188965"/>
              <a:gd name="connsiteY13264" fmla="*/ 725880 h 2053176"/>
              <a:gd name="connsiteX13265" fmla="*/ 10683501 w 12188965"/>
              <a:gd name="connsiteY13265" fmla="*/ 725880 h 2053176"/>
              <a:gd name="connsiteX13266" fmla="*/ 10709159 w 12188965"/>
              <a:gd name="connsiteY13266" fmla="*/ 751539 h 2053176"/>
              <a:gd name="connsiteX13267" fmla="*/ 10683501 w 12188965"/>
              <a:gd name="connsiteY13267" fmla="*/ 777197 h 2053176"/>
              <a:gd name="connsiteX13268" fmla="*/ 10657843 w 12188965"/>
              <a:gd name="connsiteY13268" fmla="*/ 751539 h 2053176"/>
              <a:gd name="connsiteX13269" fmla="*/ 10683501 w 12188965"/>
              <a:gd name="connsiteY13269" fmla="*/ 725880 h 2053176"/>
              <a:gd name="connsiteX13270" fmla="*/ 10619297 w 12188965"/>
              <a:gd name="connsiteY13270" fmla="*/ 725880 h 2053176"/>
              <a:gd name="connsiteX13271" fmla="*/ 10644955 w 12188965"/>
              <a:gd name="connsiteY13271" fmla="*/ 751539 h 2053176"/>
              <a:gd name="connsiteX13272" fmla="*/ 10619297 w 12188965"/>
              <a:gd name="connsiteY13272" fmla="*/ 777197 h 2053176"/>
              <a:gd name="connsiteX13273" fmla="*/ 10593639 w 12188965"/>
              <a:gd name="connsiteY13273" fmla="*/ 751539 h 2053176"/>
              <a:gd name="connsiteX13274" fmla="*/ 10619297 w 12188965"/>
              <a:gd name="connsiteY13274" fmla="*/ 725880 h 2053176"/>
              <a:gd name="connsiteX13275" fmla="*/ 10362474 w 12188965"/>
              <a:gd name="connsiteY13275" fmla="*/ 725880 h 2053176"/>
              <a:gd name="connsiteX13276" fmla="*/ 10388135 w 12188965"/>
              <a:gd name="connsiteY13276" fmla="*/ 751539 h 2053176"/>
              <a:gd name="connsiteX13277" fmla="*/ 10362474 w 12188965"/>
              <a:gd name="connsiteY13277" fmla="*/ 777197 h 2053176"/>
              <a:gd name="connsiteX13278" fmla="*/ 10336816 w 12188965"/>
              <a:gd name="connsiteY13278" fmla="*/ 751539 h 2053176"/>
              <a:gd name="connsiteX13279" fmla="*/ 10362474 w 12188965"/>
              <a:gd name="connsiteY13279" fmla="*/ 725880 h 2053176"/>
              <a:gd name="connsiteX13280" fmla="*/ 8564495 w 12188965"/>
              <a:gd name="connsiteY13280" fmla="*/ 725880 h 2053176"/>
              <a:gd name="connsiteX13281" fmla="*/ 8590153 w 12188965"/>
              <a:gd name="connsiteY13281" fmla="*/ 751539 h 2053176"/>
              <a:gd name="connsiteX13282" fmla="*/ 8564495 w 12188965"/>
              <a:gd name="connsiteY13282" fmla="*/ 777197 h 2053176"/>
              <a:gd name="connsiteX13283" fmla="*/ 8538837 w 12188965"/>
              <a:gd name="connsiteY13283" fmla="*/ 751539 h 2053176"/>
              <a:gd name="connsiteX13284" fmla="*/ 8564495 w 12188965"/>
              <a:gd name="connsiteY13284" fmla="*/ 725880 h 2053176"/>
              <a:gd name="connsiteX13285" fmla="*/ 8050852 w 12188965"/>
              <a:gd name="connsiteY13285" fmla="*/ 725880 h 2053176"/>
              <a:gd name="connsiteX13286" fmla="*/ 8076510 w 12188965"/>
              <a:gd name="connsiteY13286" fmla="*/ 751539 h 2053176"/>
              <a:gd name="connsiteX13287" fmla="*/ 8050852 w 12188965"/>
              <a:gd name="connsiteY13287" fmla="*/ 777197 h 2053176"/>
              <a:gd name="connsiteX13288" fmla="*/ 8025194 w 12188965"/>
              <a:gd name="connsiteY13288" fmla="*/ 751539 h 2053176"/>
              <a:gd name="connsiteX13289" fmla="*/ 8050852 w 12188965"/>
              <a:gd name="connsiteY13289" fmla="*/ 725880 h 2053176"/>
              <a:gd name="connsiteX13290" fmla="*/ 7986648 w 12188965"/>
              <a:gd name="connsiteY13290" fmla="*/ 725880 h 2053176"/>
              <a:gd name="connsiteX13291" fmla="*/ 8012306 w 12188965"/>
              <a:gd name="connsiteY13291" fmla="*/ 751539 h 2053176"/>
              <a:gd name="connsiteX13292" fmla="*/ 7986648 w 12188965"/>
              <a:gd name="connsiteY13292" fmla="*/ 777197 h 2053176"/>
              <a:gd name="connsiteX13293" fmla="*/ 7960990 w 12188965"/>
              <a:gd name="connsiteY13293" fmla="*/ 751539 h 2053176"/>
              <a:gd name="connsiteX13294" fmla="*/ 7986648 w 12188965"/>
              <a:gd name="connsiteY13294" fmla="*/ 725880 h 2053176"/>
              <a:gd name="connsiteX13295" fmla="*/ 7858237 w 12188965"/>
              <a:gd name="connsiteY13295" fmla="*/ 725880 h 2053176"/>
              <a:gd name="connsiteX13296" fmla="*/ 7883895 w 12188965"/>
              <a:gd name="connsiteY13296" fmla="*/ 751539 h 2053176"/>
              <a:gd name="connsiteX13297" fmla="*/ 7858237 w 12188965"/>
              <a:gd name="connsiteY13297" fmla="*/ 777197 h 2053176"/>
              <a:gd name="connsiteX13298" fmla="*/ 7832578 w 12188965"/>
              <a:gd name="connsiteY13298" fmla="*/ 751539 h 2053176"/>
              <a:gd name="connsiteX13299" fmla="*/ 7858237 w 12188965"/>
              <a:gd name="connsiteY13299" fmla="*/ 725880 h 2053176"/>
              <a:gd name="connsiteX13300" fmla="*/ 7794032 w 12188965"/>
              <a:gd name="connsiteY13300" fmla="*/ 725880 h 2053176"/>
              <a:gd name="connsiteX13301" fmla="*/ 7819690 w 12188965"/>
              <a:gd name="connsiteY13301" fmla="*/ 751539 h 2053176"/>
              <a:gd name="connsiteX13302" fmla="*/ 7794032 w 12188965"/>
              <a:gd name="connsiteY13302" fmla="*/ 777197 h 2053176"/>
              <a:gd name="connsiteX13303" fmla="*/ 7768371 w 12188965"/>
              <a:gd name="connsiteY13303" fmla="*/ 751539 h 2053176"/>
              <a:gd name="connsiteX13304" fmla="*/ 7794032 w 12188965"/>
              <a:gd name="connsiteY13304" fmla="*/ 725880 h 2053176"/>
              <a:gd name="connsiteX13305" fmla="*/ 7665621 w 12188965"/>
              <a:gd name="connsiteY13305" fmla="*/ 725880 h 2053176"/>
              <a:gd name="connsiteX13306" fmla="*/ 7691279 w 12188965"/>
              <a:gd name="connsiteY13306" fmla="*/ 751539 h 2053176"/>
              <a:gd name="connsiteX13307" fmla="*/ 7665621 w 12188965"/>
              <a:gd name="connsiteY13307" fmla="*/ 777197 h 2053176"/>
              <a:gd name="connsiteX13308" fmla="*/ 7639963 w 12188965"/>
              <a:gd name="connsiteY13308" fmla="*/ 751539 h 2053176"/>
              <a:gd name="connsiteX13309" fmla="*/ 7665621 w 12188965"/>
              <a:gd name="connsiteY13309" fmla="*/ 725880 h 2053176"/>
              <a:gd name="connsiteX13310" fmla="*/ 7601299 w 12188965"/>
              <a:gd name="connsiteY13310" fmla="*/ 725880 h 2053176"/>
              <a:gd name="connsiteX13311" fmla="*/ 7626959 w 12188965"/>
              <a:gd name="connsiteY13311" fmla="*/ 751539 h 2053176"/>
              <a:gd name="connsiteX13312" fmla="*/ 7601299 w 12188965"/>
              <a:gd name="connsiteY13312" fmla="*/ 777197 h 2053176"/>
              <a:gd name="connsiteX13313" fmla="*/ 7575640 w 12188965"/>
              <a:gd name="connsiteY13313" fmla="*/ 751539 h 2053176"/>
              <a:gd name="connsiteX13314" fmla="*/ 7601299 w 12188965"/>
              <a:gd name="connsiteY13314" fmla="*/ 725880 h 2053176"/>
              <a:gd name="connsiteX13315" fmla="*/ 7537094 w 12188965"/>
              <a:gd name="connsiteY13315" fmla="*/ 725880 h 2053176"/>
              <a:gd name="connsiteX13316" fmla="*/ 7562752 w 12188965"/>
              <a:gd name="connsiteY13316" fmla="*/ 751539 h 2053176"/>
              <a:gd name="connsiteX13317" fmla="*/ 7537094 w 12188965"/>
              <a:gd name="connsiteY13317" fmla="*/ 777197 h 2053176"/>
              <a:gd name="connsiteX13318" fmla="*/ 7511436 w 12188965"/>
              <a:gd name="connsiteY13318" fmla="*/ 751539 h 2053176"/>
              <a:gd name="connsiteX13319" fmla="*/ 7537094 w 12188965"/>
              <a:gd name="connsiteY13319" fmla="*/ 725880 h 2053176"/>
              <a:gd name="connsiteX13320" fmla="*/ 5486655 w 12188965"/>
              <a:gd name="connsiteY13320" fmla="*/ 725880 h 2053176"/>
              <a:gd name="connsiteX13321" fmla="*/ 5512316 w 12188965"/>
              <a:gd name="connsiteY13321" fmla="*/ 751539 h 2053176"/>
              <a:gd name="connsiteX13322" fmla="*/ 5486655 w 12188965"/>
              <a:gd name="connsiteY13322" fmla="*/ 777197 h 2053176"/>
              <a:gd name="connsiteX13323" fmla="*/ 5460997 w 12188965"/>
              <a:gd name="connsiteY13323" fmla="*/ 751539 h 2053176"/>
              <a:gd name="connsiteX13324" fmla="*/ 5486655 w 12188965"/>
              <a:gd name="connsiteY13324" fmla="*/ 725880 h 2053176"/>
              <a:gd name="connsiteX13325" fmla="*/ 4972896 w 12188965"/>
              <a:gd name="connsiteY13325" fmla="*/ 725880 h 2053176"/>
              <a:gd name="connsiteX13326" fmla="*/ 4998557 w 12188965"/>
              <a:gd name="connsiteY13326" fmla="*/ 751539 h 2053176"/>
              <a:gd name="connsiteX13327" fmla="*/ 4972896 w 12188965"/>
              <a:gd name="connsiteY13327" fmla="*/ 777197 h 2053176"/>
              <a:gd name="connsiteX13328" fmla="*/ 4947240 w 12188965"/>
              <a:gd name="connsiteY13328" fmla="*/ 751539 h 2053176"/>
              <a:gd name="connsiteX13329" fmla="*/ 4972896 w 12188965"/>
              <a:gd name="connsiteY13329" fmla="*/ 725880 h 2053176"/>
              <a:gd name="connsiteX13330" fmla="*/ 4908693 w 12188965"/>
              <a:gd name="connsiteY13330" fmla="*/ 725880 h 2053176"/>
              <a:gd name="connsiteX13331" fmla="*/ 4934352 w 12188965"/>
              <a:gd name="connsiteY13331" fmla="*/ 751539 h 2053176"/>
              <a:gd name="connsiteX13332" fmla="*/ 4908693 w 12188965"/>
              <a:gd name="connsiteY13332" fmla="*/ 777197 h 2053176"/>
              <a:gd name="connsiteX13333" fmla="*/ 4883033 w 12188965"/>
              <a:gd name="connsiteY13333" fmla="*/ 751539 h 2053176"/>
              <a:gd name="connsiteX13334" fmla="*/ 4908693 w 12188965"/>
              <a:gd name="connsiteY13334" fmla="*/ 725880 h 2053176"/>
              <a:gd name="connsiteX13335" fmla="*/ 4651872 w 12188965"/>
              <a:gd name="connsiteY13335" fmla="*/ 725880 h 2053176"/>
              <a:gd name="connsiteX13336" fmla="*/ 4677531 w 12188965"/>
              <a:gd name="connsiteY13336" fmla="*/ 751539 h 2053176"/>
              <a:gd name="connsiteX13337" fmla="*/ 4651872 w 12188965"/>
              <a:gd name="connsiteY13337" fmla="*/ 777197 h 2053176"/>
              <a:gd name="connsiteX13338" fmla="*/ 4626213 w 12188965"/>
              <a:gd name="connsiteY13338" fmla="*/ 751539 h 2053176"/>
              <a:gd name="connsiteX13339" fmla="*/ 4651872 w 12188965"/>
              <a:gd name="connsiteY13339" fmla="*/ 725880 h 2053176"/>
              <a:gd name="connsiteX13340" fmla="*/ 2853890 w 12188965"/>
              <a:gd name="connsiteY13340" fmla="*/ 725880 h 2053176"/>
              <a:gd name="connsiteX13341" fmla="*/ 2879550 w 12188965"/>
              <a:gd name="connsiteY13341" fmla="*/ 751539 h 2053176"/>
              <a:gd name="connsiteX13342" fmla="*/ 2853890 w 12188965"/>
              <a:gd name="connsiteY13342" fmla="*/ 777197 h 2053176"/>
              <a:gd name="connsiteX13343" fmla="*/ 2828231 w 12188965"/>
              <a:gd name="connsiteY13343" fmla="*/ 751539 h 2053176"/>
              <a:gd name="connsiteX13344" fmla="*/ 2853890 w 12188965"/>
              <a:gd name="connsiteY13344" fmla="*/ 725880 h 2053176"/>
              <a:gd name="connsiteX13345" fmla="*/ 2340249 w 12188965"/>
              <a:gd name="connsiteY13345" fmla="*/ 725880 h 2053176"/>
              <a:gd name="connsiteX13346" fmla="*/ 2365908 w 12188965"/>
              <a:gd name="connsiteY13346" fmla="*/ 751539 h 2053176"/>
              <a:gd name="connsiteX13347" fmla="*/ 2340249 w 12188965"/>
              <a:gd name="connsiteY13347" fmla="*/ 777197 h 2053176"/>
              <a:gd name="connsiteX13348" fmla="*/ 2314590 w 12188965"/>
              <a:gd name="connsiteY13348" fmla="*/ 751539 h 2053176"/>
              <a:gd name="connsiteX13349" fmla="*/ 2340249 w 12188965"/>
              <a:gd name="connsiteY13349" fmla="*/ 725880 h 2053176"/>
              <a:gd name="connsiteX13350" fmla="*/ 2276044 w 12188965"/>
              <a:gd name="connsiteY13350" fmla="*/ 725880 h 2053176"/>
              <a:gd name="connsiteX13351" fmla="*/ 2301702 w 12188965"/>
              <a:gd name="connsiteY13351" fmla="*/ 751539 h 2053176"/>
              <a:gd name="connsiteX13352" fmla="*/ 2276044 w 12188965"/>
              <a:gd name="connsiteY13352" fmla="*/ 777197 h 2053176"/>
              <a:gd name="connsiteX13353" fmla="*/ 2250385 w 12188965"/>
              <a:gd name="connsiteY13353" fmla="*/ 751539 h 2053176"/>
              <a:gd name="connsiteX13354" fmla="*/ 2276044 w 12188965"/>
              <a:gd name="connsiteY13354" fmla="*/ 725880 h 2053176"/>
              <a:gd name="connsiteX13355" fmla="*/ 2147633 w 12188965"/>
              <a:gd name="connsiteY13355" fmla="*/ 725880 h 2053176"/>
              <a:gd name="connsiteX13356" fmla="*/ 2173293 w 12188965"/>
              <a:gd name="connsiteY13356" fmla="*/ 751539 h 2053176"/>
              <a:gd name="connsiteX13357" fmla="*/ 2147633 w 12188965"/>
              <a:gd name="connsiteY13357" fmla="*/ 777197 h 2053176"/>
              <a:gd name="connsiteX13358" fmla="*/ 2121975 w 12188965"/>
              <a:gd name="connsiteY13358" fmla="*/ 751539 h 2053176"/>
              <a:gd name="connsiteX13359" fmla="*/ 2147633 w 12188965"/>
              <a:gd name="connsiteY13359" fmla="*/ 725880 h 2053176"/>
              <a:gd name="connsiteX13360" fmla="*/ 2083427 w 12188965"/>
              <a:gd name="connsiteY13360" fmla="*/ 725880 h 2053176"/>
              <a:gd name="connsiteX13361" fmla="*/ 2109087 w 12188965"/>
              <a:gd name="connsiteY13361" fmla="*/ 751539 h 2053176"/>
              <a:gd name="connsiteX13362" fmla="*/ 2083427 w 12188965"/>
              <a:gd name="connsiteY13362" fmla="*/ 777197 h 2053176"/>
              <a:gd name="connsiteX13363" fmla="*/ 2057768 w 12188965"/>
              <a:gd name="connsiteY13363" fmla="*/ 751539 h 2053176"/>
              <a:gd name="connsiteX13364" fmla="*/ 2083427 w 12188965"/>
              <a:gd name="connsiteY13364" fmla="*/ 725880 h 2053176"/>
              <a:gd name="connsiteX13365" fmla="*/ 1955016 w 12188965"/>
              <a:gd name="connsiteY13365" fmla="*/ 725880 h 2053176"/>
              <a:gd name="connsiteX13366" fmla="*/ 1980676 w 12188965"/>
              <a:gd name="connsiteY13366" fmla="*/ 751539 h 2053176"/>
              <a:gd name="connsiteX13367" fmla="*/ 1955016 w 12188965"/>
              <a:gd name="connsiteY13367" fmla="*/ 777197 h 2053176"/>
              <a:gd name="connsiteX13368" fmla="*/ 1929358 w 12188965"/>
              <a:gd name="connsiteY13368" fmla="*/ 751539 h 2053176"/>
              <a:gd name="connsiteX13369" fmla="*/ 1955016 w 12188965"/>
              <a:gd name="connsiteY13369" fmla="*/ 725880 h 2053176"/>
              <a:gd name="connsiteX13370" fmla="*/ 1890696 w 12188965"/>
              <a:gd name="connsiteY13370" fmla="*/ 725880 h 2053176"/>
              <a:gd name="connsiteX13371" fmla="*/ 1916355 w 12188965"/>
              <a:gd name="connsiteY13371" fmla="*/ 751539 h 2053176"/>
              <a:gd name="connsiteX13372" fmla="*/ 1890696 w 12188965"/>
              <a:gd name="connsiteY13372" fmla="*/ 777197 h 2053176"/>
              <a:gd name="connsiteX13373" fmla="*/ 1865037 w 12188965"/>
              <a:gd name="connsiteY13373" fmla="*/ 751539 h 2053176"/>
              <a:gd name="connsiteX13374" fmla="*/ 1890696 w 12188965"/>
              <a:gd name="connsiteY13374" fmla="*/ 725880 h 2053176"/>
              <a:gd name="connsiteX13375" fmla="*/ 1826490 w 12188965"/>
              <a:gd name="connsiteY13375" fmla="*/ 725880 h 2053176"/>
              <a:gd name="connsiteX13376" fmla="*/ 1852149 w 12188965"/>
              <a:gd name="connsiteY13376" fmla="*/ 751539 h 2053176"/>
              <a:gd name="connsiteX13377" fmla="*/ 1826490 w 12188965"/>
              <a:gd name="connsiteY13377" fmla="*/ 777197 h 2053176"/>
              <a:gd name="connsiteX13378" fmla="*/ 1800830 w 12188965"/>
              <a:gd name="connsiteY13378" fmla="*/ 751539 h 2053176"/>
              <a:gd name="connsiteX13379" fmla="*/ 1826490 w 12188965"/>
              <a:gd name="connsiteY13379" fmla="*/ 725880 h 2053176"/>
              <a:gd name="connsiteX13380" fmla="*/ 11970691 w 12188965"/>
              <a:gd name="connsiteY13380" fmla="*/ 671543 h 2053176"/>
              <a:gd name="connsiteX13381" fmla="*/ 11983579 w 12188965"/>
              <a:gd name="connsiteY13381" fmla="*/ 684431 h 2053176"/>
              <a:gd name="connsiteX13382" fmla="*/ 11970691 w 12188965"/>
              <a:gd name="connsiteY13382" fmla="*/ 697318 h 2053176"/>
              <a:gd name="connsiteX13383" fmla="*/ 11957803 w 12188965"/>
              <a:gd name="connsiteY13383" fmla="*/ 684431 h 2053176"/>
              <a:gd name="connsiteX13384" fmla="*/ 11970691 w 12188965"/>
              <a:gd name="connsiteY13384" fmla="*/ 671543 h 2053176"/>
              <a:gd name="connsiteX13385" fmla="*/ 11325553 w 12188965"/>
              <a:gd name="connsiteY13385" fmla="*/ 671543 h 2053176"/>
              <a:gd name="connsiteX13386" fmla="*/ 11338441 w 12188965"/>
              <a:gd name="connsiteY13386" fmla="*/ 684431 h 2053176"/>
              <a:gd name="connsiteX13387" fmla="*/ 11325553 w 12188965"/>
              <a:gd name="connsiteY13387" fmla="*/ 697318 h 2053176"/>
              <a:gd name="connsiteX13388" fmla="*/ 11312667 w 12188965"/>
              <a:gd name="connsiteY13388" fmla="*/ 684431 h 2053176"/>
              <a:gd name="connsiteX13389" fmla="*/ 11325553 w 12188965"/>
              <a:gd name="connsiteY13389" fmla="*/ 671543 h 2053176"/>
              <a:gd name="connsiteX13390" fmla="*/ 10683501 w 12188965"/>
              <a:gd name="connsiteY13390" fmla="*/ 671543 h 2053176"/>
              <a:gd name="connsiteX13391" fmla="*/ 10696389 w 12188965"/>
              <a:gd name="connsiteY13391" fmla="*/ 684431 h 2053176"/>
              <a:gd name="connsiteX13392" fmla="*/ 10683501 w 12188965"/>
              <a:gd name="connsiteY13392" fmla="*/ 697318 h 2053176"/>
              <a:gd name="connsiteX13393" fmla="*/ 10670613 w 12188965"/>
              <a:gd name="connsiteY13393" fmla="*/ 684431 h 2053176"/>
              <a:gd name="connsiteX13394" fmla="*/ 10683501 w 12188965"/>
              <a:gd name="connsiteY13394" fmla="*/ 671543 h 2053176"/>
              <a:gd name="connsiteX13395" fmla="*/ 10555092 w 12188965"/>
              <a:gd name="connsiteY13395" fmla="*/ 671543 h 2053176"/>
              <a:gd name="connsiteX13396" fmla="*/ 10567978 w 12188965"/>
              <a:gd name="connsiteY13396" fmla="*/ 684431 h 2053176"/>
              <a:gd name="connsiteX13397" fmla="*/ 10555092 w 12188965"/>
              <a:gd name="connsiteY13397" fmla="*/ 697318 h 2053176"/>
              <a:gd name="connsiteX13398" fmla="*/ 10542204 w 12188965"/>
              <a:gd name="connsiteY13398" fmla="*/ 684431 h 2053176"/>
              <a:gd name="connsiteX13399" fmla="*/ 10555092 w 12188965"/>
              <a:gd name="connsiteY13399" fmla="*/ 671543 h 2053176"/>
              <a:gd name="connsiteX13400" fmla="*/ 10233947 w 12188965"/>
              <a:gd name="connsiteY13400" fmla="*/ 671543 h 2053176"/>
              <a:gd name="connsiteX13401" fmla="*/ 10246835 w 12188965"/>
              <a:gd name="connsiteY13401" fmla="*/ 684431 h 2053176"/>
              <a:gd name="connsiteX13402" fmla="*/ 10233947 w 12188965"/>
              <a:gd name="connsiteY13402" fmla="*/ 697318 h 2053176"/>
              <a:gd name="connsiteX13403" fmla="*/ 10221059 w 12188965"/>
              <a:gd name="connsiteY13403" fmla="*/ 684431 h 2053176"/>
              <a:gd name="connsiteX13404" fmla="*/ 10233947 w 12188965"/>
              <a:gd name="connsiteY13404" fmla="*/ 671543 h 2053176"/>
              <a:gd name="connsiteX13405" fmla="*/ 10105654 w 12188965"/>
              <a:gd name="connsiteY13405" fmla="*/ 671543 h 2053176"/>
              <a:gd name="connsiteX13406" fmla="*/ 10118542 w 12188965"/>
              <a:gd name="connsiteY13406" fmla="*/ 684431 h 2053176"/>
              <a:gd name="connsiteX13407" fmla="*/ 10105654 w 12188965"/>
              <a:gd name="connsiteY13407" fmla="*/ 697318 h 2053176"/>
              <a:gd name="connsiteX13408" fmla="*/ 10092766 w 12188965"/>
              <a:gd name="connsiteY13408" fmla="*/ 684431 h 2053176"/>
              <a:gd name="connsiteX13409" fmla="*/ 10105654 w 12188965"/>
              <a:gd name="connsiteY13409" fmla="*/ 671543 h 2053176"/>
              <a:gd name="connsiteX13410" fmla="*/ 9078138 w 12188965"/>
              <a:gd name="connsiteY13410" fmla="*/ 671543 h 2053176"/>
              <a:gd name="connsiteX13411" fmla="*/ 9091023 w 12188965"/>
              <a:gd name="connsiteY13411" fmla="*/ 684431 h 2053176"/>
              <a:gd name="connsiteX13412" fmla="*/ 9078138 w 12188965"/>
              <a:gd name="connsiteY13412" fmla="*/ 697318 h 2053176"/>
              <a:gd name="connsiteX13413" fmla="*/ 9065250 w 12188965"/>
              <a:gd name="connsiteY13413" fmla="*/ 684431 h 2053176"/>
              <a:gd name="connsiteX13414" fmla="*/ 9078138 w 12188965"/>
              <a:gd name="connsiteY13414" fmla="*/ 671543 h 2053176"/>
              <a:gd name="connsiteX13415" fmla="*/ 7151863 w 12188965"/>
              <a:gd name="connsiteY13415" fmla="*/ 671543 h 2053176"/>
              <a:gd name="connsiteX13416" fmla="*/ 7164751 w 12188965"/>
              <a:gd name="connsiteY13416" fmla="*/ 684431 h 2053176"/>
              <a:gd name="connsiteX13417" fmla="*/ 7151863 w 12188965"/>
              <a:gd name="connsiteY13417" fmla="*/ 697318 h 2053176"/>
              <a:gd name="connsiteX13418" fmla="*/ 7138975 w 12188965"/>
              <a:gd name="connsiteY13418" fmla="*/ 684431 h 2053176"/>
              <a:gd name="connsiteX13419" fmla="*/ 7151863 w 12188965"/>
              <a:gd name="connsiteY13419" fmla="*/ 671543 h 2053176"/>
              <a:gd name="connsiteX13420" fmla="*/ 6894925 w 12188965"/>
              <a:gd name="connsiteY13420" fmla="*/ 671543 h 2053176"/>
              <a:gd name="connsiteX13421" fmla="*/ 6907813 w 12188965"/>
              <a:gd name="connsiteY13421" fmla="*/ 684431 h 2053176"/>
              <a:gd name="connsiteX13422" fmla="*/ 6894925 w 12188965"/>
              <a:gd name="connsiteY13422" fmla="*/ 697318 h 2053176"/>
              <a:gd name="connsiteX13423" fmla="*/ 6882040 w 12188965"/>
              <a:gd name="connsiteY13423" fmla="*/ 684431 h 2053176"/>
              <a:gd name="connsiteX13424" fmla="*/ 6894925 w 12188965"/>
              <a:gd name="connsiteY13424" fmla="*/ 671543 h 2053176"/>
              <a:gd name="connsiteX13425" fmla="*/ 6252873 w 12188965"/>
              <a:gd name="connsiteY13425" fmla="*/ 671543 h 2053176"/>
              <a:gd name="connsiteX13426" fmla="*/ 6265761 w 12188965"/>
              <a:gd name="connsiteY13426" fmla="*/ 684431 h 2053176"/>
              <a:gd name="connsiteX13427" fmla="*/ 6252873 w 12188965"/>
              <a:gd name="connsiteY13427" fmla="*/ 697318 h 2053176"/>
              <a:gd name="connsiteX13428" fmla="*/ 6239985 w 12188965"/>
              <a:gd name="connsiteY13428" fmla="*/ 684431 h 2053176"/>
              <a:gd name="connsiteX13429" fmla="*/ 6252873 w 12188965"/>
              <a:gd name="connsiteY13429" fmla="*/ 671543 h 2053176"/>
              <a:gd name="connsiteX13430" fmla="*/ 5614950 w 12188965"/>
              <a:gd name="connsiteY13430" fmla="*/ 671543 h 2053176"/>
              <a:gd name="connsiteX13431" fmla="*/ 5627837 w 12188965"/>
              <a:gd name="connsiteY13431" fmla="*/ 684431 h 2053176"/>
              <a:gd name="connsiteX13432" fmla="*/ 5614950 w 12188965"/>
              <a:gd name="connsiteY13432" fmla="*/ 697318 h 2053176"/>
              <a:gd name="connsiteX13433" fmla="*/ 5602062 w 12188965"/>
              <a:gd name="connsiteY13433" fmla="*/ 684431 h 2053176"/>
              <a:gd name="connsiteX13434" fmla="*/ 5614950 w 12188965"/>
              <a:gd name="connsiteY13434" fmla="*/ 671543 h 2053176"/>
              <a:gd name="connsiteX13435" fmla="*/ 4972896 w 12188965"/>
              <a:gd name="connsiteY13435" fmla="*/ 671543 h 2053176"/>
              <a:gd name="connsiteX13436" fmla="*/ 4985785 w 12188965"/>
              <a:gd name="connsiteY13436" fmla="*/ 684431 h 2053176"/>
              <a:gd name="connsiteX13437" fmla="*/ 4972896 w 12188965"/>
              <a:gd name="connsiteY13437" fmla="*/ 697318 h 2053176"/>
              <a:gd name="connsiteX13438" fmla="*/ 4960010 w 12188965"/>
              <a:gd name="connsiteY13438" fmla="*/ 684431 h 2053176"/>
              <a:gd name="connsiteX13439" fmla="*/ 4972896 w 12188965"/>
              <a:gd name="connsiteY13439" fmla="*/ 671543 h 2053176"/>
              <a:gd name="connsiteX13440" fmla="*/ 4844487 w 12188965"/>
              <a:gd name="connsiteY13440" fmla="*/ 671543 h 2053176"/>
              <a:gd name="connsiteX13441" fmla="*/ 4857374 w 12188965"/>
              <a:gd name="connsiteY13441" fmla="*/ 684431 h 2053176"/>
              <a:gd name="connsiteX13442" fmla="*/ 4844487 w 12188965"/>
              <a:gd name="connsiteY13442" fmla="*/ 697318 h 2053176"/>
              <a:gd name="connsiteX13443" fmla="*/ 4831598 w 12188965"/>
              <a:gd name="connsiteY13443" fmla="*/ 684431 h 2053176"/>
              <a:gd name="connsiteX13444" fmla="*/ 4844487 w 12188965"/>
              <a:gd name="connsiteY13444" fmla="*/ 671543 h 2053176"/>
              <a:gd name="connsiteX13445" fmla="*/ 4523345 w 12188965"/>
              <a:gd name="connsiteY13445" fmla="*/ 671543 h 2053176"/>
              <a:gd name="connsiteX13446" fmla="*/ 4536233 w 12188965"/>
              <a:gd name="connsiteY13446" fmla="*/ 684431 h 2053176"/>
              <a:gd name="connsiteX13447" fmla="*/ 4523345 w 12188965"/>
              <a:gd name="connsiteY13447" fmla="*/ 697318 h 2053176"/>
              <a:gd name="connsiteX13448" fmla="*/ 4510457 w 12188965"/>
              <a:gd name="connsiteY13448" fmla="*/ 684431 h 2053176"/>
              <a:gd name="connsiteX13449" fmla="*/ 4523345 w 12188965"/>
              <a:gd name="connsiteY13449" fmla="*/ 671543 h 2053176"/>
              <a:gd name="connsiteX13450" fmla="*/ 4395050 w 12188965"/>
              <a:gd name="connsiteY13450" fmla="*/ 671543 h 2053176"/>
              <a:gd name="connsiteX13451" fmla="*/ 4407938 w 12188965"/>
              <a:gd name="connsiteY13451" fmla="*/ 684431 h 2053176"/>
              <a:gd name="connsiteX13452" fmla="*/ 4395050 w 12188965"/>
              <a:gd name="connsiteY13452" fmla="*/ 697318 h 2053176"/>
              <a:gd name="connsiteX13453" fmla="*/ 4382162 w 12188965"/>
              <a:gd name="connsiteY13453" fmla="*/ 684431 h 2053176"/>
              <a:gd name="connsiteX13454" fmla="*/ 4395050 w 12188965"/>
              <a:gd name="connsiteY13454" fmla="*/ 671543 h 2053176"/>
              <a:gd name="connsiteX13455" fmla="*/ 3367532 w 12188965"/>
              <a:gd name="connsiteY13455" fmla="*/ 671543 h 2053176"/>
              <a:gd name="connsiteX13456" fmla="*/ 3380421 w 12188965"/>
              <a:gd name="connsiteY13456" fmla="*/ 684431 h 2053176"/>
              <a:gd name="connsiteX13457" fmla="*/ 3367532 w 12188965"/>
              <a:gd name="connsiteY13457" fmla="*/ 697318 h 2053176"/>
              <a:gd name="connsiteX13458" fmla="*/ 3354645 w 12188965"/>
              <a:gd name="connsiteY13458" fmla="*/ 684431 h 2053176"/>
              <a:gd name="connsiteX13459" fmla="*/ 3367532 w 12188965"/>
              <a:gd name="connsiteY13459" fmla="*/ 671543 h 2053176"/>
              <a:gd name="connsiteX13460" fmla="*/ 1441258 w 12188965"/>
              <a:gd name="connsiteY13460" fmla="*/ 671543 h 2053176"/>
              <a:gd name="connsiteX13461" fmla="*/ 1454146 w 12188965"/>
              <a:gd name="connsiteY13461" fmla="*/ 684431 h 2053176"/>
              <a:gd name="connsiteX13462" fmla="*/ 1441258 w 12188965"/>
              <a:gd name="connsiteY13462" fmla="*/ 697318 h 2053176"/>
              <a:gd name="connsiteX13463" fmla="*/ 1428371 w 12188965"/>
              <a:gd name="connsiteY13463" fmla="*/ 684431 h 2053176"/>
              <a:gd name="connsiteX13464" fmla="*/ 1441258 w 12188965"/>
              <a:gd name="connsiteY13464" fmla="*/ 671543 h 2053176"/>
              <a:gd name="connsiteX13465" fmla="*/ 1184322 w 12188965"/>
              <a:gd name="connsiteY13465" fmla="*/ 671543 h 2053176"/>
              <a:gd name="connsiteX13466" fmla="*/ 1197209 w 12188965"/>
              <a:gd name="connsiteY13466" fmla="*/ 684431 h 2053176"/>
              <a:gd name="connsiteX13467" fmla="*/ 1184322 w 12188965"/>
              <a:gd name="connsiteY13467" fmla="*/ 697318 h 2053176"/>
              <a:gd name="connsiteX13468" fmla="*/ 1171435 w 12188965"/>
              <a:gd name="connsiteY13468" fmla="*/ 684431 h 2053176"/>
              <a:gd name="connsiteX13469" fmla="*/ 1184322 w 12188965"/>
              <a:gd name="connsiteY13469" fmla="*/ 671543 h 2053176"/>
              <a:gd name="connsiteX13470" fmla="*/ 542270 w 12188965"/>
              <a:gd name="connsiteY13470" fmla="*/ 671543 h 2053176"/>
              <a:gd name="connsiteX13471" fmla="*/ 555157 w 12188965"/>
              <a:gd name="connsiteY13471" fmla="*/ 684431 h 2053176"/>
              <a:gd name="connsiteX13472" fmla="*/ 542270 w 12188965"/>
              <a:gd name="connsiteY13472" fmla="*/ 697318 h 2053176"/>
              <a:gd name="connsiteX13473" fmla="*/ 529382 w 12188965"/>
              <a:gd name="connsiteY13473" fmla="*/ 684431 h 2053176"/>
              <a:gd name="connsiteX13474" fmla="*/ 542270 w 12188965"/>
              <a:gd name="connsiteY13474" fmla="*/ 671543 h 2053176"/>
              <a:gd name="connsiteX13475" fmla="*/ 11197259 w 12188965"/>
              <a:gd name="connsiteY13475" fmla="*/ 658772 h 2053176"/>
              <a:gd name="connsiteX13476" fmla="*/ 11222917 w 12188965"/>
              <a:gd name="connsiteY13476" fmla="*/ 684431 h 2053176"/>
              <a:gd name="connsiteX13477" fmla="*/ 11197259 w 12188965"/>
              <a:gd name="connsiteY13477" fmla="*/ 710090 h 2053176"/>
              <a:gd name="connsiteX13478" fmla="*/ 11171601 w 12188965"/>
              <a:gd name="connsiteY13478" fmla="*/ 684431 h 2053176"/>
              <a:gd name="connsiteX13479" fmla="*/ 11197259 w 12188965"/>
              <a:gd name="connsiteY13479" fmla="*/ 658772 h 2053176"/>
              <a:gd name="connsiteX13480" fmla="*/ 10619297 w 12188965"/>
              <a:gd name="connsiteY13480" fmla="*/ 658772 h 2053176"/>
              <a:gd name="connsiteX13481" fmla="*/ 10644955 w 12188965"/>
              <a:gd name="connsiteY13481" fmla="*/ 684431 h 2053176"/>
              <a:gd name="connsiteX13482" fmla="*/ 10619297 w 12188965"/>
              <a:gd name="connsiteY13482" fmla="*/ 710090 h 2053176"/>
              <a:gd name="connsiteX13483" fmla="*/ 10593639 w 12188965"/>
              <a:gd name="connsiteY13483" fmla="*/ 684431 h 2053176"/>
              <a:gd name="connsiteX13484" fmla="*/ 10619297 w 12188965"/>
              <a:gd name="connsiteY13484" fmla="*/ 658772 h 2053176"/>
              <a:gd name="connsiteX13485" fmla="*/ 10362474 w 12188965"/>
              <a:gd name="connsiteY13485" fmla="*/ 658772 h 2053176"/>
              <a:gd name="connsiteX13486" fmla="*/ 10388135 w 12188965"/>
              <a:gd name="connsiteY13486" fmla="*/ 684431 h 2053176"/>
              <a:gd name="connsiteX13487" fmla="*/ 10362474 w 12188965"/>
              <a:gd name="connsiteY13487" fmla="*/ 710090 h 2053176"/>
              <a:gd name="connsiteX13488" fmla="*/ 10336816 w 12188965"/>
              <a:gd name="connsiteY13488" fmla="*/ 684431 h 2053176"/>
              <a:gd name="connsiteX13489" fmla="*/ 10362474 w 12188965"/>
              <a:gd name="connsiteY13489" fmla="*/ 658772 h 2053176"/>
              <a:gd name="connsiteX13490" fmla="*/ 8564495 w 12188965"/>
              <a:gd name="connsiteY13490" fmla="*/ 658772 h 2053176"/>
              <a:gd name="connsiteX13491" fmla="*/ 8590153 w 12188965"/>
              <a:gd name="connsiteY13491" fmla="*/ 684431 h 2053176"/>
              <a:gd name="connsiteX13492" fmla="*/ 8564495 w 12188965"/>
              <a:gd name="connsiteY13492" fmla="*/ 710090 h 2053176"/>
              <a:gd name="connsiteX13493" fmla="*/ 8538837 w 12188965"/>
              <a:gd name="connsiteY13493" fmla="*/ 684431 h 2053176"/>
              <a:gd name="connsiteX13494" fmla="*/ 8564495 w 12188965"/>
              <a:gd name="connsiteY13494" fmla="*/ 658772 h 2053176"/>
              <a:gd name="connsiteX13495" fmla="*/ 8050852 w 12188965"/>
              <a:gd name="connsiteY13495" fmla="*/ 658772 h 2053176"/>
              <a:gd name="connsiteX13496" fmla="*/ 8076510 w 12188965"/>
              <a:gd name="connsiteY13496" fmla="*/ 684431 h 2053176"/>
              <a:gd name="connsiteX13497" fmla="*/ 8050852 w 12188965"/>
              <a:gd name="connsiteY13497" fmla="*/ 710090 h 2053176"/>
              <a:gd name="connsiteX13498" fmla="*/ 8025194 w 12188965"/>
              <a:gd name="connsiteY13498" fmla="*/ 684431 h 2053176"/>
              <a:gd name="connsiteX13499" fmla="*/ 8050852 w 12188965"/>
              <a:gd name="connsiteY13499" fmla="*/ 658772 h 2053176"/>
              <a:gd name="connsiteX13500" fmla="*/ 7858237 w 12188965"/>
              <a:gd name="connsiteY13500" fmla="*/ 658772 h 2053176"/>
              <a:gd name="connsiteX13501" fmla="*/ 7883895 w 12188965"/>
              <a:gd name="connsiteY13501" fmla="*/ 684431 h 2053176"/>
              <a:gd name="connsiteX13502" fmla="*/ 7858237 w 12188965"/>
              <a:gd name="connsiteY13502" fmla="*/ 710090 h 2053176"/>
              <a:gd name="connsiteX13503" fmla="*/ 7832578 w 12188965"/>
              <a:gd name="connsiteY13503" fmla="*/ 684431 h 2053176"/>
              <a:gd name="connsiteX13504" fmla="*/ 7858237 w 12188965"/>
              <a:gd name="connsiteY13504" fmla="*/ 658772 h 2053176"/>
              <a:gd name="connsiteX13505" fmla="*/ 7794032 w 12188965"/>
              <a:gd name="connsiteY13505" fmla="*/ 658772 h 2053176"/>
              <a:gd name="connsiteX13506" fmla="*/ 7819690 w 12188965"/>
              <a:gd name="connsiteY13506" fmla="*/ 684431 h 2053176"/>
              <a:gd name="connsiteX13507" fmla="*/ 7794032 w 12188965"/>
              <a:gd name="connsiteY13507" fmla="*/ 710090 h 2053176"/>
              <a:gd name="connsiteX13508" fmla="*/ 7768371 w 12188965"/>
              <a:gd name="connsiteY13508" fmla="*/ 684431 h 2053176"/>
              <a:gd name="connsiteX13509" fmla="*/ 7794032 w 12188965"/>
              <a:gd name="connsiteY13509" fmla="*/ 658772 h 2053176"/>
              <a:gd name="connsiteX13510" fmla="*/ 7665621 w 12188965"/>
              <a:gd name="connsiteY13510" fmla="*/ 658772 h 2053176"/>
              <a:gd name="connsiteX13511" fmla="*/ 7691279 w 12188965"/>
              <a:gd name="connsiteY13511" fmla="*/ 684431 h 2053176"/>
              <a:gd name="connsiteX13512" fmla="*/ 7665621 w 12188965"/>
              <a:gd name="connsiteY13512" fmla="*/ 710090 h 2053176"/>
              <a:gd name="connsiteX13513" fmla="*/ 7639963 w 12188965"/>
              <a:gd name="connsiteY13513" fmla="*/ 684431 h 2053176"/>
              <a:gd name="connsiteX13514" fmla="*/ 7665621 w 12188965"/>
              <a:gd name="connsiteY13514" fmla="*/ 658772 h 2053176"/>
              <a:gd name="connsiteX13515" fmla="*/ 7601299 w 12188965"/>
              <a:gd name="connsiteY13515" fmla="*/ 658772 h 2053176"/>
              <a:gd name="connsiteX13516" fmla="*/ 7626959 w 12188965"/>
              <a:gd name="connsiteY13516" fmla="*/ 684431 h 2053176"/>
              <a:gd name="connsiteX13517" fmla="*/ 7601299 w 12188965"/>
              <a:gd name="connsiteY13517" fmla="*/ 710090 h 2053176"/>
              <a:gd name="connsiteX13518" fmla="*/ 7575640 w 12188965"/>
              <a:gd name="connsiteY13518" fmla="*/ 684431 h 2053176"/>
              <a:gd name="connsiteX13519" fmla="*/ 7601299 w 12188965"/>
              <a:gd name="connsiteY13519" fmla="*/ 658772 h 2053176"/>
              <a:gd name="connsiteX13520" fmla="*/ 5486655 w 12188965"/>
              <a:gd name="connsiteY13520" fmla="*/ 658772 h 2053176"/>
              <a:gd name="connsiteX13521" fmla="*/ 5512316 w 12188965"/>
              <a:gd name="connsiteY13521" fmla="*/ 684431 h 2053176"/>
              <a:gd name="connsiteX13522" fmla="*/ 5486655 w 12188965"/>
              <a:gd name="connsiteY13522" fmla="*/ 710090 h 2053176"/>
              <a:gd name="connsiteX13523" fmla="*/ 5460997 w 12188965"/>
              <a:gd name="connsiteY13523" fmla="*/ 684431 h 2053176"/>
              <a:gd name="connsiteX13524" fmla="*/ 5486655 w 12188965"/>
              <a:gd name="connsiteY13524" fmla="*/ 658772 h 2053176"/>
              <a:gd name="connsiteX13525" fmla="*/ 4908693 w 12188965"/>
              <a:gd name="connsiteY13525" fmla="*/ 658772 h 2053176"/>
              <a:gd name="connsiteX13526" fmla="*/ 4934352 w 12188965"/>
              <a:gd name="connsiteY13526" fmla="*/ 684431 h 2053176"/>
              <a:gd name="connsiteX13527" fmla="*/ 4908693 w 12188965"/>
              <a:gd name="connsiteY13527" fmla="*/ 710090 h 2053176"/>
              <a:gd name="connsiteX13528" fmla="*/ 4883033 w 12188965"/>
              <a:gd name="connsiteY13528" fmla="*/ 684431 h 2053176"/>
              <a:gd name="connsiteX13529" fmla="*/ 4908693 w 12188965"/>
              <a:gd name="connsiteY13529" fmla="*/ 658772 h 2053176"/>
              <a:gd name="connsiteX13530" fmla="*/ 4651872 w 12188965"/>
              <a:gd name="connsiteY13530" fmla="*/ 658772 h 2053176"/>
              <a:gd name="connsiteX13531" fmla="*/ 4677531 w 12188965"/>
              <a:gd name="connsiteY13531" fmla="*/ 684431 h 2053176"/>
              <a:gd name="connsiteX13532" fmla="*/ 4651872 w 12188965"/>
              <a:gd name="connsiteY13532" fmla="*/ 710090 h 2053176"/>
              <a:gd name="connsiteX13533" fmla="*/ 4626213 w 12188965"/>
              <a:gd name="connsiteY13533" fmla="*/ 684431 h 2053176"/>
              <a:gd name="connsiteX13534" fmla="*/ 4651872 w 12188965"/>
              <a:gd name="connsiteY13534" fmla="*/ 658772 h 2053176"/>
              <a:gd name="connsiteX13535" fmla="*/ 2853890 w 12188965"/>
              <a:gd name="connsiteY13535" fmla="*/ 658772 h 2053176"/>
              <a:gd name="connsiteX13536" fmla="*/ 2879550 w 12188965"/>
              <a:gd name="connsiteY13536" fmla="*/ 684431 h 2053176"/>
              <a:gd name="connsiteX13537" fmla="*/ 2853890 w 12188965"/>
              <a:gd name="connsiteY13537" fmla="*/ 710090 h 2053176"/>
              <a:gd name="connsiteX13538" fmla="*/ 2828231 w 12188965"/>
              <a:gd name="connsiteY13538" fmla="*/ 684431 h 2053176"/>
              <a:gd name="connsiteX13539" fmla="*/ 2853890 w 12188965"/>
              <a:gd name="connsiteY13539" fmla="*/ 658772 h 2053176"/>
              <a:gd name="connsiteX13540" fmla="*/ 2340249 w 12188965"/>
              <a:gd name="connsiteY13540" fmla="*/ 658772 h 2053176"/>
              <a:gd name="connsiteX13541" fmla="*/ 2365908 w 12188965"/>
              <a:gd name="connsiteY13541" fmla="*/ 684431 h 2053176"/>
              <a:gd name="connsiteX13542" fmla="*/ 2340249 w 12188965"/>
              <a:gd name="connsiteY13542" fmla="*/ 710090 h 2053176"/>
              <a:gd name="connsiteX13543" fmla="*/ 2314590 w 12188965"/>
              <a:gd name="connsiteY13543" fmla="*/ 684431 h 2053176"/>
              <a:gd name="connsiteX13544" fmla="*/ 2340249 w 12188965"/>
              <a:gd name="connsiteY13544" fmla="*/ 658772 h 2053176"/>
              <a:gd name="connsiteX13545" fmla="*/ 2147633 w 12188965"/>
              <a:gd name="connsiteY13545" fmla="*/ 658772 h 2053176"/>
              <a:gd name="connsiteX13546" fmla="*/ 2173293 w 12188965"/>
              <a:gd name="connsiteY13546" fmla="*/ 684431 h 2053176"/>
              <a:gd name="connsiteX13547" fmla="*/ 2147633 w 12188965"/>
              <a:gd name="connsiteY13547" fmla="*/ 710090 h 2053176"/>
              <a:gd name="connsiteX13548" fmla="*/ 2121975 w 12188965"/>
              <a:gd name="connsiteY13548" fmla="*/ 684431 h 2053176"/>
              <a:gd name="connsiteX13549" fmla="*/ 2147633 w 12188965"/>
              <a:gd name="connsiteY13549" fmla="*/ 658772 h 2053176"/>
              <a:gd name="connsiteX13550" fmla="*/ 2083427 w 12188965"/>
              <a:gd name="connsiteY13550" fmla="*/ 658772 h 2053176"/>
              <a:gd name="connsiteX13551" fmla="*/ 2109087 w 12188965"/>
              <a:gd name="connsiteY13551" fmla="*/ 684431 h 2053176"/>
              <a:gd name="connsiteX13552" fmla="*/ 2083427 w 12188965"/>
              <a:gd name="connsiteY13552" fmla="*/ 710090 h 2053176"/>
              <a:gd name="connsiteX13553" fmla="*/ 2057768 w 12188965"/>
              <a:gd name="connsiteY13553" fmla="*/ 684431 h 2053176"/>
              <a:gd name="connsiteX13554" fmla="*/ 2083427 w 12188965"/>
              <a:gd name="connsiteY13554" fmla="*/ 658772 h 2053176"/>
              <a:gd name="connsiteX13555" fmla="*/ 1955016 w 12188965"/>
              <a:gd name="connsiteY13555" fmla="*/ 658772 h 2053176"/>
              <a:gd name="connsiteX13556" fmla="*/ 1980676 w 12188965"/>
              <a:gd name="connsiteY13556" fmla="*/ 684431 h 2053176"/>
              <a:gd name="connsiteX13557" fmla="*/ 1955016 w 12188965"/>
              <a:gd name="connsiteY13557" fmla="*/ 710090 h 2053176"/>
              <a:gd name="connsiteX13558" fmla="*/ 1929358 w 12188965"/>
              <a:gd name="connsiteY13558" fmla="*/ 684431 h 2053176"/>
              <a:gd name="connsiteX13559" fmla="*/ 1955016 w 12188965"/>
              <a:gd name="connsiteY13559" fmla="*/ 658772 h 2053176"/>
              <a:gd name="connsiteX13560" fmla="*/ 1890696 w 12188965"/>
              <a:gd name="connsiteY13560" fmla="*/ 658772 h 2053176"/>
              <a:gd name="connsiteX13561" fmla="*/ 1916355 w 12188965"/>
              <a:gd name="connsiteY13561" fmla="*/ 684431 h 2053176"/>
              <a:gd name="connsiteX13562" fmla="*/ 1890696 w 12188965"/>
              <a:gd name="connsiteY13562" fmla="*/ 710090 h 2053176"/>
              <a:gd name="connsiteX13563" fmla="*/ 1865037 w 12188965"/>
              <a:gd name="connsiteY13563" fmla="*/ 684431 h 2053176"/>
              <a:gd name="connsiteX13564" fmla="*/ 1890696 w 12188965"/>
              <a:gd name="connsiteY13564" fmla="*/ 658772 h 2053176"/>
              <a:gd name="connsiteX13565" fmla="*/ 11970691 w 12188965"/>
              <a:gd name="connsiteY13565" fmla="*/ 604319 h 2053176"/>
              <a:gd name="connsiteX13566" fmla="*/ 11983579 w 12188965"/>
              <a:gd name="connsiteY13566" fmla="*/ 617207 h 2053176"/>
              <a:gd name="connsiteX13567" fmla="*/ 11970691 w 12188965"/>
              <a:gd name="connsiteY13567" fmla="*/ 630095 h 2053176"/>
              <a:gd name="connsiteX13568" fmla="*/ 11957803 w 12188965"/>
              <a:gd name="connsiteY13568" fmla="*/ 617207 h 2053176"/>
              <a:gd name="connsiteX13569" fmla="*/ 11970691 w 12188965"/>
              <a:gd name="connsiteY13569" fmla="*/ 604319 h 2053176"/>
              <a:gd name="connsiteX13570" fmla="*/ 11325553 w 12188965"/>
              <a:gd name="connsiteY13570" fmla="*/ 604319 h 2053176"/>
              <a:gd name="connsiteX13571" fmla="*/ 11338441 w 12188965"/>
              <a:gd name="connsiteY13571" fmla="*/ 617207 h 2053176"/>
              <a:gd name="connsiteX13572" fmla="*/ 11325553 w 12188965"/>
              <a:gd name="connsiteY13572" fmla="*/ 630095 h 2053176"/>
              <a:gd name="connsiteX13573" fmla="*/ 11312667 w 12188965"/>
              <a:gd name="connsiteY13573" fmla="*/ 617207 h 2053176"/>
              <a:gd name="connsiteX13574" fmla="*/ 11325553 w 12188965"/>
              <a:gd name="connsiteY13574" fmla="*/ 604319 h 2053176"/>
              <a:gd name="connsiteX13575" fmla="*/ 10683501 w 12188965"/>
              <a:gd name="connsiteY13575" fmla="*/ 604319 h 2053176"/>
              <a:gd name="connsiteX13576" fmla="*/ 10696389 w 12188965"/>
              <a:gd name="connsiteY13576" fmla="*/ 617207 h 2053176"/>
              <a:gd name="connsiteX13577" fmla="*/ 10683501 w 12188965"/>
              <a:gd name="connsiteY13577" fmla="*/ 630095 h 2053176"/>
              <a:gd name="connsiteX13578" fmla="*/ 10670613 w 12188965"/>
              <a:gd name="connsiteY13578" fmla="*/ 617207 h 2053176"/>
              <a:gd name="connsiteX13579" fmla="*/ 10683501 w 12188965"/>
              <a:gd name="connsiteY13579" fmla="*/ 604319 h 2053176"/>
              <a:gd name="connsiteX13580" fmla="*/ 10555092 w 12188965"/>
              <a:gd name="connsiteY13580" fmla="*/ 604319 h 2053176"/>
              <a:gd name="connsiteX13581" fmla="*/ 10567978 w 12188965"/>
              <a:gd name="connsiteY13581" fmla="*/ 617207 h 2053176"/>
              <a:gd name="connsiteX13582" fmla="*/ 10555092 w 12188965"/>
              <a:gd name="connsiteY13582" fmla="*/ 630095 h 2053176"/>
              <a:gd name="connsiteX13583" fmla="*/ 10542204 w 12188965"/>
              <a:gd name="connsiteY13583" fmla="*/ 617207 h 2053176"/>
              <a:gd name="connsiteX13584" fmla="*/ 10555092 w 12188965"/>
              <a:gd name="connsiteY13584" fmla="*/ 604319 h 2053176"/>
              <a:gd name="connsiteX13585" fmla="*/ 10233947 w 12188965"/>
              <a:gd name="connsiteY13585" fmla="*/ 604319 h 2053176"/>
              <a:gd name="connsiteX13586" fmla="*/ 10246835 w 12188965"/>
              <a:gd name="connsiteY13586" fmla="*/ 617207 h 2053176"/>
              <a:gd name="connsiteX13587" fmla="*/ 10233947 w 12188965"/>
              <a:gd name="connsiteY13587" fmla="*/ 630095 h 2053176"/>
              <a:gd name="connsiteX13588" fmla="*/ 10221059 w 12188965"/>
              <a:gd name="connsiteY13588" fmla="*/ 617207 h 2053176"/>
              <a:gd name="connsiteX13589" fmla="*/ 10233947 w 12188965"/>
              <a:gd name="connsiteY13589" fmla="*/ 604319 h 2053176"/>
              <a:gd name="connsiteX13590" fmla="*/ 10105654 w 12188965"/>
              <a:gd name="connsiteY13590" fmla="*/ 604319 h 2053176"/>
              <a:gd name="connsiteX13591" fmla="*/ 10118542 w 12188965"/>
              <a:gd name="connsiteY13591" fmla="*/ 617207 h 2053176"/>
              <a:gd name="connsiteX13592" fmla="*/ 10105654 w 12188965"/>
              <a:gd name="connsiteY13592" fmla="*/ 630095 h 2053176"/>
              <a:gd name="connsiteX13593" fmla="*/ 10092766 w 12188965"/>
              <a:gd name="connsiteY13593" fmla="*/ 617207 h 2053176"/>
              <a:gd name="connsiteX13594" fmla="*/ 10105654 w 12188965"/>
              <a:gd name="connsiteY13594" fmla="*/ 604319 h 2053176"/>
              <a:gd name="connsiteX13595" fmla="*/ 8564495 w 12188965"/>
              <a:gd name="connsiteY13595" fmla="*/ 604319 h 2053176"/>
              <a:gd name="connsiteX13596" fmla="*/ 8577383 w 12188965"/>
              <a:gd name="connsiteY13596" fmla="*/ 617207 h 2053176"/>
              <a:gd name="connsiteX13597" fmla="*/ 8564495 w 12188965"/>
              <a:gd name="connsiteY13597" fmla="*/ 630095 h 2053176"/>
              <a:gd name="connsiteX13598" fmla="*/ 8551607 w 12188965"/>
              <a:gd name="connsiteY13598" fmla="*/ 617207 h 2053176"/>
              <a:gd name="connsiteX13599" fmla="*/ 8564495 w 12188965"/>
              <a:gd name="connsiteY13599" fmla="*/ 604319 h 2053176"/>
              <a:gd name="connsiteX13600" fmla="*/ 7151863 w 12188965"/>
              <a:gd name="connsiteY13600" fmla="*/ 604319 h 2053176"/>
              <a:gd name="connsiteX13601" fmla="*/ 7164751 w 12188965"/>
              <a:gd name="connsiteY13601" fmla="*/ 617207 h 2053176"/>
              <a:gd name="connsiteX13602" fmla="*/ 7151863 w 12188965"/>
              <a:gd name="connsiteY13602" fmla="*/ 630095 h 2053176"/>
              <a:gd name="connsiteX13603" fmla="*/ 7138975 w 12188965"/>
              <a:gd name="connsiteY13603" fmla="*/ 617207 h 2053176"/>
              <a:gd name="connsiteX13604" fmla="*/ 7151863 w 12188965"/>
              <a:gd name="connsiteY13604" fmla="*/ 604319 h 2053176"/>
              <a:gd name="connsiteX13605" fmla="*/ 6894925 w 12188965"/>
              <a:gd name="connsiteY13605" fmla="*/ 604319 h 2053176"/>
              <a:gd name="connsiteX13606" fmla="*/ 6907813 w 12188965"/>
              <a:gd name="connsiteY13606" fmla="*/ 617207 h 2053176"/>
              <a:gd name="connsiteX13607" fmla="*/ 6894925 w 12188965"/>
              <a:gd name="connsiteY13607" fmla="*/ 630095 h 2053176"/>
              <a:gd name="connsiteX13608" fmla="*/ 6882040 w 12188965"/>
              <a:gd name="connsiteY13608" fmla="*/ 617207 h 2053176"/>
              <a:gd name="connsiteX13609" fmla="*/ 6894925 w 12188965"/>
              <a:gd name="connsiteY13609" fmla="*/ 604319 h 2053176"/>
              <a:gd name="connsiteX13610" fmla="*/ 6252873 w 12188965"/>
              <a:gd name="connsiteY13610" fmla="*/ 604319 h 2053176"/>
              <a:gd name="connsiteX13611" fmla="*/ 6265761 w 12188965"/>
              <a:gd name="connsiteY13611" fmla="*/ 617207 h 2053176"/>
              <a:gd name="connsiteX13612" fmla="*/ 6252873 w 12188965"/>
              <a:gd name="connsiteY13612" fmla="*/ 630095 h 2053176"/>
              <a:gd name="connsiteX13613" fmla="*/ 6239985 w 12188965"/>
              <a:gd name="connsiteY13613" fmla="*/ 617207 h 2053176"/>
              <a:gd name="connsiteX13614" fmla="*/ 6252873 w 12188965"/>
              <a:gd name="connsiteY13614" fmla="*/ 604319 h 2053176"/>
              <a:gd name="connsiteX13615" fmla="*/ 5614950 w 12188965"/>
              <a:gd name="connsiteY13615" fmla="*/ 604319 h 2053176"/>
              <a:gd name="connsiteX13616" fmla="*/ 5627837 w 12188965"/>
              <a:gd name="connsiteY13616" fmla="*/ 617207 h 2053176"/>
              <a:gd name="connsiteX13617" fmla="*/ 5614950 w 12188965"/>
              <a:gd name="connsiteY13617" fmla="*/ 630095 h 2053176"/>
              <a:gd name="connsiteX13618" fmla="*/ 5602062 w 12188965"/>
              <a:gd name="connsiteY13618" fmla="*/ 617207 h 2053176"/>
              <a:gd name="connsiteX13619" fmla="*/ 5614950 w 12188965"/>
              <a:gd name="connsiteY13619" fmla="*/ 604319 h 2053176"/>
              <a:gd name="connsiteX13620" fmla="*/ 4972896 w 12188965"/>
              <a:gd name="connsiteY13620" fmla="*/ 604319 h 2053176"/>
              <a:gd name="connsiteX13621" fmla="*/ 4985785 w 12188965"/>
              <a:gd name="connsiteY13621" fmla="*/ 617207 h 2053176"/>
              <a:gd name="connsiteX13622" fmla="*/ 4972896 w 12188965"/>
              <a:gd name="connsiteY13622" fmla="*/ 630095 h 2053176"/>
              <a:gd name="connsiteX13623" fmla="*/ 4960010 w 12188965"/>
              <a:gd name="connsiteY13623" fmla="*/ 617207 h 2053176"/>
              <a:gd name="connsiteX13624" fmla="*/ 4972896 w 12188965"/>
              <a:gd name="connsiteY13624" fmla="*/ 604319 h 2053176"/>
              <a:gd name="connsiteX13625" fmla="*/ 4844487 w 12188965"/>
              <a:gd name="connsiteY13625" fmla="*/ 604319 h 2053176"/>
              <a:gd name="connsiteX13626" fmla="*/ 4857374 w 12188965"/>
              <a:gd name="connsiteY13626" fmla="*/ 617207 h 2053176"/>
              <a:gd name="connsiteX13627" fmla="*/ 4844487 w 12188965"/>
              <a:gd name="connsiteY13627" fmla="*/ 630095 h 2053176"/>
              <a:gd name="connsiteX13628" fmla="*/ 4831598 w 12188965"/>
              <a:gd name="connsiteY13628" fmla="*/ 617207 h 2053176"/>
              <a:gd name="connsiteX13629" fmla="*/ 4844487 w 12188965"/>
              <a:gd name="connsiteY13629" fmla="*/ 604319 h 2053176"/>
              <a:gd name="connsiteX13630" fmla="*/ 4523345 w 12188965"/>
              <a:gd name="connsiteY13630" fmla="*/ 604319 h 2053176"/>
              <a:gd name="connsiteX13631" fmla="*/ 4536233 w 12188965"/>
              <a:gd name="connsiteY13631" fmla="*/ 617207 h 2053176"/>
              <a:gd name="connsiteX13632" fmla="*/ 4523345 w 12188965"/>
              <a:gd name="connsiteY13632" fmla="*/ 630095 h 2053176"/>
              <a:gd name="connsiteX13633" fmla="*/ 4510457 w 12188965"/>
              <a:gd name="connsiteY13633" fmla="*/ 617207 h 2053176"/>
              <a:gd name="connsiteX13634" fmla="*/ 4523345 w 12188965"/>
              <a:gd name="connsiteY13634" fmla="*/ 604319 h 2053176"/>
              <a:gd name="connsiteX13635" fmla="*/ 4395050 w 12188965"/>
              <a:gd name="connsiteY13635" fmla="*/ 604319 h 2053176"/>
              <a:gd name="connsiteX13636" fmla="*/ 4407938 w 12188965"/>
              <a:gd name="connsiteY13636" fmla="*/ 617207 h 2053176"/>
              <a:gd name="connsiteX13637" fmla="*/ 4395050 w 12188965"/>
              <a:gd name="connsiteY13637" fmla="*/ 630095 h 2053176"/>
              <a:gd name="connsiteX13638" fmla="*/ 4382162 w 12188965"/>
              <a:gd name="connsiteY13638" fmla="*/ 617207 h 2053176"/>
              <a:gd name="connsiteX13639" fmla="*/ 4395050 w 12188965"/>
              <a:gd name="connsiteY13639" fmla="*/ 604319 h 2053176"/>
              <a:gd name="connsiteX13640" fmla="*/ 2853891 w 12188965"/>
              <a:gd name="connsiteY13640" fmla="*/ 604319 h 2053176"/>
              <a:gd name="connsiteX13641" fmla="*/ 2866779 w 12188965"/>
              <a:gd name="connsiteY13641" fmla="*/ 617207 h 2053176"/>
              <a:gd name="connsiteX13642" fmla="*/ 2853891 w 12188965"/>
              <a:gd name="connsiteY13642" fmla="*/ 630095 h 2053176"/>
              <a:gd name="connsiteX13643" fmla="*/ 2841003 w 12188965"/>
              <a:gd name="connsiteY13643" fmla="*/ 617207 h 2053176"/>
              <a:gd name="connsiteX13644" fmla="*/ 2853891 w 12188965"/>
              <a:gd name="connsiteY13644" fmla="*/ 604319 h 2053176"/>
              <a:gd name="connsiteX13645" fmla="*/ 1441258 w 12188965"/>
              <a:gd name="connsiteY13645" fmla="*/ 604319 h 2053176"/>
              <a:gd name="connsiteX13646" fmla="*/ 1454146 w 12188965"/>
              <a:gd name="connsiteY13646" fmla="*/ 617207 h 2053176"/>
              <a:gd name="connsiteX13647" fmla="*/ 1441258 w 12188965"/>
              <a:gd name="connsiteY13647" fmla="*/ 630095 h 2053176"/>
              <a:gd name="connsiteX13648" fmla="*/ 1428371 w 12188965"/>
              <a:gd name="connsiteY13648" fmla="*/ 617207 h 2053176"/>
              <a:gd name="connsiteX13649" fmla="*/ 1441258 w 12188965"/>
              <a:gd name="connsiteY13649" fmla="*/ 604319 h 2053176"/>
              <a:gd name="connsiteX13650" fmla="*/ 1184322 w 12188965"/>
              <a:gd name="connsiteY13650" fmla="*/ 604319 h 2053176"/>
              <a:gd name="connsiteX13651" fmla="*/ 1197209 w 12188965"/>
              <a:gd name="connsiteY13651" fmla="*/ 617207 h 2053176"/>
              <a:gd name="connsiteX13652" fmla="*/ 1184322 w 12188965"/>
              <a:gd name="connsiteY13652" fmla="*/ 630095 h 2053176"/>
              <a:gd name="connsiteX13653" fmla="*/ 1171435 w 12188965"/>
              <a:gd name="connsiteY13653" fmla="*/ 617207 h 2053176"/>
              <a:gd name="connsiteX13654" fmla="*/ 1184322 w 12188965"/>
              <a:gd name="connsiteY13654" fmla="*/ 604319 h 2053176"/>
              <a:gd name="connsiteX13655" fmla="*/ 542270 w 12188965"/>
              <a:gd name="connsiteY13655" fmla="*/ 604319 h 2053176"/>
              <a:gd name="connsiteX13656" fmla="*/ 555157 w 12188965"/>
              <a:gd name="connsiteY13656" fmla="*/ 617207 h 2053176"/>
              <a:gd name="connsiteX13657" fmla="*/ 542270 w 12188965"/>
              <a:gd name="connsiteY13657" fmla="*/ 630095 h 2053176"/>
              <a:gd name="connsiteX13658" fmla="*/ 529382 w 12188965"/>
              <a:gd name="connsiteY13658" fmla="*/ 617207 h 2053176"/>
              <a:gd name="connsiteX13659" fmla="*/ 542270 w 12188965"/>
              <a:gd name="connsiteY13659" fmla="*/ 604319 h 2053176"/>
              <a:gd name="connsiteX13660" fmla="*/ 11197259 w 12188965"/>
              <a:gd name="connsiteY13660" fmla="*/ 591548 h 2053176"/>
              <a:gd name="connsiteX13661" fmla="*/ 11222917 w 12188965"/>
              <a:gd name="connsiteY13661" fmla="*/ 617207 h 2053176"/>
              <a:gd name="connsiteX13662" fmla="*/ 11197259 w 12188965"/>
              <a:gd name="connsiteY13662" fmla="*/ 642865 h 2053176"/>
              <a:gd name="connsiteX13663" fmla="*/ 11171601 w 12188965"/>
              <a:gd name="connsiteY13663" fmla="*/ 617207 h 2053176"/>
              <a:gd name="connsiteX13664" fmla="*/ 11197259 w 12188965"/>
              <a:gd name="connsiteY13664" fmla="*/ 591548 h 2053176"/>
              <a:gd name="connsiteX13665" fmla="*/ 10619297 w 12188965"/>
              <a:gd name="connsiteY13665" fmla="*/ 591548 h 2053176"/>
              <a:gd name="connsiteX13666" fmla="*/ 10644955 w 12188965"/>
              <a:gd name="connsiteY13666" fmla="*/ 617207 h 2053176"/>
              <a:gd name="connsiteX13667" fmla="*/ 10619297 w 12188965"/>
              <a:gd name="connsiteY13667" fmla="*/ 642865 h 2053176"/>
              <a:gd name="connsiteX13668" fmla="*/ 10593639 w 12188965"/>
              <a:gd name="connsiteY13668" fmla="*/ 617207 h 2053176"/>
              <a:gd name="connsiteX13669" fmla="*/ 10619297 w 12188965"/>
              <a:gd name="connsiteY13669" fmla="*/ 591548 h 2053176"/>
              <a:gd name="connsiteX13670" fmla="*/ 10362474 w 12188965"/>
              <a:gd name="connsiteY13670" fmla="*/ 591548 h 2053176"/>
              <a:gd name="connsiteX13671" fmla="*/ 10388135 w 12188965"/>
              <a:gd name="connsiteY13671" fmla="*/ 617207 h 2053176"/>
              <a:gd name="connsiteX13672" fmla="*/ 10362474 w 12188965"/>
              <a:gd name="connsiteY13672" fmla="*/ 642865 h 2053176"/>
              <a:gd name="connsiteX13673" fmla="*/ 10336816 w 12188965"/>
              <a:gd name="connsiteY13673" fmla="*/ 617207 h 2053176"/>
              <a:gd name="connsiteX13674" fmla="*/ 10362474 w 12188965"/>
              <a:gd name="connsiteY13674" fmla="*/ 591548 h 2053176"/>
              <a:gd name="connsiteX13675" fmla="*/ 8050852 w 12188965"/>
              <a:gd name="connsiteY13675" fmla="*/ 591548 h 2053176"/>
              <a:gd name="connsiteX13676" fmla="*/ 8076510 w 12188965"/>
              <a:gd name="connsiteY13676" fmla="*/ 617207 h 2053176"/>
              <a:gd name="connsiteX13677" fmla="*/ 8050852 w 12188965"/>
              <a:gd name="connsiteY13677" fmla="*/ 642865 h 2053176"/>
              <a:gd name="connsiteX13678" fmla="*/ 8025194 w 12188965"/>
              <a:gd name="connsiteY13678" fmla="*/ 617207 h 2053176"/>
              <a:gd name="connsiteX13679" fmla="*/ 8050852 w 12188965"/>
              <a:gd name="connsiteY13679" fmla="*/ 591548 h 2053176"/>
              <a:gd name="connsiteX13680" fmla="*/ 7858237 w 12188965"/>
              <a:gd name="connsiteY13680" fmla="*/ 591548 h 2053176"/>
              <a:gd name="connsiteX13681" fmla="*/ 7883895 w 12188965"/>
              <a:gd name="connsiteY13681" fmla="*/ 617207 h 2053176"/>
              <a:gd name="connsiteX13682" fmla="*/ 7858237 w 12188965"/>
              <a:gd name="connsiteY13682" fmla="*/ 642865 h 2053176"/>
              <a:gd name="connsiteX13683" fmla="*/ 7832578 w 12188965"/>
              <a:gd name="connsiteY13683" fmla="*/ 617207 h 2053176"/>
              <a:gd name="connsiteX13684" fmla="*/ 7858237 w 12188965"/>
              <a:gd name="connsiteY13684" fmla="*/ 591548 h 2053176"/>
              <a:gd name="connsiteX13685" fmla="*/ 7794032 w 12188965"/>
              <a:gd name="connsiteY13685" fmla="*/ 591548 h 2053176"/>
              <a:gd name="connsiteX13686" fmla="*/ 7819690 w 12188965"/>
              <a:gd name="connsiteY13686" fmla="*/ 617207 h 2053176"/>
              <a:gd name="connsiteX13687" fmla="*/ 7794032 w 12188965"/>
              <a:gd name="connsiteY13687" fmla="*/ 642865 h 2053176"/>
              <a:gd name="connsiteX13688" fmla="*/ 7768371 w 12188965"/>
              <a:gd name="connsiteY13688" fmla="*/ 617207 h 2053176"/>
              <a:gd name="connsiteX13689" fmla="*/ 7794032 w 12188965"/>
              <a:gd name="connsiteY13689" fmla="*/ 591548 h 2053176"/>
              <a:gd name="connsiteX13690" fmla="*/ 7665621 w 12188965"/>
              <a:gd name="connsiteY13690" fmla="*/ 591548 h 2053176"/>
              <a:gd name="connsiteX13691" fmla="*/ 7691279 w 12188965"/>
              <a:gd name="connsiteY13691" fmla="*/ 617207 h 2053176"/>
              <a:gd name="connsiteX13692" fmla="*/ 7665621 w 12188965"/>
              <a:gd name="connsiteY13692" fmla="*/ 642865 h 2053176"/>
              <a:gd name="connsiteX13693" fmla="*/ 7639963 w 12188965"/>
              <a:gd name="connsiteY13693" fmla="*/ 617207 h 2053176"/>
              <a:gd name="connsiteX13694" fmla="*/ 7665621 w 12188965"/>
              <a:gd name="connsiteY13694" fmla="*/ 591548 h 2053176"/>
              <a:gd name="connsiteX13695" fmla="*/ 7601299 w 12188965"/>
              <a:gd name="connsiteY13695" fmla="*/ 591548 h 2053176"/>
              <a:gd name="connsiteX13696" fmla="*/ 7626959 w 12188965"/>
              <a:gd name="connsiteY13696" fmla="*/ 617207 h 2053176"/>
              <a:gd name="connsiteX13697" fmla="*/ 7601299 w 12188965"/>
              <a:gd name="connsiteY13697" fmla="*/ 642865 h 2053176"/>
              <a:gd name="connsiteX13698" fmla="*/ 7575640 w 12188965"/>
              <a:gd name="connsiteY13698" fmla="*/ 617207 h 2053176"/>
              <a:gd name="connsiteX13699" fmla="*/ 7601299 w 12188965"/>
              <a:gd name="connsiteY13699" fmla="*/ 591548 h 2053176"/>
              <a:gd name="connsiteX13700" fmla="*/ 5486655 w 12188965"/>
              <a:gd name="connsiteY13700" fmla="*/ 591548 h 2053176"/>
              <a:gd name="connsiteX13701" fmla="*/ 5512316 w 12188965"/>
              <a:gd name="connsiteY13701" fmla="*/ 617207 h 2053176"/>
              <a:gd name="connsiteX13702" fmla="*/ 5486655 w 12188965"/>
              <a:gd name="connsiteY13702" fmla="*/ 642865 h 2053176"/>
              <a:gd name="connsiteX13703" fmla="*/ 5460997 w 12188965"/>
              <a:gd name="connsiteY13703" fmla="*/ 617207 h 2053176"/>
              <a:gd name="connsiteX13704" fmla="*/ 5486655 w 12188965"/>
              <a:gd name="connsiteY13704" fmla="*/ 591548 h 2053176"/>
              <a:gd name="connsiteX13705" fmla="*/ 4908693 w 12188965"/>
              <a:gd name="connsiteY13705" fmla="*/ 591548 h 2053176"/>
              <a:gd name="connsiteX13706" fmla="*/ 4934352 w 12188965"/>
              <a:gd name="connsiteY13706" fmla="*/ 617207 h 2053176"/>
              <a:gd name="connsiteX13707" fmla="*/ 4908693 w 12188965"/>
              <a:gd name="connsiteY13707" fmla="*/ 642865 h 2053176"/>
              <a:gd name="connsiteX13708" fmla="*/ 4883033 w 12188965"/>
              <a:gd name="connsiteY13708" fmla="*/ 617207 h 2053176"/>
              <a:gd name="connsiteX13709" fmla="*/ 4908693 w 12188965"/>
              <a:gd name="connsiteY13709" fmla="*/ 591548 h 2053176"/>
              <a:gd name="connsiteX13710" fmla="*/ 4651872 w 12188965"/>
              <a:gd name="connsiteY13710" fmla="*/ 591548 h 2053176"/>
              <a:gd name="connsiteX13711" fmla="*/ 4677531 w 12188965"/>
              <a:gd name="connsiteY13711" fmla="*/ 617207 h 2053176"/>
              <a:gd name="connsiteX13712" fmla="*/ 4651872 w 12188965"/>
              <a:gd name="connsiteY13712" fmla="*/ 642865 h 2053176"/>
              <a:gd name="connsiteX13713" fmla="*/ 4626213 w 12188965"/>
              <a:gd name="connsiteY13713" fmla="*/ 617207 h 2053176"/>
              <a:gd name="connsiteX13714" fmla="*/ 4651872 w 12188965"/>
              <a:gd name="connsiteY13714" fmla="*/ 591548 h 2053176"/>
              <a:gd name="connsiteX13715" fmla="*/ 2340249 w 12188965"/>
              <a:gd name="connsiteY13715" fmla="*/ 591548 h 2053176"/>
              <a:gd name="connsiteX13716" fmla="*/ 2365908 w 12188965"/>
              <a:gd name="connsiteY13716" fmla="*/ 617207 h 2053176"/>
              <a:gd name="connsiteX13717" fmla="*/ 2340249 w 12188965"/>
              <a:gd name="connsiteY13717" fmla="*/ 642865 h 2053176"/>
              <a:gd name="connsiteX13718" fmla="*/ 2314590 w 12188965"/>
              <a:gd name="connsiteY13718" fmla="*/ 617207 h 2053176"/>
              <a:gd name="connsiteX13719" fmla="*/ 2340249 w 12188965"/>
              <a:gd name="connsiteY13719" fmla="*/ 591548 h 2053176"/>
              <a:gd name="connsiteX13720" fmla="*/ 2147633 w 12188965"/>
              <a:gd name="connsiteY13720" fmla="*/ 591548 h 2053176"/>
              <a:gd name="connsiteX13721" fmla="*/ 2173293 w 12188965"/>
              <a:gd name="connsiteY13721" fmla="*/ 617207 h 2053176"/>
              <a:gd name="connsiteX13722" fmla="*/ 2147633 w 12188965"/>
              <a:gd name="connsiteY13722" fmla="*/ 642865 h 2053176"/>
              <a:gd name="connsiteX13723" fmla="*/ 2121975 w 12188965"/>
              <a:gd name="connsiteY13723" fmla="*/ 617207 h 2053176"/>
              <a:gd name="connsiteX13724" fmla="*/ 2147633 w 12188965"/>
              <a:gd name="connsiteY13724" fmla="*/ 591548 h 2053176"/>
              <a:gd name="connsiteX13725" fmla="*/ 2083427 w 12188965"/>
              <a:gd name="connsiteY13725" fmla="*/ 591548 h 2053176"/>
              <a:gd name="connsiteX13726" fmla="*/ 2109087 w 12188965"/>
              <a:gd name="connsiteY13726" fmla="*/ 617207 h 2053176"/>
              <a:gd name="connsiteX13727" fmla="*/ 2083427 w 12188965"/>
              <a:gd name="connsiteY13727" fmla="*/ 642865 h 2053176"/>
              <a:gd name="connsiteX13728" fmla="*/ 2057768 w 12188965"/>
              <a:gd name="connsiteY13728" fmla="*/ 617207 h 2053176"/>
              <a:gd name="connsiteX13729" fmla="*/ 2083427 w 12188965"/>
              <a:gd name="connsiteY13729" fmla="*/ 591548 h 2053176"/>
              <a:gd name="connsiteX13730" fmla="*/ 1955016 w 12188965"/>
              <a:gd name="connsiteY13730" fmla="*/ 591548 h 2053176"/>
              <a:gd name="connsiteX13731" fmla="*/ 1980676 w 12188965"/>
              <a:gd name="connsiteY13731" fmla="*/ 617207 h 2053176"/>
              <a:gd name="connsiteX13732" fmla="*/ 1955016 w 12188965"/>
              <a:gd name="connsiteY13732" fmla="*/ 642865 h 2053176"/>
              <a:gd name="connsiteX13733" fmla="*/ 1929358 w 12188965"/>
              <a:gd name="connsiteY13733" fmla="*/ 617207 h 2053176"/>
              <a:gd name="connsiteX13734" fmla="*/ 1955016 w 12188965"/>
              <a:gd name="connsiteY13734" fmla="*/ 591548 h 2053176"/>
              <a:gd name="connsiteX13735" fmla="*/ 1890696 w 12188965"/>
              <a:gd name="connsiteY13735" fmla="*/ 591548 h 2053176"/>
              <a:gd name="connsiteX13736" fmla="*/ 1916355 w 12188965"/>
              <a:gd name="connsiteY13736" fmla="*/ 617207 h 2053176"/>
              <a:gd name="connsiteX13737" fmla="*/ 1890696 w 12188965"/>
              <a:gd name="connsiteY13737" fmla="*/ 642865 h 2053176"/>
              <a:gd name="connsiteX13738" fmla="*/ 1865037 w 12188965"/>
              <a:gd name="connsiteY13738" fmla="*/ 617207 h 2053176"/>
              <a:gd name="connsiteX13739" fmla="*/ 1890696 w 12188965"/>
              <a:gd name="connsiteY13739" fmla="*/ 591548 h 2053176"/>
              <a:gd name="connsiteX13740" fmla="*/ 11970691 w 12188965"/>
              <a:gd name="connsiteY13740" fmla="*/ 537211 h 2053176"/>
              <a:gd name="connsiteX13741" fmla="*/ 11983579 w 12188965"/>
              <a:gd name="connsiteY13741" fmla="*/ 550099 h 2053176"/>
              <a:gd name="connsiteX13742" fmla="*/ 11970691 w 12188965"/>
              <a:gd name="connsiteY13742" fmla="*/ 562987 h 2053176"/>
              <a:gd name="connsiteX13743" fmla="*/ 11957803 w 12188965"/>
              <a:gd name="connsiteY13743" fmla="*/ 550099 h 2053176"/>
              <a:gd name="connsiteX13744" fmla="*/ 11970691 w 12188965"/>
              <a:gd name="connsiteY13744" fmla="*/ 537211 h 2053176"/>
              <a:gd name="connsiteX13745" fmla="*/ 11325553 w 12188965"/>
              <a:gd name="connsiteY13745" fmla="*/ 537211 h 2053176"/>
              <a:gd name="connsiteX13746" fmla="*/ 11338441 w 12188965"/>
              <a:gd name="connsiteY13746" fmla="*/ 550099 h 2053176"/>
              <a:gd name="connsiteX13747" fmla="*/ 11325553 w 12188965"/>
              <a:gd name="connsiteY13747" fmla="*/ 562987 h 2053176"/>
              <a:gd name="connsiteX13748" fmla="*/ 11312667 w 12188965"/>
              <a:gd name="connsiteY13748" fmla="*/ 550099 h 2053176"/>
              <a:gd name="connsiteX13749" fmla="*/ 11325553 w 12188965"/>
              <a:gd name="connsiteY13749" fmla="*/ 537211 h 2053176"/>
              <a:gd name="connsiteX13750" fmla="*/ 11197259 w 12188965"/>
              <a:gd name="connsiteY13750" fmla="*/ 537211 h 2053176"/>
              <a:gd name="connsiteX13751" fmla="*/ 11210147 w 12188965"/>
              <a:gd name="connsiteY13751" fmla="*/ 550099 h 2053176"/>
              <a:gd name="connsiteX13752" fmla="*/ 11197259 w 12188965"/>
              <a:gd name="connsiteY13752" fmla="*/ 562987 h 2053176"/>
              <a:gd name="connsiteX13753" fmla="*/ 11184374 w 12188965"/>
              <a:gd name="connsiteY13753" fmla="*/ 550099 h 2053176"/>
              <a:gd name="connsiteX13754" fmla="*/ 11197259 w 12188965"/>
              <a:gd name="connsiteY13754" fmla="*/ 537211 h 2053176"/>
              <a:gd name="connsiteX13755" fmla="*/ 10683501 w 12188965"/>
              <a:gd name="connsiteY13755" fmla="*/ 537211 h 2053176"/>
              <a:gd name="connsiteX13756" fmla="*/ 10696389 w 12188965"/>
              <a:gd name="connsiteY13756" fmla="*/ 550099 h 2053176"/>
              <a:gd name="connsiteX13757" fmla="*/ 10683501 w 12188965"/>
              <a:gd name="connsiteY13757" fmla="*/ 562987 h 2053176"/>
              <a:gd name="connsiteX13758" fmla="*/ 10670613 w 12188965"/>
              <a:gd name="connsiteY13758" fmla="*/ 550099 h 2053176"/>
              <a:gd name="connsiteX13759" fmla="*/ 10683501 w 12188965"/>
              <a:gd name="connsiteY13759" fmla="*/ 537211 h 2053176"/>
              <a:gd name="connsiteX13760" fmla="*/ 10555092 w 12188965"/>
              <a:gd name="connsiteY13760" fmla="*/ 537211 h 2053176"/>
              <a:gd name="connsiteX13761" fmla="*/ 10567978 w 12188965"/>
              <a:gd name="connsiteY13761" fmla="*/ 550099 h 2053176"/>
              <a:gd name="connsiteX13762" fmla="*/ 10555092 w 12188965"/>
              <a:gd name="connsiteY13762" fmla="*/ 562987 h 2053176"/>
              <a:gd name="connsiteX13763" fmla="*/ 10542204 w 12188965"/>
              <a:gd name="connsiteY13763" fmla="*/ 550099 h 2053176"/>
              <a:gd name="connsiteX13764" fmla="*/ 10555092 w 12188965"/>
              <a:gd name="connsiteY13764" fmla="*/ 537211 h 2053176"/>
              <a:gd name="connsiteX13765" fmla="*/ 10105654 w 12188965"/>
              <a:gd name="connsiteY13765" fmla="*/ 537211 h 2053176"/>
              <a:gd name="connsiteX13766" fmla="*/ 10118542 w 12188965"/>
              <a:gd name="connsiteY13766" fmla="*/ 550099 h 2053176"/>
              <a:gd name="connsiteX13767" fmla="*/ 10105654 w 12188965"/>
              <a:gd name="connsiteY13767" fmla="*/ 562987 h 2053176"/>
              <a:gd name="connsiteX13768" fmla="*/ 10092766 w 12188965"/>
              <a:gd name="connsiteY13768" fmla="*/ 550099 h 2053176"/>
              <a:gd name="connsiteX13769" fmla="*/ 10105654 w 12188965"/>
              <a:gd name="connsiteY13769" fmla="*/ 537211 h 2053176"/>
              <a:gd name="connsiteX13770" fmla="*/ 8564495 w 12188965"/>
              <a:gd name="connsiteY13770" fmla="*/ 537211 h 2053176"/>
              <a:gd name="connsiteX13771" fmla="*/ 8577383 w 12188965"/>
              <a:gd name="connsiteY13771" fmla="*/ 550099 h 2053176"/>
              <a:gd name="connsiteX13772" fmla="*/ 8564495 w 12188965"/>
              <a:gd name="connsiteY13772" fmla="*/ 562987 h 2053176"/>
              <a:gd name="connsiteX13773" fmla="*/ 8551607 w 12188965"/>
              <a:gd name="connsiteY13773" fmla="*/ 550099 h 2053176"/>
              <a:gd name="connsiteX13774" fmla="*/ 8564495 w 12188965"/>
              <a:gd name="connsiteY13774" fmla="*/ 537211 h 2053176"/>
              <a:gd name="connsiteX13775" fmla="*/ 8050737 w 12188965"/>
              <a:gd name="connsiteY13775" fmla="*/ 537211 h 2053176"/>
              <a:gd name="connsiteX13776" fmla="*/ 8063625 w 12188965"/>
              <a:gd name="connsiteY13776" fmla="*/ 550099 h 2053176"/>
              <a:gd name="connsiteX13777" fmla="*/ 8050737 w 12188965"/>
              <a:gd name="connsiteY13777" fmla="*/ 562987 h 2053176"/>
              <a:gd name="connsiteX13778" fmla="*/ 8037849 w 12188965"/>
              <a:gd name="connsiteY13778" fmla="*/ 550099 h 2053176"/>
              <a:gd name="connsiteX13779" fmla="*/ 8050737 w 12188965"/>
              <a:gd name="connsiteY13779" fmla="*/ 537211 h 2053176"/>
              <a:gd name="connsiteX13780" fmla="*/ 7794032 w 12188965"/>
              <a:gd name="connsiteY13780" fmla="*/ 537211 h 2053176"/>
              <a:gd name="connsiteX13781" fmla="*/ 7806920 w 12188965"/>
              <a:gd name="connsiteY13781" fmla="*/ 550099 h 2053176"/>
              <a:gd name="connsiteX13782" fmla="*/ 7794032 w 12188965"/>
              <a:gd name="connsiteY13782" fmla="*/ 562987 h 2053176"/>
              <a:gd name="connsiteX13783" fmla="*/ 7781144 w 12188965"/>
              <a:gd name="connsiteY13783" fmla="*/ 550099 h 2053176"/>
              <a:gd name="connsiteX13784" fmla="*/ 7794032 w 12188965"/>
              <a:gd name="connsiteY13784" fmla="*/ 537211 h 2053176"/>
              <a:gd name="connsiteX13785" fmla="*/ 7151863 w 12188965"/>
              <a:gd name="connsiteY13785" fmla="*/ 537211 h 2053176"/>
              <a:gd name="connsiteX13786" fmla="*/ 7164751 w 12188965"/>
              <a:gd name="connsiteY13786" fmla="*/ 550099 h 2053176"/>
              <a:gd name="connsiteX13787" fmla="*/ 7151863 w 12188965"/>
              <a:gd name="connsiteY13787" fmla="*/ 562987 h 2053176"/>
              <a:gd name="connsiteX13788" fmla="*/ 7138975 w 12188965"/>
              <a:gd name="connsiteY13788" fmla="*/ 550099 h 2053176"/>
              <a:gd name="connsiteX13789" fmla="*/ 7151863 w 12188965"/>
              <a:gd name="connsiteY13789" fmla="*/ 537211 h 2053176"/>
              <a:gd name="connsiteX13790" fmla="*/ 6894925 w 12188965"/>
              <a:gd name="connsiteY13790" fmla="*/ 537211 h 2053176"/>
              <a:gd name="connsiteX13791" fmla="*/ 6907813 w 12188965"/>
              <a:gd name="connsiteY13791" fmla="*/ 550099 h 2053176"/>
              <a:gd name="connsiteX13792" fmla="*/ 6894925 w 12188965"/>
              <a:gd name="connsiteY13792" fmla="*/ 562987 h 2053176"/>
              <a:gd name="connsiteX13793" fmla="*/ 6882040 w 12188965"/>
              <a:gd name="connsiteY13793" fmla="*/ 550099 h 2053176"/>
              <a:gd name="connsiteX13794" fmla="*/ 6894925 w 12188965"/>
              <a:gd name="connsiteY13794" fmla="*/ 537211 h 2053176"/>
              <a:gd name="connsiteX13795" fmla="*/ 6252873 w 12188965"/>
              <a:gd name="connsiteY13795" fmla="*/ 537211 h 2053176"/>
              <a:gd name="connsiteX13796" fmla="*/ 6265761 w 12188965"/>
              <a:gd name="connsiteY13796" fmla="*/ 550099 h 2053176"/>
              <a:gd name="connsiteX13797" fmla="*/ 6252873 w 12188965"/>
              <a:gd name="connsiteY13797" fmla="*/ 562987 h 2053176"/>
              <a:gd name="connsiteX13798" fmla="*/ 6239985 w 12188965"/>
              <a:gd name="connsiteY13798" fmla="*/ 550099 h 2053176"/>
              <a:gd name="connsiteX13799" fmla="*/ 6252873 w 12188965"/>
              <a:gd name="connsiteY13799" fmla="*/ 537211 h 2053176"/>
              <a:gd name="connsiteX13800" fmla="*/ 5614950 w 12188965"/>
              <a:gd name="connsiteY13800" fmla="*/ 537211 h 2053176"/>
              <a:gd name="connsiteX13801" fmla="*/ 5627837 w 12188965"/>
              <a:gd name="connsiteY13801" fmla="*/ 550099 h 2053176"/>
              <a:gd name="connsiteX13802" fmla="*/ 5614950 w 12188965"/>
              <a:gd name="connsiteY13802" fmla="*/ 562987 h 2053176"/>
              <a:gd name="connsiteX13803" fmla="*/ 5602062 w 12188965"/>
              <a:gd name="connsiteY13803" fmla="*/ 550099 h 2053176"/>
              <a:gd name="connsiteX13804" fmla="*/ 5614950 w 12188965"/>
              <a:gd name="connsiteY13804" fmla="*/ 537211 h 2053176"/>
              <a:gd name="connsiteX13805" fmla="*/ 5486655 w 12188965"/>
              <a:gd name="connsiteY13805" fmla="*/ 537211 h 2053176"/>
              <a:gd name="connsiteX13806" fmla="*/ 5499543 w 12188965"/>
              <a:gd name="connsiteY13806" fmla="*/ 550099 h 2053176"/>
              <a:gd name="connsiteX13807" fmla="*/ 5486655 w 12188965"/>
              <a:gd name="connsiteY13807" fmla="*/ 562987 h 2053176"/>
              <a:gd name="connsiteX13808" fmla="*/ 5473769 w 12188965"/>
              <a:gd name="connsiteY13808" fmla="*/ 550099 h 2053176"/>
              <a:gd name="connsiteX13809" fmla="*/ 5486655 w 12188965"/>
              <a:gd name="connsiteY13809" fmla="*/ 537211 h 2053176"/>
              <a:gd name="connsiteX13810" fmla="*/ 4972896 w 12188965"/>
              <a:gd name="connsiteY13810" fmla="*/ 537211 h 2053176"/>
              <a:gd name="connsiteX13811" fmla="*/ 4985785 w 12188965"/>
              <a:gd name="connsiteY13811" fmla="*/ 550099 h 2053176"/>
              <a:gd name="connsiteX13812" fmla="*/ 4972896 w 12188965"/>
              <a:gd name="connsiteY13812" fmla="*/ 562987 h 2053176"/>
              <a:gd name="connsiteX13813" fmla="*/ 4960010 w 12188965"/>
              <a:gd name="connsiteY13813" fmla="*/ 550099 h 2053176"/>
              <a:gd name="connsiteX13814" fmla="*/ 4972896 w 12188965"/>
              <a:gd name="connsiteY13814" fmla="*/ 537211 h 2053176"/>
              <a:gd name="connsiteX13815" fmla="*/ 4844487 w 12188965"/>
              <a:gd name="connsiteY13815" fmla="*/ 537211 h 2053176"/>
              <a:gd name="connsiteX13816" fmla="*/ 4857374 w 12188965"/>
              <a:gd name="connsiteY13816" fmla="*/ 550099 h 2053176"/>
              <a:gd name="connsiteX13817" fmla="*/ 4844487 w 12188965"/>
              <a:gd name="connsiteY13817" fmla="*/ 562987 h 2053176"/>
              <a:gd name="connsiteX13818" fmla="*/ 4831598 w 12188965"/>
              <a:gd name="connsiteY13818" fmla="*/ 550099 h 2053176"/>
              <a:gd name="connsiteX13819" fmla="*/ 4844487 w 12188965"/>
              <a:gd name="connsiteY13819" fmla="*/ 537211 h 2053176"/>
              <a:gd name="connsiteX13820" fmla="*/ 4395050 w 12188965"/>
              <a:gd name="connsiteY13820" fmla="*/ 537211 h 2053176"/>
              <a:gd name="connsiteX13821" fmla="*/ 4407938 w 12188965"/>
              <a:gd name="connsiteY13821" fmla="*/ 550099 h 2053176"/>
              <a:gd name="connsiteX13822" fmla="*/ 4395050 w 12188965"/>
              <a:gd name="connsiteY13822" fmla="*/ 562987 h 2053176"/>
              <a:gd name="connsiteX13823" fmla="*/ 4382162 w 12188965"/>
              <a:gd name="connsiteY13823" fmla="*/ 550099 h 2053176"/>
              <a:gd name="connsiteX13824" fmla="*/ 4395050 w 12188965"/>
              <a:gd name="connsiteY13824" fmla="*/ 537211 h 2053176"/>
              <a:gd name="connsiteX13825" fmla="*/ 2853891 w 12188965"/>
              <a:gd name="connsiteY13825" fmla="*/ 537211 h 2053176"/>
              <a:gd name="connsiteX13826" fmla="*/ 2866779 w 12188965"/>
              <a:gd name="connsiteY13826" fmla="*/ 550099 h 2053176"/>
              <a:gd name="connsiteX13827" fmla="*/ 2853891 w 12188965"/>
              <a:gd name="connsiteY13827" fmla="*/ 562987 h 2053176"/>
              <a:gd name="connsiteX13828" fmla="*/ 2841003 w 12188965"/>
              <a:gd name="connsiteY13828" fmla="*/ 550099 h 2053176"/>
              <a:gd name="connsiteX13829" fmla="*/ 2853891 w 12188965"/>
              <a:gd name="connsiteY13829" fmla="*/ 537211 h 2053176"/>
              <a:gd name="connsiteX13830" fmla="*/ 2340133 w 12188965"/>
              <a:gd name="connsiteY13830" fmla="*/ 537211 h 2053176"/>
              <a:gd name="connsiteX13831" fmla="*/ 2353019 w 12188965"/>
              <a:gd name="connsiteY13831" fmla="*/ 550099 h 2053176"/>
              <a:gd name="connsiteX13832" fmla="*/ 2340133 w 12188965"/>
              <a:gd name="connsiteY13832" fmla="*/ 562987 h 2053176"/>
              <a:gd name="connsiteX13833" fmla="*/ 2327245 w 12188965"/>
              <a:gd name="connsiteY13833" fmla="*/ 550099 h 2053176"/>
              <a:gd name="connsiteX13834" fmla="*/ 2340133 w 12188965"/>
              <a:gd name="connsiteY13834" fmla="*/ 537211 h 2053176"/>
              <a:gd name="connsiteX13835" fmla="*/ 2083427 w 12188965"/>
              <a:gd name="connsiteY13835" fmla="*/ 537211 h 2053176"/>
              <a:gd name="connsiteX13836" fmla="*/ 2096314 w 12188965"/>
              <a:gd name="connsiteY13836" fmla="*/ 550099 h 2053176"/>
              <a:gd name="connsiteX13837" fmla="*/ 2083427 w 12188965"/>
              <a:gd name="connsiteY13837" fmla="*/ 562987 h 2053176"/>
              <a:gd name="connsiteX13838" fmla="*/ 2070540 w 12188965"/>
              <a:gd name="connsiteY13838" fmla="*/ 550099 h 2053176"/>
              <a:gd name="connsiteX13839" fmla="*/ 2083427 w 12188965"/>
              <a:gd name="connsiteY13839" fmla="*/ 537211 h 2053176"/>
              <a:gd name="connsiteX13840" fmla="*/ 1441258 w 12188965"/>
              <a:gd name="connsiteY13840" fmla="*/ 537211 h 2053176"/>
              <a:gd name="connsiteX13841" fmla="*/ 1454146 w 12188965"/>
              <a:gd name="connsiteY13841" fmla="*/ 550099 h 2053176"/>
              <a:gd name="connsiteX13842" fmla="*/ 1441258 w 12188965"/>
              <a:gd name="connsiteY13842" fmla="*/ 562987 h 2053176"/>
              <a:gd name="connsiteX13843" fmla="*/ 1428371 w 12188965"/>
              <a:gd name="connsiteY13843" fmla="*/ 550099 h 2053176"/>
              <a:gd name="connsiteX13844" fmla="*/ 1441258 w 12188965"/>
              <a:gd name="connsiteY13844" fmla="*/ 537211 h 2053176"/>
              <a:gd name="connsiteX13845" fmla="*/ 1184322 w 12188965"/>
              <a:gd name="connsiteY13845" fmla="*/ 537211 h 2053176"/>
              <a:gd name="connsiteX13846" fmla="*/ 1197209 w 12188965"/>
              <a:gd name="connsiteY13846" fmla="*/ 550099 h 2053176"/>
              <a:gd name="connsiteX13847" fmla="*/ 1184322 w 12188965"/>
              <a:gd name="connsiteY13847" fmla="*/ 562987 h 2053176"/>
              <a:gd name="connsiteX13848" fmla="*/ 1171435 w 12188965"/>
              <a:gd name="connsiteY13848" fmla="*/ 550099 h 2053176"/>
              <a:gd name="connsiteX13849" fmla="*/ 1184322 w 12188965"/>
              <a:gd name="connsiteY13849" fmla="*/ 537211 h 2053176"/>
              <a:gd name="connsiteX13850" fmla="*/ 542270 w 12188965"/>
              <a:gd name="connsiteY13850" fmla="*/ 537211 h 2053176"/>
              <a:gd name="connsiteX13851" fmla="*/ 555157 w 12188965"/>
              <a:gd name="connsiteY13851" fmla="*/ 550099 h 2053176"/>
              <a:gd name="connsiteX13852" fmla="*/ 542270 w 12188965"/>
              <a:gd name="connsiteY13852" fmla="*/ 562987 h 2053176"/>
              <a:gd name="connsiteX13853" fmla="*/ 529382 w 12188965"/>
              <a:gd name="connsiteY13853" fmla="*/ 550099 h 2053176"/>
              <a:gd name="connsiteX13854" fmla="*/ 542270 w 12188965"/>
              <a:gd name="connsiteY13854" fmla="*/ 537211 h 2053176"/>
              <a:gd name="connsiteX13855" fmla="*/ 10619297 w 12188965"/>
              <a:gd name="connsiteY13855" fmla="*/ 524440 h 2053176"/>
              <a:gd name="connsiteX13856" fmla="*/ 10644955 w 12188965"/>
              <a:gd name="connsiteY13856" fmla="*/ 550099 h 2053176"/>
              <a:gd name="connsiteX13857" fmla="*/ 10619297 w 12188965"/>
              <a:gd name="connsiteY13857" fmla="*/ 575758 h 2053176"/>
              <a:gd name="connsiteX13858" fmla="*/ 10593639 w 12188965"/>
              <a:gd name="connsiteY13858" fmla="*/ 550099 h 2053176"/>
              <a:gd name="connsiteX13859" fmla="*/ 10619297 w 12188965"/>
              <a:gd name="connsiteY13859" fmla="*/ 524440 h 2053176"/>
              <a:gd name="connsiteX13860" fmla="*/ 10362474 w 12188965"/>
              <a:gd name="connsiteY13860" fmla="*/ 524440 h 2053176"/>
              <a:gd name="connsiteX13861" fmla="*/ 10388135 w 12188965"/>
              <a:gd name="connsiteY13861" fmla="*/ 550099 h 2053176"/>
              <a:gd name="connsiteX13862" fmla="*/ 10362474 w 12188965"/>
              <a:gd name="connsiteY13862" fmla="*/ 575758 h 2053176"/>
              <a:gd name="connsiteX13863" fmla="*/ 10336816 w 12188965"/>
              <a:gd name="connsiteY13863" fmla="*/ 550099 h 2053176"/>
              <a:gd name="connsiteX13864" fmla="*/ 10362474 w 12188965"/>
              <a:gd name="connsiteY13864" fmla="*/ 524440 h 2053176"/>
              <a:gd name="connsiteX13865" fmla="*/ 7858237 w 12188965"/>
              <a:gd name="connsiteY13865" fmla="*/ 524440 h 2053176"/>
              <a:gd name="connsiteX13866" fmla="*/ 7883895 w 12188965"/>
              <a:gd name="connsiteY13866" fmla="*/ 550099 h 2053176"/>
              <a:gd name="connsiteX13867" fmla="*/ 7858237 w 12188965"/>
              <a:gd name="connsiteY13867" fmla="*/ 575758 h 2053176"/>
              <a:gd name="connsiteX13868" fmla="*/ 7832578 w 12188965"/>
              <a:gd name="connsiteY13868" fmla="*/ 550099 h 2053176"/>
              <a:gd name="connsiteX13869" fmla="*/ 7858237 w 12188965"/>
              <a:gd name="connsiteY13869" fmla="*/ 524440 h 2053176"/>
              <a:gd name="connsiteX13870" fmla="*/ 7665621 w 12188965"/>
              <a:gd name="connsiteY13870" fmla="*/ 524440 h 2053176"/>
              <a:gd name="connsiteX13871" fmla="*/ 7691279 w 12188965"/>
              <a:gd name="connsiteY13871" fmla="*/ 550099 h 2053176"/>
              <a:gd name="connsiteX13872" fmla="*/ 7665621 w 12188965"/>
              <a:gd name="connsiteY13872" fmla="*/ 575758 h 2053176"/>
              <a:gd name="connsiteX13873" fmla="*/ 7639963 w 12188965"/>
              <a:gd name="connsiteY13873" fmla="*/ 550099 h 2053176"/>
              <a:gd name="connsiteX13874" fmla="*/ 7665621 w 12188965"/>
              <a:gd name="connsiteY13874" fmla="*/ 524440 h 2053176"/>
              <a:gd name="connsiteX13875" fmla="*/ 7601299 w 12188965"/>
              <a:gd name="connsiteY13875" fmla="*/ 524440 h 2053176"/>
              <a:gd name="connsiteX13876" fmla="*/ 7626959 w 12188965"/>
              <a:gd name="connsiteY13876" fmla="*/ 550099 h 2053176"/>
              <a:gd name="connsiteX13877" fmla="*/ 7601299 w 12188965"/>
              <a:gd name="connsiteY13877" fmla="*/ 575758 h 2053176"/>
              <a:gd name="connsiteX13878" fmla="*/ 7575640 w 12188965"/>
              <a:gd name="connsiteY13878" fmla="*/ 550099 h 2053176"/>
              <a:gd name="connsiteX13879" fmla="*/ 7601299 w 12188965"/>
              <a:gd name="connsiteY13879" fmla="*/ 524440 h 2053176"/>
              <a:gd name="connsiteX13880" fmla="*/ 4908693 w 12188965"/>
              <a:gd name="connsiteY13880" fmla="*/ 524440 h 2053176"/>
              <a:gd name="connsiteX13881" fmla="*/ 4934352 w 12188965"/>
              <a:gd name="connsiteY13881" fmla="*/ 550099 h 2053176"/>
              <a:gd name="connsiteX13882" fmla="*/ 4908693 w 12188965"/>
              <a:gd name="connsiteY13882" fmla="*/ 575758 h 2053176"/>
              <a:gd name="connsiteX13883" fmla="*/ 4883033 w 12188965"/>
              <a:gd name="connsiteY13883" fmla="*/ 550099 h 2053176"/>
              <a:gd name="connsiteX13884" fmla="*/ 4908693 w 12188965"/>
              <a:gd name="connsiteY13884" fmla="*/ 524440 h 2053176"/>
              <a:gd name="connsiteX13885" fmla="*/ 4651872 w 12188965"/>
              <a:gd name="connsiteY13885" fmla="*/ 524440 h 2053176"/>
              <a:gd name="connsiteX13886" fmla="*/ 4677531 w 12188965"/>
              <a:gd name="connsiteY13886" fmla="*/ 550099 h 2053176"/>
              <a:gd name="connsiteX13887" fmla="*/ 4651872 w 12188965"/>
              <a:gd name="connsiteY13887" fmla="*/ 575758 h 2053176"/>
              <a:gd name="connsiteX13888" fmla="*/ 4626213 w 12188965"/>
              <a:gd name="connsiteY13888" fmla="*/ 550099 h 2053176"/>
              <a:gd name="connsiteX13889" fmla="*/ 4651872 w 12188965"/>
              <a:gd name="connsiteY13889" fmla="*/ 524440 h 2053176"/>
              <a:gd name="connsiteX13890" fmla="*/ 2147633 w 12188965"/>
              <a:gd name="connsiteY13890" fmla="*/ 524440 h 2053176"/>
              <a:gd name="connsiteX13891" fmla="*/ 2173293 w 12188965"/>
              <a:gd name="connsiteY13891" fmla="*/ 550099 h 2053176"/>
              <a:gd name="connsiteX13892" fmla="*/ 2147633 w 12188965"/>
              <a:gd name="connsiteY13892" fmla="*/ 575758 h 2053176"/>
              <a:gd name="connsiteX13893" fmla="*/ 2121975 w 12188965"/>
              <a:gd name="connsiteY13893" fmla="*/ 550099 h 2053176"/>
              <a:gd name="connsiteX13894" fmla="*/ 2147633 w 12188965"/>
              <a:gd name="connsiteY13894" fmla="*/ 524440 h 2053176"/>
              <a:gd name="connsiteX13895" fmla="*/ 1955016 w 12188965"/>
              <a:gd name="connsiteY13895" fmla="*/ 524440 h 2053176"/>
              <a:gd name="connsiteX13896" fmla="*/ 1980676 w 12188965"/>
              <a:gd name="connsiteY13896" fmla="*/ 550099 h 2053176"/>
              <a:gd name="connsiteX13897" fmla="*/ 1955016 w 12188965"/>
              <a:gd name="connsiteY13897" fmla="*/ 575758 h 2053176"/>
              <a:gd name="connsiteX13898" fmla="*/ 1929358 w 12188965"/>
              <a:gd name="connsiteY13898" fmla="*/ 550099 h 2053176"/>
              <a:gd name="connsiteX13899" fmla="*/ 1955016 w 12188965"/>
              <a:gd name="connsiteY13899" fmla="*/ 524440 h 2053176"/>
              <a:gd name="connsiteX13900" fmla="*/ 1890696 w 12188965"/>
              <a:gd name="connsiteY13900" fmla="*/ 524440 h 2053176"/>
              <a:gd name="connsiteX13901" fmla="*/ 1916355 w 12188965"/>
              <a:gd name="connsiteY13901" fmla="*/ 550099 h 2053176"/>
              <a:gd name="connsiteX13902" fmla="*/ 1890696 w 12188965"/>
              <a:gd name="connsiteY13902" fmla="*/ 575758 h 2053176"/>
              <a:gd name="connsiteX13903" fmla="*/ 1865037 w 12188965"/>
              <a:gd name="connsiteY13903" fmla="*/ 550099 h 2053176"/>
              <a:gd name="connsiteX13904" fmla="*/ 1890696 w 12188965"/>
              <a:gd name="connsiteY13904" fmla="*/ 524440 h 2053176"/>
              <a:gd name="connsiteX13905" fmla="*/ 11197259 w 12188965"/>
              <a:gd name="connsiteY13905" fmla="*/ 469987 h 2053176"/>
              <a:gd name="connsiteX13906" fmla="*/ 11210147 w 12188965"/>
              <a:gd name="connsiteY13906" fmla="*/ 482875 h 2053176"/>
              <a:gd name="connsiteX13907" fmla="*/ 11197259 w 12188965"/>
              <a:gd name="connsiteY13907" fmla="*/ 495762 h 2053176"/>
              <a:gd name="connsiteX13908" fmla="*/ 11184374 w 12188965"/>
              <a:gd name="connsiteY13908" fmla="*/ 482875 h 2053176"/>
              <a:gd name="connsiteX13909" fmla="*/ 11197259 w 12188965"/>
              <a:gd name="connsiteY13909" fmla="*/ 469987 h 2053176"/>
              <a:gd name="connsiteX13910" fmla="*/ 10683501 w 12188965"/>
              <a:gd name="connsiteY13910" fmla="*/ 469987 h 2053176"/>
              <a:gd name="connsiteX13911" fmla="*/ 10696389 w 12188965"/>
              <a:gd name="connsiteY13911" fmla="*/ 482875 h 2053176"/>
              <a:gd name="connsiteX13912" fmla="*/ 10683501 w 12188965"/>
              <a:gd name="connsiteY13912" fmla="*/ 495762 h 2053176"/>
              <a:gd name="connsiteX13913" fmla="*/ 10670613 w 12188965"/>
              <a:gd name="connsiteY13913" fmla="*/ 482875 h 2053176"/>
              <a:gd name="connsiteX13914" fmla="*/ 10683501 w 12188965"/>
              <a:gd name="connsiteY13914" fmla="*/ 469987 h 2053176"/>
              <a:gd name="connsiteX13915" fmla="*/ 8564495 w 12188965"/>
              <a:gd name="connsiteY13915" fmla="*/ 469987 h 2053176"/>
              <a:gd name="connsiteX13916" fmla="*/ 8577383 w 12188965"/>
              <a:gd name="connsiteY13916" fmla="*/ 482875 h 2053176"/>
              <a:gd name="connsiteX13917" fmla="*/ 8564495 w 12188965"/>
              <a:gd name="connsiteY13917" fmla="*/ 495762 h 2053176"/>
              <a:gd name="connsiteX13918" fmla="*/ 8551607 w 12188965"/>
              <a:gd name="connsiteY13918" fmla="*/ 482875 h 2053176"/>
              <a:gd name="connsiteX13919" fmla="*/ 8564495 w 12188965"/>
              <a:gd name="connsiteY13919" fmla="*/ 469987 h 2053176"/>
              <a:gd name="connsiteX13920" fmla="*/ 8050737 w 12188965"/>
              <a:gd name="connsiteY13920" fmla="*/ 469987 h 2053176"/>
              <a:gd name="connsiteX13921" fmla="*/ 8063625 w 12188965"/>
              <a:gd name="connsiteY13921" fmla="*/ 482875 h 2053176"/>
              <a:gd name="connsiteX13922" fmla="*/ 8050737 w 12188965"/>
              <a:gd name="connsiteY13922" fmla="*/ 495762 h 2053176"/>
              <a:gd name="connsiteX13923" fmla="*/ 8037849 w 12188965"/>
              <a:gd name="connsiteY13923" fmla="*/ 482875 h 2053176"/>
              <a:gd name="connsiteX13924" fmla="*/ 8050737 w 12188965"/>
              <a:gd name="connsiteY13924" fmla="*/ 469987 h 2053176"/>
              <a:gd name="connsiteX13925" fmla="*/ 7858237 w 12188965"/>
              <a:gd name="connsiteY13925" fmla="*/ 469987 h 2053176"/>
              <a:gd name="connsiteX13926" fmla="*/ 7871124 w 12188965"/>
              <a:gd name="connsiteY13926" fmla="*/ 482875 h 2053176"/>
              <a:gd name="connsiteX13927" fmla="*/ 7858237 w 12188965"/>
              <a:gd name="connsiteY13927" fmla="*/ 495762 h 2053176"/>
              <a:gd name="connsiteX13928" fmla="*/ 7845349 w 12188965"/>
              <a:gd name="connsiteY13928" fmla="*/ 482875 h 2053176"/>
              <a:gd name="connsiteX13929" fmla="*/ 7858237 w 12188965"/>
              <a:gd name="connsiteY13929" fmla="*/ 469987 h 2053176"/>
              <a:gd name="connsiteX13930" fmla="*/ 7794032 w 12188965"/>
              <a:gd name="connsiteY13930" fmla="*/ 469987 h 2053176"/>
              <a:gd name="connsiteX13931" fmla="*/ 7806920 w 12188965"/>
              <a:gd name="connsiteY13931" fmla="*/ 482875 h 2053176"/>
              <a:gd name="connsiteX13932" fmla="*/ 7794032 w 12188965"/>
              <a:gd name="connsiteY13932" fmla="*/ 495762 h 2053176"/>
              <a:gd name="connsiteX13933" fmla="*/ 7781144 w 12188965"/>
              <a:gd name="connsiteY13933" fmla="*/ 482875 h 2053176"/>
              <a:gd name="connsiteX13934" fmla="*/ 7794032 w 12188965"/>
              <a:gd name="connsiteY13934" fmla="*/ 469987 h 2053176"/>
              <a:gd name="connsiteX13935" fmla="*/ 5486655 w 12188965"/>
              <a:gd name="connsiteY13935" fmla="*/ 469987 h 2053176"/>
              <a:gd name="connsiteX13936" fmla="*/ 5499543 w 12188965"/>
              <a:gd name="connsiteY13936" fmla="*/ 482875 h 2053176"/>
              <a:gd name="connsiteX13937" fmla="*/ 5486655 w 12188965"/>
              <a:gd name="connsiteY13937" fmla="*/ 495762 h 2053176"/>
              <a:gd name="connsiteX13938" fmla="*/ 5473769 w 12188965"/>
              <a:gd name="connsiteY13938" fmla="*/ 482875 h 2053176"/>
              <a:gd name="connsiteX13939" fmla="*/ 5486655 w 12188965"/>
              <a:gd name="connsiteY13939" fmla="*/ 469987 h 2053176"/>
              <a:gd name="connsiteX13940" fmla="*/ 4972896 w 12188965"/>
              <a:gd name="connsiteY13940" fmla="*/ 469987 h 2053176"/>
              <a:gd name="connsiteX13941" fmla="*/ 4985785 w 12188965"/>
              <a:gd name="connsiteY13941" fmla="*/ 482875 h 2053176"/>
              <a:gd name="connsiteX13942" fmla="*/ 4972896 w 12188965"/>
              <a:gd name="connsiteY13942" fmla="*/ 495762 h 2053176"/>
              <a:gd name="connsiteX13943" fmla="*/ 4960010 w 12188965"/>
              <a:gd name="connsiteY13943" fmla="*/ 482875 h 2053176"/>
              <a:gd name="connsiteX13944" fmla="*/ 4972896 w 12188965"/>
              <a:gd name="connsiteY13944" fmla="*/ 469987 h 2053176"/>
              <a:gd name="connsiteX13945" fmla="*/ 2853891 w 12188965"/>
              <a:gd name="connsiteY13945" fmla="*/ 469987 h 2053176"/>
              <a:gd name="connsiteX13946" fmla="*/ 2866779 w 12188965"/>
              <a:gd name="connsiteY13946" fmla="*/ 482875 h 2053176"/>
              <a:gd name="connsiteX13947" fmla="*/ 2853891 w 12188965"/>
              <a:gd name="connsiteY13947" fmla="*/ 495762 h 2053176"/>
              <a:gd name="connsiteX13948" fmla="*/ 2841003 w 12188965"/>
              <a:gd name="connsiteY13948" fmla="*/ 482875 h 2053176"/>
              <a:gd name="connsiteX13949" fmla="*/ 2853891 w 12188965"/>
              <a:gd name="connsiteY13949" fmla="*/ 469987 h 2053176"/>
              <a:gd name="connsiteX13950" fmla="*/ 2340133 w 12188965"/>
              <a:gd name="connsiteY13950" fmla="*/ 469987 h 2053176"/>
              <a:gd name="connsiteX13951" fmla="*/ 2353019 w 12188965"/>
              <a:gd name="connsiteY13951" fmla="*/ 482875 h 2053176"/>
              <a:gd name="connsiteX13952" fmla="*/ 2340133 w 12188965"/>
              <a:gd name="connsiteY13952" fmla="*/ 495762 h 2053176"/>
              <a:gd name="connsiteX13953" fmla="*/ 2327245 w 12188965"/>
              <a:gd name="connsiteY13953" fmla="*/ 482875 h 2053176"/>
              <a:gd name="connsiteX13954" fmla="*/ 2340133 w 12188965"/>
              <a:gd name="connsiteY13954" fmla="*/ 469987 h 2053176"/>
              <a:gd name="connsiteX13955" fmla="*/ 2147633 w 12188965"/>
              <a:gd name="connsiteY13955" fmla="*/ 469987 h 2053176"/>
              <a:gd name="connsiteX13956" fmla="*/ 2160520 w 12188965"/>
              <a:gd name="connsiteY13956" fmla="*/ 482875 h 2053176"/>
              <a:gd name="connsiteX13957" fmla="*/ 2147633 w 12188965"/>
              <a:gd name="connsiteY13957" fmla="*/ 495762 h 2053176"/>
              <a:gd name="connsiteX13958" fmla="*/ 2134746 w 12188965"/>
              <a:gd name="connsiteY13958" fmla="*/ 482875 h 2053176"/>
              <a:gd name="connsiteX13959" fmla="*/ 2147633 w 12188965"/>
              <a:gd name="connsiteY13959" fmla="*/ 469987 h 2053176"/>
              <a:gd name="connsiteX13960" fmla="*/ 2083427 w 12188965"/>
              <a:gd name="connsiteY13960" fmla="*/ 469987 h 2053176"/>
              <a:gd name="connsiteX13961" fmla="*/ 2096314 w 12188965"/>
              <a:gd name="connsiteY13961" fmla="*/ 482875 h 2053176"/>
              <a:gd name="connsiteX13962" fmla="*/ 2083427 w 12188965"/>
              <a:gd name="connsiteY13962" fmla="*/ 495762 h 2053176"/>
              <a:gd name="connsiteX13963" fmla="*/ 2070540 w 12188965"/>
              <a:gd name="connsiteY13963" fmla="*/ 482875 h 2053176"/>
              <a:gd name="connsiteX13964" fmla="*/ 2083427 w 12188965"/>
              <a:gd name="connsiteY13964" fmla="*/ 469987 h 2053176"/>
              <a:gd name="connsiteX13965" fmla="*/ 10619297 w 12188965"/>
              <a:gd name="connsiteY13965" fmla="*/ 457216 h 2053176"/>
              <a:gd name="connsiteX13966" fmla="*/ 10644955 w 12188965"/>
              <a:gd name="connsiteY13966" fmla="*/ 482875 h 2053176"/>
              <a:gd name="connsiteX13967" fmla="*/ 10619297 w 12188965"/>
              <a:gd name="connsiteY13967" fmla="*/ 508534 h 2053176"/>
              <a:gd name="connsiteX13968" fmla="*/ 10593639 w 12188965"/>
              <a:gd name="connsiteY13968" fmla="*/ 482875 h 2053176"/>
              <a:gd name="connsiteX13969" fmla="*/ 10619297 w 12188965"/>
              <a:gd name="connsiteY13969" fmla="*/ 457216 h 2053176"/>
              <a:gd name="connsiteX13970" fmla="*/ 10362474 w 12188965"/>
              <a:gd name="connsiteY13970" fmla="*/ 457216 h 2053176"/>
              <a:gd name="connsiteX13971" fmla="*/ 10388135 w 12188965"/>
              <a:gd name="connsiteY13971" fmla="*/ 482875 h 2053176"/>
              <a:gd name="connsiteX13972" fmla="*/ 10362474 w 12188965"/>
              <a:gd name="connsiteY13972" fmla="*/ 508534 h 2053176"/>
              <a:gd name="connsiteX13973" fmla="*/ 10336816 w 12188965"/>
              <a:gd name="connsiteY13973" fmla="*/ 482875 h 2053176"/>
              <a:gd name="connsiteX13974" fmla="*/ 10362474 w 12188965"/>
              <a:gd name="connsiteY13974" fmla="*/ 457216 h 2053176"/>
              <a:gd name="connsiteX13975" fmla="*/ 7665621 w 12188965"/>
              <a:gd name="connsiteY13975" fmla="*/ 457216 h 2053176"/>
              <a:gd name="connsiteX13976" fmla="*/ 7691279 w 12188965"/>
              <a:gd name="connsiteY13976" fmla="*/ 482875 h 2053176"/>
              <a:gd name="connsiteX13977" fmla="*/ 7665621 w 12188965"/>
              <a:gd name="connsiteY13977" fmla="*/ 508534 h 2053176"/>
              <a:gd name="connsiteX13978" fmla="*/ 7639963 w 12188965"/>
              <a:gd name="connsiteY13978" fmla="*/ 482875 h 2053176"/>
              <a:gd name="connsiteX13979" fmla="*/ 7665621 w 12188965"/>
              <a:gd name="connsiteY13979" fmla="*/ 457216 h 2053176"/>
              <a:gd name="connsiteX13980" fmla="*/ 7601299 w 12188965"/>
              <a:gd name="connsiteY13980" fmla="*/ 457216 h 2053176"/>
              <a:gd name="connsiteX13981" fmla="*/ 7626959 w 12188965"/>
              <a:gd name="connsiteY13981" fmla="*/ 482875 h 2053176"/>
              <a:gd name="connsiteX13982" fmla="*/ 7601299 w 12188965"/>
              <a:gd name="connsiteY13982" fmla="*/ 508534 h 2053176"/>
              <a:gd name="connsiteX13983" fmla="*/ 7575640 w 12188965"/>
              <a:gd name="connsiteY13983" fmla="*/ 482875 h 2053176"/>
              <a:gd name="connsiteX13984" fmla="*/ 7601299 w 12188965"/>
              <a:gd name="connsiteY13984" fmla="*/ 457216 h 2053176"/>
              <a:gd name="connsiteX13985" fmla="*/ 4908693 w 12188965"/>
              <a:gd name="connsiteY13985" fmla="*/ 457216 h 2053176"/>
              <a:gd name="connsiteX13986" fmla="*/ 4934352 w 12188965"/>
              <a:gd name="connsiteY13986" fmla="*/ 482875 h 2053176"/>
              <a:gd name="connsiteX13987" fmla="*/ 4908693 w 12188965"/>
              <a:gd name="connsiteY13987" fmla="*/ 508534 h 2053176"/>
              <a:gd name="connsiteX13988" fmla="*/ 4883033 w 12188965"/>
              <a:gd name="connsiteY13988" fmla="*/ 482875 h 2053176"/>
              <a:gd name="connsiteX13989" fmla="*/ 4908693 w 12188965"/>
              <a:gd name="connsiteY13989" fmla="*/ 457216 h 2053176"/>
              <a:gd name="connsiteX13990" fmla="*/ 4651872 w 12188965"/>
              <a:gd name="connsiteY13990" fmla="*/ 457216 h 2053176"/>
              <a:gd name="connsiteX13991" fmla="*/ 4677531 w 12188965"/>
              <a:gd name="connsiteY13991" fmla="*/ 482875 h 2053176"/>
              <a:gd name="connsiteX13992" fmla="*/ 4651872 w 12188965"/>
              <a:gd name="connsiteY13992" fmla="*/ 508534 h 2053176"/>
              <a:gd name="connsiteX13993" fmla="*/ 4626213 w 12188965"/>
              <a:gd name="connsiteY13993" fmla="*/ 482875 h 2053176"/>
              <a:gd name="connsiteX13994" fmla="*/ 4651872 w 12188965"/>
              <a:gd name="connsiteY13994" fmla="*/ 457216 h 2053176"/>
              <a:gd name="connsiteX13995" fmla="*/ 1955016 w 12188965"/>
              <a:gd name="connsiteY13995" fmla="*/ 457216 h 2053176"/>
              <a:gd name="connsiteX13996" fmla="*/ 1980676 w 12188965"/>
              <a:gd name="connsiteY13996" fmla="*/ 482875 h 2053176"/>
              <a:gd name="connsiteX13997" fmla="*/ 1955016 w 12188965"/>
              <a:gd name="connsiteY13997" fmla="*/ 508534 h 2053176"/>
              <a:gd name="connsiteX13998" fmla="*/ 1929358 w 12188965"/>
              <a:gd name="connsiteY13998" fmla="*/ 482875 h 2053176"/>
              <a:gd name="connsiteX13999" fmla="*/ 1955016 w 12188965"/>
              <a:gd name="connsiteY13999" fmla="*/ 457216 h 2053176"/>
              <a:gd name="connsiteX14000" fmla="*/ 1890696 w 12188965"/>
              <a:gd name="connsiteY14000" fmla="*/ 457216 h 2053176"/>
              <a:gd name="connsiteX14001" fmla="*/ 1916355 w 12188965"/>
              <a:gd name="connsiteY14001" fmla="*/ 482875 h 2053176"/>
              <a:gd name="connsiteX14002" fmla="*/ 1890696 w 12188965"/>
              <a:gd name="connsiteY14002" fmla="*/ 508534 h 2053176"/>
              <a:gd name="connsiteX14003" fmla="*/ 1865037 w 12188965"/>
              <a:gd name="connsiteY14003" fmla="*/ 482875 h 2053176"/>
              <a:gd name="connsiteX14004" fmla="*/ 1890696 w 12188965"/>
              <a:gd name="connsiteY14004" fmla="*/ 457216 h 2053176"/>
              <a:gd name="connsiteX14005" fmla="*/ 11197259 w 12188965"/>
              <a:gd name="connsiteY14005" fmla="*/ 402879 h 2053176"/>
              <a:gd name="connsiteX14006" fmla="*/ 11210147 w 12188965"/>
              <a:gd name="connsiteY14006" fmla="*/ 415767 h 2053176"/>
              <a:gd name="connsiteX14007" fmla="*/ 11197259 w 12188965"/>
              <a:gd name="connsiteY14007" fmla="*/ 428655 h 2053176"/>
              <a:gd name="connsiteX14008" fmla="*/ 11184374 w 12188965"/>
              <a:gd name="connsiteY14008" fmla="*/ 415767 h 2053176"/>
              <a:gd name="connsiteX14009" fmla="*/ 11197259 w 12188965"/>
              <a:gd name="connsiteY14009" fmla="*/ 402879 h 2053176"/>
              <a:gd name="connsiteX14010" fmla="*/ 10362474 w 12188965"/>
              <a:gd name="connsiteY14010" fmla="*/ 402879 h 2053176"/>
              <a:gd name="connsiteX14011" fmla="*/ 10375362 w 12188965"/>
              <a:gd name="connsiteY14011" fmla="*/ 415767 h 2053176"/>
              <a:gd name="connsiteX14012" fmla="*/ 10362474 w 12188965"/>
              <a:gd name="connsiteY14012" fmla="*/ 428655 h 2053176"/>
              <a:gd name="connsiteX14013" fmla="*/ 10349589 w 12188965"/>
              <a:gd name="connsiteY14013" fmla="*/ 415767 h 2053176"/>
              <a:gd name="connsiteX14014" fmla="*/ 10362474 w 12188965"/>
              <a:gd name="connsiteY14014" fmla="*/ 402879 h 2053176"/>
              <a:gd name="connsiteX14015" fmla="*/ 8564495 w 12188965"/>
              <a:gd name="connsiteY14015" fmla="*/ 402879 h 2053176"/>
              <a:gd name="connsiteX14016" fmla="*/ 8577383 w 12188965"/>
              <a:gd name="connsiteY14016" fmla="*/ 415767 h 2053176"/>
              <a:gd name="connsiteX14017" fmla="*/ 8564495 w 12188965"/>
              <a:gd name="connsiteY14017" fmla="*/ 428655 h 2053176"/>
              <a:gd name="connsiteX14018" fmla="*/ 8551607 w 12188965"/>
              <a:gd name="connsiteY14018" fmla="*/ 415767 h 2053176"/>
              <a:gd name="connsiteX14019" fmla="*/ 8564495 w 12188965"/>
              <a:gd name="connsiteY14019" fmla="*/ 402879 h 2053176"/>
              <a:gd name="connsiteX14020" fmla="*/ 8050737 w 12188965"/>
              <a:gd name="connsiteY14020" fmla="*/ 402879 h 2053176"/>
              <a:gd name="connsiteX14021" fmla="*/ 8063625 w 12188965"/>
              <a:gd name="connsiteY14021" fmla="*/ 415767 h 2053176"/>
              <a:gd name="connsiteX14022" fmla="*/ 8050737 w 12188965"/>
              <a:gd name="connsiteY14022" fmla="*/ 428655 h 2053176"/>
              <a:gd name="connsiteX14023" fmla="*/ 8037849 w 12188965"/>
              <a:gd name="connsiteY14023" fmla="*/ 415767 h 2053176"/>
              <a:gd name="connsiteX14024" fmla="*/ 8050737 w 12188965"/>
              <a:gd name="connsiteY14024" fmla="*/ 402879 h 2053176"/>
              <a:gd name="connsiteX14025" fmla="*/ 7858237 w 12188965"/>
              <a:gd name="connsiteY14025" fmla="*/ 402879 h 2053176"/>
              <a:gd name="connsiteX14026" fmla="*/ 7871124 w 12188965"/>
              <a:gd name="connsiteY14026" fmla="*/ 415767 h 2053176"/>
              <a:gd name="connsiteX14027" fmla="*/ 7858237 w 12188965"/>
              <a:gd name="connsiteY14027" fmla="*/ 428655 h 2053176"/>
              <a:gd name="connsiteX14028" fmla="*/ 7845349 w 12188965"/>
              <a:gd name="connsiteY14028" fmla="*/ 415767 h 2053176"/>
              <a:gd name="connsiteX14029" fmla="*/ 7858237 w 12188965"/>
              <a:gd name="connsiteY14029" fmla="*/ 402879 h 2053176"/>
              <a:gd name="connsiteX14030" fmla="*/ 7794032 w 12188965"/>
              <a:gd name="connsiteY14030" fmla="*/ 402879 h 2053176"/>
              <a:gd name="connsiteX14031" fmla="*/ 7806920 w 12188965"/>
              <a:gd name="connsiteY14031" fmla="*/ 415767 h 2053176"/>
              <a:gd name="connsiteX14032" fmla="*/ 7794032 w 12188965"/>
              <a:gd name="connsiteY14032" fmla="*/ 428655 h 2053176"/>
              <a:gd name="connsiteX14033" fmla="*/ 7781144 w 12188965"/>
              <a:gd name="connsiteY14033" fmla="*/ 415767 h 2053176"/>
              <a:gd name="connsiteX14034" fmla="*/ 7794032 w 12188965"/>
              <a:gd name="connsiteY14034" fmla="*/ 402879 h 2053176"/>
              <a:gd name="connsiteX14035" fmla="*/ 7665506 w 12188965"/>
              <a:gd name="connsiteY14035" fmla="*/ 402879 h 2053176"/>
              <a:gd name="connsiteX14036" fmla="*/ 7678394 w 12188965"/>
              <a:gd name="connsiteY14036" fmla="*/ 415767 h 2053176"/>
              <a:gd name="connsiteX14037" fmla="*/ 7665506 w 12188965"/>
              <a:gd name="connsiteY14037" fmla="*/ 428655 h 2053176"/>
              <a:gd name="connsiteX14038" fmla="*/ 7652618 w 12188965"/>
              <a:gd name="connsiteY14038" fmla="*/ 415767 h 2053176"/>
              <a:gd name="connsiteX14039" fmla="*/ 7665506 w 12188965"/>
              <a:gd name="connsiteY14039" fmla="*/ 402879 h 2053176"/>
              <a:gd name="connsiteX14040" fmla="*/ 5486655 w 12188965"/>
              <a:gd name="connsiteY14040" fmla="*/ 402879 h 2053176"/>
              <a:gd name="connsiteX14041" fmla="*/ 5499543 w 12188965"/>
              <a:gd name="connsiteY14041" fmla="*/ 415767 h 2053176"/>
              <a:gd name="connsiteX14042" fmla="*/ 5486655 w 12188965"/>
              <a:gd name="connsiteY14042" fmla="*/ 428655 h 2053176"/>
              <a:gd name="connsiteX14043" fmla="*/ 5473769 w 12188965"/>
              <a:gd name="connsiteY14043" fmla="*/ 415767 h 2053176"/>
              <a:gd name="connsiteX14044" fmla="*/ 5486655 w 12188965"/>
              <a:gd name="connsiteY14044" fmla="*/ 402879 h 2053176"/>
              <a:gd name="connsiteX14045" fmla="*/ 4651872 w 12188965"/>
              <a:gd name="connsiteY14045" fmla="*/ 402879 h 2053176"/>
              <a:gd name="connsiteX14046" fmla="*/ 4664758 w 12188965"/>
              <a:gd name="connsiteY14046" fmla="*/ 415767 h 2053176"/>
              <a:gd name="connsiteX14047" fmla="*/ 4651872 w 12188965"/>
              <a:gd name="connsiteY14047" fmla="*/ 428655 h 2053176"/>
              <a:gd name="connsiteX14048" fmla="*/ 4638984 w 12188965"/>
              <a:gd name="connsiteY14048" fmla="*/ 415767 h 2053176"/>
              <a:gd name="connsiteX14049" fmla="*/ 4651872 w 12188965"/>
              <a:gd name="connsiteY14049" fmla="*/ 402879 h 2053176"/>
              <a:gd name="connsiteX14050" fmla="*/ 2853891 w 12188965"/>
              <a:gd name="connsiteY14050" fmla="*/ 402879 h 2053176"/>
              <a:gd name="connsiteX14051" fmla="*/ 2866779 w 12188965"/>
              <a:gd name="connsiteY14051" fmla="*/ 415767 h 2053176"/>
              <a:gd name="connsiteX14052" fmla="*/ 2853891 w 12188965"/>
              <a:gd name="connsiteY14052" fmla="*/ 428655 h 2053176"/>
              <a:gd name="connsiteX14053" fmla="*/ 2841003 w 12188965"/>
              <a:gd name="connsiteY14053" fmla="*/ 415767 h 2053176"/>
              <a:gd name="connsiteX14054" fmla="*/ 2853891 w 12188965"/>
              <a:gd name="connsiteY14054" fmla="*/ 402879 h 2053176"/>
              <a:gd name="connsiteX14055" fmla="*/ 2340133 w 12188965"/>
              <a:gd name="connsiteY14055" fmla="*/ 402879 h 2053176"/>
              <a:gd name="connsiteX14056" fmla="*/ 2353019 w 12188965"/>
              <a:gd name="connsiteY14056" fmla="*/ 415767 h 2053176"/>
              <a:gd name="connsiteX14057" fmla="*/ 2340133 w 12188965"/>
              <a:gd name="connsiteY14057" fmla="*/ 428655 h 2053176"/>
              <a:gd name="connsiteX14058" fmla="*/ 2327245 w 12188965"/>
              <a:gd name="connsiteY14058" fmla="*/ 415767 h 2053176"/>
              <a:gd name="connsiteX14059" fmla="*/ 2340133 w 12188965"/>
              <a:gd name="connsiteY14059" fmla="*/ 402879 h 2053176"/>
              <a:gd name="connsiteX14060" fmla="*/ 2147633 w 12188965"/>
              <a:gd name="connsiteY14060" fmla="*/ 402879 h 2053176"/>
              <a:gd name="connsiteX14061" fmla="*/ 2160520 w 12188965"/>
              <a:gd name="connsiteY14061" fmla="*/ 415767 h 2053176"/>
              <a:gd name="connsiteX14062" fmla="*/ 2147633 w 12188965"/>
              <a:gd name="connsiteY14062" fmla="*/ 428655 h 2053176"/>
              <a:gd name="connsiteX14063" fmla="*/ 2134746 w 12188965"/>
              <a:gd name="connsiteY14063" fmla="*/ 415767 h 2053176"/>
              <a:gd name="connsiteX14064" fmla="*/ 2147633 w 12188965"/>
              <a:gd name="connsiteY14064" fmla="*/ 402879 h 2053176"/>
              <a:gd name="connsiteX14065" fmla="*/ 2083427 w 12188965"/>
              <a:gd name="connsiteY14065" fmla="*/ 402879 h 2053176"/>
              <a:gd name="connsiteX14066" fmla="*/ 2096314 w 12188965"/>
              <a:gd name="connsiteY14066" fmla="*/ 415767 h 2053176"/>
              <a:gd name="connsiteX14067" fmla="*/ 2083427 w 12188965"/>
              <a:gd name="connsiteY14067" fmla="*/ 428655 h 2053176"/>
              <a:gd name="connsiteX14068" fmla="*/ 2070540 w 12188965"/>
              <a:gd name="connsiteY14068" fmla="*/ 415767 h 2053176"/>
              <a:gd name="connsiteX14069" fmla="*/ 2083427 w 12188965"/>
              <a:gd name="connsiteY14069" fmla="*/ 402879 h 2053176"/>
              <a:gd name="connsiteX14070" fmla="*/ 1954901 w 12188965"/>
              <a:gd name="connsiteY14070" fmla="*/ 402879 h 2053176"/>
              <a:gd name="connsiteX14071" fmla="*/ 1967788 w 12188965"/>
              <a:gd name="connsiteY14071" fmla="*/ 415767 h 2053176"/>
              <a:gd name="connsiteX14072" fmla="*/ 1954901 w 12188965"/>
              <a:gd name="connsiteY14072" fmla="*/ 428655 h 2053176"/>
              <a:gd name="connsiteX14073" fmla="*/ 1942013 w 12188965"/>
              <a:gd name="connsiteY14073" fmla="*/ 415767 h 2053176"/>
              <a:gd name="connsiteX14074" fmla="*/ 1954901 w 12188965"/>
              <a:gd name="connsiteY14074" fmla="*/ 402879 h 2053176"/>
              <a:gd name="connsiteX14075" fmla="*/ 10619297 w 12188965"/>
              <a:gd name="connsiteY14075" fmla="*/ 390108 h 2053176"/>
              <a:gd name="connsiteX14076" fmla="*/ 10644955 w 12188965"/>
              <a:gd name="connsiteY14076" fmla="*/ 415767 h 2053176"/>
              <a:gd name="connsiteX14077" fmla="*/ 10619297 w 12188965"/>
              <a:gd name="connsiteY14077" fmla="*/ 441426 h 2053176"/>
              <a:gd name="connsiteX14078" fmla="*/ 10593639 w 12188965"/>
              <a:gd name="connsiteY14078" fmla="*/ 415767 h 2053176"/>
              <a:gd name="connsiteX14079" fmla="*/ 10619297 w 12188965"/>
              <a:gd name="connsiteY14079" fmla="*/ 390108 h 2053176"/>
              <a:gd name="connsiteX14080" fmla="*/ 4908693 w 12188965"/>
              <a:gd name="connsiteY14080" fmla="*/ 390108 h 2053176"/>
              <a:gd name="connsiteX14081" fmla="*/ 4934352 w 12188965"/>
              <a:gd name="connsiteY14081" fmla="*/ 415767 h 2053176"/>
              <a:gd name="connsiteX14082" fmla="*/ 4908693 w 12188965"/>
              <a:gd name="connsiteY14082" fmla="*/ 441426 h 2053176"/>
              <a:gd name="connsiteX14083" fmla="*/ 4883033 w 12188965"/>
              <a:gd name="connsiteY14083" fmla="*/ 415767 h 2053176"/>
              <a:gd name="connsiteX14084" fmla="*/ 4908693 w 12188965"/>
              <a:gd name="connsiteY14084" fmla="*/ 390108 h 2053176"/>
              <a:gd name="connsiteX14085" fmla="*/ 11197259 w 12188965"/>
              <a:gd name="connsiteY14085" fmla="*/ 335772 h 2053176"/>
              <a:gd name="connsiteX14086" fmla="*/ 11210147 w 12188965"/>
              <a:gd name="connsiteY14086" fmla="*/ 348659 h 2053176"/>
              <a:gd name="connsiteX14087" fmla="*/ 11197259 w 12188965"/>
              <a:gd name="connsiteY14087" fmla="*/ 361547 h 2053176"/>
              <a:gd name="connsiteX14088" fmla="*/ 11184374 w 12188965"/>
              <a:gd name="connsiteY14088" fmla="*/ 348659 h 2053176"/>
              <a:gd name="connsiteX14089" fmla="*/ 11197259 w 12188965"/>
              <a:gd name="connsiteY14089" fmla="*/ 335772 h 2053176"/>
              <a:gd name="connsiteX14090" fmla="*/ 10362474 w 12188965"/>
              <a:gd name="connsiteY14090" fmla="*/ 335772 h 2053176"/>
              <a:gd name="connsiteX14091" fmla="*/ 10375362 w 12188965"/>
              <a:gd name="connsiteY14091" fmla="*/ 348659 h 2053176"/>
              <a:gd name="connsiteX14092" fmla="*/ 10362474 w 12188965"/>
              <a:gd name="connsiteY14092" fmla="*/ 361547 h 2053176"/>
              <a:gd name="connsiteX14093" fmla="*/ 10349589 w 12188965"/>
              <a:gd name="connsiteY14093" fmla="*/ 348659 h 2053176"/>
              <a:gd name="connsiteX14094" fmla="*/ 10362474 w 12188965"/>
              <a:gd name="connsiteY14094" fmla="*/ 335772 h 2053176"/>
              <a:gd name="connsiteX14095" fmla="*/ 8564495 w 12188965"/>
              <a:gd name="connsiteY14095" fmla="*/ 335772 h 2053176"/>
              <a:gd name="connsiteX14096" fmla="*/ 8577383 w 12188965"/>
              <a:gd name="connsiteY14096" fmla="*/ 348659 h 2053176"/>
              <a:gd name="connsiteX14097" fmla="*/ 8564495 w 12188965"/>
              <a:gd name="connsiteY14097" fmla="*/ 361547 h 2053176"/>
              <a:gd name="connsiteX14098" fmla="*/ 8551607 w 12188965"/>
              <a:gd name="connsiteY14098" fmla="*/ 348659 h 2053176"/>
              <a:gd name="connsiteX14099" fmla="*/ 8564495 w 12188965"/>
              <a:gd name="connsiteY14099" fmla="*/ 335772 h 2053176"/>
              <a:gd name="connsiteX14100" fmla="*/ 8050737 w 12188965"/>
              <a:gd name="connsiteY14100" fmla="*/ 335772 h 2053176"/>
              <a:gd name="connsiteX14101" fmla="*/ 8063625 w 12188965"/>
              <a:gd name="connsiteY14101" fmla="*/ 348659 h 2053176"/>
              <a:gd name="connsiteX14102" fmla="*/ 8050737 w 12188965"/>
              <a:gd name="connsiteY14102" fmla="*/ 361547 h 2053176"/>
              <a:gd name="connsiteX14103" fmla="*/ 8037849 w 12188965"/>
              <a:gd name="connsiteY14103" fmla="*/ 348659 h 2053176"/>
              <a:gd name="connsiteX14104" fmla="*/ 8050737 w 12188965"/>
              <a:gd name="connsiteY14104" fmla="*/ 335772 h 2053176"/>
              <a:gd name="connsiteX14105" fmla="*/ 7858237 w 12188965"/>
              <a:gd name="connsiteY14105" fmla="*/ 335772 h 2053176"/>
              <a:gd name="connsiteX14106" fmla="*/ 7871124 w 12188965"/>
              <a:gd name="connsiteY14106" fmla="*/ 348659 h 2053176"/>
              <a:gd name="connsiteX14107" fmla="*/ 7858237 w 12188965"/>
              <a:gd name="connsiteY14107" fmla="*/ 361547 h 2053176"/>
              <a:gd name="connsiteX14108" fmla="*/ 7845349 w 12188965"/>
              <a:gd name="connsiteY14108" fmla="*/ 348659 h 2053176"/>
              <a:gd name="connsiteX14109" fmla="*/ 7858237 w 12188965"/>
              <a:gd name="connsiteY14109" fmla="*/ 335772 h 2053176"/>
              <a:gd name="connsiteX14110" fmla="*/ 7794032 w 12188965"/>
              <a:gd name="connsiteY14110" fmla="*/ 335772 h 2053176"/>
              <a:gd name="connsiteX14111" fmla="*/ 7806920 w 12188965"/>
              <a:gd name="connsiteY14111" fmla="*/ 348659 h 2053176"/>
              <a:gd name="connsiteX14112" fmla="*/ 7794032 w 12188965"/>
              <a:gd name="connsiteY14112" fmla="*/ 361547 h 2053176"/>
              <a:gd name="connsiteX14113" fmla="*/ 7781144 w 12188965"/>
              <a:gd name="connsiteY14113" fmla="*/ 348659 h 2053176"/>
              <a:gd name="connsiteX14114" fmla="*/ 7794032 w 12188965"/>
              <a:gd name="connsiteY14114" fmla="*/ 335772 h 2053176"/>
              <a:gd name="connsiteX14115" fmla="*/ 7665506 w 12188965"/>
              <a:gd name="connsiteY14115" fmla="*/ 335772 h 2053176"/>
              <a:gd name="connsiteX14116" fmla="*/ 7678394 w 12188965"/>
              <a:gd name="connsiteY14116" fmla="*/ 348659 h 2053176"/>
              <a:gd name="connsiteX14117" fmla="*/ 7665506 w 12188965"/>
              <a:gd name="connsiteY14117" fmla="*/ 361547 h 2053176"/>
              <a:gd name="connsiteX14118" fmla="*/ 7652618 w 12188965"/>
              <a:gd name="connsiteY14118" fmla="*/ 348659 h 2053176"/>
              <a:gd name="connsiteX14119" fmla="*/ 7665506 w 12188965"/>
              <a:gd name="connsiteY14119" fmla="*/ 335772 h 2053176"/>
              <a:gd name="connsiteX14120" fmla="*/ 5486655 w 12188965"/>
              <a:gd name="connsiteY14120" fmla="*/ 335772 h 2053176"/>
              <a:gd name="connsiteX14121" fmla="*/ 5499543 w 12188965"/>
              <a:gd name="connsiteY14121" fmla="*/ 348659 h 2053176"/>
              <a:gd name="connsiteX14122" fmla="*/ 5486655 w 12188965"/>
              <a:gd name="connsiteY14122" fmla="*/ 361547 h 2053176"/>
              <a:gd name="connsiteX14123" fmla="*/ 5473769 w 12188965"/>
              <a:gd name="connsiteY14123" fmla="*/ 348659 h 2053176"/>
              <a:gd name="connsiteX14124" fmla="*/ 5486655 w 12188965"/>
              <a:gd name="connsiteY14124" fmla="*/ 335772 h 2053176"/>
              <a:gd name="connsiteX14125" fmla="*/ 4651872 w 12188965"/>
              <a:gd name="connsiteY14125" fmla="*/ 335772 h 2053176"/>
              <a:gd name="connsiteX14126" fmla="*/ 4664758 w 12188965"/>
              <a:gd name="connsiteY14126" fmla="*/ 348659 h 2053176"/>
              <a:gd name="connsiteX14127" fmla="*/ 4651872 w 12188965"/>
              <a:gd name="connsiteY14127" fmla="*/ 361547 h 2053176"/>
              <a:gd name="connsiteX14128" fmla="*/ 4638984 w 12188965"/>
              <a:gd name="connsiteY14128" fmla="*/ 348659 h 2053176"/>
              <a:gd name="connsiteX14129" fmla="*/ 4651872 w 12188965"/>
              <a:gd name="connsiteY14129" fmla="*/ 335772 h 2053176"/>
              <a:gd name="connsiteX14130" fmla="*/ 2853891 w 12188965"/>
              <a:gd name="connsiteY14130" fmla="*/ 335772 h 2053176"/>
              <a:gd name="connsiteX14131" fmla="*/ 2866779 w 12188965"/>
              <a:gd name="connsiteY14131" fmla="*/ 348659 h 2053176"/>
              <a:gd name="connsiteX14132" fmla="*/ 2853891 w 12188965"/>
              <a:gd name="connsiteY14132" fmla="*/ 361547 h 2053176"/>
              <a:gd name="connsiteX14133" fmla="*/ 2841003 w 12188965"/>
              <a:gd name="connsiteY14133" fmla="*/ 348659 h 2053176"/>
              <a:gd name="connsiteX14134" fmla="*/ 2853891 w 12188965"/>
              <a:gd name="connsiteY14134" fmla="*/ 335772 h 2053176"/>
              <a:gd name="connsiteX14135" fmla="*/ 2340133 w 12188965"/>
              <a:gd name="connsiteY14135" fmla="*/ 335772 h 2053176"/>
              <a:gd name="connsiteX14136" fmla="*/ 2353019 w 12188965"/>
              <a:gd name="connsiteY14136" fmla="*/ 348659 h 2053176"/>
              <a:gd name="connsiteX14137" fmla="*/ 2340133 w 12188965"/>
              <a:gd name="connsiteY14137" fmla="*/ 361547 h 2053176"/>
              <a:gd name="connsiteX14138" fmla="*/ 2327245 w 12188965"/>
              <a:gd name="connsiteY14138" fmla="*/ 348659 h 2053176"/>
              <a:gd name="connsiteX14139" fmla="*/ 2340133 w 12188965"/>
              <a:gd name="connsiteY14139" fmla="*/ 335772 h 2053176"/>
              <a:gd name="connsiteX14140" fmla="*/ 2147633 w 12188965"/>
              <a:gd name="connsiteY14140" fmla="*/ 335772 h 2053176"/>
              <a:gd name="connsiteX14141" fmla="*/ 2160520 w 12188965"/>
              <a:gd name="connsiteY14141" fmla="*/ 348659 h 2053176"/>
              <a:gd name="connsiteX14142" fmla="*/ 2147633 w 12188965"/>
              <a:gd name="connsiteY14142" fmla="*/ 361547 h 2053176"/>
              <a:gd name="connsiteX14143" fmla="*/ 2134746 w 12188965"/>
              <a:gd name="connsiteY14143" fmla="*/ 348659 h 2053176"/>
              <a:gd name="connsiteX14144" fmla="*/ 2147633 w 12188965"/>
              <a:gd name="connsiteY14144" fmla="*/ 335772 h 2053176"/>
              <a:gd name="connsiteX14145" fmla="*/ 2083427 w 12188965"/>
              <a:gd name="connsiteY14145" fmla="*/ 335772 h 2053176"/>
              <a:gd name="connsiteX14146" fmla="*/ 2096314 w 12188965"/>
              <a:gd name="connsiteY14146" fmla="*/ 348659 h 2053176"/>
              <a:gd name="connsiteX14147" fmla="*/ 2083427 w 12188965"/>
              <a:gd name="connsiteY14147" fmla="*/ 361547 h 2053176"/>
              <a:gd name="connsiteX14148" fmla="*/ 2070540 w 12188965"/>
              <a:gd name="connsiteY14148" fmla="*/ 348659 h 2053176"/>
              <a:gd name="connsiteX14149" fmla="*/ 2083427 w 12188965"/>
              <a:gd name="connsiteY14149" fmla="*/ 335772 h 2053176"/>
              <a:gd name="connsiteX14150" fmla="*/ 1954901 w 12188965"/>
              <a:gd name="connsiteY14150" fmla="*/ 335772 h 2053176"/>
              <a:gd name="connsiteX14151" fmla="*/ 1967788 w 12188965"/>
              <a:gd name="connsiteY14151" fmla="*/ 348659 h 2053176"/>
              <a:gd name="connsiteX14152" fmla="*/ 1954901 w 12188965"/>
              <a:gd name="connsiteY14152" fmla="*/ 361547 h 2053176"/>
              <a:gd name="connsiteX14153" fmla="*/ 1942013 w 12188965"/>
              <a:gd name="connsiteY14153" fmla="*/ 348659 h 2053176"/>
              <a:gd name="connsiteX14154" fmla="*/ 1954901 w 12188965"/>
              <a:gd name="connsiteY14154" fmla="*/ 335772 h 2053176"/>
              <a:gd name="connsiteX14155" fmla="*/ 10619297 w 12188965"/>
              <a:gd name="connsiteY14155" fmla="*/ 323000 h 2053176"/>
              <a:gd name="connsiteX14156" fmla="*/ 10644955 w 12188965"/>
              <a:gd name="connsiteY14156" fmla="*/ 348659 h 2053176"/>
              <a:gd name="connsiteX14157" fmla="*/ 10619297 w 12188965"/>
              <a:gd name="connsiteY14157" fmla="*/ 374318 h 2053176"/>
              <a:gd name="connsiteX14158" fmla="*/ 10593639 w 12188965"/>
              <a:gd name="connsiteY14158" fmla="*/ 348659 h 2053176"/>
              <a:gd name="connsiteX14159" fmla="*/ 10619297 w 12188965"/>
              <a:gd name="connsiteY14159" fmla="*/ 323000 h 2053176"/>
              <a:gd name="connsiteX14160" fmla="*/ 4908693 w 12188965"/>
              <a:gd name="connsiteY14160" fmla="*/ 323000 h 2053176"/>
              <a:gd name="connsiteX14161" fmla="*/ 4934352 w 12188965"/>
              <a:gd name="connsiteY14161" fmla="*/ 348659 h 2053176"/>
              <a:gd name="connsiteX14162" fmla="*/ 4908693 w 12188965"/>
              <a:gd name="connsiteY14162" fmla="*/ 374318 h 2053176"/>
              <a:gd name="connsiteX14163" fmla="*/ 4883033 w 12188965"/>
              <a:gd name="connsiteY14163" fmla="*/ 348659 h 2053176"/>
              <a:gd name="connsiteX14164" fmla="*/ 4908693 w 12188965"/>
              <a:gd name="connsiteY14164" fmla="*/ 323000 h 2053176"/>
              <a:gd name="connsiteX14165" fmla="*/ 11197259 w 12188965"/>
              <a:gd name="connsiteY14165" fmla="*/ 268548 h 2053176"/>
              <a:gd name="connsiteX14166" fmla="*/ 11210147 w 12188965"/>
              <a:gd name="connsiteY14166" fmla="*/ 281435 h 2053176"/>
              <a:gd name="connsiteX14167" fmla="*/ 11197259 w 12188965"/>
              <a:gd name="connsiteY14167" fmla="*/ 294323 h 2053176"/>
              <a:gd name="connsiteX14168" fmla="*/ 11184374 w 12188965"/>
              <a:gd name="connsiteY14168" fmla="*/ 281435 h 2053176"/>
              <a:gd name="connsiteX14169" fmla="*/ 11197259 w 12188965"/>
              <a:gd name="connsiteY14169" fmla="*/ 268548 h 2053176"/>
              <a:gd name="connsiteX14170" fmla="*/ 10619297 w 12188965"/>
              <a:gd name="connsiteY14170" fmla="*/ 268548 h 2053176"/>
              <a:gd name="connsiteX14171" fmla="*/ 10632182 w 12188965"/>
              <a:gd name="connsiteY14171" fmla="*/ 281435 h 2053176"/>
              <a:gd name="connsiteX14172" fmla="*/ 10619297 w 12188965"/>
              <a:gd name="connsiteY14172" fmla="*/ 294323 h 2053176"/>
              <a:gd name="connsiteX14173" fmla="*/ 10606409 w 12188965"/>
              <a:gd name="connsiteY14173" fmla="*/ 281435 h 2053176"/>
              <a:gd name="connsiteX14174" fmla="*/ 10619297 w 12188965"/>
              <a:gd name="connsiteY14174" fmla="*/ 268548 h 2053176"/>
              <a:gd name="connsiteX14175" fmla="*/ 10362474 w 12188965"/>
              <a:gd name="connsiteY14175" fmla="*/ 268548 h 2053176"/>
              <a:gd name="connsiteX14176" fmla="*/ 10375362 w 12188965"/>
              <a:gd name="connsiteY14176" fmla="*/ 281435 h 2053176"/>
              <a:gd name="connsiteX14177" fmla="*/ 10362474 w 12188965"/>
              <a:gd name="connsiteY14177" fmla="*/ 294323 h 2053176"/>
              <a:gd name="connsiteX14178" fmla="*/ 10349589 w 12188965"/>
              <a:gd name="connsiteY14178" fmla="*/ 281435 h 2053176"/>
              <a:gd name="connsiteX14179" fmla="*/ 10362474 w 12188965"/>
              <a:gd name="connsiteY14179" fmla="*/ 268548 h 2053176"/>
              <a:gd name="connsiteX14180" fmla="*/ 8564495 w 12188965"/>
              <a:gd name="connsiteY14180" fmla="*/ 268548 h 2053176"/>
              <a:gd name="connsiteX14181" fmla="*/ 8577383 w 12188965"/>
              <a:gd name="connsiteY14181" fmla="*/ 281435 h 2053176"/>
              <a:gd name="connsiteX14182" fmla="*/ 8564495 w 12188965"/>
              <a:gd name="connsiteY14182" fmla="*/ 294323 h 2053176"/>
              <a:gd name="connsiteX14183" fmla="*/ 8551607 w 12188965"/>
              <a:gd name="connsiteY14183" fmla="*/ 281435 h 2053176"/>
              <a:gd name="connsiteX14184" fmla="*/ 8564495 w 12188965"/>
              <a:gd name="connsiteY14184" fmla="*/ 268548 h 2053176"/>
              <a:gd name="connsiteX14185" fmla="*/ 7858237 w 12188965"/>
              <a:gd name="connsiteY14185" fmla="*/ 268548 h 2053176"/>
              <a:gd name="connsiteX14186" fmla="*/ 7871124 w 12188965"/>
              <a:gd name="connsiteY14186" fmla="*/ 281435 h 2053176"/>
              <a:gd name="connsiteX14187" fmla="*/ 7858237 w 12188965"/>
              <a:gd name="connsiteY14187" fmla="*/ 294323 h 2053176"/>
              <a:gd name="connsiteX14188" fmla="*/ 7845349 w 12188965"/>
              <a:gd name="connsiteY14188" fmla="*/ 281435 h 2053176"/>
              <a:gd name="connsiteX14189" fmla="*/ 7858237 w 12188965"/>
              <a:gd name="connsiteY14189" fmla="*/ 268548 h 2053176"/>
              <a:gd name="connsiteX14190" fmla="*/ 7794032 w 12188965"/>
              <a:gd name="connsiteY14190" fmla="*/ 268548 h 2053176"/>
              <a:gd name="connsiteX14191" fmla="*/ 7806920 w 12188965"/>
              <a:gd name="connsiteY14191" fmla="*/ 281435 h 2053176"/>
              <a:gd name="connsiteX14192" fmla="*/ 7794032 w 12188965"/>
              <a:gd name="connsiteY14192" fmla="*/ 294323 h 2053176"/>
              <a:gd name="connsiteX14193" fmla="*/ 7781144 w 12188965"/>
              <a:gd name="connsiteY14193" fmla="*/ 281435 h 2053176"/>
              <a:gd name="connsiteX14194" fmla="*/ 7794032 w 12188965"/>
              <a:gd name="connsiteY14194" fmla="*/ 268548 h 2053176"/>
              <a:gd name="connsiteX14195" fmla="*/ 7665506 w 12188965"/>
              <a:gd name="connsiteY14195" fmla="*/ 268548 h 2053176"/>
              <a:gd name="connsiteX14196" fmla="*/ 7678394 w 12188965"/>
              <a:gd name="connsiteY14196" fmla="*/ 281435 h 2053176"/>
              <a:gd name="connsiteX14197" fmla="*/ 7665506 w 12188965"/>
              <a:gd name="connsiteY14197" fmla="*/ 294323 h 2053176"/>
              <a:gd name="connsiteX14198" fmla="*/ 7652618 w 12188965"/>
              <a:gd name="connsiteY14198" fmla="*/ 281435 h 2053176"/>
              <a:gd name="connsiteX14199" fmla="*/ 7665506 w 12188965"/>
              <a:gd name="connsiteY14199" fmla="*/ 268548 h 2053176"/>
              <a:gd name="connsiteX14200" fmla="*/ 5486655 w 12188965"/>
              <a:gd name="connsiteY14200" fmla="*/ 268548 h 2053176"/>
              <a:gd name="connsiteX14201" fmla="*/ 5499543 w 12188965"/>
              <a:gd name="connsiteY14201" fmla="*/ 281435 h 2053176"/>
              <a:gd name="connsiteX14202" fmla="*/ 5486655 w 12188965"/>
              <a:gd name="connsiteY14202" fmla="*/ 294323 h 2053176"/>
              <a:gd name="connsiteX14203" fmla="*/ 5473769 w 12188965"/>
              <a:gd name="connsiteY14203" fmla="*/ 281435 h 2053176"/>
              <a:gd name="connsiteX14204" fmla="*/ 5486655 w 12188965"/>
              <a:gd name="connsiteY14204" fmla="*/ 268548 h 2053176"/>
              <a:gd name="connsiteX14205" fmla="*/ 4908693 w 12188965"/>
              <a:gd name="connsiteY14205" fmla="*/ 268548 h 2053176"/>
              <a:gd name="connsiteX14206" fmla="*/ 4921580 w 12188965"/>
              <a:gd name="connsiteY14206" fmla="*/ 281435 h 2053176"/>
              <a:gd name="connsiteX14207" fmla="*/ 4908693 w 12188965"/>
              <a:gd name="connsiteY14207" fmla="*/ 294323 h 2053176"/>
              <a:gd name="connsiteX14208" fmla="*/ 4895806 w 12188965"/>
              <a:gd name="connsiteY14208" fmla="*/ 281435 h 2053176"/>
              <a:gd name="connsiteX14209" fmla="*/ 4908693 w 12188965"/>
              <a:gd name="connsiteY14209" fmla="*/ 268548 h 2053176"/>
              <a:gd name="connsiteX14210" fmla="*/ 4651872 w 12188965"/>
              <a:gd name="connsiteY14210" fmla="*/ 268548 h 2053176"/>
              <a:gd name="connsiteX14211" fmla="*/ 4664758 w 12188965"/>
              <a:gd name="connsiteY14211" fmla="*/ 281435 h 2053176"/>
              <a:gd name="connsiteX14212" fmla="*/ 4651872 w 12188965"/>
              <a:gd name="connsiteY14212" fmla="*/ 294323 h 2053176"/>
              <a:gd name="connsiteX14213" fmla="*/ 4638984 w 12188965"/>
              <a:gd name="connsiteY14213" fmla="*/ 281435 h 2053176"/>
              <a:gd name="connsiteX14214" fmla="*/ 4651872 w 12188965"/>
              <a:gd name="connsiteY14214" fmla="*/ 268548 h 2053176"/>
              <a:gd name="connsiteX14215" fmla="*/ 2853891 w 12188965"/>
              <a:gd name="connsiteY14215" fmla="*/ 268548 h 2053176"/>
              <a:gd name="connsiteX14216" fmla="*/ 2866779 w 12188965"/>
              <a:gd name="connsiteY14216" fmla="*/ 281435 h 2053176"/>
              <a:gd name="connsiteX14217" fmla="*/ 2853891 w 12188965"/>
              <a:gd name="connsiteY14217" fmla="*/ 294323 h 2053176"/>
              <a:gd name="connsiteX14218" fmla="*/ 2841003 w 12188965"/>
              <a:gd name="connsiteY14218" fmla="*/ 281435 h 2053176"/>
              <a:gd name="connsiteX14219" fmla="*/ 2853891 w 12188965"/>
              <a:gd name="connsiteY14219" fmla="*/ 268548 h 2053176"/>
              <a:gd name="connsiteX14220" fmla="*/ 2147633 w 12188965"/>
              <a:gd name="connsiteY14220" fmla="*/ 268548 h 2053176"/>
              <a:gd name="connsiteX14221" fmla="*/ 2160520 w 12188965"/>
              <a:gd name="connsiteY14221" fmla="*/ 281435 h 2053176"/>
              <a:gd name="connsiteX14222" fmla="*/ 2147633 w 12188965"/>
              <a:gd name="connsiteY14222" fmla="*/ 294323 h 2053176"/>
              <a:gd name="connsiteX14223" fmla="*/ 2134746 w 12188965"/>
              <a:gd name="connsiteY14223" fmla="*/ 281435 h 2053176"/>
              <a:gd name="connsiteX14224" fmla="*/ 2147633 w 12188965"/>
              <a:gd name="connsiteY14224" fmla="*/ 268548 h 2053176"/>
              <a:gd name="connsiteX14225" fmla="*/ 2083427 w 12188965"/>
              <a:gd name="connsiteY14225" fmla="*/ 268548 h 2053176"/>
              <a:gd name="connsiteX14226" fmla="*/ 2096314 w 12188965"/>
              <a:gd name="connsiteY14226" fmla="*/ 281435 h 2053176"/>
              <a:gd name="connsiteX14227" fmla="*/ 2083427 w 12188965"/>
              <a:gd name="connsiteY14227" fmla="*/ 294323 h 2053176"/>
              <a:gd name="connsiteX14228" fmla="*/ 2070540 w 12188965"/>
              <a:gd name="connsiteY14228" fmla="*/ 281435 h 2053176"/>
              <a:gd name="connsiteX14229" fmla="*/ 2083427 w 12188965"/>
              <a:gd name="connsiteY14229" fmla="*/ 268548 h 2053176"/>
              <a:gd name="connsiteX14230" fmla="*/ 1954901 w 12188965"/>
              <a:gd name="connsiteY14230" fmla="*/ 268548 h 2053176"/>
              <a:gd name="connsiteX14231" fmla="*/ 1967788 w 12188965"/>
              <a:gd name="connsiteY14231" fmla="*/ 281435 h 2053176"/>
              <a:gd name="connsiteX14232" fmla="*/ 1954901 w 12188965"/>
              <a:gd name="connsiteY14232" fmla="*/ 294323 h 2053176"/>
              <a:gd name="connsiteX14233" fmla="*/ 1942013 w 12188965"/>
              <a:gd name="connsiteY14233" fmla="*/ 281435 h 2053176"/>
              <a:gd name="connsiteX14234" fmla="*/ 1954901 w 12188965"/>
              <a:gd name="connsiteY14234" fmla="*/ 268548 h 2053176"/>
              <a:gd name="connsiteX14235" fmla="*/ 10619297 w 12188965"/>
              <a:gd name="connsiteY14235" fmla="*/ 201440 h 2053176"/>
              <a:gd name="connsiteX14236" fmla="*/ 10632182 w 12188965"/>
              <a:gd name="connsiteY14236" fmla="*/ 214327 h 2053176"/>
              <a:gd name="connsiteX14237" fmla="*/ 10619297 w 12188965"/>
              <a:gd name="connsiteY14237" fmla="*/ 227215 h 2053176"/>
              <a:gd name="connsiteX14238" fmla="*/ 10606409 w 12188965"/>
              <a:gd name="connsiteY14238" fmla="*/ 214327 h 2053176"/>
              <a:gd name="connsiteX14239" fmla="*/ 10619297 w 12188965"/>
              <a:gd name="connsiteY14239" fmla="*/ 201440 h 2053176"/>
              <a:gd name="connsiteX14240" fmla="*/ 10362474 w 12188965"/>
              <a:gd name="connsiteY14240" fmla="*/ 201440 h 2053176"/>
              <a:gd name="connsiteX14241" fmla="*/ 10375362 w 12188965"/>
              <a:gd name="connsiteY14241" fmla="*/ 214327 h 2053176"/>
              <a:gd name="connsiteX14242" fmla="*/ 10362474 w 12188965"/>
              <a:gd name="connsiteY14242" fmla="*/ 227215 h 2053176"/>
              <a:gd name="connsiteX14243" fmla="*/ 10349589 w 12188965"/>
              <a:gd name="connsiteY14243" fmla="*/ 214327 h 2053176"/>
              <a:gd name="connsiteX14244" fmla="*/ 10362474 w 12188965"/>
              <a:gd name="connsiteY14244" fmla="*/ 201440 h 2053176"/>
              <a:gd name="connsiteX14245" fmla="*/ 7858237 w 12188965"/>
              <a:gd name="connsiteY14245" fmla="*/ 201440 h 2053176"/>
              <a:gd name="connsiteX14246" fmla="*/ 7871124 w 12188965"/>
              <a:gd name="connsiteY14246" fmla="*/ 214327 h 2053176"/>
              <a:gd name="connsiteX14247" fmla="*/ 7858237 w 12188965"/>
              <a:gd name="connsiteY14247" fmla="*/ 227215 h 2053176"/>
              <a:gd name="connsiteX14248" fmla="*/ 7845349 w 12188965"/>
              <a:gd name="connsiteY14248" fmla="*/ 214327 h 2053176"/>
              <a:gd name="connsiteX14249" fmla="*/ 7858237 w 12188965"/>
              <a:gd name="connsiteY14249" fmla="*/ 201440 h 2053176"/>
              <a:gd name="connsiteX14250" fmla="*/ 7665506 w 12188965"/>
              <a:gd name="connsiteY14250" fmla="*/ 201440 h 2053176"/>
              <a:gd name="connsiteX14251" fmla="*/ 7678394 w 12188965"/>
              <a:gd name="connsiteY14251" fmla="*/ 214327 h 2053176"/>
              <a:gd name="connsiteX14252" fmla="*/ 7665506 w 12188965"/>
              <a:gd name="connsiteY14252" fmla="*/ 227215 h 2053176"/>
              <a:gd name="connsiteX14253" fmla="*/ 7652618 w 12188965"/>
              <a:gd name="connsiteY14253" fmla="*/ 214327 h 2053176"/>
              <a:gd name="connsiteX14254" fmla="*/ 7665506 w 12188965"/>
              <a:gd name="connsiteY14254" fmla="*/ 201440 h 2053176"/>
              <a:gd name="connsiteX14255" fmla="*/ 4908693 w 12188965"/>
              <a:gd name="connsiteY14255" fmla="*/ 201440 h 2053176"/>
              <a:gd name="connsiteX14256" fmla="*/ 4921580 w 12188965"/>
              <a:gd name="connsiteY14256" fmla="*/ 214327 h 2053176"/>
              <a:gd name="connsiteX14257" fmla="*/ 4908693 w 12188965"/>
              <a:gd name="connsiteY14257" fmla="*/ 227215 h 2053176"/>
              <a:gd name="connsiteX14258" fmla="*/ 4895806 w 12188965"/>
              <a:gd name="connsiteY14258" fmla="*/ 214327 h 2053176"/>
              <a:gd name="connsiteX14259" fmla="*/ 4908693 w 12188965"/>
              <a:gd name="connsiteY14259" fmla="*/ 201440 h 2053176"/>
              <a:gd name="connsiteX14260" fmla="*/ 4651872 w 12188965"/>
              <a:gd name="connsiteY14260" fmla="*/ 201440 h 2053176"/>
              <a:gd name="connsiteX14261" fmla="*/ 4664758 w 12188965"/>
              <a:gd name="connsiteY14261" fmla="*/ 214327 h 2053176"/>
              <a:gd name="connsiteX14262" fmla="*/ 4651872 w 12188965"/>
              <a:gd name="connsiteY14262" fmla="*/ 227215 h 2053176"/>
              <a:gd name="connsiteX14263" fmla="*/ 4638984 w 12188965"/>
              <a:gd name="connsiteY14263" fmla="*/ 214327 h 2053176"/>
              <a:gd name="connsiteX14264" fmla="*/ 4651872 w 12188965"/>
              <a:gd name="connsiteY14264" fmla="*/ 201440 h 2053176"/>
              <a:gd name="connsiteX14265" fmla="*/ 2147633 w 12188965"/>
              <a:gd name="connsiteY14265" fmla="*/ 201440 h 2053176"/>
              <a:gd name="connsiteX14266" fmla="*/ 2160520 w 12188965"/>
              <a:gd name="connsiteY14266" fmla="*/ 214327 h 2053176"/>
              <a:gd name="connsiteX14267" fmla="*/ 2147633 w 12188965"/>
              <a:gd name="connsiteY14267" fmla="*/ 227215 h 2053176"/>
              <a:gd name="connsiteX14268" fmla="*/ 2134746 w 12188965"/>
              <a:gd name="connsiteY14268" fmla="*/ 214327 h 2053176"/>
              <a:gd name="connsiteX14269" fmla="*/ 2147633 w 12188965"/>
              <a:gd name="connsiteY14269" fmla="*/ 201440 h 2053176"/>
              <a:gd name="connsiteX14270" fmla="*/ 1954901 w 12188965"/>
              <a:gd name="connsiteY14270" fmla="*/ 201440 h 2053176"/>
              <a:gd name="connsiteX14271" fmla="*/ 1967788 w 12188965"/>
              <a:gd name="connsiteY14271" fmla="*/ 214327 h 2053176"/>
              <a:gd name="connsiteX14272" fmla="*/ 1954901 w 12188965"/>
              <a:gd name="connsiteY14272" fmla="*/ 227215 h 2053176"/>
              <a:gd name="connsiteX14273" fmla="*/ 1942013 w 12188965"/>
              <a:gd name="connsiteY14273" fmla="*/ 214327 h 2053176"/>
              <a:gd name="connsiteX14274" fmla="*/ 1954901 w 12188965"/>
              <a:gd name="connsiteY14274" fmla="*/ 201440 h 2053176"/>
              <a:gd name="connsiteX14275" fmla="*/ 10619297 w 12188965"/>
              <a:gd name="connsiteY14275" fmla="*/ 134216 h 2053176"/>
              <a:gd name="connsiteX14276" fmla="*/ 10632182 w 12188965"/>
              <a:gd name="connsiteY14276" fmla="*/ 147103 h 2053176"/>
              <a:gd name="connsiteX14277" fmla="*/ 10619297 w 12188965"/>
              <a:gd name="connsiteY14277" fmla="*/ 159991 h 2053176"/>
              <a:gd name="connsiteX14278" fmla="*/ 10606409 w 12188965"/>
              <a:gd name="connsiteY14278" fmla="*/ 147103 h 2053176"/>
              <a:gd name="connsiteX14279" fmla="*/ 10619297 w 12188965"/>
              <a:gd name="connsiteY14279" fmla="*/ 134216 h 2053176"/>
              <a:gd name="connsiteX14280" fmla="*/ 10362474 w 12188965"/>
              <a:gd name="connsiteY14280" fmla="*/ 134216 h 2053176"/>
              <a:gd name="connsiteX14281" fmla="*/ 10375362 w 12188965"/>
              <a:gd name="connsiteY14281" fmla="*/ 147103 h 2053176"/>
              <a:gd name="connsiteX14282" fmla="*/ 10362474 w 12188965"/>
              <a:gd name="connsiteY14282" fmla="*/ 159991 h 2053176"/>
              <a:gd name="connsiteX14283" fmla="*/ 10349589 w 12188965"/>
              <a:gd name="connsiteY14283" fmla="*/ 147103 h 2053176"/>
              <a:gd name="connsiteX14284" fmla="*/ 10362474 w 12188965"/>
              <a:gd name="connsiteY14284" fmla="*/ 134216 h 2053176"/>
              <a:gd name="connsiteX14285" fmla="*/ 7858237 w 12188965"/>
              <a:gd name="connsiteY14285" fmla="*/ 134216 h 2053176"/>
              <a:gd name="connsiteX14286" fmla="*/ 7871124 w 12188965"/>
              <a:gd name="connsiteY14286" fmla="*/ 147103 h 2053176"/>
              <a:gd name="connsiteX14287" fmla="*/ 7858237 w 12188965"/>
              <a:gd name="connsiteY14287" fmla="*/ 159991 h 2053176"/>
              <a:gd name="connsiteX14288" fmla="*/ 7845349 w 12188965"/>
              <a:gd name="connsiteY14288" fmla="*/ 147103 h 2053176"/>
              <a:gd name="connsiteX14289" fmla="*/ 7858237 w 12188965"/>
              <a:gd name="connsiteY14289" fmla="*/ 134216 h 2053176"/>
              <a:gd name="connsiteX14290" fmla="*/ 7665506 w 12188965"/>
              <a:gd name="connsiteY14290" fmla="*/ 134216 h 2053176"/>
              <a:gd name="connsiteX14291" fmla="*/ 7678394 w 12188965"/>
              <a:gd name="connsiteY14291" fmla="*/ 147103 h 2053176"/>
              <a:gd name="connsiteX14292" fmla="*/ 7665506 w 12188965"/>
              <a:gd name="connsiteY14292" fmla="*/ 159991 h 2053176"/>
              <a:gd name="connsiteX14293" fmla="*/ 7652618 w 12188965"/>
              <a:gd name="connsiteY14293" fmla="*/ 147103 h 2053176"/>
              <a:gd name="connsiteX14294" fmla="*/ 7665506 w 12188965"/>
              <a:gd name="connsiteY14294" fmla="*/ 134216 h 2053176"/>
              <a:gd name="connsiteX14295" fmla="*/ 4908693 w 12188965"/>
              <a:gd name="connsiteY14295" fmla="*/ 134216 h 2053176"/>
              <a:gd name="connsiteX14296" fmla="*/ 4921580 w 12188965"/>
              <a:gd name="connsiteY14296" fmla="*/ 147103 h 2053176"/>
              <a:gd name="connsiteX14297" fmla="*/ 4908693 w 12188965"/>
              <a:gd name="connsiteY14297" fmla="*/ 159991 h 2053176"/>
              <a:gd name="connsiteX14298" fmla="*/ 4895806 w 12188965"/>
              <a:gd name="connsiteY14298" fmla="*/ 147103 h 2053176"/>
              <a:gd name="connsiteX14299" fmla="*/ 4908693 w 12188965"/>
              <a:gd name="connsiteY14299" fmla="*/ 134216 h 2053176"/>
              <a:gd name="connsiteX14300" fmla="*/ 4651872 w 12188965"/>
              <a:gd name="connsiteY14300" fmla="*/ 134216 h 2053176"/>
              <a:gd name="connsiteX14301" fmla="*/ 4664758 w 12188965"/>
              <a:gd name="connsiteY14301" fmla="*/ 147103 h 2053176"/>
              <a:gd name="connsiteX14302" fmla="*/ 4651872 w 12188965"/>
              <a:gd name="connsiteY14302" fmla="*/ 159991 h 2053176"/>
              <a:gd name="connsiteX14303" fmla="*/ 4638984 w 12188965"/>
              <a:gd name="connsiteY14303" fmla="*/ 147103 h 2053176"/>
              <a:gd name="connsiteX14304" fmla="*/ 4651872 w 12188965"/>
              <a:gd name="connsiteY14304" fmla="*/ 134216 h 2053176"/>
              <a:gd name="connsiteX14305" fmla="*/ 2147633 w 12188965"/>
              <a:gd name="connsiteY14305" fmla="*/ 134216 h 2053176"/>
              <a:gd name="connsiteX14306" fmla="*/ 2160520 w 12188965"/>
              <a:gd name="connsiteY14306" fmla="*/ 147103 h 2053176"/>
              <a:gd name="connsiteX14307" fmla="*/ 2147633 w 12188965"/>
              <a:gd name="connsiteY14307" fmla="*/ 159991 h 2053176"/>
              <a:gd name="connsiteX14308" fmla="*/ 2134746 w 12188965"/>
              <a:gd name="connsiteY14308" fmla="*/ 147103 h 2053176"/>
              <a:gd name="connsiteX14309" fmla="*/ 2147633 w 12188965"/>
              <a:gd name="connsiteY14309" fmla="*/ 134216 h 2053176"/>
              <a:gd name="connsiteX14310" fmla="*/ 1954901 w 12188965"/>
              <a:gd name="connsiteY14310" fmla="*/ 134216 h 2053176"/>
              <a:gd name="connsiteX14311" fmla="*/ 1967788 w 12188965"/>
              <a:gd name="connsiteY14311" fmla="*/ 147103 h 2053176"/>
              <a:gd name="connsiteX14312" fmla="*/ 1954901 w 12188965"/>
              <a:gd name="connsiteY14312" fmla="*/ 159991 h 2053176"/>
              <a:gd name="connsiteX14313" fmla="*/ 1942013 w 12188965"/>
              <a:gd name="connsiteY14313" fmla="*/ 147103 h 2053176"/>
              <a:gd name="connsiteX14314" fmla="*/ 1954901 w 12188965"/>
              <a:gd name="connsiteY14314" fmla="*/ 134216 h 2053176"/>
              <a:gd name="connsiteX14315" fmla="*/ 10619297 w 12188965"/>
              <a:gd name="connsiteY14315" fmla="*/ 67108 h 2053176"/>
              <a:gd name="connsiteX14316" fmla="*/ 10632182 w 12188965"/>
              <a:gd name="connsiteY14316" fmla="*/ 79995 h 2053176"/>
              <a:gd name="connsiteX14317" fmla="*/ 10619297 w 12188965"/>
              <a:gd name="connsiteY14317" fmla="*/ 92883 h 2053176"/>
              <a:gd name="connsiteX14318" fmla="*/ 10606409 w 12188965"/>
              <a:gd name="connsiteY14318" fmla="*/ 79995 h 2053176"/>
              <a:gd name="connsiteX14319" fmla="*/ 10619297 w 12188965"/>
              <a:gd name="connsiteY14319" fmla="*/ 67108 h 2053176"/>
              <a:gd name="connsiteX14320" fmla="*/ 4908693 w 12188965"/>
              <a:gd name="connsiteY14320" fmla="*/ 67108 h 2053176"/>
              <a:gd name="connsiteX14321" fmla="*/ 4921580 w 12188965"/>
              <a:gd name="connsiteY14321" fmla="*/ 79995 h 2053176"/>
              <a:gd name="connsiteX14322" fmla="*/ 4908693 w 12188965"/>
              <a:gd name="connsiteY14322" fmla="*/ 92883 h 2053176"/>
              <a:gd name="connsiteX14323" fmla="*/ 4895806 w 12188965"/>
              <a:gd name="connsiteY14323" fmla="*/ 79995 h 2053176"/>
              <a:gd name="connsiteX14324" fmla="*/ 4908693 w 12188965"/>
              <a:gd name="connsiteY14324" fmla="*/ 67108 h 2053176"/>
              <a:gd name="connsiteX14325" fmla="*/ 10619297 w 12188965"/>
              <a:gd name="connsiteY14325" fmla="*/ 0 h 2053176"/>
              <a:gd name="connsiteX14326" fmla="*/ 10632182 w 12188965"/>
              <a:gd name="connsiteY14326" fmla="*/ 12888 h 2053176"/>
              <a:gd name="connsiteX14327" fmla="*/ 10619297 w 12188965"/>
              <a:gd name="connsiteY14327" fmla="*/ 25775 h 2053176"/>
              <a:gd name="connsiteX14328" fmla="*/ 10606409 w 12188965"/>
              <a:gd name="connsiteY14328" fmla="*/ 12888 h 2053176"/>
              <a:gd name="connsiteX14329" fmla="*/ 10619297 w 12188965"/>
              <a:gd name="connsiteY14329" fmla="*/ 0 h 2053176"/>
              <a:gd name="connsiteX14330" fmla="*/ 4908693 w 12188965"/>
              <a:gd name="connsiteY14330" fmla="*/ 0 h 2053176"/>
              <a:gd name="connsiteX14331" fmla="*/ 4921580 w 12188965"/>
              <a:gd name="connsiteY14331" fmla="*/ 12888 h 2053176"/>
              <a:gd name="connsiteX14332" fmla="*/ 4908693 w 12188965"/>
              <a:gd name="connsiteY14332" fmla="*/ 25775 h 2053176"/>
              <a:gd name="connsiteX14333" fmla="*/ 4895806 w 12188965"/>
              <a:gd name="connsiteY14333" fmla="*/ 12888 h 2053176"/>
              <a:gd name="connsiteX14334" fmla="*/ 4908693 w 12188965"/>
              <a:gd name="connsiteY14334" fmla="*/ 0 h 2053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  <a:cxn ang="0">
                <a:pos x="connsiteX6804" y="connsiteY6804"/>
              </a:cxn>
              <a:cxn ang="0">
                <a:pos x="connsiteX6805" y="connsiteY6805"/>
              </a:cxn>
              <a:cxn ang="0">
                <a:pos x="connsiteX6806" y="connsiteY6806"/>
              </a:cxn>
              <a:cxn ang="0">
                <a:pos x="connsiteX6807" y="connsiteY6807"/>
              </a:cxn>
              <a:cxn ang="0">
                <a:pos x="connsiteX6808" y="connsiteY6808"/>
              </a:cxn>
              <a:cxn ang="0">
                <a:pos x="connsiteX6809" y="connsiteY6809"/>
              </a:cxn>
              <a:cxn ang="0">
                <a:pos x="connsiteX6810" y="connsiteY6810"/>
              </a:cxn>
              <a:cxn ang="0">
                <a:pos x="connsiteX6811" y="connsiteY6811"/>
              </a:cxn>
              <a:cxn ang="0">
                <a:pos x="connsiteX6812" y="connsiteY6812"/>
              </a:cxn>
              <a:cxn ang="0">
                <a:pos x="connsiteX6813" y="connsiteY6813"/>
              </a:cxn>
              <a:cxn ang="0">
                <a:pos x="connsiteX6814" y="connsiteY6814"/>
              </a:cxn>
              <a:cxn ang="0">
                <a:pos x="connsiteX6815" y="connsiteY6815"/>
              </a:cxn>
              <a:cxn ang="0">
                <a:pos x="connsiteX6816" y="connsiteY6816"/>
              </a:cxn>
              <a:cxn ang="0">
                <a:pos x="connsiteX6817" y="connsiteY6817"/>
              </a:cxn>
              <a:cxn ang="0">
                <a:pos x="connsiteX6818" y="connsiteY6818"/>
              </a:cxn>
              <a:cxn ang="0">
                <a:pos x="connsiteX6819" y="connsiteY6819"/>
              </a:cxn>
              <a:cxn ang="0">
                <a:pos x="connsiteX6820" y="connsiteY6820"/>
              </a:cxn>
              <a:cxn ang="0">
                <a:pos x="connsiteX6821" y="connsiteY6821"/>
              </a:cxn>
              <a:cxn ang="0">
                <a:pos x="connsiteX6822" y="connsiteY6822"/>
              </a:cxn>
              <a:cxn ang="0">
                <a:pos x="connsiteX6823" y="connsiteY6823"/>
              </a:cxn>
              <a:cxn ang="0">
                <a:pos x="connsiteX6824" y="connsiteY6824"/>
              </a:cxn>
              <a:cxn ang="0">
                <a:pos x="connsiteX6825" y="connsiteY6825"/>
              </a:cxn>
              <a:cxn ang="0">
                <a:pos x="connsiteX6826" y="connsiteY6826"/>
              </a:cxn>
              <a:cxn ang="0">
                <a:pos x="connsiteX6827" y="connsiteY6827"/>
              </a:cxn>
              <a:cxn ang="0">
                <a:pos x="connsiteX6828" y="connsiteY6828"/>
              </a:cxn>
              <a:cxn ang="0">
                <a:pos x="connsiteX6829" y="connsiteY6829"/>
              </a:cxn>
              <a:cxn ang="0">
                <a:pos x="connsiteX6830" y="connsiteY6830"/>
              </a:cxn>
              <a:cxn ang="0">
                <a:pos x="connsiteX6831" y="connsiteY6831"/>
              </a:cxn>
              <a:cxn ang="0">
                <a:pos x="connsiteX6832" y="connsiteY6832"/>
              </a:cxn>
              <a:cxn ang="0">
                <a:pos x="connsiteX6833" y="connsiteY6833"/>
              </a:cxn>
              <a:cxn ang="0">
                <a:pos x="connsiteX6834" y="connsiteY6834"/>
              </a:cxn>
              <a:cxn ang="0">
                <a:pos x="connsiteX6835" y="connsiteY6835"/>
              </a:cxn>
              <a:cxn ang="0">
                <a:pos x="connsiteX6836" y="connsiteY6836"/>
              </a:cxn>
              <a:cxn ang="0">
                <a:pos x="connsiteX6837" y="connsiteY6837"/>
              </a:cxn>
              <a:cxn ang="0">
                <a:pos x="connsiteX6838" y="connsiteY6838"/>
              </a:cxn>
              <a:cxn ang="0">
                <a:pos x="connsiteX6839" y="connsiteY6839"/>
              </a:cxn>
              <a:cxn ang="0">
                <a:pos x="connsiteX6840" y="connsiteY6840"/>
              </a:cxn>
              <a:cxn ang="0">
                <a:pos x="connsiteX6841" y="connsiteY6841"/>
              </a:cxn>
              <a:cxn ang="0">
                <a:pos x="connsiteX6842" y="connsiteY6842"/>
              </a:cxn>
              <a:cxn ang="0">
                <a:pos x="connsiteX6843" y="connsiteY6843"/>
              </a:cxn>
              <a:cxn ang="0">
                <a:pos x="connsiteX6844" y="connsiteY6844"/>
              </a:cxn>
              <a:cxn ang="0">
                <a:pos x="connsiteX6845" y="connsiteY6845"/>
              </a:cxn>
              <a:cxn ang="0">
                <a:pos x="connsiteX6846" y="connsiteY6846"/>
              </a:cxn>
              <a:cxn ang="0">
                <a:pos x="connsiteX6847" y="connsiteY6847"/>
              </a:cxn>
              <a:cxn ang="0">
                <a:pos x="connsiteX6848" y="connsiteY6848"/>
              </a:cxn>
              <a:cxn ang="0">
                <a:pos x="connsiteX6849" y="connsiteY6849"/>
              </a:cxn>
              <a:cxn ang="0">
                <a:pos x="connsiteX6850" y="connsiteY6850"/>
              </a:cxn>
              <a:cxn ang="0">
                <a:pos x="connsiteX6851" y="connsiteY6851"/>
              </a:cxn>
              <a:cxn ang="0">
                <a:pos x="connsiteX6852" y="connsiteY6852"/>
              </a:cxn>
              <a:cxn ang="0">
                <a:pos x="connsiteX6853" y="connsiteY6853"/>
              </a:cxn>
              <a:cxn ang="0">
                <a:pos x="connsiteX6854" y="connsiteY6854"/>
              </a:cxn>
              <a:cxn ang="0">
                <a:pos x="connsiteX6855" y="connsiteY6855"/>
              </a:cxn>
              <a:cxn ang="0">
                <a:pos x="connsiteX6856" y="connsiteY6856"/>
              </a:cxn>
              <a:cxn ang="0">
                <a:pos x="connsiteX6857" y="connsiteY6857"/>
              </a:cxn>
              <a:cxn ang="0">
                <a:pos x="connsiteX6858" y="connsiteY6858"/>
              </a:cxn>
              <a:cxn ang="0">
                <a:pos x="connsiteX6859" y="connsiteY6859"/>
              </a:cxn>
              <a:cxn ang="0">
                <a:pos x="connsiteX6860" y="connsiteY6860"/>
              </a:cxn>
              <a:cxn ang="0">
                <a:pos x="connsiteX6861" y="connsiteY6861"/>
              </a:cxn>
              <a:cxn ang="0">
                <a:pos x="connsiteX6862" y="connsiteY6862"/>
              </a:cxn>
              <a:cxn ang="0">
                <a:pos x="connsiteX6863" y="connsiteY6863"/>
              </a:cxn>
              <a:cxn ang="0">
                <a:pos x="connsiteX6864" y="connsiteY6864"/>
              </a:cxn>
              <a:cxn ang="0">
                <a:pos x="connsiteX6865" y="connsiteY6865"/>
              </a:cxn>
              <a:cxn ang="0">
                <a:pos x="connsiteX6866" y="connsiteY6866"/>
              </a:cxn>
              <a:cxn ang="0">
                <a:pos x="connsiteX6867" y="connsiteY6867"/>
              </a:cxn>
              <a:cxn ang="0">
                <a:pos x="connsiteX6868" y="connsiteY6868"/>
              </a:cxn>
              <a:cxn ang="0">
                <a:pos x="connsiteX6869" y="connsiteY6869"/>
              </a:cxn>
              <a:cxn ang="0">
                <a:pos x="connsiteX6870" y="connsiteY6870"/>
              </a:cxn>
              <a:cxn ang="0">
                <a:pos x="connsiteX6871" y="connsiteY6871"/>
              </a:cxn>
              <a:cxn ang="0">
                <a:pos x="connsiteX6872" y="connsiteY6872"/>
              </a:cxn>
              <a:cxn ang="0">
                <a:pos x="connsiteX6873" y="connsiteY6873"/>
              </a:cxn>
              <a:cxn ang="0">
                <a:pos x="connsiteX6874" y="connsiteY6874"/>
              </a:cxn>
              <a:cxn ang="0">
                <a:pos x="connsiteX6875" y="connsiteY6875"/>
              </a:cxn>
              <a:cxn ang="0">
                <a:pos x="connsiteX6876" y="connsiteY6876"/>
              </a:cxn>
              <a:cxn ang="0">
                <a:pos x="connsiteX6877" y="connsiteY6877"/>
              </a:cxn>
              <a:cxn ang="0">
                <a:pos x="connsiteX6878" y="connsiteY6878"/>
              </a:cxn>
              <a:cxn ang="0">
                <a:pos x="connsiteX6879" y="connsiteY6879"/>
              </a:cxn>
              <a:cxn ang="0">
                <a:pos x="connsiteX6880" y="connsiteY6880"/>
              </a:cxn>
              <a:cxn ang="0">
                <a:pos x="connsiteX6881" y="connsiteY6881"/>
              </a:cxn>
              <a:cxn ang="0">
                <a:pos x="connsiteX6882" y="connsiteY6882"/>
              </a:cxn>
              <a:cxn ang="0">
                <a:pos x="connsiteX6883" y="connsiteY6883"/>
              </a:cxn>
              <a:cxn ang="0">
                <a:pos x="connsiteX6884" y="connsiteY6884"/>
              </a:cxn>
              <a:cxn ang="0">
                <a:pos x="connsiteX6885" y="connsiteY6885"/>
              </a:cxn>
              <a:cxn ang="0">
                <a:pos x="connsiteX6886" y="connsiteY6886"/>
              </a:cxn>
              <a:cxn ang="0">
                <a:pos x="connsiteX6887" y="connsiteY6887"/>
              </a:cxn>
              <a:cxn ang="0">
                <a:pos x="connsiteX6888" y="connsiteY6888"/>
              </a:cxn>
              <a:cxn ang="0">
                <a:pos x="connsiteX6889" y="connsiteY6889"/>
              </a:cxn>
              <a:cxn ang="0">
                <a:pos x="connsiteX6890" y="connsiteY6890"/>
              </a:cxn>
              <a:cxn ang="0">
                <a:pos x="connsiteX6891" y="connsiteY6891"/>
              </a:cxn>
              <a:cxn ang="0">
                <a:pos x="connsiteX6892" y="connsiteY6892"/>
              </a:cxn>
              <a:cxn ang="0">
                <a:pos x="connsiteX6893" y="connsiteY6893"/>
              </a:cxn>
              <a:cxn ang="0">
                <a:pos x="connsiteX6894" y="connsiteY6894"/>
              </a:cxn>
              <a:cxn ang="0">
                <a:pos x="connsiteX6895" y="connsiteY6895"/>
              </a:cxn>
              <a:cxn ang="0">
                <a:pos x="connsiteX6896" y="connsiteY6896"/>
              </a:cxn>
              <a:cxn ang="0">
                <a:pos x="connsiteX6897" y="connsiteY6897"/>
              </a:cxn>
              <a:cxn ang="0">
                <a:pos x="connsiteX6898" y="connsiteY6898"/>
              </a:cxn>
              <a:cxn ang="0">
                <a:pos x="connsiteX6899" y="connsiteY6899"/>
              </a:cxn>
              <a:cxn ang="0">
                <a:pos x="connsiteX6900" y="connsiteY6900"/>
              </a:cxn>
              <a:cxn ang="0">
                <a:pos x="connsiteX6901" y="connsiteY6901"/>
              </a:cxn>
              <a:cxn ang="0">
                <a:pos x="connsiteX6902" y="connsiteY6902"/>
              </a:cxn>
              <a:cxn ang="0">
                <a:pos x="connsiteX6903" y="connsiteY6903"/>
              </a:cxn>
              <a:cxn ang="0">
                <a:pos x="connsiteX6904" y="connsiteY6904"/>
              </a:cxn>
              <a:cxn ang="0">
                <a:pos x="connsiteX6905" y="connsiteY6905"/>
              </a:cxn>
              <a:cxn ang="0">
                <a:pos x="connsiteX6906" y="connsiteY6906"/>
              </a:cxn>
              <a:cxn ang="0">
                <a:pos x="connsiteX6907" y="connsiteY6907"/>
              </a:cxn>
              <a:cxn ang="0">
                <a:pos x="connsiteX6908" y="connsiteY6908"/>
              </a:cxn>
              <a:cxn ang="0">
                <a:pos x="connsiteX6909" y="connsiteY6909"/>
              </a:cxn>
              <a:cxn ang="0">
                <a:pos x="connsiteX6910" y="connsiteY6910"/>
              </a:cxn>
              <a:cxn ang="0">
                <a:pos x="connsiteX6911" y="connsiteY6911"/>
              </a:cxn>
              <a:cxn ang="0">
                <a:pos x="connsiteX6912" y="connsiteY6912"/>
              </a:cxn>
              <a:cxn ang="0">
                <a:pos x="connsiteX6913" y="connsiteY6913"/>
              </a:cxn>
              <a:cxn ang="0">
                <a:pos x="connsiteX6914" y="connsiteY6914"/>
              </a:cxn>
              <a:cxn ang="0">
                <a:pos x="connsiteX6915" y="connsiteY6915"/>
              </a:cxn>
              <a:cxn ang="0">
                <a:pos x="connsiteX6916" y="connsiteY6916"/>
              </a:cxn>
              <a:cxn ang="0">
                <a:pos x="connsiteX6917" y="connsiteY6917"/>
              </a:cxn>
              <a:cxn ang="0">
                <a:pos x="connsiteX6918" y="connsiteY6918"/>
              </a:cxn>
              <a:cxn ang="0">
                <a:pos x="connsiteX6919" y="connsiteY6919"/>
              </a:cxn>
              <a:cxn ang="0">
                <a:pos x="connsiteX6920" y="connsiteY6920"/>
              </a:cxn>
              <a:cxn ang="0">
                <a:pos x="connsiteX6921" y="connsiteY6921"/>
              </a:cxn>
              <a:cxn ang="0">
                <a:pos x="connsiteX6922" y="connsiteY6922"/>
              </a:cxn>
              <a:cxn ang="0">
                <a:pos x="connsiteX6923" y="connsiteY6923"/>
              </a:cxn>
              <a:cxn ang="0">
                <a:pos x="connsiteX6924" y="connsiteY6924"/>
              </a:cxn>
              <a:cxn ang="0">
                <a:pos x="connsiteX6925" y="connsiteY6925"/>
              </a:cxn>
              <a:cxn ang="0">
                <a:pos x="connsiteX6926" y="connsiteY6926"/>
              </a:cxn>
              <a:cxn ang="0">
                <a:pos x="connsiteX6927" y="connsiteY6927"/>
              </a:cxn>
              <a:cxn ang="0">
                <a:pos x="connsiteX6928" y="connsiteY6928"/>
              </a:cxn>
              <a:cxn ang="0">
                <a:pos x="connsiteX6929" y="connsiteY6929"/>
              </a:cxn>
              <a:cxn ang="0">
                <a:pos x="connsiteX6930" y="connsiteY6930"/>
              </a:cxn>
              <a:cxn ang="0">
                <a:pos x="connsiteX6931" y="connsiteY6931"/>
              </a:cxn>
              <a:cxn ang="0">
                <a:pos x="connsiteX6932" y="connsiteY6932"/>
              </a:cxn>
              <a:cxn ang="0">
                <a:pos x="connsiteX6933" y="connsiteY6933"/>
              </a:cxn>
              <a:cxn ang="0">
                <a:pos x="connsiteX6934" y="connsiteY6934"/>
              </a:cxn>
              <a:cxn ang="0">
                <a:pos x="connsiteX6935" y="connsiteY6935"/>
              </a:cxn>
              <a:cxn ang="0">
                <a:pos x="connsiteX6936" y="connsiteY6936"/>
              </a:cxn>
              <a:cxn ang="0">
                <a:pos x="connsiteX6937" y="connsiteY6937"/>
              </a:cxn>
              <a:cxn ang="0">
                <a:pos x="connsiteX6938" y="connsiteY6938"/>
              </a:cxn>
              <a:cxn ang="0">
                <a:pos x="connsiteX6939" y="connsiteY6939"/>
              </a:cxn>
              <a:cxn ang="0">
                <a:pos x="connsiteX6940" y="connsiteY6940"/>
              </a:cxn>
              <a:cxn ang="0">
                <a:pos x="connsiteX6941" y="connsiteY6941"/>
              </a:cxn>
              <a:cxn ang="0">
                <a:pos x="connsiteX6942" y="connsiteY6942"/>
              </a:cxn>
              <a:cxn ang="0">
                <a:pos x="connsiteX6943" y="connsiteY6943"/>
              </a:cxn>
              <a:cxn ang="0">
                <a:pos x="connsiteX6944" y="connsiteY6944"/>
              </a:cxn>
              <a:cxn ang="0">
                <a:pos x="connsiteX6945" y="connsiteY6945"/>
              </a:cxn>
              <a:cxn ang="0">
                <a:pos x="connsiteX6946" y="connsiteY6946"/>
              </a:cxn>
              <a:cxn ang="0">
                <a:pos x="connsiteX6947" y="connsiteY6947"/>
              </a:cxn>
              <a:cxn ang="0">
                <a:pos x="connsiteX6948" y="connsiteY6948"/>
              </a:cxn>
              <a:cxn ang="0">
                <a:pos x="connsiteX6949" y="connsiteY6949"/>
              </a:cxn>
              <a:cxn ang="0">
                <a:pos x="connsiteX6950" y="connsiteY6950"/>
              </a:cxn>
              <a:cxn ang="0">
                <a:pos x="connsiteX6951" y="connsiteY6951"/>
              </a:cxn>
              <a:cxn ang="0">
                <a:pos x="connsiteX6952" y="connsiteY6952"/>
              </a:cxn>
              <a:cxn ang="0">
                <a:pos x="connsiteX6953" y="connsiteY6953"/>
              </a:cxn>
              <a:cxn ang="0">
                <a:pos x="connsiteX6954" y="connsiteY6954"/>
              </a:cxn>
              <a:cxn ang="0">
                <a:pos x="connsiteX6955" y="connsiteY6955"/>
              </a:cxn>
              <a:cxn ang="0">
                <a:pos x="connsiteX6956" y="connsiteY6956"/>
              </a:cxn>
              <a:cxn ang="0">
                <a:pos x="connsiteX6957" y="connsiteY6957"/>
              </a:cxn>
              <a:cxn ang="0">
                <a:pos x="connsiteX6958" y="connsiteY6958"/>
              </a:cxn>
              <a:cxn ang="0">
                <a:pos x="connsiteX6959" y="connsiteY6959"/>
              </a:cxn>
              <a:cxn ang="0">
                <a:pos x="connsiteX6960" y="connsiteY6960"/>
              </a:cxn>
              <a:cxn ang="0">
                <a:pos x="connsiteX6961" y="connsiteY6961"/>
              </a:cxn>
              <a:cxn ang="0">
                <a:pos x="connsiteX6962" y="connsiteY6962"/>
              </a:cxn>
              <a:cxn ang="0">
                <a:pos x="connsiteX6963" y="connsiteY6963"/>
              </a:cxn>
              <a:cxn ang="0">
                <a:pos x="connsiteX6964" y="connsiteY6964"/>
              </a:cxn>
              <a:cxn ang="0">
                <a:pos x="connsiteX6965" y="connsiteY6965"/>
              </a:cxn>
              <a:cxn ang="0">
                <a:pos x="connsiteX6966" y="connsiteY6966"/>
              </a:cxn>
              <a:cxn ang="0">
                <a:pos x="connsiteX6967" y="connsiteY6967"/>
              </a:cxn>
              <a:cxn ang="0">
                <a:pos x="connsiteX6968" y="connsiteY6968"/>
              </a:cxn>
              <a:cxn ang="0">
                <a:pos x="connsiteX6969" y="connsiteY6969"/>
              </a:cxn>
              <a:cxn ang="0">
                <a:pos x="connsiteX6970" y="connsiteY6970"/>
              </a:cxn>
              <a:cxn ang="0">
                <a:pos x="connsiteX6971" y="connsiteY6971"/>
              </a:cxn>
              <a:cxn ang="0">
                <a:pos x="connsiteX6972" y="connsiteY6972"/>
              </a:cxn>
              <a:cxn ang="0">
                <a:pos x="connsiteX6973" y="connsiteY6973"/>
              </a:cxn>
              <a:cxn ang="0">
                <a:pos x="connsiteX6974" y="connsiteY6974"/>
              </a:cxn>
              <a:cxn ang="0">
                <a:pos x="connsiteX6975" y="connsiteY6975"/>
              </a:cxn>
              <a:cxn ang="0">
                <a:pos x="connsiteX6976" y="connsiteY6976"/>
              </a:cxn>
              <a:cxn ang="0">
                <a:pos x="connsiteX6977" y="connsiteY6977"/>
              </a:cxn>
              <a:cxn ang="0">
                <a:pos x="connsiteX6978" y="connsiteY6978"/>
              </a:cxn>
              <a:cxn ang="0">
                <a:pos x="connsiteX6979" y="connsiteY6979"/>
              </a:cxn>
              <a:cxn ang="0">
                <a:pos x="connsiteX6980" y="connsiteY6980"/>
              </a:cxn>
              <a:cxn ang="0">
                <a:pos x="connsiteX6981" y="connsiteY6981"/>
              </a:cxn>
              <a:cxn ang="0">
                <a:pos x="connsiteX6982" y="connsiteY6982"/>
              </a:cxn>
              <a:cxn ang="0">
                <a:pos x="connsiteX6983" y="connsiteY6983"/>
              </a:cxn>
              <a:cxn ang="0">
                <a:pos x="connsiteX6984" y="connsiteY6984"/>
              </a:cxn>
              <a:cxn ang="0">
                <a:pos x="connsiteX6985" y="connsiteY6985"/>
              </a:cxn>
              <a:cxn ang="0">
                <a:pos x="connsiteX6986" y="connsiteY6986"/>
              </a:cxn>
              <a:cxn ang="0">
                <a:pos x="connsiteX6987" y="connsiteY6987"/>
              </a:cxn>
              <a:cxn ang="0">
                <a:pos x="connsiteX6988" y="connsiteY6988"/>
              </a:cxn>
              <a:cxn ang="0">
                <a:pos x="connsiteX6989" y="connsiteY6989"/>
              </a:cxn>
              <a:cxn ang="0">
                <a:pos x="connsiteX6990" y="connsiteY6990"/>
              </a:cxn>
              <a:cxn ang="0">
                <a:pos x="connsiteX6991" y="connsiteY6991"/>
              </a:cxn>
              <a:cxn ang="0">
                <a:pos x="connsiteX6992" y="connsiteY6992"/>
              </a:cxn>
              <a:cxn ang="0">
                <a:pos x="connsiteX6993" y="connsiteY6993"/>
              </a:cxn>
              <a:cxn ang="0">
                <a:pos x="connsiteX6994" y="connsiteY6994"/>
              </a:cxn>
              <a:cxn ang="0">
                <a:pos x="connsiteX6995" y="connsiteY6995"/>
              </a:cxn>
              <a:cxn ang="0">
                <a:pos x="connsiteX6996" y="connsiteY6996"/>
              </a:cxn>
              <a:cxn ang="0">
                <a:pos x="connsiteX6997" y="connsiteY6997"/>
              </a:cxn>
              <a:cxn ang="0">
                <a:pos x="connsiteX6998" y="connsiteY6998"/>
              </a:cxn>
              <a:cxn ang="0">
                <a:pos x="connsiteX6999" y="connsiteY6999"/>
              </a:cxn>
              <a:cxn ang="0">
                <a:pos x="connsiteX7000" y="connsiteY7000"/>
              </a:cxn>
              <a:cxn ang="0">
                <a:pos x="connsiteX7001" y="connsiteY7001"/>
              </a:cxn>
              <a:cxn ang="0">
                <a:pos x="connsiteX7002" y="connsiteY7002"/>
              </a:cxn>
              <a:cxn ang="0">
                <a:pos x="connsiteX7003" y="connsiteY7003"/>
              </a:cxn>
              <a:cxn ang="0">
                <a:pos x="connsiteX7004" y="connsiteY7004"/>
              </a:cxn>
              <a:cxn ang="0">
                <a:pos x="connsiteX7005" y="connsiteY7005"/>
              </a:cxn>
              <a:cxn ang="0">
                <a:pos x="connsiteX7006" y="connsiteY7006"/>
              </a:cxn>
              <a:cxn ang="0">
                <a:pos x="connsiteX7007" y="connsiteY7007"/>
              </a:cxn>
              <a:cxn ang="0">
                <a:pos x="connsiteX7008" y="connsiteY7008"/>
              </a:cxn>
              <a:cxn ang="0">
                <a:pos x="connsiteX7009" y="connsiteY7009"/>
              </a:cxn>
              <a:cxn ang="0">
                <a:pos x="connsiteX7010" y="connsiteY7010"/>
              </a:cxn>
              <a:cxn ang="0">
                <a:pos x="connsiteX7011" y="connsiteY7011"/>
              </a:cxn>
              <a:cxn ang="0">
                <a:pos x="connsiteX7012" y="connsiteY7012"/>
              </a:cxn>
              <a:cxn ang="0">
                <a:pos x="connsiteX7013" y="connsiteY7013"/>
              </a:cxn>
              <a:cxn ang="0">
                <a:pos x="connsiteX7014" y="connsiteY7014"/>
              </a:cxn>
              <a:cxn ang="0">
                <a:pos x="connsiteX7015" y="connsiteY7015"/>
              </a:cxn>
              <a:cxn ang="0">
                <a:pos x="connsiteX7016" y="connsiteY7016"/>
              </a:cxn>
              <a:cxn ang="0">
                <a:pos x="connsiteX7017" y="connsiteY7017"/>
              </a:cxn>
              <a:cxn ang="0">
                <a:pos x="connsiteX7018" y="connsiteY7018"/>
              </a:cxn>
              <a:cxn ang="0">
                <a:pos x="connsiteX7019" y="connsiteY7019"/>
              </a:cxn>
              <a:cxn ang="0">
                <a:pos x="connsiteX7020" y="connsiteY7020"/>
              </a:cxn>
              <a:cxn ang="0">
                <a:pos x="connsiteX7021" y="connsiteY7021"/>
              </a:cxn>
              <a:cxn ang="0">
                <a:pos x="connsiteX7022" y="connsiteY7022"/>
              </a:cxn>
              <a:cxn ang="0">
                <a:pos x="connsiteX7023" y="connsiteY7023"/>
              </a:cxn>
              <a:cxn ang="0">
                <a:pos x="connsiteX7024" y="connsiteY7024"/>
              </a:cxn>
              <a:cxn ang="0">
                <a:pos x="connsiteX7025" y="connsiteY7025"/>
              </a:cxn>
              <a:cxn ang="0">
                <a:pos x="connsiteX7026" y="connsiteY7026"/>
              </a:cxn>
              <a:cxn ang="0">
                <a:pos x="connsiteX7027" y="connsiteY7027"/>
              </a:cxn>
              <a:cxn ang="0">
                <a:pos x="connsiteX7028" y="connsiteY7028"/>
              </a:cxn>
              <a:cxn ang="0">
                <a:pos x="connsiteX7029" y="connsiteY7029"/>
              </a:cxn>
              <a:cxn ang="0">
                <a:pos x="connsiteX7030" y="connsiteY7030"/>
              </a:cxn>
              <a:cxn ang="0">
                <a:pos x="connsiteX7031" y="connsiteY7031"/>
              </a:cxn>
              <a:cxn ang="0">
                <a:pos x="connsiteX7032" y="connsiteY7032"/>
              </a:cxn>
              <a:cxn ang="0">
                <a:pos x="connsiteX7033" y="connsiteY7033"/>
              </a:cxn>
              <a:cxn ang="0">
                <a:pos x="connsiteX7034" y="connsiteY7034"/>
              </a:cxn>
              <a:cxn ang="0">
                <a:pos x="connsiteX7035" y="connsiteY7035"/>
              </a:cxn>
              <a:cxn ang="0">
                <a:pos x="connsiteX7036" y="connsiteY7036"/>
              </a:cxn>
              <a:cxn ang="0">
                <a:pos x="connsiteX7037" y="connsiteY7037"/>
              </a:cxn>
              <a:cxn ang="0">
                <a:pos x="connsiteX7038" y="connsiteY7038"/>
              </a:cxn>
              <a:cxn ang="0">
                <a:pos x="connsiteX7039" y="connsiteY7039"/>
              </a:cxn>
              <a:cxn ang="0">
                <a:pos x="connsiteX7040" y="connsiteY7040"/>
              </a:cxn>
              <a:cxn ang="0">
                <a:pos x="connsiteX7041" y="connsiteY7041"/>
              </a:cxn>
              <a:cxn ang="0">
                <a:pos x="connsiteX7042" y="connsiteY7042"/>
              </a:cxn>
              <a:cxn ang="0">
                <a:pos x="connsiteX7043" y="connsiteY7043"/>
              </a:cxn>
              <a:cxn ang="0">
                <a:pos x="connsiteX7044" y="connsiteY7044"/>
              </a:cxn>
              <a:cxn ang="0">
                <a:pos x="connsiteX7045" y="connsiteY7045"/>
              </a:cxn>
              <a:cxn ang="0">
                <a:pos x="connsiteX7046" y="connsiteY7046"/>
              </a:cxn>
              <a:cxn ang="0">
                <a:pos x="connsiteX7047" y="connsiteY7047"/>
              </a:cxn>
              <a:cxn ang="0">
                <a:pos x="connsiteX7048" y="connsiteY7048"/>
              </a:cxn>
              <a:cxn ang="0">
                <a:pos x="connsiteX7049" y="connsiteY7049"/>
              </a:cxn>
              <a:cxn ang="0">
                <a:pos x="connsiteX7050" y="connsiteY7050"/>
              </a:cxn>
              <a:cxn ang="0">
                <a:pos x="connsiteX7051" y="connsiteY7051"/>
              </a:cxn>
              <a:cxn ang="0">
                <a:pos x="connsiteX7052" y="connsiteY7052"/>
              </a:cxn>
              <a:cxn ang="0">
                <a:pos x="connsiteX7053" y="connsiteY7053"/>
              </a:cxn>
              <a:cxn ang="0">
                <a:pos x="connsiteX7054" y="connsiteY7054"/>
              </a:cxn>
              <a:cxn ang="0">
                <a:pos x="connsiteX7055" y="connsiteY7055"/>
              </a:cxn>
              <a:cxn ang="0">
                <a:pos x="connsiteX7056" y="connsiteY7056"/>
              </a:cxn>
              <a:cxn ang="0">
                <a:pos x="connsiteX7057" y="connsiteY7057"/>
              </a:cxn>
              <a:cxn ang="0">
                <a:pos x="connsiteX7058" y="connsiteY7058"/>
              </a:cxn>
              <a:cxn ang="0">
                <a:pos x="connsiteX7059" y="connsiteY7059"/>
              </a:cxn>
              <a:cxn ang="0">
                <a:pos x="connsiteX7060" y="connsiteY7060"/>
              </a:cxn>
              <a:cxn ang="0">
                <a:pos x="connsiteX7061" y="connsiteY7061"/>
              </a:cxn>
              <a:cxn ang="0">
                <a:pos x="connsiteX7062" y="connsiteY7062"/>
              </a:cxn>
              <a:cxn ang="0">
                <a:pos x="connsiteX7063" y="connsiteY7063"/>
              </a:cxn>
              <a:cxn ang="0">
                <a:pos x="connsiteX7064" y="connsiteY7064"/>
              </a:cxn>
              <a:cxn ang="0">
                <a:pos x="connsiteX7065" y="connsiteY7065"/>
              </a:cxn>
              <a:cxn ang="0">
                <a:pos x="connsiteX7066" y="connsiteY7066"/>
              </a:cxn>
              <a:cxn ang="0">
                <a:pos x="connsiteX7067" y="connsiteY7067"/>
              </a:cxn>
              <a:cxn ang="0">
                <a:pos x="connsiteX7068" y="connsiteY7068"/>
              </a:cxn>
              <a:cxn ang="0">
                <a:pos x="connsiteX7069" y="connsiteY7069"/>
              </a:cxn>
              <a:cxn ang="0">
                <a:pos x="connsiteX7070" y="connsiteY7070"/>
              </a:cxn>
              <a:cxn ang="0">
                <a:pos x="connsiteX7071" y="connsiteY7071"/>
              </a:cxn>
              <a:cxn ang="0">
                <a:pos x="connsiteX7072" y="connsiteY7072"/>
              </a:cxn>
              <a:cxn ang="0">
                <a:pos x="connsiteX7073" y="connsiteY7073"/>
              </a:cxn>
              <a:cxn ang="0">
                <a:pos x="connsiteX7074" y="connsiteY7074"/>
              </a:cxn>
              <a:cxn ang="0">
                <a:pos x="connsiteX7075" y="connsiteY7075"/>
              </a:cxn>
              <a:cxn ang="0">
                <a:pos x="connsiteX7076" y="connsiteY7076"/>
              </a:cxn>
              <a:cxn ang="0">
                <a:pos x="connsiteX7077" y="connsiteY7077"/>
              </a:cxn>
              <a:cxn ang="0">
                <a:pos x="connsiteX7078" y="connsiteY7078"/>
              </a:cxn>
              <a:cxn ang="0">
                <a:pos x="connsiteX7079" y="connsiteY7079"/>
              </a:cxn>
              <a:cxn ang="0">
                <a:pos x="connsiteX7080" y="connsiteY7080"/>
              </a:cxn>
              <a:cxn ang="0">
                <a:pos x="connsiteX7081" y="connsiteY7081"/>
              </a:cxn>
              <a:cxn ang="0">
                <a:pos x="connsiteX7082" y="connsiteY7082"/>
              </a:cxn>
              <a:cxn ang="0">
                <a:pos x="connsiteX7083" y="connsiteY7083"/>
              </a:cxn>
              <a:cxn ang="0">
                <a:pos x="connsiteX7084" y="connsiteY7084"/>
              </a:cxn>
              <a:cxn ang="0">
                <a:pos x="connsiteX7085" y="connsiteY7085"/>
              </a:cxn>
              <a:cxn ang="0">
                <a:pos x="connsiteX7086" y="connsiteY7086"/>
              </a:cxn>
              <a:cxn ang="0">
                <a:pos x="connsiteX7087" y="connsiteY7087"/>
              </a:cxn>
              <a:cxn ang="0">
                <a:pos x="connsiteX7088" y="connsiteY7088"/>
              </a:cxn>
              <a:cxn ang="0">
                <a:pos x="connsiteX7089" y="connsiteY7089"/>
              </a:cxn>
              <a:cxn ang="0">
                <a:pos x="connsiteX7090" y="connsiteY7090"/>
              </a:cxn>
              <a:cxn ang="0">
                <a:pos x="connsiteX7091" y="connsiteY7091"/>
              </a:cxn>
              <a:cxn ang="0">
                <a:pos x="connsiteX7092" y="connsiteY7092"/>
              </a:cxn>
              <a:cxn ang="0">
                <a:pos x="connsiteX7093" y="connsiteY7093"/>
              </a:cxn>
              <a:cxn ang="0">
                <a:pos x="connsiteX7094" y="connsiteY7094"/>
              </a:cxn>
              <a:cxn ang="0">
                <a:pos x="connsiteX7095" y="connsiteY7095"/>
              </a:cxn>
              <a:cxn ang="0">
                <a:pos x="connsiteX7096" y="connsiteY7096"/>
              </a:cxn>
              <a:cxn ang="0">
                <a:pos x="connsiteX7097" y="connsiteY7097"/>
              </a:cxn>
              <a:cxn ang="0">
                <a:pos x="connsiteX7098" y="connsiteY7098"/>
              </a:cxn>
              <a:cxn ang="0">
                <a:pos x="connsiteX7099" y="connsiteY7099"/>
              </a:cxn>
              <a:cxn ang="0">
                <a:pos x="connsiteX7100" y="connsiteY7100"/>
              </a:cxn>
              <a:cxn ang="0">
                <a:pos x="connsiteX7101" y="connsiteY7101"/>
              </a:cxn>
              <a:cxn ang="0">
                <a:pos x="connsiteX7102" y="connsiteY7102"/>
              </a:cxn>
              <a:cxn ang="0">
                <a:pos x="connsiteX7103" y="connsiteY7103"/>
              </a:cxn>
              <a:cxn ang="0">
                <a:pos x="connsiteX7104" y="connsiteY7104"/>
              </a:cxn>
              <a:cxn ang="0">
                <a:pos x="connsiteX7105" y="connsiteY7105"/>
              </a:cxn>
              <a:cxn ang="0">
                <a:pos x="connsiteX7106" y="connsiteY7106"/>
              </a:cxn>
              <a:cxn ang="0">
                <a:pos x="connsiteX7107" y="connsiteY7107"/>
              </a:cxn>
              <a:cxn ang="0">
                <a:pos x="connsiteX7108" y="connsiteY7108"/>
              </a:cxn>
              <a:cxn ang="0">
                <a:pos x="connsiteX7109" y="connsiteY7109"/>
              </a:cxn>
              <a:cxn ang="0">
                <a:pos x="connsiteX7110" y="connsiteY7110"/>
              </a:cxn>
              <a:cxn ang="0">
                <a:pos x="connsiteX7111" y="connsiteY7111"/>
              </a:cxn>
              <a:cxn ang="0">
                <a:pos x="connsiteX7112" y="connsiteY7112"/>
              </a:cxn>
              <a:cxn ang="0">
                <a:pos x="connsiteX7113" y="connsiteY7113"/>
              </a:cxn>
              <a:cxn ang="0">
                <a:pos x="connsiteX7114" y="connsiteY7114"/>
              </a:cxn>
              <a:cxn ang="0">
                <a:pos x="connsiteX7115" y="connsiteY7115"/>
              </a:cxn>
              <a:cxn ang="0">
                <a:pos x="connsiteX7116" y="connsiteY7116"/>
              </a:cxn>
              <a:cxn ang="0">
                <a:pos x="connsiteX7117" y="connsiteY7117"/>
              </a:cxn>
              <a:cxn ang="0">
                <a:pos x="connsiteX7118" y="connsiteY7118"/>
              </a:cxn>
              <a:cxn ang="0">
                <a:pos x="connsiteX7119" y="connsiteY7119"/>
              </a:cxn>
              <a:cxn ang="0">
                <a:pos x="connsiteX7120" y="connsiteY7120"/>
              </a:cxn>
              <a:cxn ang="0">
                <a:pos x="connsiteX7121" y="connsiteY7121"/>
              </a:cxn>
              <a:cxn ang="0">
                <a:pos x="connsiteX7122" y="connsiteY7122"/>
              </a:cxn>
              <a:cxn ang="0">
                <a:pos x="connsiteX7123" y="connsiteY7123"/>
              </a:cxn>
              <a:cxn ang="0">
                <a:pos x="connsiteX7124" y="connsiteY7124"/>
              </a:cxn>
              <a:cxn ang="0">
                <a:pos x="connsiteX7125" y="connsiteY7125"/>
              </a:cxn>
              <a:cxn ang="0">
                <a:pos x="connsiteX7126" y="connsiteY7126"/>
              </a:cxn>
              <a:cxn ang="0">
                <a:pos x="connsiteX7127" y="connsiteY7127"/>
              </a:cxn>
              <a:cxn ang="0">
                <a:pos x="connsiteX7128" y="connsiteY7128"/>
              </a:cxn>
              <a:cxn ang="0">
                <a:pos x="connsiteX7129" y="connsiteY7129"/>
              </a:cxn>
              <a:cxn ang="0">
                <a:pos x="connsiteX7130" y="connsiteY7130"/>
              </a:cxn>
              <a:cxn ang="0">
                <a:pos x="connsiteX7131" y="connsiteY7131"/>
              </a:cxn>
              <a:cxn ang="0">
                <a:pos x="connsiteX7132" y="connsiteY7132"/>
              </a:cxn>
              <a:cxn ang="0">
                <a:pos x="connsiteX7133" y="connsiteY7133"/>
              </a:cxn>
              <a:cxn ang="0">
                <a:pos x="connsiteX7134" y="connsiteY7134"/>
              </a:cxn>
              <a:cxn ang="0">
                <a:pos x="connsiteX7135" y="connsiteY7135"/>
              </a:cxn>
              <a:cxn ang="0">
                <a:pos x="connsiteX7136" y="connsiteY7136"/>
              </a:cxn>
              <a:cxn ang="0">
                <a:pos x="connsiteX7137" y="connsiteY7137"/>
              </a:cxn>
              <a:cxn ang="0">
                <a:pos x="connsiteX7138" y="connsiteY7138"/>
              </a:cxn>
              <a:cxn ang="0">
                <a:pos x="connsiteX7139" y="connsiteY7139"/>
              </a:cxn>
              <a:cxn ang="0">
                <a:pos x="connsiteX7140" y="connsiteY7140"/>
              </a:cxn>
              <a:cxn ang="0">
                <a:pos x="connsiteX7141" y="connsiteY7141"/>
              </a:cxn>
              <a:cxn ang="0">
                <a:pos x="connsiteX7142" y="connsiteY7142"/>
              </a:cxn>
              <a:cxn ang="0">
                <a:pos x="connsiteX7143" y="connsiteY7143"/>
              </a:cxn>
              <a:cxn ang="0">
                <a:pos x="connsiteX7144" y="connsiteY7144"/>
              </a:cxn>
              <a:cxn ang="0">
                <a:pos x="connsiteX7145" y="connsiteY7145"/>
              </a:cxn>
              <a:cxn ang="0">
                <a:pos x="connsiteX7146" y="connsiteY7146"/>
              </a:cxn>
              <a:cxn ang="0">
                <a:pos x="connsiteX7147" y="connsiteY7147"/>
              </a:cxn>
              <a:cxn ang="0">
                <a:pos x="connsiteX7148" y="connsiteY7148"/>
              </a:cxn>
              <a:cxn ang="0">
                <a:pos x="connsiteX7149" y="connsiteY7149"/>
              </a:cxn>
              <a:cxn ang="0">
                <a:pos x="connsiteX7150" y="connsiteY7150"/>
              </a:cxn>
              <a:cxn ang="0">
                <a:pos x="connsiteX7151" y="connsiteY7151"/>
              </a:cxn>
              <a:cxn ang="0">
                <a:pos x="connsiteX7152" y="connsiteY7152"/>
              </a:cxn>
              <a:cxn ang="0">
                <a:pos x="connsiteX7153" y="connsiteY7153"/>
              </a:cxn>
              <a:cxn ang="0">
                <a:pos x="connsiteX7154" y="connsiteY7154"/>
              </a:cxn>
              <a:cxn ang="0">
                <a:pos x="connsiteX7155" y="connsiteY7155"/>
              </a:cxn>
              <a:cxn ang="0">
                <a:pos x="connsiteX7156" y="connsiteY7156"/>
              </a:cxn>
              <a:cxn ang="0">
                <a:pos x="connsiteX7157" y="connsiteY7157"/>
              </a:cxn>
              <a:cxn ang="0">
                <a:pos x="connsiteX7158" y="connsiteY7158"/>
              </a:cxn>
              <a:cxn ang="0">
                <a:pos x="connsiteX7159" y="connsiteY7159"/>
              </a:cxn>
              <a:cxn ang="0">
                <a:pos x="connsiteX7160" y="connsiteY7160"/>
              </a:cxn>
              <a:cxn ang="0">
                <a:pos x="connsiteX7161" y="connsiteY7161"/>
              </a:cxn>
              <a:cxn ang="0">
                <a:pos x="connsiteX7162" y="connsiteY7162"/>
              </a:cxn>
              <a:cxn ang="0">
                <a:pos x="connsiteX7163" y="connsiteY7163"/>
              </a:cxn>
              <a:cxn ang="0">
                <a:pos x="connsiteX7164" y="connsiteY7164"/>
              </a:cxn>
              <a:cxn ang="0">
                <a:pos x="connsiteX7165" y="connsiteY7165"/>
              </a:cxn>
              <a:cxn ang="0">
                <a:pos x="connsiteX7166" y="connsiteY7166"/>
              </a:cxn>
              <a:cxn ang="0">
                <a:pos x="connsiteX7167" y="connsiteY7167"/>
              </a:cxn>
              <a:cxn ang="0">
                <a:pos x="connsiteX7168" y="connsiteY7168"/>
              </a:cxn>
              <a:cxn ang="0">
                <a:pos x="connsiteX7169" y="connsiteY7169"/>
              </a:cxn>
              <a:cxn ang="0">
                <a:pos x="connsiteX7170" y="connsiteY7170"/>
              </a:cxn>
              <a:cxn ang="0">
                <a:pos x="connsiteX7171" y="connsiteY7171"/>
              </a:cxn>
              <a:cxn ang="0">
                <a:pos x="connsiteX7172" y="connsiteY7172"/>
              </a:cxn>
              <a:cxn ang="0">
                <a:pos x="connsiteX7173" y="connsiteY7173"/>
              </a:cxn>
              <a:cxn ang="0">
                <a:pos x="connsiteX7174" y="connsiteY7174"/>
              </a:cxn>
              <a:cxn ang="0">
                <a:pos x="connsiteX7175" y="connsiteY7175"/>
              </a:cxn>
              <a:cxn ang="0">
                <a:pos x="connsiteX7176" y="connsiteY7176"/>
              </a:cxn>
              <a:cxn ang="0">
                <a:pos x="connsiteX7177" y="connsiteY7177"/>
              </a:cxn>
              <a:cxn ang="0">
                <a:pos x="connsiteX7178" y="connsiteY7178"/>
              </a:cxn>
              <a:cxn ang="0">
                <a:pos x="connsiteX7179" y="connsiteY7179"/>
              </a:cxn>
              <a:cxn ang="0">
                <a:pos x="connsiteX7180" y="connsiteY7180"/>
              </a:cxn>
              <a:cxn ang="0">
                <a:pos x="connsiteX7181" y="connsiteY7181"/>
              </a:cxn>
              <a:cxn ang="0">
                <a:pos x="connsiteX7182" y="connsiteY7182"/>
              </a:cxn>
              <a:cxn ang="0">
                <a:pos x="connsiteX7183" y="connsiteY7183"/>
              </a:cxn>
              <a:cxn ang="0">
                <a:pos x="connsiteX7184" y="connsiteY7184"/>
              </a:cxn>
              <a:cxn ang="0">
                <a:pos x="connsiteX7185" y="connsiteY7185"/>
              </a:cxn>
              <a:cxn ang="0">
                <a:pos x="connsiteX7186" y="connsiteY7186"/>
              </a:cxn>
              <a:cxn ang="0">
                <a:pos x="connsiteX7187" y="connsiteY7187"/>
              </a:cxn>
              <a:cxn ang="0">
                <a:pos x="connsiteX7188" y="connsiteY7188"/>
              </a:cxn>
              <a:cxn ang="0">
                <a:pos x="connsiteX7189" y="connsiteY7189"/>
              </a:cxn>
              <a:cxn ang="0">
                <a:pos x="connsiteX7190" y="connsiteY7190"/>
              </a:cxn>
              <a:cxn ang="0">
                <a:pos x="connsiteX7191" y="connsiteY7191"/>
              </a:cxn>
              <a:cxn ang="0">
                <a:pos x="connsiteX7192" y="connsiteY7192"/>
              </a:cxn>
              <a:cxn ang="0">
                <a:pos x="connsiteX7193" y="connsiteY7193"/>
              </a:cxn>
              <a:cxn ang="0">
                <a:pos x="connsiteX7194" y="connsiteY7194"/>
              </a:cxn>
              <a:cxn ang="0">
                <a:pos x="connsiteX7195" y="connsiteY7195"/>
              </a:cxn>
              <a:cxn ang="0">
                <a:pos x="connsiteX7196" y="connsiteY7196"/>
              </a:cxn>
              <a:cxn ang="0">
                <a:pos x="connsiteX7197" y="connsiteY7197"/>
              </a:cxn>
              <a:cxn ang="0">
                <a:pos x="connsiteX7198" y="connsiteY7198"/>
              </a:cxn>
              <a:cxn ang="0">
                <a:pos x="connsiteX7199" y="connsiteY7199"/>
              </a:cxn>
              <a:cxn ang="0">
                <a:pos x="connsiteX7200" y="connsiteY7200"/>
              </a:cxn>
              <a:cxn ang="0">
                <a:pos x="connsiteX7201" y="connsiteY7201"/>
              </a:cxn>
              <a:cxn ang="0">
                <a:pos x="connsiteX7202" y="connsiteY7202"/>
              </a:cxn>
              <a:cxn ang="0">
                <a:pos x="connsiteX7203" y="connsiteY7203"/>
              </a:cxn>
              <a:cxn ang="0">
                <a:pos x="connsiteX7204" y="connsiteY7204"/>
              </a:cxn>
              <a:cxn ang="0">
                <a:pos x="connsiteX7205" y="connsiteY7205"/>
              </a:cxn>
              <a:cxn ang="0">
                <a:pos x="connsiteX7206" y="connsiteY7206"/>
              </a:cxn>
              <a:cxn ang="0">
                <a:pos x="connsiteX7207" y="connsiteY7207"/>
              </a:cxn>
              <a:cxn ang="0">
                <a:pos x="connsiteX7208" y="connsiteY7208"/>
              </a:cxn>
              <a:cxn ang="0">
                <a:pos x="connsiteX7209" y="connsiteY7209"/>
              </a:cxn>
              <a:cxn ang="0">
                <a:pos x="connsiteX7210" y="connsiteY7210"/>
              </a:cxn>
              <a:cxn ang="0">
                <a:pos x="connsiteX7211" y="connsiteY7211"/>
              </a:cxn>
              <a:cxn ang="0">
                <a:pos x="connsiteX7212" y="connsiteY7212"/>
              </a:cxn>
              <a:cxn ang="0">
                <a:pos x="connsiteX7213" y="connsiteY7213"/>
              </a:cxn>
              <a:cxn ang="0">
                <a:pos x="connsiteX7214" y="connsiteY7214"/>
              </a:cxn>
              <a:cxn ang="0">
                <a:pos x="connsiteX7215" y="connsiteY7215"/>
              </a:cxn>
              <a:cxn ang="0">
                <a:pos x="connsiteX7216" y="connsiteY7216"/>
              </a:cxn>
              <a:cxn ang="0">
                <a:pos x="connsiteX7217" y="connsiteY7217"/>
              </a:cxn>
              <a:cxn ang="0">
                <a:pos x="connsiteX7218" y="connsiteY7218"/>
              </a:cxn>
              <a:cxn ang="0">
                <a:pos x="connsiteX7219" y="connsiteY7219"/>
              </a:cxn>
              <a:cxn ang="0">
                <a:pos x="connsiteX7220" y="connsiteY7220"/>
              </a:cxn>
              <a:cxn ang="0">
                <a:pos x="connsiteX7221" y="connsiteY7221"/>
              </a:cxn>
              <a:cxn ang="0">
                <a:pos x="connsiteX7222" y="connsiteY7222"/>
              </a:cxn>
              <a:cxn ang="0">
                <a:pos x="connsiteX7223" y="connsiteY7223"/>
              </a:cxn>
              <a:cxn ang="0">
                <a:pos x="connsiteX7224" y="connsiteY7224"/>
              </a:cxn>
              <a:cxn ang="0">
                <a:pos x="connsiteX7225" y="connsiteY7225"/>
              </a:cxn>
              <a:cxn ang="0">
                <a:pos x="connsiteX7226" y="connsiteY7226"/>
              </a:cxn>
              <a:cxn ang="0">
                <a:pos x="connsiteX7227" y="connsiteY7227"/>
              </a:cxn>
              <a:cxn ang="0">
                <a:pos x="connsiteX7228" y="connsiteY7228"/>
              </a:cxn>
              <a:cxn ang="0">
                <a:pos x="connsiteX7229" y="connsiteY7229"/>
              </a:cxn>
              <a:cxn ang="0">
                <a:pos x="connsiteX7230" y="connsiteY7230"/>
              </a:cxn>
              <a:cxn ang="0">
                <a:pos x="connsiteX7231" y="connsiteY7231"/>
              </a:cxn>
              <a:cxn ang="0">
                <a:pos x="connsiteX7232" y="connsiteY7232"/>
              </a:cxn>
              <a:cxn ang="0">
                <a:pos x="connsiteX7233" y="connsiteY7233"/>
              </a:cxn>
              <a:cxn ang="0">
                <a:pos x="connsiteX7234" y="connsiteY7234"/>
              </a:cxn>
              <a:cxn ang="0">
                <a:pos x="connsiteX7235" y="connsiteY7235"/>
              </a:cxn>
              <a:cxn ang="0">
                <a:pos x="connsiteX7236" y="connsiteY7236"/>
              </a:cxn>
              <a:cxn ang="0">
                <a:pos x="connsiteX7237" y="connsiteY7237"/>
              </a:cxn>
              <a:cxn ang="0">
                <a:pos x="connsiteX7238" y="connsiteY7238"/>
              </a:cxn>
              <a:cxn ang="0">
                <a:pos x="connsiteX7239" y="connsiteY7239"/>
              </a:cxn>
              <a:cxn ang="0">
                <a:pos x="connsiteX7240" y="connsiteY7240"/>
              </a:cxn>
              <a:cxn ang="0">
                <a:pos x="connsiteX7241" y="connsiteY7241"/>
              </a:cxn>
              <a:cxn ang="0">
                <a:pos x="connsiteX7242" y="connsiteY7242"/>
              </a:cxn>
              <a:cxn ang="0">
                <a:pos x="connsiteX7243" y="connsiteY7243"/>
              </a:cxn>
              <a:cxn ang="0">
                <a:pos x="connsiteX7244" y="connsiteY7244"/>
              </a:cxn>
              <a:cxn ang="0">
                <a:pos x="connsiteX7245" y="connsiteY7245"/>
              </a:cxn>
              <a:cxn ang="0">
                <a:pos x="connsiteX7246" y="connsiteY7246"/>
              </a:cxn>
              <a:cxn ang="0">
                <a:pos x="connsiteX7247" y="connsiteY7247"/>
              </a:cxn>
              <a:cxn ang="0">
                <a:pos x="connsiteX7248" y="connsiteY7248"/>
              </a:cxn>
              <a:cxn ang="0">
                <a:pos x="connsiteX7249" y="connsiteY7249"/>
              </a:cxn>
              <a:cxn ang="0">
                <a:pos x="connsiteX7250" y="connsiteY7250"/>
              </a:cxn>
              <a:cxn ang="0">
                <a:pos x="connsiteX7251" y="connsiteY7251"/>
              </a:cxn>
              <a:cxn ang="0">
                <a:pos x="connsiteX7252" y="connsiteY7252"/>
              </a:cxn>
              <a:cxn ang="0">
                <a:pos x="connsiteX7253" y="connsiteY7253"/>
              </a:cxn>
              <a:cxn ang="0">
                <a:pos x="connsiteX7254" y="connsiteY7254"/>
              </a:cxn>
              <a:cxn ang="0">
                <a:pos x="connsiteX7255" y="connsiteY7255"/>
              </a:cxn>
              <a:cxn ang="0">
                <a:pos x="connsiteX7256" y="connsiteY7256"/>
              </a:cxn>
              <a:cxn ang="0">
                <a:pos x="connsiteX7257" y="connsiteY7257"/>
              </a:cxn>
              <a:cxn ang="0">
                <a:pos x="connsiteX7258" y="connsiteY7258"/>
              </a:cxn>
              <a:cxn ang="0">
                <a:pos x="connsiteX7259" y="connsiteY7259"/>
              </a:cxn>
              <a:cxn ang="0">
                <a:pos x="connsiteX7260" y="connsiteY7260"/>
              </a:cxn>
              <a:cxn ang="0">
                <a:pos x="connsiteX7261" y="connsiteY7261"/>
              </a:cxn>
              <a:cxn ang="0">
                <a:pos x="connsiteX7262" y="connsiteY7262"/>
              </a:cxn>
              <a:cxn ang="0">
                <a:pos x="connsiteX7263" y="connsiteY7263"/>
              </a:cxn>
              <a:cxn ang="0">
                <a:pos x="connsiteX7264" y="connsiteY7264"/>
              </a:cxn>
              <a:cxn ang="0">
                <a:pos x="connsiteX7265" y="connsiteY7265"/>
              </a:cxn>
              <a:cxn ang="0">
                <a:pos x="connsiteX7266" y="connsiteY7266"/>
              </a:cxn>
              <a:cxn ang="0">
                <a:pos x="connsiteX7267" y="connsiteY7267"/>
              </a:cxn>
              <a:cxn ang="0">
                <a:pos x="connsiteX7268" y="connsiteY7268"/>
              </a:cxn>
              <a:cxn ang="0">
                <a:pos x="connsiteX7269" y="connsiteY7269"/>
              </a:cxn>
              <a:cxn ang="0">
                <a:pos x="connsiteX7270" y="connsiteY7270"/>
              </a:cxn>
              <a:cxn ang="0">
                <a:pos x="connsiteX7271" y="connsiteY7271"/>
              </a:cxn>
              <a:cxn ang="0">
                <a:pos x="connsiteX7272" y="connsiteY7272"/>
              </a:cxn>
              <a:cxn ang="0">
                <a:pos x="connsiteX7273" y="connsiteY7273"/>
              </a:cxn>
              <a:cxn ang="0">
                <a:pos x="connsiteX7274" y="connsiteY7274"/>
              </a:cxn>
              <a:cxn ang="0">
                <a:pos x="connsiteX7275" y="connsiteY7275"/>
              </a:cxn>
              <a:cxn ang="0">
                <a:pos x="connsiteX7276" y="connsiteY7276"/>
              </a:cxn>
              <a:cxn ang="0">
                <a:pos x="connsiteX7277" y="connsiteY7277"/>
              </a:cxn>
              <a:cxn ang="0">
                <a:pos x="connsiteX7278" y="connsiteY7278"/>
              </a:cxn>
              <a:cxn ang="0">
                <a:pos x="connsiteX7279" y="connsiteY7279"/>
              </a:cxn>
              <a:cxn ang="0">
                <a:pos x="connsiteX7280" y="connsiteY7280"/>
              </a:cxn>
              <a:cxn ang="0">
                <a:pos x="connsiteX7281" y="connsiteY7281"/>
              </a:cxn>
              <a:cxn ang="0">
                <a:pos x="connsiteX7282" y="connsiteY7282"/>
              </a:cxn>
              <a:cxn ang="0">
                <a:pos x="connsiteX7283" y="connsiteY7283"/>
              </a:cxn>
              <a:cxn ang="0">
                <a:pos x="connsiteX7284" y="connsiteY7284"/>
              </a:cxn>
              <a:cxn ang="0">
                <a:pos x="connsiteX7285" y="connsiteY7285"/>
              </a:cxn>
              <a:cxn ang="0">
                <a:pos x="connsiteX7286" y="connsiteY7286"/>
              </a:cxn>
              <a:cxn ang="0">
                <a:pos x="connsiteX7287" y="connsiteY7287"/>
              </a:cxn>
              <a:cxn ang="0">
                <a:pos x="connsiteX7288" y="connsiteY7288"/>
              </a:cxn>
              <a:cxn ang="0">
                <a:pos x="connsiteX7289" y="connsiteY7289"/>
              </a:cxn>
              <a:cxn ang="0">
                <a:pos x="connsiteX7290" y="connsiteY7290"/>
              </a:cxn>
              <a:cxn ang="0">
                <a:pos x="connsiteX7291" y="connsiteY7291"/>
              </a:cxn>
              <a:cxn ang="0">
                <a:pos x="connsiteX7292" y="connsiteY7292"/>
              </a:cxn>
              <a:cxn ang="0">
                <a:pos x="connsiteX7293" y="connsiteY7293"/>
              </a:cxn>
              <a:cxn ang="0">
                <a:pos x="connsiteX7294" y="connsiteY7294"/>
              </a:cxn>
              <a:cxn ang="0">
                <a:pos x="connsiteX7295" y="connsiteY7295"/>
              </a:cxn>
              <a:cxn ang="0">
                <a:pos x="connsiteX7296" y="connsiteY7296"/>
              </a:cxn>
              <a:cxn ang="0">
                <a:pos x="connsiteX7297" y="connsiteY7297"/>
              </a:cxn>
              <a:cxn ang="0">
                <a:pos x="connsiteX7298" y="connsiteY7298"/>
              </a:cxn>
              <a:cxn ang="0">
                <a:pos x="connsiteX7299" y="connsiteY7299"/>
              </a:cxn>
              <a:cxn ang="0">
                <a:pos x="connsiteX7300" y="connsiteY7300"/>
              </a:cxn>
              <a:cxn ang="0">
                <a:pos x="connsiteX7301" y="connsiteY7301"/>
              </a:cxn>
              <a:cxn ang="0">
                <a:pos x="connsiteX7302" y="connsiteY7302"/>
              </a:cxn>
              <a:cxn ang="0">
                <a:pos x="connsiteX7303" y="connsiteY7303"/>
              </a:cxn>
              <a:cxn ang="0">
                <a:pos x="connsiteX7304" y="connsiteY7304"/>
              </a:cxn>
              <a:cxn ang="0">
                <a:pos x="connsiteX7305" y="connsiteY7305"/>
              </a:cxn>
              <a:cxn ang="0">
                <a:pos x="connsiteX7306" y="connsiteY7306"/>
              </a:cxn>
              <a:cxn ang="0">
                <a:pos x="connsiteX7307" y="connsiteY7307"/>
              </a:cxn>
              <a:cxn ang="0">
                <a:pos x="connsiteX7308" y="connsiteY7308"/>
              </a:cxn>
              <a:cxn ang="0">
                <a:pos x="connsiteX7309" y="connsiteY7309"/>
              </a:cxn>
              <a:cxn ang="0">
                <a:pos x="connsiteX7310" y="connsiteY7310"/>
              </a:cxn>
              <a:cxn ang="0">
                <a:pos x="connsiteX7311" y="connsiteY7311"/>
              </a:cxn>
              <a:cxn ang="0">
                <a:pos x="connsiteX7312" y="connsiteY7312"/>
              </a:cxn>
              <a:cxn ang="0">
                <a:pos x="connsiteX7313" y="connsiteY7313"/>
              </a:cxn>
              <a:cxn ang="0">
                <a:pos x="connsiteX7314" y="connsiteY7314"/>
              </a:cxn>
              <a:cxn ang="0">
                <a:pos x="connsiteX7315" y="connsiteY7315"/>
              </a:cxn>
              <a:cxn ang="0">
                <a:pos x="connsiteX7316" y="connsiteY7316"/>
              </a:cxn>
              <a:cxn ang="0">
                <a:pos x="connsiteX7317" y="connsiteY7317"/>
              </a:cxn>
              <a:cxn ang="0">
                <a:pos x="connsiteX7318" y="connsiteY7318"/>
              </a:cxn>
              <a:cxn ang="0">
                <a:pos x="connsiteX7319" y="connsiteY7319"/>
              </a:cxn>
              <a:cxn ang="0">
                <a:pos x="connsiteX7320" y="connsiteY7320"/>
              </a:cxn>
              <a:cxn ang="0">
                <a:pos x="connsiteX7321" y="connsiteY7321"/>
              </a:cxn>
              <a:cxn ang="0">
                <a:pos x="connsiteX7322" y="connsiteY7322"/>
              </a:cxn>
              <a:cxn ang="0">
                <a:pos x="connsiteX7323" y="connsiteY7323"/>
              </a:cxn>
              <a:cxn ang="0">
                <a:pos x="connsiteX7324" y="connsiteY7324"/>
              </a:cxn>
              <a:cxn ang="0">
                <a:pos x="connsiteX7325" y="connsiteY7325"/>
              </a:cxn>
              <a:cxn ang="0">
                <a:pos x="connsiteX7326" y="connsiteY7326"/>
              </a:cxn>
              <a:cxn ang="0">
                <a:pos x="connsiteX7327" y="connsiteY7327"/>
              </a:cxn>
              <a:cxn ang="0">
                <a:pos x="connsiteX7328" y="connsiteY7328"/>
              </a:cxn>
              <a:cxn ang="0">
                <a:pos x="connsiteX7329" y="connsiteY7329"/>
              </a:cxn>
              <a:cxn ang="0">
                <a:pos x="connsiteX7330" y="connsiteY7330"/>
              </a:cxn>
              <a:cxn ang="0">
                <a:pos x="connsiteX7331" y="connsiteY7331"/>
              </a:cxn>
              <a:cxn ang="0">
                <a:pos x="connsiteX7332" y="connsiteY7332"/>
              </a:cxn>
              <a:cxn ang="0">
                <a:pos x="connsiteX7333" y="connsiteY7333"/>
              </a:cxn>
              <a:cxn ang="0">
                <a:pos x="connsiteX7334" y="connsiteY7334"/>
              </a:cxn>
              <a:cxn ang="0">
                <a:pos x="connsiteX7335" y="connsiteY7335"/>
              </a:cxn>
              <a:cxn ang="0">
                <a:pos x="connsiteX7336" y="connsiteY7336"/>
              </a:cxn>
              <a:cxn ang="0">
                <a:pos x="connsiteX7337" y="connsiteY7337"/>
              </a:cxn>
              <a:cxn ang="0">
                <a:pos x="connsiteX7338" y="connsiteY7338"/>
              </a:cxn>
              <a:cxn ang="0">
                <a:pos x="connsiteX7339" y="connsiteY7339"/>
              </a:cxn>
              <a:cxn ang="0">
                <a:pos x="connsiteX7340" y="connsiteY7340"/>
              </a:cxn>
              <a:cxn ang="0">
                <a:pos x="connsiteX7341" y="connsiteY7341"/>
              </a:cxn>
              <a:cxn ang="0">
                <a:pos x="connsiteX7342" y="connsiteY7342"/>
              </a:cxn>
              <a:cxn ang="0">
                <a:pos x="connsiteX7343" y="connsiteY7343"/>
              </a:cxn>
              <a:cxn ang="0">
                <a:pos x="connsiteX7344" y="connsiteY7344"/>
              </a:cxn>
              <a:cxn ang="0">
                <a:pos x="connsiteX7345" y="connsiteY7345"/>
              </a:cxn>
              <a:cxn ang="0">
                <a:pos x="connsiteX7346" y="connsiteY7346"/>
              </a:cxn>
              <a:cxn ang="0">
                <a:pos x="connsiteX7347" y="connsiteY7347"/>
              </a:cxn>
              <a:cxn ang="0">
                <a:pos x="connsiteX7348" y="connsiteY7348"/>
              </a:cxn>
              <a:cxn ang="0">
                <a:pos x="connsiteX7349" y="connsiteY7349"/>
              </a:cxn>
              <a:cxn ang="0">
                <a:pos x="connsiteX7350" y="connsiteY7350"/>
              </a:cxn>
              <a:cxn ang="0">
                <a:pos x="connsiteX7351" y="connsiteY7351"/>
              </a:cxn>
              <a:cxn ang="0">
                <a:pos x="connsiteX7352" y="connsiteY7352"/>
              </a:cxn>
              <a:cxn ang="0">
                <a:pos x="connsiteX7353" y="connsiteY7353"/>
              </a:cxn>
              <a:cxn ang="0">
                <a:pos x="connsiteX7354" y="connsiteY7354"/>
              </a:cxn>
              <a:cxn ang="0">
                <a:pos x="connsiteX7355" y="connsiteY7355"/>
              </a:cxn>
              <a:cxn ang="0">
                <a:pos x="connsiteX7356" y="connsiteY7356"/>
              </a:cxn>
              <a:cxn ang="0">
                <a:pos x="connsiteX7357" y="connsiteY7357"/>
              </a:cxn>
              <a:cxn ang="0">
                <a:pos x="connsiteX7358" y="connsiteY7358"/>
              </a:cxn>
              <a:cxn ang="0">
                <a:pos x="connsiteX7359" y="connsiteY7359"/>
              </a:cxn>
              <a:cxn ang="0">
                <a:pos x="connsiteX7360" y="connsiteY7360"/>
              </a:cxn>
              <a:cxn ang="0">
                <a:pos x="connsiteX7361" y="connsiteY7361"/>
              </a:cxn>
              <a:cxn ang="0">
                <a:pos x="connsiteX7362" y="connsiteY7362"/>
              </a:cxn>
              <a:cxn ang="0">
                <a:pos x="connsiteX7363" y="connsiteY7363"/>
              </a:cxn>
              <a:cxn ang="0">
                <a:pos x="connsiteX7364" y="connsiteY7364"/>
              </a:cxn>
              <a:cxn ang="0">
                <a:pos x="connsiteX7365" y="connsiteY7365"/>
              </a:cxn>
              <a:cxn ang="0">
                <a:pos x="connsiteX7366" y="connsiteY7366"/>
              </a:cxn>
              <a:cxn ang="0">
                <a:pos x="connsiteX7367" y="connsiteY7367"/>
              </a:cxn>
              <a:cxn ang="0">
                <a:pos x="connsiteX7368" y="connsiteY7368"/>
              </a:cxn>
              <a:cxn ang="0">
                <a:pos x="connsiteX7369" y="connsiteY7369"/>
              </a:cxn>
              <a:cxn ang="0">
                <a:pos x="connsiteX7370" y="connsiteY7370"/>
              </a:cxn>
              <a:cxn ang="0">
                <a:pos x="connsiteX7371" y="connsiteY7371"/>
              </a:cxn>
              <a:cxn ang="0">
                <a:pos x="connsiteX7372" y="connsiteY7372"/>
              </a:cxn>
              <a:cxn ang="0">
                <a:pos x="connsiteX7373" y="connsiteY7373"/>
              </a:cxn>
              <a:cxn ang="0">
                <a:pos x="connsiteX7374" y="connsiteY7374"/>
              </a:cxn>
              <a:cxn ang="0">
                <a:pos x="connsiteX7375" y="connsiteY7375"/>
              </a:cxn>
              <a:cxn ang="0">
                <a:pos x="connsiteX7376" y="connsiteY7376"/>
              </a:cxn>
              <a:cxn ang="0">
                <a:pos x="connsiteX7377" y="connsiteY7377"/>
              </a:cxn>
              <a:cxn ang="0">
                <a:pos x="connsiteX7378" y="connsiteY7378"/>
              </a:cxn>
              <a:cxn ang="0">
                <a:pos x="connsiteX7379" y="connsiteY7379"/>
              </a:cxn>
              <a:cxn ang="0">
                <a:pos x="connsiteX7380" y="connsiteY7380"/>
              </a:cxn>
              <a:cxn ang="0">
                <a:pos x="connsiteX7381" y="connsiteY7381"/>
              </a:cxn>
              <a:cxn ang="0">
                <a:pos x="connsiteX7382" y="connsiteY7382"/>
              </a:cxn>
              <a:cxn ang="0">
                <a:pos x="connsiteX7383" y="connsiteY7383"/>
              </a:cxn>
              <a:cxn ang="0">
                <a:pos x="connsiteX7384" y="connsiteY7384"/>
              </a:cxn>
              <a:cxn ang="0">
                <a:pos x="connsiteX7385" y="connsiteY7385"/>
              </a:cxn>
              <a:cxn ang="0">
                <a:pos x="connsiteX7386" y="connsiteY7386"/>
              </a:cxn>
              <a:cxn ang="0">
                <a:pos x="connsiteX7387" y="connsiteY7387"/>
              </a:cxn>
              <a:cxn ang="0">
                <a:pos x="connsiteX7388" y="connsiteY7388"/>
              </a:cxn>
              <a:cxn ang="0">
                <a:pos x="connsiteX7389" y="connsiteY7389"/>
              </a:cxn>
              <a:cxn ang="0">
                <a:pos x="connsiteX7390" y="connsiteY7390"/>
              </a:cxn>
              <a:cxn ang="0">
                <a:pos x="connsiteX7391" y="connsiteY7391"/>
              </a:cxn>
              <a:cxn ang="0">
                <a:pos x="connsiteX7392" y="connsiteY7392"/>
              </a:cxn>
              <a:cxn ang="0">
                <a:pos x="connsiteX7393" y="connsiteY7393"/>
              </a:cxn>
              <a:cxn ang="0">
                <a:pos x="connsiteX7394" y="connsiteY7394"/>
              </a:cxn>
              <a:cxn ang="0">
                <a:pos x="connsiteX7395" y="connsiteY7395"/>
              </a:cxn>
              <a:cxn ang="0">
                <a:pos x="connsiteX7396" y="connsiteY7396"/>
              </a:cxn>
              <a:cxn ang="0">
                <a:pos x="connsiteX7397" y="connsiteY7397"/>
              </a:cxn>
              <a:cxn ang="0">
                <a:pos x="connsiteX7398" y="connsiteY7398"/>
              </a:cxn>
              <a:cxn ang="0">
                <a:pos x="connsiteX7399" y="connsiteY7399"/>
              </a:cxn>
              <a:cxn ang="0">
                <a:pos x="connsiteX7400" y="connsiteY7400"/>
              </a:cxn>
              <a:cxn ang="0">
                <a:pos x="connsiteX7401" y="connsiteY7401"/>
              </a:cxn>
              <a:cxn ang="0">
                <a:pos x="connsiteX7402" y="connsiteY7402"/>
              </a:cxn>
              <a:cxn ang="0">
                <a:pos x="connsiteX7403" y="connsiteY7403"/>
              </a:cxn>
              <a:cxn ang="0">
                <a:pos x="connsiteX7404" y="connsiteY7404"/>
              </a:cxn>
              <a:cxn ang="0">
                <a:pos x="connsiteX7405" y="connsiteY7405"/>
              </a:cxn>
              <a:cxn ang="0">
                <a:pos x="connsiteX7406" y="connsiteY7406"/>
              </a:cxn>
              <a:cxn ang="0">
                <a:pos x="connsiteX7407" y="connsiteY7407"/>
              </a:cxn>
              <a:cxn ang="0">
                <a:pos x="connsiteX7408" y="connsiteY7408"/>
              </a:cxn>
              <a:cxn ang="0">
                <a:pos x="connsiteX7409" y="connsiteY7409"/>
              </a:cxn>
              <a:cxn ang="0">
                <a:pos x="connsiteX7410" y="connsiteY7410"/>
              </a:cxn>
              <a:cxn ang="0">
                <a:pos x="connsiteX7411" y="connsiteY7411"/>
              </a:cxn>
              <a:cxn ang="0">
                <a:pos x="connsiteX7412" y="connsiteY7412"/>
              </a:cxn>
              <a:cxn ang="0">
                <a:pos x="connsiteX7413" y="connsiteY7413"/>
              </a:cxn>
              <a:cxn ang="0">
                <a:pos x="connsiteX7414" y="connsiteY7414"/>
              </a:cxn>
              <a:cxn ang="0">
                <a:pos x="connsiteX7415" y="connsiteY7415"/>
              </a:cxn>
              <a:cxn ang="0">
                <a:pos x="connsiteX7416" y="connsiteY7416"/>
              </a:cxn>
              <a:cxn ang="0">
                <a:pos x="connsiteX7417" y="connsiteY7417"/>
              </a:cxn>
              <a:cxn ang="0">
                <a:pos x="connsiteX7418" y="connsiteY7418"/>
              </a:cxn>
              <a:cxn ang="0">
                <a:pos x="connsiteX7419" y="connsiteY7419"/>
              </a:cxn>
              <a:cxn ang="0">
                <a:pos x="connsiteX7420" y="connsiteY7420"/>
              </a:cxn>
              <a:cxn ang="0">
                <a:pos x="connsiteX7421" y="connsiteY7421"/>
              </a:cxn>
              <a:cxn ang="0">
                <a:pos x="connsiteX7422" y="connsiteY7422"/>
              </a:cxn>
              <a:cxn ang="0">
                <a:pos x="connsiteX7423" y="connsiteY7423"/>
              </a:cxn>
              <a:cxn ang="0">
                <a:pos x="connsiteX7424" y="connsiteY7424"/>
              </a:cxn>
              <a:cxn ang="0">
                <a:pos x="connsiteX7425" y="connsiteY7425"/>
              </a:cxn>
              <a:cxn ang="0">
                <a:pos x="connsiteX7426" y="connsiteY7426"/>
              </a:cxn>
              <a:cxn ang="0">
                <a:pos x="connsiteX7427" y="connsiteY7427"/>
              </a:cxn>
              <a:cxn ang="0">
                <a:pos x="connsiteX7428" y="connsiteY7428"/>
              </a:cxn>
              <a:cxn ang="0">
                <a:pos x="connsiteX7429" y="connsiteY7429"/>
              </a:cxn>
              <a:cxn ang="0">
                <a:pos x="connsiteX7430" y="connsiteY7430"/>
              </a:cxn>
              <a:cxn ang="0">
                <a:pos x="connsiteX7431" y="connsiteY7431"/>
              </a:cxn>
              <a:cxn ang="0">
                <a:pos x="connsiteX7432" y="connsiteY7432"/>
              </a:cxn>
              <a:cxn ang="0">
                <a:pos x="connsiteX7433" y="connsiteY7433"/>
              </a:cxn>
              <a:cxn ang="0">
                <a:pos x="connsiteX7434" y="connsiteY7434"/>
              </a:cxn>
              <a:cxn ang="0">
                <a:pos x="connsiteX7435" y="connsiteY7435"/>
              </a:cxn>
              <a:cxn ang="0">
                <a:pos x="connsiteX7436" y="connsiteY7436"/>
              </a:cxn>
              <a:cxn ang="0">
                <a:pos x="connsiteX7437" y="connsiteY7437"/>
              </a:cxn>
              <a:cxn ang="0">
                <a:pos x="connsiteX7438" y="connsiteY7438"/>
              </a:cxn>
              <a:cxn ang="0">
                <a:pos x="connsiteX7439" y="connsiteY7439"/>
              </a:cxn>
              <a:cxn ang="0">
                <a:pos x="connsiteX7440" y="connsiteY7440"/>
              </a:cxn>
              <a:cxn ang="0">
                <a:pos x="connsiteX7441" y="connsiteY7441"/>
              </a:cxn>
              <a:cxn ang="0">
                <a:pos x="connsiteX7442" y="connsiteY7442"/>
              </a:cxn>
              <a:cxn ang="0">
                <a:pos x="connsiteX7443" y="connsiteY7443"/>
              </a:cxn>
              <a:cxn ang="0">
                <a:pos x="connsiteX7444" y="connsiteY7444"/>
              </a:cxn>
              <a:cxn ang="0">
                <a:pos x="connsiteX7445" y="connsiteY7445"/>
              </a:cxn>
              <a:cxn ang="0">
                <a:pos x="connsiteX7446" y="connsiteY7446"/>
              </a:cxn>
              <a:cxn ang="0">
                <a:pos x="connsiteX7447" y="connsiteY7447"/>
              </a:cxn>
              <a:cxn ang="0">
                <a:pos x="connsiteX7448" y="connsiteY7448"/>
              </a:cxn>
              <a:cxn ang="0">
                <a:pos x="connsiteX7449" y="connsiteY7449"/>
              </a:cxn>
              <a:cxn ang="0">
                <a:pos x="connsiteX7450" y="connsiteY7450"/>
              </a:cxn>
              <a:cxn ang="0">
                <a:pos x="connsiteX7451" y="connsiteY7451"/>
              </a:cxn>
              <a:cxn ang="0">
                <a:pos x="connsiteX7452" y="connsiteY7452"/>
              </a:cxn>
              <a:cxn ang="0">
                <a:pos x="connsiteX7453" y="connsiteY7453"/>
              </a:cxn>
              <a:cxn ang="0">
                <a:pos x="connsiteX7454" y="connsiteY7454"/>
              </a:cxn>
              <a:cxn ang="0">
                <a:pos x="connsiteX7455" y="connsiteY7455"/>
              </a:cxn>
              <a:cxn ang="0">
                <a:pos x="connsiteX7456" y="connsiteY7456"/>
              </a:cxn>
              <a:cxn ang="0">
                <a:pos x="connsiteX7457" y="connsiteY7457"/>
              </a:cxn>
              <a:cxn ang="0">
                <a:pos x="connsiteX7458" y="connsiteY7458"/>
              </a:cxn>
              <a:cxn ang="0">
                <a:pos x="connsiteX7459" y="connsiteY7459"/>
              </a:cxn>
              <a:cxn ang="0">
                <a:pos x="connsiteX7460" y="connsiteY7460"/>
              </a:cxn>
              <a:cxn ang="0">
                <a:pos x="connsiteX7461" y="connsiteY7461"/>
              </a:cxn>
              <a:cxn ang="0">
                <a:pos x="connsiteX7462" y="connsiteY7462"/>
              </a:cxn>
              <a:cxn ang="0">
                <a:pos x="connsiteX7463" y="connsiteY7463"/>
              </a:cxn>
              <a:cxn ang="0">
                <a:pos x="connsiteX7464" y="connsiteY7464"/>
              </a:cxn>
              <a:cxn ang="0">
                <a:pos x="connsiteX7465" y="connsiteY7465"/>
              </a:cxn>
              <a:cxn ang="0">
                <a:pos x="connsiteX7466" y="connsiteY7466"/>
              </a:cxn>
              <a:cxn ang="0">
                <a:pos x="connsiteX7467" y="connsiteY7467"/>
              </a:cxn>
              <a:cxn ang="0">
                <a:pos x="connsiteX7468" y="connsiteY7468"/>
              </a:cxn>
              <a:cxn ang="0">
                <a:pos x="connsiteX7469" y="connsiteY7469"/>
              </a:cxn>
              <a:cxn ang="0">
                <a:pos x="connsiteX7470" y="connsiteY7470"/>
              </a:cxn>
              <a:cxn ang="0">
                <a:pos x="connsiteX7471" y="connsiteY7471"/>
              </a:cxn>
              <a:cxn ang="0">
                <a:pos x="connsiteX7472" y="connsiteY7472"/>
              </a:cxn>
              <a:cxn ang="0">
                <a:pos x="connsiteX7473" y="connsiteY7473"/>
              </a:cxn>
              <a:cxn ang="0">
                <a:pos x="connsiteX7474" y="connsiteY7474"/>
              </a:cxn>
              <a:cxn ang="0">
                <a:pos x="connsiteX7475" y="connsiteY7475"/>
              </a:cxn>
              <a:cxn ang="0">
                <a:pos x="connsiteX7476" y="connsiteY7476"/>
              </a:cxn>
              <a:cxn ang="0">
                <a:pos x="connsiteX7477" y="connsiteY7477"/>
              </a:cxn>
              <a:cxn ang="0">
                <a:pos x="connsiteX7478" y="connsiteY7478"/>
              </a:cxn>
              <a:cxn ang="0">
                <a:pos x="connsiteX7479" y="connsiteY7479"/>
              </a:cxn>
              <a:cxn ang="0">
                <a:pos x="connsiteX7480" y="connsiteY7480"/>
              </a:cxn>
              <a:cxn ang="0">
                <a:pos x="connsiteX7481" y="connsiteY7481"/>
              </a:cxn>
              <a:cxn ang="0">
                <a:pos x="connsiteX7482" y="connsiteY7482"/>
              </a:cxn>
              <a:cxn ang="0">
                <a:pos x="connsiteX7483" y="connsiteY7483"/>
              </a:cxn>
              <a:cxn ang="0">
                <a:pos x="connsiteX7484" y="connsiteY7484"/>
              </a:cxn>
              <a:cxn ang="0">
                <a:pos x="connsiteX7485" y="connsiteY7485"/>
              </a:cxn>
              <a:cxn ang="0">
                <a:pos x="connsiteX7486" y="connsiteY7486"/>
              </a:cxn>
              <a:cxn ang="0">
                <a:pos x="connsiteX7487" y="connsiteY7487"/>
              </a:cxn>
              <a:cxn ang="0">
                <a:pos x="connsiteX7488" y="connsiteY7488"/>
              </a:cxn>
              <a:cxn ang="0">
                <a:pos x="connsiteX7489" y="connsiteY7489"/>
              </a:cxn>
              <a:cxn ang="0">
                <a:pos x="connsiteX7490" y="connsiteY7490"/>
              </a:cxn>
              <a:cxn ang="0">
                <a:pos x="connsiteX7491" y="connsiteY7491"/>
              </a:cxn>
              <a:cxn ang="0">
                <a:pos x="connsiteX7492" y="connsiteY7492"/>
              </a:cxn>
              <a:cxn ang="0">
                <a:pos x="connsiteX7493" y="connsiteY7493"/>
              </a:cxn>
              <a:cxn ang="0">
                <a:pos x="connsiteX7494" y="connsiteY7494"/>
              </a:cxn>
              <a:cxn ang="0">
                <a:pos x="connsiteX7495" y="connsiteY7495"/>
              </a:cxn>
              <a:cxn ang="0">
                <a:pos x="connsiteX7496" y="connsiteY7496"/>
              </a:cxn>
              <a:cxn ang="0">
                <a:pos x="connsiteX7497" y="connsiteY7497"/>
              </a:cxn>
              <a:cxn ang="0">
                <a:pos x="connsiteX7498" y="connsiteY7498"/>
              </a:cxn>
              <a:cxn ang="0">
                <a:pos x="connsiteX7499" y="connsiteY7499"/>
              </a:cxn>
              <a:cxn ang="0">
                <a:pos x="connsiteX7500" y="connsiteY7500"/>
              </a:cxn>
              <a:cxn ang="0">
                <a:pos x="connsiteX7501" y="connsiteY7501"/>
              </a:cxn>
              <a:cxn ang="0">
                <a:pos x="connsiteX7502" y="connsiteY7502"/>
              </a:cxn>
              <a:cxn ang="0">
                <a:pos x="connsiteX7503" y="connsiteY7503"/>
              </a:cxn>
              <a:cxn ang="0">
                <a:pos x="connsiteX7504" y="connsiteY7504"/>
              </a:cxn>
              <a:cxn ang="0">
                <a:pos x="connsiteX7505" y="connsiteY7505"/>
              </a:cxn>
              <a:cxn ang="0">
                <a:pos x="connsiteX7506" y="connsiteY7506"/>
              </a:cxn>
              <a:cxn ang="0">
                <a:pos x="connsiteX7507" y="connsiteY7507"/>
              </a:cxn>
              <a:cxn ang="0">
                <a:pos x="connsiteX7508" y="connsiteY7508"/>
              </a:cxn>
              <a:cxn ang="0">
                <a:pos x="connsiteX7509" y="connsiteY7509"/>
              </a:cxn>
              <a:cxn ang="0">
                <a:pos x="connsiteX7510" y="connsiteY7510"/>
              </a:cxn>
              <a:cxn ang="0">
                <a:pos x="connsiteX7511" y="connsiteY7511"/>
              </a:cxn>
              <a:cxn ang="0">
                <a:pos x="connsiteX7512" y="connsiteY7512"/>
              </a:cxn>
              <a:cxn ang="0">
                <a:pos x="connsiteX7513" y="connsiteY7513"/>
              </a:cxn>
              <a:cxn ang="0">
                <a:pos x="connsiteX7514" y="connsiteY7514"/>
              </a:cxn>
              <a:cxn ang="0">
                <a:pos x="connsiteX7515" y="connsiteY7515"/>
              </a:cxn>
              <a:cxn ang="0">
                <a:pos x="connsiteX7516" y="connsiteY7516"/>
              </a:cxn>
              <a:cxn ang="0">
                <a:pos x="connsiteX7517" y="connsiteY7517"/>
              </a:cxn>
              <a:cxn ang="0">
                <a:pos x="connsiteX7518" y="connsiteY7518"/>
              </a:cxn>
              <a:cxn ang="0">
                <a:pos x="connsiteX7519" y="connsiteY7519"/>
              </a:cxn>
              <a:cxn ang="0">
                <a:pos x="connsiteX7520" y="connsiteY7520"/>
              </a:cxn>
              <a:cxn ang="0">
                <a:pos x="connsiteX7521" y="connsiteY7521"/>
              </a:cxn>
              <a:cxn ang="0">
                <a:pos x="connsiteX7522" y="connsiteY7522"/>
              </a:cxn>
              <a:cxn ang="0">
                <a:pos x="connsiteX7523" y="connsiteY7523"/>
              </a:cxn>
              <a:cxn ang="0">
                <a:pos x="connsiteX7524" y="connsiteY7524"/>
              </a:cxn>
              <a:cxn ang="0">
                <a:pos x="connsiteX7525" y="connsiteY7525"/>
              </a:cxn>
              <a:cxn ang="0">
                <a:pos x="connsiteX7526" y="connsiteY7526"/>
              </a:cxn>
              <a:cxn ang="0">
                <a:pos x="connsiteX7527" y="connsiteY7527"/>
              </a:cxn>
              <a:cxn ang="0">
                <a:pos x="connsiteX7528" y="connsiteY7528"/>
              </a:cxn>
              <a:cxn ang="0">
                <a:pos x="connsiteX7529" y="connsiteY7529"/>
              </a:cxn>
              <a:cxn ang="0">
                <a:pos x="connsiteX7530" y="connsiteY7530"/>
              </a:cxn>
              <a:cxn ang="0">
                <a:pos x="connsiteX7531" y="connsiteY7531"/>
              </a:cxn>
              <a:cxn ang="0">
                <a:pos x="connsiteX7532" y="connsiteY7532"/>
              </a:cxn>
              <a:cxn ang="0">
                <a:pos x="connsiteX7533" y="connsiteY7533"/>
              </a:cxn>
              <a:cxn ang="0">
                <a:pos x="connsiteX7534" y="connsiteY7534"/>
              </a:cxn>
              <a:cxn ang="0">
                <a:pos x="connsiteX7535" y="connsiteY7535"/>
              </a:cxn>
              <a:cxn ang="0">
                <a:pos x="connsiteX7536" y="connsiteY7536"/>
              </a:cxn>
              <a:cxn ang="0">
                <a:pos x="connsiteX7537" y="connsiteY7537"/>
              </a:cxn>
              <a:cxn ang="0">
                <a:pos x="connsiteX7538" y="connsiteY7538"/>
              </a:cxn>
              <a:cxn ang="0">
                <a:pos x="connsiteX7539" y="connsiteY7539"/>
              </a:cxn>
              <a:cxn ang="0">
                <a:pos x="connsiteX7540" y="connsiteY7540"/>
              </a:cxn>
              <a:cxn ang="0">
                <a:pos x="connsiteX7541" y="connsiteY7541"/>
              </a:cxn>
              <a:cxn ang="0">
                <a:pos x="connsiteX7542" y="connsiteY7542"/>
              </a:cxn>
              <a:cxn ang="0">
                <a:pos x="connsiteX7543" y="connsiteY7543"/>
              </a:cxn>
              <a:cxn ang="0">
                <a:pos x="connsiteX7544" y="connsiteY7544"/>
              </a:cxn>
              <a:cxn ang="0">
                <a:pos x="connsiteX7545" y="connsiteY7545"/>
              </a:cxn>
              <a:cxn ang="0">
                <a:pos x="connsiteX7546" y="connsiteY7546"/>
              </a:cxn>
              <a:cxn ang="0">
                <a:pos x="connsiteX7547" y="connsiteY7547"/>
              </a:cxn>
              <a:cxn ang="0">
                <a:pos x="connsiteX7548" y="connsiteY7548"/>
              </a:cxn>
              <a:cxn ang="0">
                <a:pos x="connsiteX7549" y="connsiteY7549"/>
              </a:cxn>
              <a:cxn ang="0">
                <a:pos x="connsiteX7550" y="connsiteY7550"/>
              </a:cxn>
              <a:cxn ang="0">
                <a:pos x="connsiteX7551" y="connsiteY7551"/>
              </a:cxn>
              <a:cxn ang="0">
                <a:pos x="connsiteX7552" y="connsiteY7552"/>
              </a:cxn>
              <a:cxn ang="0">
                <a:pos x="connsiteX7553" y="connsiteY7553"/>
              </a:cxn>
              <a:cxn ang="0">
                <a:pos x="connsiteX7554" y="connsiteY7554"/>
              </a:cxn>
              <a:cxn ang="0">
                <a:pos x="connsiteX7555" y="connsiteY7555"/>
              </a:cxn>
              <a:cxn ang="0">
                <a:pos x="connsiteX7556" y="connsiteY7556"/>
              </a:cxn>
              <a:cxn ang="0">
                <a:pos x="connsiteX7557" y="connsiteY7557"/>
              </a:cxn>
              <a:cxn ang="0">
                <a:pos x="connsiteX7558" y="connsiteY7558"/>
              </a:cxn>
              <a:cxn ang="0">
                <a:pos x="connsiteX7559" y="connsiteY7559"/>
              </a:cxn>
              <a:cxn ang="0">
                <a:pos x="connsiteX7560" y="connsiteY7560"/>
              </a:cxn>
              <a:cxn ang="0">
                <a:pos x="connsiteX7561" y="connsiteY7561"/>
              </a:cxn>
              <a:cxn ang="0">
                <a:pos x="connsiteX7562" y="connsiteY7562"/>
              </a:cxn>
              <a:cxn ang="0">
                <a:pos x="connsiteX7563" y="connsiteY7563"/>
              </a:cxn>
              <a:cxn ang="0">
                <a:pos x="connsiteX7564" y="connsiteY7564"/>
              </a:cxn>
              <a:cxn ang="0">
                <a:pos x="connsiteX7565" y="connsiteY7565"/>
              </a:cxn>
              <a:cxn ang="0">
                <a:pos x="connsiteX7566" y="connsiteY7566"/>
              </a:cxn>
              <a:cxn ang="0">
                <a:pos x="connsiteX7567" y="connsiteY7567"/>
              </a:cxn>
              <a:cxn ang="0">
                <a:pos x="connsiteX7568" y="connsiteY7568"/>
              </a:cxn>
              <a:cxn ang="0">
                <a:pos x="connsiteX7569" y="connsiteY7569"/>
              </a:cxn>
              <a:cxn ang="0">
                <a:pos x="connsiteX7570" y="connsiteY7570"/>
              </a:cxn>
              <a:cxn ang="0">
                <a:pos x="connsiteX7571" y="connsiteY7571"/>
              </a:cxn>
              <a:cxn ang="0">
                <a:pos x="connsiteX7572" y="connsiteY7572"/>
              </a:cxn>
              <a:cxn ang="0">
                <a:pos x="connsiteX7573" y="connsiteY7573"/>
              </a:cxn>
              <a:cxn ang="0">
                <a:pos x="connsiteX7574" y="connsiteY7574"/>
              </a:cxn>
              <a:cxn ang="0">
                <a:pos x="connsiteX7575" y="connsiteY7575"/>
              </a:cxn>
              <a:cxn ang="0">
                <a:pos x="connsiteX7576" y="connsiteY7576"/>
              </a:cxn>
              <a:cxn ang="0">
                <a:pos x="connsiteX7577" y="connsiteY7577"/>
              </a:cxn>
              <a:cxn ang="0">
                <a:pos x="connsiteX7578" y="connsiteY7578"/>
              </a:cxn>
              <a:cxn ang="0">
                <a:pos x="connsiteX7579" y="connsiteY7579"/>
              </a:cxn>
              <a:cxn ang="0">
                <a:pos x="connsiteX7580" y="connsiteY7580"/>
              </a:cxn>
              <a:cxn ang="0">
                <a:pos x="connsiteX7581" y="connsiteY7581"/>
              </a:cxn>
              <a:cxn ang="0">
                <a:pos x="connsiteX7582" y="connsiteY7582"/>
              </a:cxn>
              <a:cxn ang="0">
                <a:pos x="connsiteX7583" y="connsiteY7583"/>
              </a:cxn>
              <a:cxn ang="0">
                <a:pos x="connsiteX7584" y="connsiteY7584"/>
              </a:cxn>
              <a:cxn ang="0">
                <a:pos x="connsiteX7585" y="connsiteY7585"/>
              </a:cxn>
              <a:cxn ang="0">
                <a:pos x="connsiteX7586" y="connsiteY7586"/>
              </a:cxn>
              <a:cxn ang="0">
                <a:pos x="connsiteX7587" y="connsiteY7587"/>
              </a:cxn>
              <a:cxn ang="0">
                <a:pos x="connsiteX7588" y="connsiteY7588"/>
              </a:cxn>
              <a:cxn ang="0">
                <a:pos x="connsiteX7589" y="connsiteY7589"/>
              </a:cxn>
              <a:cxn ang="0">
                <a:pos x="connsiteX7590" y="connsiteY7590"/>
              </a:cxn>
              <a:cxn ang="0">
                <a:pos x="connsiteX7591" y="connsiteY7591"/>
              </a:cxn>
              <a:cxn ang="0">
                <a:pos x="connsiteX7592" y="connsiteY7592"/>
              </a:cxn>
              <a:cxn ang="0">
                <a:pos x="connsiteX7593" y="connsiteY7593"/>
              </a:cxn>
              <a:cxn ang="0">
                <a:pos x="connsiteX7594" y="connsiteY7594"/>
              </a:cxn>
              <a:cxn ang="0">
                <a:pos x="connsiteX7595" y="connsiteY7595"/>
              </a:cxn>
              <a:cxn ang="0">
                <a:pos x="connsiteX7596" y="connsiteY7596"/>
              </a:cxn>
              <a:cxn ang="0">
                <a:pos x="connsiteX7597" y="connsiteY7597"/>
              </a:cxn>
              <a:cxn ang="0">
                <a:pos x="connsiteX7598" y="connsiteY7598"/>
              </a:cxn>
              <a:cxn ang="0">
                <a:pos x="connsiteX7599" y="connsiteY7599"/>
              </a:cxn>
              <a:cxn ang="0">
                <a:pos x="connsiteX7600" y="connsiteY7600"/>
              </a:cxn>
              <a:cxn ang="0">
                <a:pos x="connsiteX7601" y="connsiteY7601"/>
              </a:cxn>
              <a:cxn ang="0">
                <a:pos x="connsiteX7602" y="connsiteY7602"/>
              </a:cxn>
              <a:cxn ang="0">
                <a:pos x="connsiteX7603" y="connsiteY7603"/>
              </a:cxn>
              <a:cxn ang="0">
                <a:pos x="connsiteX7604" y="connsiteY7604"/>
              </a:cxn>
              <a:cxn ang="0">
                <a:pos x="connsiteX7605" y="connsiteY7605"/>
              </a:cxn>
              <a:cxn ang="0">
                <a:pos x="connsiteX7606" y="connsiteY7606"/>
              </a:cxn>
              <a:cxn ang="0">
                <a:pos x="connsiteX7607" y="connsiteY7607"/>
              </a:cxn>
              <a:cxn ang="0">
                <a:pos x="connsiteX7608" y="connsiteY7608"/>
              </a:cxn>
              <a:cxn ang="0">
                <a:pos x="connsiteX7609" y="connsiteY7609"/>
              </a:cxn>
              <a:cxn ang="0">
                <a:pos x="connsiteX7610" y="connsiteY7610"/>
              </a:cxn>
              <a:cxn ang="0">
                <a:pos x="connsiteX7611" y="connsiteY7611"/>
              </a:cxn>
              <a:cxn ang="0">
                <a:pos x="connsiteX7612" y="connsiteY7612"/>
              </a:cxn>
              <a:cxn ang="0">
                <a:pos x="connsiteX7613" y="connsiteY7613"/>
              </a:cxn>
              <a:cxn ang="0">
                <a:pos x="connsiteX7614" y="connsiteY7614"/>
              </a:cxn>
              <a:cxn ang="0">
                <a:pos x="connsiteX7615" y="connsiteY7615"/>
              </a:cxn>
              <a:cxn ang="0">
                <a:pos x="connsiteX7616" y="connsiteY7616"/>
              </a:cxn>
              <a:cxn ang="0">
                <a:pos x="connsiteX7617" y="connsiteY7617"/>
              </a:cxn>
              <a:cxn ang="0">
                <a:pos x="connsiteX7618" y="connsiteY7618"/>
              </a:cxn>
              <a:cxn ang="0">
                <a:pos x="connsiteX7619" y="connsiteY7619"/>
              </a:cxn>
              <a:cxn ang="0">
                <a:pos x="connsiteX7620" y="connsiteY7620"/>
              </a:cxn>
              <a:cxn ang="0">
                <a:pos x="connsiteX7621" y="connsiteY7621"/>
              </a:cxn>
              <a:cxn ang="0">
                <a:pos x="connsiteX7622" y="connsiteY7622"/>
              </a:cxn>
              <a:cxn ang="0">
                <a:pos x="connsiteX7623" y="connsiteY7623"/>
              </a:cxn>
              <a:cxn ang="0">
                <a:pos x="connsiteX7624" y="connsiteY7624"/>
              </a:cxn>
              <a:cxn ang="0">
                <a:pos x="connsiteX7625" y="connsiteY7625"/>
              </a:cxn>
              <a:cxn ang="0">
                <a:pos x="connsiteX7626" y="connsiteY7626"/>
              </a:cxn>
              <a:cxn ang="0">
                <a:pos x="connsiteX7627" y="connsiteY7627"/>
              </a:cxn>
              <a:cxn ang="0">
                <a:pos x="connsiteX7628" y="connsiteY7628"/>
              </a:cxn>
              <a:cxn ang="0">
                <a:pos x="connsiteX7629" y="connsiteY7629"/>
              </a:cxn>
              <a:cxn ang="0">
                <a:pos x="connsiteX7630" y="connsiteY7630"/>
              </a:cxn>
              <a:cxn ang="0">
                <a:pos x="connsiteX7631" y="connsiteY7631"/>
              </a:cxn>
              <a:cxn ang="0">
                <a:pos x="connsiteX7632" y="connsiteY7632"/>
              </a:cxn>
              <a:cxn ang="0">
                <a:pos x="connsiteX7633" y="connsiteY7633"/>
              </a:cxn>
              <a:cxn ang="0">
                <a:pos x="connsiteX7634" y="connsiteY7634"/>
              </a:cxn>
              <a:cxn ang="0">
                <a:pos x="connsiteX7635" y="connsiteY7635"/>
              </a:cxn>
              <a:cxn ang="0">
                <a:pos x="connsiteX7636" y="connsiteY7636"/>
              </a:cxn>
              <a:cxn ang="0">
                <a:pos x="connsiteX7637" y="connsiteY7637"/>
              </a:cxn>
              <a:cxn ang="0">
                <a:pos x="connsiteX7638" y="connsiteY7638"/>
              </a:cxn>
              <a:cxn ang="0">
                <a:pos x="connsiteX7639" y="connsiteY7639"/>
              </a:cxn>
              <a:cxn ang="0">
                <a:pos x="connsiteX7640" y="connsiteY7640"/>
              </a:cxn>
              <a:cxn ang="0">
                <a:pos x="connsiteX7641" y="connsiteY7641"/>
              </a:cxn>
              <a:cxn ang="0">
                <a:pos x="connsiteX7642" y="connsiteY7642"/>
              </a:cxn>
              <a:cxn ang="0">
                <a:pos x="connsiteX7643" y="connsiteY7643"/>
              </a:cxn>
              <a:cxn ang="0">
                <a:pos x="connsiteX7644" y="connsiteY7644"/>
              </a:cxn>
              <a:cxn ang="0">
                <a:pos x="connsiteX7645" y="connsiteY7645"/>
              </a:cxn>
              <a:cxn ang="0">
                <a:pos x="connsiteX7646" y="connsiteY7646"/>
              </a:cxn>
              <a:cxn ang="0">
                <a:pos x="connsiteX7647" y="connsiteY7647"/>
              </a:cxn>
              <a:cxn ang="0">
                <a:pos x="connsiteX7648" y="connsiteY7648"/>
              </a:cxn>
              <a:cxn ang="0">
                <a:pos x="connsiteX7649" y="connsiteY7649"/>
              </a:cxn>
              <a:cxn ang="0">
                <a:pos x="connsiteX7650" y="connsiteY7650"/>
              </a:cxn>
              <a:cxn ang="0">
                <a:pos x="connsiteX7651" y="connsiteY7651"/>
              </a:cxn>
              <a:cxn ang="0">
                <a:pos x="connsiteX7652" y="connsiteY7652"/>
              </a:cxn>
              <a:cxn ang="0">
                <a:pos x="connsiteX7653" y="connsiteY7653"/>
              </a:cxn>
              <a:cxn ang="0">
                <a:pos x="connsiteX7654" y="connsiteY7654"/>
              </a:cxn>
              <a:cxn ang="0">
                <a:pos x="connsiteX7655" y="connsiteY7655"/>
              </a:cxn>
              <a:cxn ang="0">
                <a:pos x="connsiteX7656" y="connsiteY7656"/>
              </a:cxn>
              <a:cxn ang="0">
                <a:pos x="connsiteX7657" y="connsiteY7657"/>
              </a:cxn>
              <a:cxn ang="0">
                <a:pos x="connsiteX7658" y="connsiteY7658"/>
              </a:cxn>
              <a:cxn ang="0">
                <a:pos x="connsiteX7659" y="connsiteY7659"/>
              </a:cxn>
              <a:cxn ang="0">
                <a:pos x="connsiteX7660" y="connsiteY7660"/>
              </a:cxn>
              <a:cxn ang="0">
                <a:pos x="connsiteX7661" y="connsiteY7661"/>
              </a:cxn>
              <a:cxn ang="0">
                <a:pos x="connsiteX7662" y="connsiteY7662"/>
              </a:cxn>
              <a:cxn ang="0">
                <a:pos x="connsiteX7663" y="connsiteY7663"/>
              </a:cxn>
              <a:cxn ang="0">
                <a:pos x="connsiteX7664" y="connsiteY7664"/>
              </a:cxn>
              <a:cxn ang="0">
                <a:pos x="connsiteX7665" y="connsiteY7665"/>
              </a:cxn>
              <a:cxn ang="0">
                <a:pos x="connsiteX7666" y="connsiteY7666"/>
              </a:cxn>
              <a:cxn ang="0">
                <a:pos x="connsiteX7667" y="connsiteY7667"/>
              </a:cxn>
              <a:cxn ang="0">
                <a:pos x="connsiteX7668" y="connsiteY7668"/>
              </a:cxn>
              <a:cxn ang="0">
                <a:pos x="connsiteX7669" y="connsiteY7669"/>
              </a:cxn>
              <a:cxn ang="0">
                <a:pos x="connsiteX7670" y="connsiteY7670"/>
              </a:cxn>
              <a:cxn ang="0">
                <a:pos x="connsiteX7671" y="connsiteY7671"/>
              </a:cxn>
              <a:cxn ang="0">
                <a:pos x="connsiteX7672" y="connsiteY7672"/>
              </a:cxn>
              <a:cxn ang="0">
                <a:pos x="connsiteX7673" y="connsiteY7673"/>
              </a:cxn>
              <a:cxn ang="0">
                <a:pos x="connsiteX7674" y="connsiteY7674"/>
              </a:cxn>
              <a:cxn ang="0">
                <a:pos x="connsiteX7675" y="connsiteY7675"/>
              </a:cxn>
              <a:cxn ang="0">
                <a:pos x="connsiteX7676" y="connsiteY7676"/>
              </a:cxn>
              <a:cxn ang="0">
                <a:pos x="connsiteX7677" y="connsiteY7677"/>
              </a:cxn>
              <a:cxn ang="0">
                <a:pos x="connsiteX7678" y="connsiteY7678"/>
              </a:cxn>
              <a:cxn ang="0">
                <a:pos x="connsiteX7679" y="connsiteY7679"/>
              </a:cxn>
              <a:cxn ang="0">
                <a:pos x="connsiteX7680" y="connsiteY7680"/>
              </a:cxn>
              <a:cxn ang="0">
                <a:pos x="connsiteX7681" y="connsiteY7681"/>
              </a:cxn>
              <a:cxn ang="0">
                <a:pos x="connsiteX7682" y="connsiteY7682"/>
              </a:cxn>
              <a:cxn ang="0">
                <a:pos x="connsiteX7683" y="connsiteY7683"/>
              </a:cxn>
              <a:cxn ang="0">
                <a:pos x="connsiteX7684" y="connsiteY7684"/>
              </a:cxn>
              <a:cxn ang="0">
                <a:pos x="connsiteX7685" y="connsiteY7685"/>
              </a:cxn>
              <a:cxn ang="0">
                <a:pos x="connsiteX7686" y="connsiteY7686"/>
              </a:cxn>
              <a:cxn ang="0">
                <a:pos x="connsiteX7687" y="connsiteY7687"/>
              </a:cxn>
              <a:cxn ang="0">
                <a:pos x="connsiteX7688" y="connsiteY7688"/>
              </a:cxn>
              <a:cxn ang="0">
                <a:pos x="connsiteX7689" y="connsiteY7689"/>
              </a:cxn>
              <a:cxn ang="0">
                <a:pos x="connsiteX7690" y="connsiteY7690"/>
              </a:cxn>
              <a:cxn ang="0">
                <a:pos x="connsiteX7691" y="connsiteY7691"/>
              </a:cxn>
              <a:cxn ang="0">
                <a:pos x="connsiteX7692" y="connsiteY7692"/>
              </a:cxn>
              <a:cxn ang="0">
                <a:pos x="connsiteX7693" y="connsiteY7693"/>
              </a:cxn>
              <a:cxn ang="0">
                <a:pos x="connsiteX7694" y="connsiteY7694"/>
              </a:cxn>
              <a:cxn ang="0">
                <a:pos x="connsiteX7695" y="connsiteY7695"/>
              </a:cxn>
              <a:cxn ang="0">
                <a:pos x="connsiteX7696" y="connsiteY7696"/>
              </a:cxn>
              <a:cxn ang="0">
                <a:pos x="connsiteX7697" y="connsiteY7697"/>
              </a:cxn>
              <a:cxn ang="0">
                <a:pos x="connsiteX7698" y="connsiteY7698"/>
              </a:cxn>
              <a:cxn ang="0">
                <a:pos x="connsiteX7699" y="connsiteY7699"/>
              </a:cxn>
              <a:cxn ang="0">
                <a:pos x="connsiteX7700" y="connsiteY7700"/>
              </a:cxn>
              <a:cxn ang="0">
                <a:pos x="connsiteX7701" y="connsiteY7701"/>
              </a:cxn>
              <a:cxn ang="0">
                <a:pos x="connsiteX7702" y="connsiteY7702"/>
              </a:cxn>
              <a:cxn ang="0">
                <a:pos x="connsiteX7703" y="connsiteY7703"/>
              </a:cxn>
              <a:cxn ang="0">
                <a:pos x="connsiteX7704" y="connsiteY7704"/>
              </a:cxn>
              <a:cxn ang="0">
                <a:pos x="connsiteX7705" y="connsiteY7705"/>
              </a:cxn>
              <a:cxn ang="0">
                <a:pos x="connsiteX7706" y="connsiteY7706"/>
              </a:cxn>
              <a:cxn ang="0">
                <a:pos x="connsiteX7707" y="connsiteY7707"/>
              </a:cxn>
              <a:cxn ang="0">
                <a:pos x="connsiteX7708" y="connsiteY7708"/>
              </a:cxn>
              <a:cxn ang="0">
                <a:pos x="connsiteX7709" y="connsiteY7709"/>
              </a:cxn>
              <a:cxn ang="0">
                <a:pos x="connsiteX7710" y="connsiteY7710"/>
              </a:cxn>
              <a:cxn ang="0">
                <a:pos x="connsiteX7711" y="connsiteY7711"/>
              </a:cxn>
              <a:cxn ang="0">
                <a:pos x="connsiteX7712" y="connsiteY7712"/>
              </a:cxn>
              <a:cxn ang="0">
                <a:pos x="connsiteX7713" y="connsiteY7713"/>
              </a:cxn>
              <a:cxn ang="0">
                <a:pos x="connsiteX7714" y="connsiteY7714"/>
              </a:cxn>
              <a:cxn ang="0">
                <a:pos x="connsiteX7715" y="connsiteY7715"/>
              </a:cxn>
              <a:cxn ang="0">
                <a:pos x="connsiteX7716" y="connsiteY7716"/>
              </a:cxn>
              <a:cxn ang="0">
                <a:pos x="connsiteX7717" y="connsiteY7717"/>
              </a:cxn>
              <a:cxn ang="0">
                <a:pos x="connsiteX7718" y="connsiteY7718"/>
              </a:cxn>
              <a:cxn ang="0">
                <a:pos x="connsiteX7719" y="connsiteY7719"/>
              </a:cxn>
              <a:cxn ang="0">
                <a:pos x="connsiteX7720" y="connsiteY7720"/>
              </a:cxn>
              <a:cxn ang="0">
                <a:pos x="connsiteX7721" y="connsiteY7721"/>
              </a:cxn>
              <a:cxn ang="0">
                <a:pos x="connsiteX7722" y="connsiteY7722"/>
              </a:cxn>
              <a:cxn ang="0">
                <a:pos x="connsiteX7723" y="connsiteY7723"/>
              </a:cxn>
              <a:cxn ang="0">
                <a:pos x="connsiteX7724" y="connsiteY7724"/>
              </a:cxn>
              <a:cxn ang="0">
                <a:pos x="connsiteX7725" y="connsiteY7725"/>
              </a:cxn>
              <a:cxn ang="0">
                <a:pos x="connsiteX7726" y="connsiteY7726"/>
              </a:cxn>
              <a:cxn ang="0">
                <a:pos x="connsiteX7727" y="connsiteY7727"/>
              </a:cxn>
              <a:cxn ang="0">
                <a:pos x="connsiteX7728" y="connsiteY7728"/>
              </a:cxn>
              <a:cxn ang="0">
                <a:pos x="connsiteX7729" y="connsiteY7729"/>
              </a:cxn>
              <a:cxn ang="0">
                <a:pos x="connsiteX7730" y="connsiteY7730"/>
              </a:cxn>
              <a:cxn ang="0">
                <a:pos x="connsiteX7731" y="connsiteY7731"/>
              </a:cxn>
              <a:cxn ang="0">
                <a:pos x="connsiteX7732" y="connsiteY7732"/>
              </a:cxn>
              <a:cxn ang="0">
                <a:pos x="connsiteX7733" y="connsiteY7733"/>
              </a:cxn>
              <a:cxn ang="0">
                <a:pos x="connsiteX7734" y="connsiteY7734"/>
              </a:cxn>
              <a:cxn ang="0">
                <a:pos x="connsiteX7735" y="connsiteY7735"/>
              </a:cxn>
              <a:cxn ang="0">
                <a:pos x="connsiteX7736" y="connsiteY7736"/>
              </a:cxn>
              <a:cxn ang="0">
                <a:pos x="connsiteX7737" y="connsiteY7737"/>
              </a:cxn>
              <a:cxn ang="0">
                <a:pos x="connsiteX7738" y="connsiteY7738"/>
              </a:cxn>
              <a:cxn ang="0">
                <a:pos x="connsiteX7739" y="connsiteY7739"/>
              </a:cxn>
              <a:cxn ang="0">
                <a:pos x="connsiteX7740" y="connsiteY7740"/>
              </a:cxn>
              <a:cxn ang="0">
                <a:pos x="connsiteX7741" y="connsiteY7741"/>
              </a:cxn>
              <a:cxn ang="0">
                <a:pos x="connsiteX7742" y="connsiteY7742"/>
              </a:cxn>
              <a:cxn ang="0">
                <a:pos x="connsiteX7743" y="connsiteY7743"/>
              </a:cxn>
              <a:cxn ang="0">
                <a:pos x="connsiteX7744" y="connsiteY7744"/>
              </a:cxn>
              <a:cxn ang="0">
                <a:pos x="connsiteX7745" y="connsiteY7745"/>
              </a:cxn>
              <a:cxn ang="0">
                <a:pos x="connsiteX7746" y="connsiteY7746"/>
              </a:cxn>
              <a:cxn ang="0">
                <a:pos x="connsiteX7747" y="connsiteY7747"/>
              </a:cxn>
              <a:cxn ang="0">
                <a:pos x="connsiteX7748" y="connsiteY7748"/>
              </a:cxn>
              <a:cxn ang="0">
                <a:pos x="connsiteX7749" y="connsiteY7749"/>
              </a:cxn>
              <a:cxn ang="0">
                <a:pos x="connsiteX7750" y="connsiteY7750"/>
              </a:cxn>
              <a:cxn ang="0">
                <a:pos x="connsiteX7751" y="connsiteY7751"/>
              </a:cxn>
              <a:cxn ang="0">
                <a:pos x="connsiteX7752" y="connsiteY7752"/>
              </a:cxn>
              <a:cxn ang="0">
                <a:pos x="connsiteX7753" y="connsiteY7753"/>
              </a:cxn>
              <a:cxn ang="0">
                <a:pos x="connsiteX7754" y="connsiteY7754"/>
              </a:cxn>
              <a:cxn ang="0">
                <a:pos x="connsiteX7755" y="connsiteY7755"/>
              </a:cxn>
              <a:cxn ang="0">
                <a:pos x="connsiteX7756" y="connsiteY7756"/>
              </a:cxn>
              <a:cxn ang="0">
                <a:pos x="connsiteX7757" y="connsiteY7757"/>
              </a:cxn>
              <a:cxn ang="0">
                <a:pos x="connsiteX7758" y="connsiteY7758"/>
              </a:cxn>
              <a:cxn ang="0">
                <a:pos x="connsiteX7759" y="connsiteY7759"/>
              </a:cxn>
              <a:cxn ang="0">
                <a:pos x="connsiteX7760" y="connsiteY7760"/>
              </a:cxn>
              <a:cxn ang="0">
                <a:pos x="connsiteX7761" y="connsiteY7761"/>
              </a:cxn>
              <a:cxn ang="0">
                <a:pos x="connsiteX7762" y="connsiteY7762"/>
              </a:cxn>
              <a:cxn ang="0">
                <a:pos x="connsiteX7763" y="connsiteY7763"/>
              </a:cxn>
              <a:cxn ang="0">
                <a:pos x="connsiteX7764" y="connsiteY7764"/>
              </a:cxn>
              <a:cxn ang="0">
                <a:pos x="connsiteX7765" y="connsiteY7765"/>
              </a:cxn>
              <a:cxn ang="0">
                <a:pos x="connsiteX7766" y="connsiteY7766"/>
              </a:cxn>
              <a:cxn ang="0">
                <a:pos x="connsiteX7767" y="connsiteY7767"/>
              </a:cxn>
              <a:cxn ang="0">
                <a:pos x="connsiteX7768" y="connsiteY7768"/>
              </a:cxn>
              <a:cxn ang="0">
                <a:pos x="connsiteX7769" y="connsiteY7769"/>
              </a:cxn>
              <a:cxn ang="0">
                <a:pos x="connsiteX7770" y="connsiteY7770"/>
              </a:cxn>
              <a:cxn ang="0">
                <a:pos x="connsiteX7771" y="connsiteY7771"/>
              </a:cxn>
              <a:cxn ang="0">
                <a:pos x="connsiteX7772" y="connsiteY7772"/>
              </a:cxn>
              <a:cxn ang="0">
                <a:pos x="connsiteX7773" y="connsiteY7773"/>
              </a:cxn>
              <a:cxn ang="0">
                <a:pos x="connsiteX7774" y="connsiteY7774"/>
              </a:cxn>
              <a:cxn ang="0">
                <a:pos x="connsiteX7775" y="connsiteY7775"/>
              </a:cxn>
              <a:cxn ang="0">
                <a:pos x="connsiteX7776" y="connsiteY7776"/>
              </a:cxn>
              <a:cxn ang="0">
                <a:pos x="connsiteX7777" y="connsiteY7777"/>
              </a:cxn>
              <a:cxn ang="0">
                <a:pos x="connsiteX7778" y="connsiteY7778"/>
              </a:cxn>
              <a:cxn ang="0">
                <a:pos x="connsiteX7779" y="connsiteY7779"/>
              </a:cxn>
              <a:cxn ang="0">
                <a:pos x="connsiteX7780" y="connsiteY7780"/>
              </a:cxn>
              <a:cxn ang="0">
                <a:pos x="connsiteX7781" y="connsiteY7781"/>
              </a:cxn>
              <a:cxn ang="0">
                <a:pos x="connsiteX7782" y="connsiteY7782"/>
              </a:cxn>
              <a:cxn ang="0">
                <a:pos x="connsiteX7783" y="connsiteY7783"/>
              </a:cxn>
              <a:cxn ang="0">
                <a:pos x="connsiteX7784" y="connsiteY7784"/>
              </a:cxn>
              <a:cxn ang="0">
                <a:pos x="connsiteX7785" y="connsiteY7785"/>
              </a:cxn>
              <a:cxn ang="0">
                <a:pos x="connsiteX7786" y="connsiteY7786"/>
              </a:cxn>
              <a:cxn ang="0">
                <a:pos x="connsiteX7787" y="connsiteY7787"/>
              </a:cxn>
              <a:cxn ang="0">
                <a:pos x="connsiteX7788" y="connsiteY7788"/>
              </a:cxn>
              <a:cxn ang="0">
                <a:pos x="connsiteX7789" y="connsiteY7789"/>
              </a:cxn>
              <a:cxn ang="0">
                <a:pos x="connsiteX7790" y="connsiteY7790"/>
              </a:cxn>
              <a:cxn ang="0">
                <a:pos x="connsiteX7791" y="connsiteY7791"/>
              </a:cxn>
              <a:cxn ang="0">
                <a:pos x="connsiteX7792" y="connsiteY7792"/>
              </a:cxn>
              <a:cxn ang="0">
                <a:pos x="connsiteX7793" y="connsiteY7793"/>
              </a:cxn>
              <a:cxn ang="0">
                <a:pos x="connsiteX7794" y="connsiteY7794"/>
              </a:cxn>
              <a:cxn ang="0">
                <a:pos x="connsiteX7795" y="connsiteY7795"/>
              </a:cxn>
              <a:cxn ang="0">
                <a:pos x="connsiteX7796" y="connsiteY7796"/>
              </a:cxn>
              <a:cxn ang="0">
                <a:pos x="connsiteX7797" y="connsiteY7797"/>
              </a:cxn>
              <a:cxn ang="0">
                <a:pos x="connsiteX7798" y="connsiteY7798"/>
              </a:cxn>
              <a:cxn ang="0">
                <a:pos x="connsiteX7799" y="connsiteY7799"/>
              </a:cxn>
              <a:cxn ang="0">
                <a:pos x="connsiteX7800" y="connsiteY7800"/>
              </a:cxn>
              <a:cxn ang="0">
                <a:pos x="connsiteX7801" y="connsiteY7801"/>
              </a:cxn>
              <a:cxn ang="0">
                <a:pos x="connsiteX7802" y="connsiteY7802"/>
              </a:cxn>
              <a:cxn ang="0">
                <a:pos x="connsiteX7803" y="connsiteY7803"/>
              </a:cxn>
              <a:cxn ang="0">
                <a:pos x="connsiteX7804" y="connsiteY7804"/>
              </a:cxn>
              <a:cxn ang="0">
                <a:pos x="connsiteX7805" y="connsiteY7805"/>
              </a:cxn>
              <a:cxn ang="0">
                <a:pos x="connsiteX7806" y="connsiteY7806"/>
              </a:cxn>
              <a:cxn ang="0">
                <a:pos x="connsiteX7807" y="connsiteY7807"/>
              </a:cxn>
              <a:cxn ang="0">
                <a:pos x="connsiteX7808" y="connsiteY7808"/>
              </a:cxn>
              <a:cxn ang="0">
                <a:pos x="connsiteX7809" y="connsiteY7809"/>
              </a:cxn>
              <a:cxn ang="0">
                <a:pos x="connsiteX7810" y="connsiteY7810"/>
              </a:cxn>
              <a:cxn ang="0">
                <a:pos x="connsiteX7811" y="connsiteY7811"/>
              </a:cxn>
              <a:cxn ang="0">
                <a:pos x="connsiteX7812" y="connsiteY7812"/>
              </a:cxn>
              <a:cxn ang="0">
                <a:pos x="connsiteX7813" y="connsiteY7813"/>
              </a:cxn>
              <a:cxn ang="0">
                <a:pos x="connsiteX7814" y="connsiteY7814"/>
              </a:cxn>
              <a:cxn ang="0">
                <a:pos x="connsiteX7815" y="connsiteY7815"/>
              </a:cxn>
              <a:cxn ang="0">
                <a:pos x="connsiteX7816" y="connsiteY7816"/>
              </a:cxn>
              <a:cxn ang="0">
                <a:pos x="connsiteX7817" y="connsiteY7817"/>
              </a:cxn>
              <a:cxn ang="0">
                <a:pos x="connsiteX7818" y="connsiteY7818"/>
              </a:cxn>
              <a:cxn ang="0">
                <a:pos x="connsiteX7819" y="connsiteY7819"/>
              </a:cxn>
              <a:cxn ang="0">
                <a:pos x="connsiteX7820" y="connsiteY7820"/>
              </a:cxn>
              <a:cxn ang="0">
                <a:pos x="connsiteX7821" y="connsiteY7821"/>
              </a:cxn>
              <a:cxn ang="0">
                <a:pos x="connsiteX7822" y="connsiteY7822"/>
              </a:cxn>
              <a:cxn ang="0">
                <a:pos x="connsiteX7823" y="connsiteY7823"/>
              </a:cxn>
              <a:cxn ang="0">
                <a:pos x="connsiteX7824" y="connsiteY7824"/>
              </a:cxn>
              <a:cxn ang="0">
                <a:pos x="connsiteX7825" y="connsiteY7825"/>
              </a:cxn>
              <a:cxn ang="0">
                <a:pos x="connsiteX7826" y="connsiteY7826"/>
              </a:cxn>
              <a:cxn ang="0">
                <a:pos x="connsiteX7827" y="connsiteY7827"/>
              </a:cxn>
              <a:cxn ang="0">
                <a:pos x="connsiteX7828" y="connsiteY7828"/>
              </a:cxn>
              <a:cxn ang="0">
                <a:pos x="connsiteX7829" y="connsiteY7829"/>
              </a:cxn>
              <a:cxn ang="0">
                <a:pos x="connsiteX7830" y="connsiteY7830"/>
              </a:cxn>
              <a:cxn ang="0">
                <a:pos x="connsiteX7831" y="connsiteY7831"/>
              </a:cxn>
              <a:cxn ang="0">
                <a:pos x="connsiteX7832" y="connsiteY7832"/>
              </a:cxn>
              <a:cxn ang="0">
                <a:pos x="connsiteX7833" y="connsiteY7833"/>
              </a:cxn>
              <a:cxn ang="0">
                <a:pos x="connsiteX7834" y="connsiteY7834"/>
              </a:cxn>
              <a:cxn ang="0">
                <a:pos x="connsiteX7835" y="connsiteY7835"/>
              </a:cxn>
              <a:cxn ang="0">
                <a:pos x="connsiteX7836" y="connsiteY7836"/>
              </a:cxn>
              <a:cxn ang="0">
                <a:pos x="connsiteX7837" y="connsiteY7837"/>
              </a:cxn>
              <a:cxn ang="0">
                <a:pos x="connsiteX7838" y="connsiteY7838"/>
              </a:cxn>
              <a:cxn ang="0">
                <a:pos x="connsiteX7839" y="connsiteY7839"/>
              </a:cxn>
              <a:cxn ang="0">
                <a:pos x="connsiteX7840" y="connsiteY7840"/>
              </a:cxn>
              <a:cxn ang="0">
                <a:pos x="connsiteX7841" y="connsiteY7841"/>
              </a:cxn>
              <a:cxn ang="0">
                <a:pos x="connsiteX7842" y="connsiteY7842"/>
              </a:cxn>
              <a:cxn ang="0">
                <a:pos x="connsiteX7843" y="connsiteY7843"/>
              </a:cxn>
              <a:cxn ang="0">
                <a:pos x="connsiteX7844" y="connsiteY7844"/>
              </a:cxn>
              <a:cxn ang="0">
                <a:pos x="connsiteX7845" y="connsiteY7845"/>
              </a:cxn>
              <a:cxn ang="0">
                <a:pos x="connsiteX7846" y="connsiteY7846"/>
              </a:cxn>
              <a:cxn ang="0">
                <a:pos x="connsiteX7847" y="connsiteY7847"/>
              </a:cxn>
              <a:cxn ang="0">
                <a:pos x="connsiteX7848" y="connsiteY7848"/>
              </a:cxn>
              <a:cxn ang="0">
                <a:pos x="connsiteX7849" y="connsiteY7849"/>
              </a:cxn>
              <a:cxn ang="0">
                <a:pos x="connsiteX7850" y="connsiteY7850"/>
              </a:cxn>
              <a:cxn ang="0">
                <a:pos x="connsiteX7851" y="connsiteY7851"/>
              </a:cxn>
              <a:cxn ang="0">
                <a:pos x="connsiteX7852" y="connsiteY7852"/>
              </a:cxn>
              <a:cxn ang="0">
                <a:pos x="connsiteX7853" y="connsiteY7853"/>
              </a:cxn>
              <a:cxn ang="0">
                <a:pos x="connsiteX7854" y="connsiteY7854"/>
              </a:cxn>
              <a:cxn ang="0">
                <a:pos x="connsiteX7855" y="connsiteY7855"/>
              </a:cxn>
              <a:cxn ang="0">
                <a:pos x="connsiteX7856" y="connsiteY7856"/>
              </a:cxn>
              <a:cxn ang="0">
                <a:pos x="connsiteX7857" y="connsiteY7857"/>
              </a:cxn>
              <a:cxn ang="0">
                <a:pos x="connsiteX7858" y="connsiteY7858"/>
              </a:cxn>
              <a:cxn ang="0">
                <a:pos x="connsiteX7859" y="connsiteY7859"/>
              </a:cxn>
              <a:cxn ang="0">
                <a:pos x="connsiteX7860" y="connsiteY7860"/>
              </a:cxn>
              <a:cxn ang="0">
                <a:pos x="connsiteX7861" y="connsiteY7861"/>
              </a:cxn>
              <a:cxn ang="0">
                <a:pos x="connsiteX7862" y="connsiteY7862"/>
              </a:cxn>
              <a:cxn ang="0">
                <a:pos x="connsiteX7863" y="connsiteY7863"/>
              </a:cxn>
              <a:cxn ang="0">
                <a:pos x="connsiteX7864" y="connsiteY7864"/>
              </a:cxn>
              <a:cxn ang="0">
                <a:pos x="connsiteX7865" y="connsiteY7865"/>
              </a:cxn>
              <a:cxn ang="0">
                <a:pos x="connsiteX7866" y="connsiteY7866"/>
              </a:cxn>
              <a:cxn ang="0">
                <a:pos x="connsiteX7867" y="connsiteY7867"/>
              </a:cxn>
              <a:cxn ang="0">
                <a:pos x="connsiteX7868" y="connsiteY7868"/>
              </a:cxn>
              <a:cxn ang="0">
                <a:pos x="connsiteX7869" y="connsiteY7869"/>
              </a:cxn>
              <a:cxn ang="0">
                <a:pos x="connsiteX7870" y="connsiteY7870"/>
              </a:cxn>
              <a:cxn ang="0">
                <a:pos x="connsiteX7871" y="connsiteY7871"/>
              </a:cxn>
              <a:cxn ang="0">
                <a:pos x="connsiteX7872" y="connsiteY7872"/>
              </a:cxn>
              <a:cxn ang="0">
                <a:pos x="connsiteX7873" y="connsiteY7873"/>
              </a:cxn>
              <a:cxn ang="0">
                <a:pos x="connsiteX7874" y="connsiteY7874"/>
              </a:cxn>
              <a:cxn ang="0">
                <a:pos x="connsiteX7875" y="connsiteY7875"/>
              </a:cxn>
              <a:cxn ang="0">
                <a:pos x="connsiteX7876" y="connsiteY7876"/>
              </a:cxn>
              <a:cxn ang="0">
                <a:pos x="connsiteX7877" y="connsiteY7877"/>
              </a:cxn>
              <a:cxn ang="0">
                <a:pos x="connsiteX7878" y="connsiteY7878"/>
              </a:cxn>
              <a:cxn ang="0">
                <a:pos x="connsiteX7879" y="connsiteY7879"/>
              </a:cxn>
              <a:cxn ang="0">
                <a:pos x="connsiteX7880" y="connsiteY7880"/>
              </a:cxn>
              <a:cxn ang="0">
                <a:pos x="connsiteX7881" y="connsiteY7881"/>
              </a:cxn>
              <a:cxn ang="0">
                <a:pos x="connsiteX7882" y="connsiteY7882"/>
              </a:cxn>
              <a:cxn ang="0">
                <a:pos x="connsiteX7883" y="connsiteY7883"/>
              </a:cxn>
              <a:cxn ang="0">
                <a:pos x="connsiteX7884" y="connsiteY7884"/>
              </a:cxn>
              <a:cxn ang="0">
                <a:pos x="connsiteX7885" y="connsiteY7885"/>
              </a:cxn>
              <a:cxn ang="0">
                <a:pos x="connsiteX7886" y="connsiteY7886"/>
              </a:cxn>
              <a:cxn ang="0">
                <a:pos x="connsiteX7887" y="connsiteY7887"/>
              </a:cxn>
              <a:cxn ang="0">
                <a:pos x="connsiteX7888" y="connsiteY7888"/>
              </a:cxn>
              <a:cxn ang="0">
                <a:pos x="connsiteX7889" y="connsiteY7889"/>
              </a:cxn>
              <a:cxn ang="0">
                <a:pos x="connsiteX7890" y="connsiteY7890"/>
              </a:cxn>
              <a:cxn ang="0">
                <a:pos x="connsiteX7891" y="connsiteY7891"/>
              </a:cxn>
              <a:cxn ang="0">
                <a:pos x="connsiteX7892" y="connsiteY7892"/>
              </a:cxn>
              <a:cxn ang="0">
                <a:pos x="connsiteX7893" y="connsiteY7893"/>
              </a:cxn>
              <a:cxn ang="0">
                <a:pos x="connsiteX7894" y="connsiteY7894"/>
              </a:cxn>
              <a:cxn ang="0">
                <a:pos x="connsiteX7895" y="connsiteY7895"/>
              </a:cxn>
              <a:cxn ang="0">
                <a:pos x="connsiteX7896" y="connsiteY7896"/>
              </a:cxn>
              <a:cxn ang="0">
                <a:pos x="connsiteX7897" y="connsiteY7897"/>
              </a:cxn>
              <a:cxn ang="0">
                <a:pos x="connsiteX7898" y="connsiteY7898"/>
              </a:cxn>
              <a:cxn ang="0">
                <a:pos x="connsiteX7899" y="connsiteY7899"/>
              </a:cxn>
              <a:cxn ang="0">
                <a:pos x="connsiteX7900" y="connsiteY7900"/>
              </a:cxn>
              <a:cxn ang="0">
                <a:pos x="connsiteX7901" y="connsiteY7901"/>
              </a:cxn>
              <a:cxn ang="0">
                <a:pos x="connsiteX7902" y="connsiteY7902"/>
              </a:cxn>
              <a:cxn ang="0">
                <a:pos x="connsiteX7903" y="connsiteY7903"/>
              </a:cxn>
              <a:cxn ang="0">
                <a:pos x="connsiteX7904" y="connsiteY7904"/>
              </a:cxn>
              <a:cxn ang="0">
                <a:pos x="connsiteX7905" y="connsiteY7905"/>
              </a:cxn>
              <a:cxn ang="0">
                <a:pos x="connsiteX7906" y="connsiteY7906"/>
              </a:cxn>
              <a:cxn ang="0">
                <a:pos x="connsiteX7907" y="connsiteY7907"/>
              </a:cxn>
              <a:cxn ang="0">
                <a:pos x="connsiteX7908" y="connsiteY7908"/>
              </a:cxn>
              <a:cxn ang="0">
                <a:pos x="connsiteX7909" y="connsiteY7909"/>
              </a:cxn>
              <a:cxn ang="0">
                <a:pos x="connsiteX7910" y="connsiteY7910"/>
              </a:cxn>
              <a:cxn ang="0">
                <a:pos x="connsiteX7911" y="connsiteY7911"/>
              </a:cxn>
              <a:cxn ang="0">
                <a:pos x="connsiteX7912" y="connsiteY7912"/>
              </a:cxn>
              <a:cxn ang="0">
                <a:pos x="connsiteX7913" y="connsiteY7913"/>
              </a:cxn>
              <a:cxn ang="0">
                <a:pos x="connsiteX7914" y="connsiteY7914"/>
              </a:cxn>
              <a:cxn ang="0">
                <a:pos x="connsiteX7915" y="connsiteY7915"/>
              </a:cxn>
              <a:cxn ang="0">
                <a:pos x="connsiteX7916" y="connsiteY7916"/>
              </a:cxn>
              <a:cxn ang="0">
                <a:pos x="connsiteX7917" y="connsiteY7917"/>
              </a:cxn>
              <a:cxn ang="0">
                <a:pos x="connsiteX7918" y="connsiteY7918"/>
              </a:cxn>
              <a:cxn ang="0">
                <a:pos x="connsiteX7919" y="connsiteY7919"/>
              </a:cxn>
              <a:cxn ang="0">
                <a:pos x="connsiteX7920" y="connsiteY7920"/>
              </a:cxn>
              <a:cxn ang="0">
                <a:pos x="connsiteX7921" y="connsiteY7921"/>
              </a:cxn>
              <a:cxn ang="0">
                <a:pos x="connsiteX7922" y="connsiteY7922"/>
              </a:cxn>
              <a:cxn ang="0">
                <a:pos x="connsiteX7923" y="connsiteY7923"/>
              </a:cxn>
              <a:cxn ang="0">
                <a:pos x="connsiteX7924" y="connsiteY7924"/>
              </a:cxn>
              <a:cxn ang="0">
                <a:pos x="connsiteX7925" y="connsiteY7925"/>
              </a:cxn>
              <a:cxn ang="0">
                <a:pos x="connsiteX7926" y="connsiteY7926"/>
              </a:cxn>
              <a:cxn ang="0">
                <a:pos x="connsiteX7927" y="connsiteY7927"/>
              </a:cxn>
              <a:cxn ang="0">
                <a:pos x="connsiteX7928" y="connsiteY7928"/>
              </a:cxn>
              <a:cxn ang="0">
                <a:pos x="connsiteX7929" y="connsiteY7929"/>
              </a:cxn>
              <a:cxn ang="0">
                <a:pos x="connsiteX7930" y="connsiteY7930"/>
              </a:cxn>
              <a:cxn ang="0">
                <a:pos x="connsiteX7931" y="connsiteY7931"/>
              </a:cxn>
              <a:cxn ang="0">
                <a:pos x="connsiteX7932" y="connsiteY7932"/>
              </a:cxn>
              <a:cxn ang="0">
                <a:pos x="connsiteX7933" y="connsiteY7933"/>
              </a:cxn>
              <a:cxn ang="0">
                <a:pos x="connsiteX7934" y="connsiteY7934"/>
              </a:cxn>
              <a:cxn ang="0">
                <a:pos x="connsiteX7935" y="connsiteY7935"/>
              </a:cxn>
              <a:cxn ang="0">
                <a:pos x="connsiteX7936" y="connsiteY7936"/>
              </a:cxn>
              <a:cxn ang="0">
                <a:pos x="connsiteX7937" y="connsiteY7937"/>
              </a:cxn>
              <a:cxn ang="0">
                <a:pos x="connsiteX7938" y="connsiteY7938"/>
              </a:cxn>
              <a:cxn ang="0">
                <a:pos x="connsiteX7939" y="connsiteY7939"/>
              </a:cxn>
              <a:cxn ang="0">
                <a:pos x="connsiteX7940" y="connsiteY7940"/>
              </a:cxn>
              <a:cxn ang="0">
                <a:pos x="connsiteX7941" y="connsiteY7941"/>
              </a:cxn>
              <a:cxn ang="0">
                <a:pos x="connsiteX7942" y="connsiteY7942"/>
              </a:cxn>
              <a:cxn ang="0">
                <a:pos x="connsiteX7943" y="connsiteY7943"/>
              </a:cxn>
              <a:cxn ang="0">
                <a:pos x="connsiteX7944" y="connsiteY7944"/>
              </a:cxn>
              <a:cxn ang="0">
                <a:pos x="connsiteX7945" y="connsiteY7945"/>
              </a:cxn>
              <a:cxn ang="0">
                <a:pos x="connsiteX7946" y="connsiteY7946"/>
              </a:cxn>
              <a:cxn ang="0">
                <a:pos x="connsiteX7947" y="connsiteY7947"/>
              </a:cxn>
              <a:cxn ang="0">
                <a:pos x="connsiteX7948" y="connsiteY7948"/>
              </a:cxn>
              <a:cxn ang="0">
                <a:pos x="connsiteX7949" y="connsiteY7949"/>
              </a:cxn>
              <a:cxn ang="0">
                <a:pos x="connsiteX7950" y="connsiteY7950"/>
              </a:cxn>
              <a:cxn ang="0">
                <a:pos x="connsiteX7951" y="connsiteY7951"/>
              </a:cxn>
              <a:cxn ang="0">
                <a:pos x="connsiteX7952" y="connsiteY7952"/>
              </a:cxn>
              <a:cxn ang="0">
                <a:pos x="connsiteX7953" y="connsiteY7953"/>
              </a:cxn>
              <a:cxn ang="0">
                <a:pos x="connsiteX7954" y="connsiteY7954"/>
              </a:cxn>
              <a:cxn ang="0">
                <a:pos x="connsiteX7955" y="connsiteY7955"/>
              </a:cxn>
              <a:cxn ang="0">
                <a:pos x="connsiteX7956" y="connsiteY7956"/>
              </a:cxn>
              <a:cxn ang="0">
                <a:pos x="connsiteX7957" y="connsiteY7957"/>
              </a:cxn>
              <a:cxn ang="0">
                <a:pos x="connsiteX7958" y="connsiteY7958"/>
              </a:cxn>
              <a:cxn ang="0">
                <a:pos x="connsiteX7959" y="connsiteY7959"/>
              </a:cxn>
              <a:cxn ang="0">
                <a:pos x="connsiteX7960" y="connsiteY7960"/>
              </a:cxn>
              <a:cxn ang="0">
                <a:pos x="connsiteX7961" y="connsiteY7961"/>
              </a:cxn>
              <a:cxn ang="0">
                <a:pos x="connsiteX7962" y="connsiteY7962"/>
              </a:cxn>
              <a:cxn ang="0">
                <a:pos x="connsiteX7963" y="connsiteY7963"/>
              </a:cxn>
              <a:cxn ang="0">
                <a:pos x="connsiteX7964" y="connsiteY7964"/>
              </a:cxn>
              <a:cxn ang="0">
                <a:pos x="connsiteX7965" y="connsiteY7965"/>
              </a:cxn>
              <a:cxn ang="0">
                <a:pos x="connsiteX7966" y="connsiteY7966"/>
              </a:cxn>
              <a:cxn ang="0">
                <a:pos x="connsiteX7967" y="connsiteY7967"/>
              </a:cxn>
              <a:cxn ang="0">
                <a:pos x="connsiteX7968" y="connsiteY7968"/>
              </a:cxn>
              <a:cxn ang="0">
                <a:pos x="connsiteX7969" y="connsiteY7969"/>
              </a:cxn>
              <a:cxn ang="0">
                <a:pos x="connsiteX7970" y="connsiteY7970"/>
              </a:cxn>
              <a:cxn ang="0">
                <a:pos x="connsiteX7971" y="connsiteY7971"/>
              </a:cxn>
              <a:cxn ang="0">
                <a:pos x="connsiteX7972" y="connsiteY7972"/>
              </a:cxn>
              <a:cxn ang="0">
                <a:pos x="connsiteX7973" y="connsiteY7973"/>
              </a:cxn>
              <a:cxn ang="0">
                <a:pos x="connsiteX7974" y="connsiteY7974"/>
              </a:cxn>
              <a:cxn ang="0">
                <a:pos x="connsiteX7975" y="connsiteY7975"/>
              </a:cxn>
              <a:cxn ang="0">
                <a:pos x="connsiteX7976" y="connsiteY7976"/>
              </a:cxn>
              <a:cxn ang="0">
                <a:pos x="connsiteX7977" y="connsiteY7977"/>
              </a:cxn>
              <a:cxn ang="0">
                <a:pos x="connsiteX7978" y="connsiteY7978"/>
              </a:cxn>
              <a:cxn ang="0">
                <a:pos x="connsiteX7979" y="connsiteY7979"/>
              </a:cxn>
              <a:cxn ang="0">
                <a:pos x="connsiteX7980" y="connsiteY7980"/>
              </a:cxn>
              <a:cxn ang="0">
                <a:pos x="connsiteX7981" y="connsiteY7981"/>
              </a:cxn>
              <a:cxn ang="0">
                <a:pos x="connsiteX7982" y="connsiteY7982"/>
              </a:cxn>
              <a:cxn ang="0">
                <a:pos x="connsiteX7983" y="connsiteY7983"/>
              </a:cxn>
              <a:cxn ang="0">
                <a:pos x="connsiteX7984" y="connsiteY7984"/>
              </a:cxn>
              <a:cxn ang="0">
                <a:pos x="connsiteX7985" y="connsiteY7985"/>
              </a:cxn>
              <a:cxn ang="0">
                <a:pos x="connsiteX7986" y="connsiteY7986"/>
              </a:cxn>
              <a:cxn ang="0">
                <a:pos x="connsiteX7987" y="connsiteY7987"/>
              </a:cxn>
              <a:cxn ang="0">
                <a:pos x="connsiteX7988" y="connsiteY7988"/>
              </a:cxn>
              <a:cxn ang="0">
                <a:pos x="connsiteX7989" y="connsiteY7989"/>
              </a:cxn>
              <a:cxn ang="0">
                <a:pos x="connsiteX7990" y="connsiteY7990"/>
              </a:cxn>
              <a:cxn ang="0">
                <a:pos x="connsiteX7991" y="connsiteY7991"/>
              </a:cxn>
              <a:cxn ang="0">
                <a:pos x="connsiteX7992" y="connsiteY7992"/>
              </a:cxn>
              <a:cxn ang="0">
                <a:pos x="connsiteX7993" y="connsiteY7993"/>
              </a:cxn>
              <a:cxn ang="0">
                <a:pos x="connsiteX7994" y="connsiteY7994"/>
              </a:cxn>
              <a:cxn ang="0">
                <a:pos x="connsiteX7995" y="connsiteY7995"/>
              </a:cxn>
              <a:cxn ang="0">
                <a:pos x="connsiteX7996" y="connsiteY7996"/>
              </a:cxn>
              <a:cxn ang="0">
                <a:pos x="connsiteX7997" y="connsiteY7997"/>
              </a:cxn>
              <a:cxn ang="0">
                <a:pos x="connsiteX7998" y="connsiteY7998"/>
              </a:cxn>
              <a:cxn ang="0">
                <a:pos x="connsiteX7999" y="connsiteY7999"/>
              </a:cxn>
              <a:cxn ang="0">
                <a:pos x="connsiteX8000" y="connsiteY8000"/>
              </a:cxn>
              <a:cxn ang="0">
                <a:pos x="connsiteX8001" y="connsiteY8001"/>
              </a:cxn>
              <a:cxn ang="0">
                <a:pos x="connsiteX8002" y="connsiteY8002"/>
              </a:cxn>
              <a:cxn ang="0">
                <a:pos x="connsiteX8003" y="connsiteY8003"/>
              </a:cxn>
              <a:cxn ang="0">
                <a:pos x="connsiteX8004" y="connsiteY8004"/>
              </a:cxn>
              <a:cxn ang="0">
                <a:pos x="connsiteX8005" y="connsiteY8005"/>
              </a:cxn>
              <a:cxn ang="0">
                <a:pos x="connsiteX8006" y="connsiteY8006"/>
              </a:cxn>
              <a:cxn ang="0">
                <a:pos x="connsiteX8007" y="connsiteY8007"/>
              </a:cxn>
              <a:cxn ang="0">
                <a:pos x="connsiteX8008" y="connsiteY8008"/>
              </a:cxn>
              <a:cxn ang="0">
                <a:pos x="connsiteX8009" y="connsiteY8009"/>
              </a:cxn>
              <a:cxn ang="0">
                <a:pos x="connsiteX8010" y="connsiteY8010"/>
              </a:cxn>
              <a:cxn ang="0">
                <a:pos x="connsiteX8011" y="connsiteY8011"/>
              </a:cxn>
              <a:cxn ang="0">
                <a:pos x="connsiteX8012" y="connsiteY8012"/>
              </a:cxn>
              <a:cxn ang="0">
                <a:pos x="connsiteX8013" y="connsiteY8013"/>
              </a:cxn>
              <a:cxn ang="0">
                <a:pos x="connsiteX8014" y="connsiteY8014"/>
              </a:cxn>
              <a:cxn ang="0">
                <a:pos x="connsiteX8015" y="connsiteY8015"/>
              </a:cxn>
              <a:cxn ang="0">
                <a:pos x="connsiteX8016" y="connsiteY8016"/>
              </a:cxn>
              <a:cxn ang="0">
                <a:pos x="connsiteX8017" y="connsiteY8017"/>
              </a:cxn>
              <a:cxn ang="0">
                <a:pos x="connsiteX8018" y="connsiteY8018"/>
              </a:cxn>
              <a:cxn ang="0">
                <a:pos x="connsiteX8019" y="connsiteY8019"/>
              </a:cxn>
              <a:cxn ang="0">
                <a:pos x="connsiteX8020" y="connsiteY8020"/>
              </a:cxn>
              <a:cxn ang="0">
                <a:pos x="connsiteX8021" y="connsiteY8021"/>
              </a:cxn>
              <a:cxn ang="0">
                <a:pos x="connsiteX8022" y="connsiteY8022"/>
              </a:cxn>
              <a:cxn ang="0">
                <a:pos x="connsiteX8023" y="connsiteY8023"/>
              </a:cxn>
              <a:cxn ang="0">
                <a:pos x="connsiteX8024" y="connsiteY8024"/>
              </a:cxn>
              <a:cxn ang="0">
                <a:pos x="connsiteX8025" y="connsiteY8025"/>
              </a:cxn>
              <a:cxn ang="0">
                <a:pos x="connsiteX8026" y="connsiteY8026"/>
              </a:cxn>
              <a:cxn ang="0">
                <a:pos x="connsiteX8027" y="connsiteY8027"/>
              </a:cxn>
              <a:cxn ang="0">
                <a:pos x="connsiteX8028" y="connsiteY8028"/>
              </a:cxn>
              <a:cxn ang="0">
                <a:pos x="connsiteX8029" y="connsiteY8029"/>
              </a:cxn>
              <a:cxn ang="0">
                <a:pos x="connsiteX8030" y="connsiteY8030"/>
              </a:cxn>
              <a:cxn ang="0">
                <a:pos x="connsiteX8031" y="connsiteY8031"/>
              </a:cxn>
              <a:cxn ang="0">
                <a:pos x="connsiteX8032" y="connsiteY8032"/>
              </a:cxn>
              <a:cxn ang="0">
                <a:pos x="connsiteX8033" y="connsiteY8033"/>
              </a:cxn>
              <a:cxn ang="0">
                <a:pos x="connsiteX8034" y="connsiteY8034"/>
              </a:cxn>
              <a:cxn ang="0">
                <a:pos x="connsiteX8035" y="connsiteY8035"/>
              </a:cxn>
              <a:cxn ang="0">
                <a:pos x="connsiteX8036" y="connsiteY8036"/>
              </a:cxn>
              <a:cxn ang="0">
                <a:pos x="connsiteX8037" y="connsiteY8037"/>
              </a:cxn>
              <a:cxn ang="0">
                <a:pos x="connsiteX8038" y="connsiteY8038"/>
              </a:cxn>
              <a:cxn ang="0">
                <a:pos x="connsiteX8039" y="connsiteY8039"/>
              </a:cxn>
              <a:cxn ang="0">
                <a:pos x="connsiteX8040" y="connsiteY8040"/>
              </a:cxn>
              <a:cxn ang="0">
                <a:pos x="connsiteX8041" y="connsiteY8041"/>
              </a:cxn>
              <a:cxn ang="0">
                <a:pos x="connsiteX8042" y="connsiteY8042"/>
              </a:cxn>
              <a:cxn ang="0">
                <a:pos x="connsiteX8043" y="connsiteY8043"/>
              </a:cxn>
              <a:cxn ang="0">
                <a:pos x="connsiteX8044" y="connsiteY8044"/>
              </a:cxn>
              <a:cxn ang="0">
                <a:pos x="connsiteX8045" y="connsiteY8045"/>
              </a:cxn>
              <a:cxn ang="0">
                <a:pos x="connsiteX8046" y="connsiteY8046"/>
              </a:cxn>
              <a:cxn ang="0">
                <a:pos x="connsiteX8047" y="connsiteY8047"/>
              </a:cxn>
              <a:cxn ang="0">
                <a:pos x="connsiteX8048" y="connsiteY8048"/>
              </a:cxn>
              <a:cxn ang="0">
                <a:pos x="connsiteX8049" y="connsiteY8049"/>
              </a:cxn>
              <a:cxn ang="0">
                <a:pos x="connsiteX8050" y="connsiteY8050"/>
              </a:cxn>
              <a:cxn ang="0">
                <a:pos x="connsiteX8051" y="connsiteY8051"/>
              </a:cxn>
              <a:cxn ang="0">
                <a:pos x="connsiteX8052" y="connsiteY8052"/>
              </a:cxn>
              <a:cxn ang="0">
                <a:pos x="connsiteX8053" y="connsiteY8053"/>
              </a:cxn>
              <a:cxn ang="0">
                <a:pos x="connsiteX8054" y="connsiteY8054"/>
              </a:cxn>
              <a:cxn ang="0">
                <a:pos x="connsiteX8055" y="connsiteY8055"/>
              </a:cxn>
              <a:cxn ang="0">
                <a:pos x="connsiteX8056" y="connsiteY8056"/>
              </a:cxn>
              <a:cxn ang="0">
                <a:pos x="connsiteX8057" y="connsiteY8057"/>
              </a:cxn>
              <a:cxn ang="0">
                <a:pos x="connsiteX8058" y="connsiteY8058"/>
              </a:cxn>
              <a:cxn ang="0">
                <a:pos x="connsiteX8059" y="connsiteY8059"/>
              </a:cxn>
              <a:cxn ang="0">
                <a:pos x="connsiteX8060" y="connsiteY8060"/>
              </a:cxn>
              <a:cxn ang="0">
                <a:pos x="connsiteX8061" y="connsiteY8061"/>
              </a:cxn>
              <a:cxn ang="0">
                <a:pos x="connsiteX8062" y="connsiteY8062"/>
              </a:cxn>
              <a:cxn ang="0">
                <a:pos x="connsiteX8063" y="connsiteY8063"/>
              </a:cxn>
              <a:cxn ang="0">
                <a:pos x="connsiteX8064" y="connsiteY8064"/>
              </a:cxn>
              <a:cxn ang="0">
                <a:pos x="connsiteX8065" y="connsiteY8065"/>
              </a:cxn>
              <a:cxn ang="0">
                <a:pos x="connsiteX8066" y="connsiteY8066"/>
              </a:cxn>
              <a:cxn ang="0">
                <a:pos x="connsiteX8067" y="connsiteY8067"/>
              </a:cxn>
              <a:cxn ang="0">
                <a:pos x="connsiteX8068" y="connsiteY8068"/>
              </a:cxn>
              <a:cxn ang="0">
                <a:pos x="connsiteX8069" y="connsiteY8069"/>
              </a:cxn>
              <a:cxn ang="0">
                <a:pos x="connsiteX8070" y="connsiteY8070"/>
              </a:cxn>
              <a:cxn ang="0">
                <a:pos x="connsiteX8071" y="connsiteY8071"/>
              </a:cxn>
              <a:cxn ang="0">
                <a:pos x="connsiteX8072" y="connsiteY8072"/>
              </a:cxn>
              <a:cxn ang="0">
                <a:pos x="connsiteX8073" y="connsiteY8073"/>
              </a:cxn>
              <a:cxn ang="0">
                <a:pos x="connsiteX8074" y="connsiteY8074"/>
              </a:cxn>
              <a:cxn ang="0">
                <a:pos x="connsiteX8075" y="connsiteY8075"/>
              </a:cxn>
              <a:cxn ang="0">
                <a:pos x="connsiteX8076" y="connsiteY8076"/>
              </a:cxn>
              <a:cxn ang="0">
                <a:pos x="connsiteX8077" y="connsiteY8077"/>
              </a:cxn>
              <a:cxn ang="0">
                <a:pos x="connsiteX8078" y="connsiteY8078"/>
              </a:cxn>
              <a:cxn ang="0">
                <a:pos x="connsiteX8079" y="connsiteY8079"/>
              </a:cxn>
              <a:cxn ang="0">
                <a:pos x="connsiteX8080" y="connsiteY8080"/>
              </a:cxn>
              <a:cxn ang="0">
                <a:pos x="connsiteX8081" y="connsiteY8081"/>
              </a:cxn>
              <a:cxn ang="0">
                <a:pos x="connsiteX8082" y="connsiteY8082"/>
              </a:cxn>
              <a:cxn ang="0">
                <a:pos x="connsiteX8083" y="connsiteY8083"/>
              </a:cxn>
              <a:cxn ang="0">
                <a:pos x="connsiteX8084" y="connsiteY8084"/>
              </a:cxn>
              <a:cxn ang="0">
                <a:pos x="connsiteX8085" y="connsiteY8085"/>
              </a:cxn>
              <a:cxn ang="0">
                <a:pos x="connsiteX8086" y="connsiteY8086"/>
              </a:cxn>
              <a:cxn ang="0">
                <a:pos x="connsiteX8087" y="connsiteY8087"/>
              </a:cxn>
              <a:cxn ang="0">
                <a:pos x="connsiteX8088" y="connsiteY8088"/>
              </a:cxn>
              <a:cxn ang="0">
                <a:pos x="connsiteX8089" y="connsiteY8089"/>
              </a:cxn>
              <a:cxn ang="0">
                <a:pos x="connsiteX8090" y="connsiteY8090"/>
              </a:cxn>
              <a:cxn ang="0">
                <a:pos x="connsiteX8091" y="connsiteY8091"/>
              </a:cxn>
              <a:cxn ang="0">
                <a:pos x="connsiteX8092" y="connsiteY8092"/>
              </a:cxn>
              <a:cxn ang="0">
                <a:pos x="connsiteX8093" y="connsiteY8093"/>
              </a:cxn>
              <a:cxn ang="0">
                <a:pos x="connsiteX8094" y="connsiteY8094"/>
              </a:cxn>
              <a:cxn ang="0">
                <a:pos x="connsiteX8095" y="connsiteY8095"/>
              </a:cxn>
              <a:cxn ang="0">
                <a:pos x="connsiteX8096" y="connsiteY8096"/>
              </a:cxn>
              <a:cxn ang="0">
                <a:pos x="connsiteX8097" y="connsiteY8097"/>
              </a:cxn>
              <a:cxn ang="0">
                <a:pos x="connsiteX8098" y="connsiteY8098"/>
              </a:cxn>
              <a:cxn ang="0">
                <a:pos x="connsiteX8099" y="connsiteY8099"/>
              </a:cxn>
              <a:cxn ang="0">
                <a:pos x="connsiteX8100" y="connsiteY8100"/>
              </a:cxn>
              <a:cxn ang="0">
                <a:pos x="connsiteX8101" y="connsiteY8101"/>
              </a:cxn>
              <a:cxn ang="0">
                <a:pos x="connsiteX8102" y="connsiteY8102"/>
              </a:cxn>
              <a:cxn ang="0">
                <a:pos x="connsiteX8103" y="connsiteY8103"/>
              </a:cxn>
              <a:cxn ang="0">
                <a:pos x="connsiteX8104" y="connsiteY8104"/>
              </a:cxn>
              <a:cxn ang="0">
                <a:pos x="connsiteX8105" y="connsiteY8105"/>
              </a:cxn>
              <a:cxn ang="0">
                <a:pos x="connsiteX8106" y="connsiteY8106"/>
              </a:cxn>
              <a:cxn ang="0">
                <a:pos x="connsiteX8107" y="connsiteY8107"/>
              </a:cxn>
              <a:cxn ang="0">
                <a:pos x="connsiteX8108" y="connsiteY8108"/>
              </a:cxn>
              <a:cxn ang="0">
                <a:pos x="connsiteX8109" y="connsiteY8109"/>
              </a:cxn>
              <a:cxn ang="0">
                <a:pos x="connsiteX8110" y="connsiteY8110"/>
              </a:cxn>
              <a:cxn ang="0">
                <a:pos x="connsiteX8111" y="connsiteY8111"/>
              </a:cxn>
              <a:cxn ang="0">
                <a:pos x="connsiteX8112" y="connsiteY8112"/>
              </a:cxn>
              <a:cxn ang="0">
                <a:pos x="connsiteX8113" y="connsiteY8113"/>
              </a:cxn>
              <a:cxn ang="0">
                <a:pos x="connsiteX8114" y="connsiteY8114"/>
              </a:cxn>
              <a:cxn ang="0">
                <a:pos x="connsiteX8115" y="connsiteY8115"/>
              </a:cxn>
              <a:cxn ang="0">
                <a:pos x="connsiteX8116" y="connsiteY8116"/>
              </a:cxn>
              <a:cxn ang="0">
                <a:pos x="connsiteX8117" y="connsiteY8117"/>
              </a:cxn>
              <a:cxn ang="0">
                <a:pos x="connsiteX8118" y="connsiteY8118"/>
              </a:cxn>
              <a:cxn ang="0">
                <a:pos x="connsiteX8119" y="connsiteY8119"/>
              </a:cxn>
              <a:cxn ang="0">
                <a:pos x="connsiteX8120" y="connsiteY8120"/>
              </a:cxn>
              <a:cxn ang="0">
                <a:pos x="connsiteX8121" y="connsiteY8121"/>
              </a:cxn>
              <a:cxn ang="0">
                <a:pos x="connsiteX8122" y="connsiteY8122"/>
              </a:cxn>
              <a:cxn ang="0">
                <a:pos x="connsiteX8123" y="connsiteY8123"/>
              </a:cxn>
              <a:cxn ang="0">
                <a:pos x="connsiteX8124" y="connsiteY8124"/>
              </a:cxn>
              <a:cxn ang="0">
                <a:pos x="connsiteX8125" y="connsiteY8125"/>
              </a:cxn>
              <a:cxn ang="0">
                <a:pos x="connsiteX8126" y="connsiteY8126"/>
              </a:cxn>
              <a:cxn ang="0">
                <a:pos x="connsiteX8127" y="connsiteY8127"/>
              </a:cxn>
              <a:cxn ang="0">
                <a:pos x="connsiteX8128" y="connsiteY8128"/>
              </a:cxn>
              <a:cxn ang="0">
                <a:pos x="connsiteX8129" y="connsiteY8129"/>
              </a:cxn>
              <a:cxn ang="0">
                <a:pos x="connsiteX8130" y="connsiteY8130"/>
              </a:cxn>
              <a:cxn ang="0">
                <a:pos x="connsiteX8131" y="connsiteY8131"/>
              </a:cxn>
              <a:cxn ang="0">
                <a:pos x="connsiteX8132" y="connsiteY8132"/>
              </a:cxn>
              <a:cxn ang="0">
                <a:pos x="connsiteX8133" y="connsiteY8133"/>
              </a:cxn>
              <a:cxn ang="0">
                <a:pos x="connsiteX8134" y="connsiteY8134"/>
              </a:cxn>
              <a:cxn ang="0">
                <a:pos x="connsiteX8135" y="connsiteY8135"/>
              </a:cxn>
              <a:cxn ang="0">
                <a:pos x="connsiteX8136" y="connsiteY8136"/>
              </a:cxn>
              <a:cxn ang="0">
                <a:pos x="connsiteX8137" y="connsiteY8137"/>
              </a:cxn>
              <a:cxn ang="0">
                <a:pos x="connsiteX8138" y="connsiteY8138"/>
              </a:cxn>
              <a:cxn ang="0">
                <a:pos x="connsiteX8139" y="connsiteY8139"/>
              </a:cxn>
              <a:cxn ang="0">
                <a:pos x="connsiteX8140" y="connsiteY8140"/>
              </a:cxn>
              <a:cxn ang="0">
                <a:pos x="connsiteX8141" y="connsiteY8141"/>
              </a:cxn>
              <a:cxn ang="0">
                <a:pos x="connsiteX8142" y="connsiteY8142"/>
              </a:cxn>
              <a:cxn ang="0">
                <a:pos x="connsiteX8143" y="connsiteY8143"/>
              </a:cxn>
              <a:cxn ang="0">
                <a:pos x="connsiteX8144" y="connsiteY8144"/>
              </a:cxn>
              <a:cxn ang="0">
                <a:pos x="connsiteX8145" y="connsiteY8145"/>
              </a:cxn>
              <a:cxn ang="0">
                <a:pos x="connsiteX8146" y="connsiteY8146"/>
              </a:cxn>
              <a:cxn ang="0">
                <a:pos x="connsiteX8147" y="connsiteY8147"/>
              </a:cxn>
              <a:cxn ang="0">
                <a:pos x="connsiteX8148" y="connsiteY8148"/>
              </a:cxn>
              <a:cxn ang="0">
                <a:pos x="connsiteX8149" y="connsiteY8149"/>
              </a:cxn>
              <a:cxn ang="0">
                <a:pos x="connsiteX8150" y="connsiteY8150"/>
              </a:cxn>
              <a:cxn ang="0">
                <a:pos x="connsiteX8151" y="connsiteY8151"/>
              </a:cxn>
              <a:cxn ang="0">
                <a:pos x="connsiteX8152" y="connsiteY8152"/>
              </a:cxn>
              <a:cxn ang="0">
                <a:pos x="connsiteX8153" y="connsiteY8153"/>
              </a:cxn>
              <a:cxn ang="0">
                <a:pos x="connsiteX8154" y="connsiteY8154"/>
              </a:cxn>
              <a:cxn ang="0">
                <a:pos x="connsiteX8155" y="connsiteY8155"/>
              </a:cxn>
              <a:cxn ang="0">
                <a:pos x="connsiteX8156" y="connsiteY8156"/>
              </a:cxn>
              <a:cxn ang="0">
                <a:pos x="connsiteX8157" y="connsiteY8157"/>
              </a:cxn>
              <a:cxn ang="0">
                <a:pos x="connsiteX8158" y="connsiteY8158"/>
              </a:cxn>
              <a:cxn ang="0">
                <a:pos x="connsiteX8159" y="connsiteY8159"/>
              </a:cxn>
              <a:cxn ang="0">
                <a:pos x="connsiteX8160" y="connsiteY8160"/>
              </a:cxn>
              <a:cxn ang="0">
                <a:pos x="connsiteX8161" y="connsiteY8161"/>
              </a:cxn>
              <a:cxn ang="0">
                <a:pos x="connsiteX8162" y="connsiteY8162"/>
              </a:cxn>
              <a:cxn ang="0">
                <a:pos x="connsiteX8163" y="connsiteY8163"/>
              </a:cxn>
              <a:cxn ang="0">
                <a:pos x="connsiteX8164" y="connsiteY8164"/>
              </a:cxn>
              <a:cxn ang="0">
                <a:pos x="connsiteX8165" y="connsiteY8165"/>
              </a:cxn>
              <a:cxn ang="0">
                <a:pos x="connsiteX8166" y="connsiteY8166"/>
              </a:cxn>
              <a:cxn ang="0">
                <a:pos x="connsiteX8167" y="connsiteY8167"/>
              </a:cxn>
              <a:cxn ang="0">
                <a:pos x="connsiteX8168" y="connsiteY8168"/>
              </a:cxn>
              <a:cxn ang="0">
                <a:pos x="connsiteX8169" y="connsiteY8169"/>
              </a:cxn>
              <a:cxn ang="0">
                <a:pos x="connsiteX8170" y="connsiteY8170"/>
              </a:cxn>
              <a:cxn ang="0">
                <a:pos x="connsiteX8171" y="connsiteY8171"/>
              </a:cxn>
              <a:cxn ang="0">
                <a:pos x="connsiteX8172" y="connsiteY8172"/>
              </a:cxn>
              <a:cxn ang="0">
                <a:pos x="connsiteX8173" y="connsiteY8173"/>
              </a:cxn>
              <a:cxn ang="0">
                <a:pos x="connsiteX8174" y="connsiteY8174"/>
              </a:cxn>
              <a:cxn ang="0">
                <a:pos x="connsiteX8175" y="connsiteY8175"/>
              </a:cxn>
              <a:cxn ang="0">
                <a:pos x="connsiteX8176" y="connsiteY8176"/>
              </a:cxn>
              <a:cxn ang="0">
                <a:pos x="connsiteX8177" y="connsiteY8177"/>
              </a:cxn>
              <a:cxn ang="0">
                <a:pos x="connsiteX8178" y="connsiteY8178"/>
              </a:cxn>
              <a:cxn ang="0">
                <a:pos x="connsiteX8179" y="connsiteY8179"/>
              </a:cxn>
              <a:cxn ang="0">
                <a:pos x="connsiteX8180" y="connsiteY8180"/>
              </a:cxn>
              <a:cxn ang="0">
                <a:pos x="connsiteX8181" y="connsiteY8181"/>
              </a:cxn>
              <a:cxn ang="0">
                <a:pos x="connsiteX8182" y="connsiteY8182"/>
              </a:cxn>
              <a:cxn ang="0">
                <a:pos x="connsiteX8183" y="connsiteY8183"/>
              </a:cxn>
              <a:cxn ang="0">
                <a:pos x="connsiteX8184" y="connsiteY8184"/>
              </a:cxn>
              <a:cxn ang="0">
                <a:pos x="connsiteX8185" y="connsiteY8185"/>
              </a:cxn>
              <a:cxn ang="0">
                <a:pos x="connsiteX8186" y="connsiteY8186"/>
              </a:cxn>
              <a:cxn ang="0">
                <a:pos x="connsiteX8187" y="connsiteY8187"/>
              </a:cxn>
              <a:cxn ang="0">
                <a:pos x="connsiteX8188" y="connsiteY8188"/>
              </a:cxn>
              <a:cxn ang="0">
                <a:pos x="connsiteX8189" y="connsiteY8189"/>
              </a:cxn>
              <a:cxn ang="0">
                <a:pos x="connsiteX8190" y="connsiteY8190"/>
              </a:cxn>
              <a:cxn ang="0">
                <a:pos x="connsiteX8191" y="connsiteY8191"/>
              </a:cxn>
              <a:cxn ang="0">
                <a:pos x="connsiteX8192" y="connsiteY8192"/>
              </a:cxn>
              <a:cxn ang="0">
                <a:pos x="connsiteX8193" y="connsiteY8193"/>
              </a:cxn>
              <a:cxn ang="0">
                <a:pos x="connsiteX8194" y="connsiteY8194"/>
              </a:cxn>
              <a:cxn ang="0">
                <a:pos x="connsiteX8195" y="connsiteY8195"/>
              </a:cxn>
              <a:cxn ang="0">
                <a:pos x="connsiteX8196" y="connsiteY8196"/>
              </a:cxn>
              <a:cxn ang="0">
                <a:pos x="connsiteX8197" y="connsiteY8197"/>
              </a:cxn>
              <a:cxn ang="0">
                <a:pos x="connsiteX8198" y="connsiteY8198"/>
              </a:cxn>
              <a:cxn ang="0">
                <a:pos x="connsiteX8199" y="connsiteY8199"/>
              </a:cxn>
              <a:cxn ang="0">
                <a:pos x="connsiteX8200" y="connsiteY8200"/>
              </a:cxn>
              <a:cxn ang="0">
                <a:pos x="connsiteX8201" y="connsiteY8201"/>
              </a:cxn>
              <a:cxn ang="0">
                <a:pos x="connsiteX8202" y="connsiteY8202"/>
              </a:cxn>
              <a:cxn ang="0">
                <a:pos x="connsiteX8203" y="connsiteY8203"/>
              </a:cxn>
              <a:cxn ang="0">
                <a:pos x="connsiteX8204" y="connsiteY8204"/>
              </a:cxn>
              <a:cxn ang="0">
                <a:pos x="connsiteX8205" y="connsiteY8205"/>
              </a:cxn>
              <a:cxn ang="0">
                <a:pos x="connsiteX8206" y="connsiteY8206"/>
              </a:cxn>
              <a:cxn ang="0">
                <a:pos x="connsiteX8207" y="connsiteY8207"/>
              </a:cxn>
              <a:cxn ang="0">
                <a:pos x="connsiteX8208" y="connsiteY8208"/>
              </a:cxn>
              <a:cxn ang="0">
                <a:pos x="connsiteX8209" y="connsiteY8209"/>
              </a:cxn>
              <a:cxn ang="0">
                <a:pos x="connsiteX8210" y="connsiteY8210"/>
              </a:cxn>
              <a:cxn ang="0">
                <a:pos x="connsiteX8211" y="connsiteY8211"/>
              </a:cxn>
              <a:cxn ang="0">
                <a:pos x="connsiteX8212" y="connsiteY8212"/>
              </a:cxn>
              <a:cxn ang="0">
                <a:pos x="connsiteX8213" y="connsiteY8213"/>
              </a:cxn>
              <a:cxn ang="0">
                <a:pos x="connsiteX8214" y="connsiteY8214"/>
              </a:cxn>
              <a:cxn ang="0">
                <a:pos x="connsiteX8215" y="connsiteY8215"/>
              </a:cxn>
              <a:cxn ang="0">
                <a:pos x="connsiteX8216" y="connsiteY8216"/>
              </a:cxn>
              <a:cxn ang="0">
                <a:pos x="connsiteX8217" y="connsiteY8217"/>
              </a:cxn>
              <a:cxn ang="0">
                <a:pos x="connsiteX8218" y="connsiteY8218"/>
              </a:cxn>
              <a:cxn ang="0">
                <a:pos x="connsiteX8219" y="connsiteY8219"/>
              </a:cxn>
              <a:cxn ang="0">
                <a:pos x="connsiteX8220" y="connsiteY8220"/>
              </a:cxn>
              <a:cxn ang="0">
                <a:pos x="connsiteX8221" y="connsiteY8221"/>
              </a:cxn>
              <a:cxn ang="0">
                <a:pos x="connsiteX8222" y="connsiteY8222"/>
              </a:cxn>
              <a:cxn ang="0">
                <a:pos x="connsiteX8223" y="connsiteY8223"/>
              </a:cxn>
              <a:cxn ang="0">
                <a:pos x="connsiteX8224" y="connsiteY8224"/>
              </a:cxn>
              <a:cxn ang="0">
                <a:pos x="connsiteX8225" y="connsiteY8225"/>
              </a:cxn>
              <a:cxn ang="0">
                <a:pos x="connsiteX8226" y="connsiteY8226"/>
              </a:cxn>
              <a:cxn ang="0">
                <a:pos x="connsiteX8227" y="connsiteY8227"/>
              </a:cxn>
              <a:cxn ang="0">
                <a:pos x="connsiteX8228" y="connsiteY8228"/>
              </a:cxn>
              <a:cxn ang="0">
                <a:pos x="connsiteX8229" y="connsiteY8229"/>
              </a:cxn>
              <a:cxn ang="0">
                <a:pos x="connsiteX8230" y="connsiteY8230"/>
              </a:cxn>
              <a:cxn ang="0">
                <a:pos x="connsiteX8231" y="connsiteY8231"/>
              </a:cxn>
              <a:cxn ang="0">
                <a:pos x="connsiteX8232" y="connsiteY8232"/>
              </a:cxn>
              <a:cxn ang="0">
                <a:pos x="connsiteX8233" y="connsiteY8233"/>
              </a:cxn>
              <a:cxn ang="0">
                <a:pos x="connsiteX8234" y="connsiteY8234"/>
              </a:cxn>
              <a:cxn ang="0">
                <a:pos x="connsiteX8235" y="connsiteY8235"/>
              </a:cxn>
              <a:cxn ang="0">
                <a:pos x="connsiteX8236" y="connsiteY8236"/>
              </a:cxn>
              <a:cxn ang="0">
                <a:pos x="connsiteX8237" y="connsiteY8237"/>
              </a:cxn>
              <a:cxn ang="0">
                <a:pos x="connsiteX8238" y="connsiteY8238"/>
              </a:cxn>
              <a:cxn ang="0">
                <a:pos x="connsiteX8239" y="connsiteY8239"/>
              </a:cxn>
              <a:cxn ang="0">
                <a:pos x="connsiteX8240" y="connsiteY8240"/>
              </a:cxn>
              <a:cxn ang="0">
                <a:pos x="connsiteX8241" y="connsiteY8241"/>
              </a:cxn>
              <a:cxn ang="0">
                <a:pos x="connsiteX8242" y="connsiteY8242"/>
              </a:cxn>
              <a:cxn ang="0">
                <a:pos x="connsiteX8243" y="connsiteY8243"/>
              </a:cxn>
              <a:cxn ang="0">
                <a:pos x="connsiteX8244" y="connsiteY8244"/>
              </a:cxn>
              <a:cxn ang="0">
                <a:pos x="connsiteX8245" y="connsiteY8245"/>
              </a:cxn>
              <a:cxn ang="0">
                <a:pos x="connsiteX8246" y="connsiteY8246"/>
              </a:cxn>
              <a:cxn ang="0">
                <a:pos x="connsiteX8247" y="connsiteY8247"/>
              </a:cxn>
              <a:cxn ang="0">
                <a:pos x="connsiteX8248" y="connsiteY8248"/>
              </a:cxn>
              <a:cxn ang="0">
                <a:pos x="connsiteX8249" y="connsiteY8249"/>
              </a:cxn>
              <a:cxn ang="0">
                <a:pos x="connsiteX8250" y="connsiteY8250"/>
              </a:cxn>
              <a:cxn ang="0">
                <a:pos x="connsiteX8251" y="connsiteY8251"/>
              </a:cxn>
              <a:cxn ang="0">
                <a:pos x="connsiteX8252" y="connsiteY8252"/>
              </a:cxn>
              <a:cxn ang="0">
                <a:pos x="connsiteX8253" y="connsiteY8253"/>
              </a:cxn>
              <a:cxn ang="0">
                <a:pos x="connsiteX8254" y="connsiteY8254"/>
              </a:cxn>
              <a:cxn ang="0">
                <a:pos x="connsiteX8255" y="connsiteY8255"/>
              </a:cxn>
              <a:cxn ang="0">
                <a:pos x="connsiteX8256" y="connsiteY8256"/>
              </a:cxn>
              <a:cxn ang="0">
                <a:pos x="connsiteX8257" y="connsiteY8257"/>
              </a:cxn>
              <a:cxn ang="0">
                <a:pos x="connsiteX8258" y="connsiteY8258"/>
              </a:cxn>
              <a:cxn ang="0">
                <a:pos x="connsiteX8259" y="connsiteY8259"/>
              </a:cxn>
              <a:cxn ang="0">
                <a:pos x="connsiteX8260" y="connsiteY8260"/>
              </a:cxn>
              <a:cxn ang="0">
                <a:pos x="connsiteX8261" y="connsiteY8261"/>
              </a:cxn>
              <a:cxn ang="0">
                <a:pos x="connsiteX8262" y="connsiteY8262"/>
              </a:cxn>
              <a:cxn ang="0">
                <a:pos x="connsiteX8263" y="connsiteY8263"/>
              </a:cxn>
              <a:cxn ang="0">
                <a:pos x="connsiteX8264" y="connsiteY8264"/>
              </a:cxn>
              <a:cxn ang="0">
                <a:pos x="connsiteX8265" y="connsiteY8265"/>
              </a:cxn>
              <a:cxn ang="0">
                <a:pos x="connsiteX8266" y="connsiteY8266"/>
              </a:cxn>
              <a:cxn ang="0">
                <a:pos x="connsiteX8267" y="connsiteY8267"/>
              </a:cxn>
              <a:cxn ang="0">
                <a:pos x="connsiteX8268" y="connsiteY8268"/>
              </a:cxn>
              <a:cxn ang="0">
                <a:pos x="connsiteX8269" y="connsiteY8269"/>
              </a:cxn>
              <a:cxn ang="0">
                <a:pos x="connsiteX8270" y="connsiteY8270"/>
              </a:cxn>
              <a:cxn ang="0">
                <a:pos x="connsiteX8271" y="connsiteY8271"/>
              </a:cxn>
              <a:cxn ang="0">
                <a:pos x="connsiteX8272" y="connsiteY8272"/>
              </a:cxn>
              <a:cxn ang="0">
                <a:pos x="connsiteX8273" y="connsiteY8273"/>
              </a:cxn>
              <a:cxn ang="0">
                <a:pos x="connsiteX8274" y="connsiteY8274"/>
              </a:cxn>
              <a:cxn ang="0">
                <a:pos x="connsiteX8275" y="connsiteY8275"/>
              </a:cxn>
              <a:cxn ang="0">
                <a:pos x="connsiteX8276" y="connsiteY8276"/>
              </a:cxn>
              <a:cxn ang="0">
                <a:pos x="connsiteX8277" y="connsiteY8277"/>
              </a:cxn>
              <a:cxn ang="0">
                <a:pos x="connsiteX8278" y="connsiteY8278"/>
              </a:cxn>
              <a:cxn ang="0">
                <a:pos x="connsiteX8279" y="connsiteY8279"/>
              </a:cxn>
              <a:cxn ang="0">
                <a:pos x="connsiteX8280" y="connsiteY8280"/>
              </a:cxn>
              <a:cxn ang="0">
                <a:pos x="connsiteX8281" y="connsiteY8281"/>
              </a:cxn>
              <a:cxn ang="0">
                <a:pos x="connsiteX8282" y="connsiteY8282"/>
              </a:cxn>
              <a:cxn ang="0">
                <a:pos x="connsiteX8283" y="connsiteY8283"/>
              </a:cxn>
              <a:cxn ang="0">
                <a:pos x="connsiteX8284" y="connsiteY8284"/>
              </a:cxn>
              <a:cxn ang="0">
                <a:pos x="connsiteX8285" y="connsiteY8285"/>
              </a:cxn>
              <a:cxn ang="0">
                <a:pos x="connsiteX8286" y="connsiteY8286"/>
              </a:cxn>
              <a:cxn ang="0">
                <a:pos x="connsiteX8287" y="connsiteY8287"/>
              </a:cxn>
              <a:cxn ang="0">
                <a:pos x="connsiteX8288" y="connsiteY8288"/>
              </a:cxn>
              <a:cxn ang="0">
                <a:pos x="connsiteX8289" y="connsiteY8289"/>
              </a:cxn>
              <a:cxn ang="0">
                <a:pos x="connsiteX8290" y="connsiteY8290"/>
              </a:cxn>
              <a:cxn ang="0">
                <a:pos x="connsiteX8291" y="connsiteY8291"/>
              </a:cxn>
              <a:cxn ang="0">
                <a:pos x="connsiteX8292" y="connsiteY8292"/>
              </a:cxn>
              <a:cxn ang="0">
                <a:pos x="connsiteX8293" y="connsiteY8293"/>
              </a:cxn>
              <a:cxn ang="0">
                <a:pos x="connsiteX8294" y="connsiteY8294"/>
              </a:cxn>
              <a:cxn ang="0">
                <a:pos x="connsiteX8295" y="connsiteY8295"/>
              </a:cxn>
              <a:cxn ang="0">
                <a:pos x="connsiteX8296" y="connsiteY8296"/>
              </a:cxn>
              <a:cxn ang="0">
                <a:pos x="connsiteX8297" y="connsiteY8297"/>
              </a:cxn>
              <a:cxn ang="0">
                <a:pos x="connsiteX8298" y="connsiteY8298"/>
              </a:cxn>
              <a:cxn ang="0">
                <a:pos x="connsiteX8299" y="connsiteY8299"/>
              </a:cxn>
              <a:cxn ang="0">
                <a:pos x="connsiteX8300" y="connsiteY8300"/>
              </a:cxn>
              <a:cxn ang="0">
                <a:pos x="connsiteX8301" y="connsiteY8301"/>
              </a:cxn>
              <a:cxn ang="0">
                <a:pos x="connsiteX8302" y="connsiteY8302"/>
              </a:cxn>
              <a:cxn ang="0">
                <a:pos x="connsiteX8303" y="connsiteY8303"/>
              </a:cxn>
              <a:cxn ang="0">
                <a:pos x="connsiteX8304" y="connsiteY8304"/>
              </a:cxn>
              <a:cxn ang="0">
                <a:pos x="connsiteX8305" y="connsiteY8305"/>
              </a:cxn>
              <a:cxn ang="0">
                <a:pos x="connsiteX8306" y="connsiteY8306"/>
              </a:cxn>
              <a:cxn ang="0">
                <a:pos x="connsiteX8307" y="connsiteY8307"/>
              </a:cxn>
              <a:cxn ang="0">
                <a:pos x="connsiteX8308" y="connsiteY8308"/>
              </a:cxn>
              <a:cxn ang="0">
                <a:pos x="connsiteX8309" y="connsiteY8309"/>
              </a:cxn>
              <a:cxn ang="0">
                <a:pos x="connsiteX8310" y="connsiteY8310"/>
              </a:cxn>
              <a:cxn ang="0">
                <a:pos x="connsiteX8311" y="connsiteY8311"/>
              </a:cxn>
              <a:cxn ang="0">
                <a:pos x="connsiteX8312" y="connsiteY8312"/>
              </a:cxn>
              <a:cxn ang="0">
                <a:pos x="connsiteX8313" y="connsiteY8313"/>
              </a:cxn>
              <a:cxn ang="0">
                <a:pos x="connsiteX8314" y="connsiteY8314"/>
              </a:cxn>
              <a:cxn ang="0">
                <a:pos x="connsiteX8315" y="connsiteY8315"/>
              </a:cxn>
              <a:cxn ang="0">
                <a:pos x="connsiteX8316" y="connsiteY8316"/>
              </a:cxn>
              <a:cxn ang="0">
                <a:pos x="connsiteX8317" y="connsiteY8317"/>
              </a:cxn>
              <a:cxn ang="0">
                <a:pos x="connsiteX8318" y="connsiteY8318"/>
              </a:cxn>
              <a:cxn ang="0">
                <a:pos x="connsiteX8319" y="connsiteY8319"/>
              </a:cxn>
              <a:cxn ang="0">
                <a:pos x="connsiteX8320" y="connsiteY8320"/>
              </a:cxn>
              <a:cxn ang="0">
                <a:pos x="connsiteX8321" y="connsiteY8321"/>
              </a:cxn>
              <a:cxn ang="0">
                <a:pos x="connsiteX8322" y="connsiteY8322"/>
              </a:cxn>
              <a:cxn ang="0">
                <a:pos x="connsiteX8323" y="connsiteY8323"/>
              </a:cxn>
              <a:cxn ang="0">
                <a:pos x="connsiteX8324" y="connsiteY8324"/>
              </a:cxn>
              <a:cxn ang="0">
                <a:pos x="connsiteX8325" y="connsiteY8325"/>
              </a:cxn>
              <a:cxn ang="0">
                <a:pos x="connsiteX8326" y="connsiteY8326"/>
              </a:cxn>
              <a:cxn ang="0">
                <a:pos x="connsiteX8327" y="connsiteY8327"/>
              </a:cxn>
              <a:cxn ang="0">
                <a:pos x="connsiteX8328" y="connsiteY8328"/>
              </a:cxn>
              <a:cxn ang="0">
                <a:pos x="connsiteX8329" y="connsiteY8329"/>
              </a:cxn>
              <a:cxn ang="0">
                <a:pos x="connsiteX8330" y="connsiteY8330"/>
              </a:cxn>
              <a:cxn ang="0">
                <a:pos x="connsiteX8331" y="connsiteY8331"/>
              </a:cxn>
              <a:cxn ang="0">
                <a:pos x="connsiteX8332" y="connsiteY8332"/>
              </a:cxn>
              <a:cxn ang="0">
                <a:pos x="connsiteX8333" y="connsiteY8333"/>
              </a:cxn>
              <a:cxn ang="0">
                <a:pos x="connsiteX8334" y="connsiteY8334"/>
              </a:cxn>
              <a:cxn ang="0">
                <a:pos x="connsiteX8335" y="connsiteY8335"/>
              </a:cxn>
              <a:cxn ang="0">
                <a:pos x="connsiteX8336" y="connsiteY8336"/>
              </a:cxn>
              <a:cxn ang="0">
                <a:pos x="connsiteX8337" y="connsiteY8337"/>
              </a:cxn>
              <a:cxn ang="0">
                <a:pos x="connsiteX8338" y="connsiteY8338"/>
              </a:cxn>
              <a:cxn ang="0">
                <a:pos x="connsiteX8339" y="connsiteY8339"/>
              </a:cxn>
              <a:cxn ang="0">
                <a:pos x="connsiteX8340" y="connsiteY8340"/>
              </a:cxn>
              <a:cxn ang="0">
                <a:pos x="connsiteX8341" y="connsiteY8341"/>
              </a:cxn>
              <a:cxn ang="0">
                <a:pos x="connsiteX8342" y="connsiteY8342"/>
              </a:cxn>
              <a:cxn ang="0">
                <a:pos x="connsiteX8343" y="connsiteY8343"/>
              </a:cxn>
              <a:cxn ang="0">
                <a:pos x="connsiteX8344" y="connsiteY8344"/>
              </a:cxn>
              <a:cxn ang="0">
                <a:pos x="connsiteX8345" y="connsiteY8345"/>
              </a:cxn>
              <a:cxn ang="0">
                <a:pos x="connsiteX8346" y="connsiteY8346"/>
              </a:cxn>
              <a:cxn ang="0">
                <a:pos x="connsiteX8347" y="connsiteY8347"/>
              </a:cxn>
              <a:cxn ang="0">
                <a:pos x="connsiteX8348" y="connsiteY8348"/>
              </a:cxn>
              <a:cxn ang="0">
                <a:pos x="connsiteX8349" y="connsiteY8349"/>
              </a:cxn>
              <a:cxn ang="0">
                <a:pos x="connsiteX8350" y="connsiteY8350"/>
              </a:cxn>
              <a:cxn ang="0">
                <a:pos x="connsiteX8351" y="connsiteY8351"/>
              </a:cxn>
              <a:cxn ang="0">
                <a:pos x="connsiteX8352" y="connsiteY8352"/>
              </a:cxn>
              <a:cxn ang="0">
                <a:pos x="connsiteX8353" y="connsiteY8353"/>
              </a:cxn>
              <a:cxn ang="0">
                <a:pos x="connsiteX8354" y="connsiteY8354"/>
              </a:cxn>
              <a:cxn ang="0">
                <a:pos x="connsiteX8355" y="connsiteY8355"/>
              </a:cxn>
              <a:cxn ang="0">
                <a:pos x="connsiteX8356" y="connsiteY8356"/>
              </a:cxn>
              <a:cxn ang="0">
                <a:pos x="connsiteX8357" y="connsiteY8357"/>
              </a:cxn>
              <a:cxn ang="0">
                <a:pos x="connsiteX8358" y="connsiteY8358"/>
              </a:cxn>
              <a:cxn ang="0">
                <a:pos x="connsiteX8359" y="connsiteY8359"/>
              </a:cxn>
              <a:cxn ang="0">
                <a:pos x="connsiteX8360" y="connsiteY8360"/>
              </a:cxn>
              <a:cxn ang="0">
                <a:pos x="connsiteX8361" y="connsiteY8361"/>
              </a:cxn>
              <a:cxn ang="0">
                <a:pos x="connsiteX8362" y="connsiteY8362"/>
              </a:cxn>
              <a:cxn ang="0">
                <a:pos x="connsiteX8363" y="connsiteY8363"/>
              </a:cxn>
              <a:cxn ang="0">
                <a:pos x="connsiteX8364" y="connsiteY8364"/>
              </a:cxn>
              <a:cxn ang="0">
                <a:pos x="connsiteX8365" y="connsiteY8365"/>
              </a:cxn>
              <a:cxn ang="0">
                <a:pos x="connsiteX8366" y="connsiteY8366"/>
              </a:cxn>
              <a:cxn ang="0">
                <a:pos x="connsiteX8367" y="connsiteY8367"/>
              </a:cxn>
              <a:cxn ang="0">
                <a:pos x="connsiteX8368" y="connsiteY8368"/>
              </a:cxn>
              <a:cxn ang="0">
                <a:pos x="connsiteX8369" y="connsiteY8369"/>
              </a:cxn>
              <a:cxn ang="0">
                <a:pos x="connsiteX8370" y="connsiteY8370"/>
              </a:cxn>
              <a:cxn ang="0">
                <a:pos x="connsiteX8371" y="connsiteY8371"/>
              </a:cxn>
              <a:cxn ang="0">
                <a:pos x="connsiteX8372" y="connsiteY8372"/>
              </a:cxn>
              <a:cxn ang="0">
                <a:pos x="connsiteX8373" y="connsiteY8373"/>
              </a:cxn>
              <a:cxn ang="0">
                <a:pos x="connsiteX8374" y="connsiteY8374"/>
              </a:cxn>
              <a:cxn ang="0">
                <a:pos x="connsiteX8375" y="connsiteY8375"/>
              </a:cxn>
              <a:cxn ang="0">
                <a:pos x="connsiteX8376" y="connsiteY8376"/>
              </a:cxn>
              <a:cxn ang="0">
                <a:pos x="connsiteX8377" y="connsiteY8377"/>
              </a:cxn>
              <a:cxn ang="0">
                <a:pos x="connsiteX8378" y="connsiteY8378"/>
              </a:cxn>
              <a:cxn ang="0">
                <a:pos x="connsiteX8379" y="connsiteY8379"/>
              </a:cxn>
              <a:cxn ang="0">
                <a:pos x="connsiteX8380" y="connsiteY8380"/>
              </a:cxn>
              <a:cxn ang="0">
                <a:pos x="connsiteX8381" y="connsiteY8381"/>
              </a:cxn>
              <a:cxn ang="0">
                <a:pos x="connsiteX8382" y="connsiteY8382"/>
              </a:cxn>
              <a:cxn ang="0">
                <a:pos x="connsiteX8383" y="connsiteY8383"/>
              </a:cxn>
              <a:cxn ang="0">
                <a:pos x="connsiteX8384" y="connsiteY8384"/>
              </a:cxn>
              <a:cxn ang="0">
                <a:pos x="connsiteX8385" y="connsiteY8385"/>
              </a:cxn>
              <a:cxn ang="0">
                <a:pos x="connsiteX8386" y="connsiteY8386"/>
              </a:cxn>
              <a:cxn ang="0">
                <a:pos x="connsiteX8387" y="connsiteY8387"/>
              </a:cxn>
              <a:cxn ang="0">
                <a:pos x="connsiteX8388" y="connsiteY8388"/>
              </a:cxn>
              <a:cxn ang="0">
                <a:pos x="connsiteX8389" y="connsiteY8389"/>
              </a:cxn>
              <a:cxn ang="0">
                <a:pos x="connsiteX8390" y="connsiteY8390"/>
              </a:cxn>
              <a:cxn ang="0">
                <a:pos x="connsiteX8391" y="connsiteY8391"/>
              </a:cxn>
              <a:cxn ang="0">
                <a:pos x="connsiteX8392" y="connsiteY8392"/>
              </a:cxn>
              <a:cxn ang="0">
                <a:pos x="connsiteX8393" y="connsiteY8393"/>
              </a:cxn>
              <a:cxn ang="0">
                <a:pos x="connsiteX8394" y="connsiteY8394"/>
              </a:cxn>
              <a:cxn ang="0">
                <a:pos x="connsiteX8395" y="connsiteY8395"/>
              </a:cxn>
              <a:cxn ang="0">
                <a:pos x="connsiteX8396" y="connsiteY8396"/>
              </a:cxn>
              <a:cxn ang="0">
                <a:pos x="connsiteX8397" y="connsiteY8397"/>
              </a:cxn>
              <a:cxn ang="0">
                <a:pos x="connsiteX8398" y="connsiteY8398"/>
              </a:cxn>
              <a:cxn ang="0">
                <a:pos x="connsiteX8399" y="connsiteY8399"/>
              </a:cxn>
              <a:cxn ang="0">
                <a:pos x="connsiteX8400" y="connsiteY8400"/>
              </a:cxn>
              <a:cxn ang="0">
                <a:pos x="connsiteX8401" y="connsiteY8401"/>
              </a:cxn>
              <a:cxn ang="0">
                <a:pos x="connsiteX8402" y="connsiteY8402"/>
              </a:cxn>
              <a:cxn ang="0">
                <a:pos x="connsiteX8403" y="connsiteY8403"/>
              </a:cxn>
              <a:cxn ang="0">
                <a:pos x="connsiteX8404" y="connsiteY8404"/>
              </a:cxn>
              <a:cxn ang="0">
                <a:pos x="connsiteX8405" y="connsiteY8405"/>
              </a:cxn>
              <a:cxn ang="0">
                <a:pos x="connsiteX8406" y="connsiteY8406"/>
              </a:cxn>
              <a:cxn ang="0">
                <a:pos x="connsiteX8407" y="connsiteY8407"/>
              </a:cxn>
              <a:cxn ang="0">
                <a:pos x="connsiteX8408" y="connsiteY8408"/>
              </a:cxn>
              <a:cxn ang="0">
                <a:pos x="connsiteX8409" y="connsiteY8409"/>
              </a:cxn>
              <a:cxn ang="0">
                <a:pos x="connsiteX8410" y="connsiteY8410"/>
              </a:cxn>
              <a:cxn ang="0">
                <a:pos x="connsiteX8411" y="connsiteY8411"/>
              </a:cxn>
              <a:cxn ang="0">
                <a:pos x="connsiteX8412" y="connsiteY8412"/>
              </a:cxn>
              <a:cxn ang="0">
                <a:pos x="connsiteX8413" y="connsiteY8413"/>
              </a:cxn>
              <a:cxn ang="0">
                <a:pos x="connsiteX8414" y="connsiteY8414"/>
              </a:cxn>
              <a:cxn ang="0">
                <a:pos x="connsiteX8415" y="connsiteY8415"/>
              </a:cxn>
              <a:cxn ang="0">
                <a:pos x="connsiteX8416" y="connsiteY8416"/>
              </a:cxn>
              <a:cxn ang="0">
                <a:pos x="connsiteX8417" y="connsiteY8417"/>
              </a:cxn>
              <a:cxn ang="0">
                <a:pos x="connsiteX8418" y="connsiteY8418"/>
              </a:cxn>
              <a:cxn ang="0">
                <a:pos x="connsiteX8419" y="connsiteY8419"/>
              </a:cxn>
              <a:cxn ang="0">
                <a:pos x="connsiteX8420" y="connsiteY8420"/>
              </a:cxn>
              <a:cxn ang="0">
                <a:pos x="connsiteX8421" y="connsiteY8421"/>
              </a:cxn>
              <a:cxn ang="0">
                <a:pos x="connsiteX8422" y="connsiteY8422"/>
              </a:cxn>
              <a:cxn ang="0">
                <a:pos x="connsiteX8423" y="connsiteY8423"/>
              </a:cxn>
              <a:cxn ang="0">
                <a:pos x="connsiteX8424" y="connsiteY8424"/>
              </a:cxn>
              <a:cxn ang="0">
                <a:pos x="connsiteX8425" y="connsiteY8425"/>
              </a:cxn>
              <a:cxn ang="0">
                <a:pos x="connsiteX8426" y="connsiteY8426"/>
              </a:cxn>
              <a:cxn ang="0">
                <a:pos x="connsiteX8427" y="connsiteY8427"/>
              </a:cxn>
              <a:cxn ang="0">
                <a:pos x="connsiteX8428" y="connsiteY8428"/>
              </a:cxn>
              <a:cxn ang="0">
                <a:pos x="connsiteX8429" y="connsiteY8429"/>
              </a:cxn>
              <a:cxn ang="0">
                <a:pos x="connsiteX8430" y="connsiteY8430"/>
              </a:cxn>
              <a:cxn ang="0">
                <a:pos x="connsiteX8431" y="connsiteY8431"/>
              </a:cxn>
              <a:cxn ang="0">
                <a:pos x="connsiteX8432" y="connsiteY8432"/>
              </a:cxn>
              <a:cxn ang="0">
                <a:pos x="connsiteX8433" y="connsiteY8433"/>
              </a:cxn>
              <a:cxn ang="0">
                <a:pos x="connsiteX8434" y="connsiteY8434"/>
              </a:cxn>
              <a:cxn ang="0">
                <a:pos x="connsiteX8435" y="connsiteY8435"/>
              </a:cxn>
              <a:cxn ang="0">
                <a:pos x="connsiteX8436" y="connsiteY8436"/>
              </a:cxn>
              <a:cxn ang="0">
                <a:pos x="connsiteX8437" y="connsiteY8437"/>
              </a:cxn>
              <a:cxn ang="0">
                <a:pos x="connsiteX8438" y="connsiteY8438"/>
              </a:cxn>
              <a:cxn ang="0">
                <a:pos x="connsiteX8439" y="connsiteY8439"/>
              </a:cxn>
              <a:cxn ang="0">
                <a:pos x="connsiteX8440" y="connsiteY8440"/>
              </a:cxn>
              <a:cxn ang="0">
                <a:pos x="connsiteX8441" y="connsiteY8441"/>
              </a:cxn>
              <a:cxn ang="0">
                <a:pos x="connsiteX8442" y="connsiteY8442"/>
              </a:cxn>
              <a:cxn ang="0">
                <a:pos x="connsiteX8443" y="connsiteY8443"/>
              </a:cxn>
              <a:cxn ang="0">
                <a:pos x="connsiteX8444" y="connsiteY8444"/>
              </a:cxn>
              <a:cxn ang="0">
                <a:pos x="connsiteX8445" y="connsiteY8445"/>
              </a:cxn>
              <a:cxn ang="0">
                <a:pos x="connsiteX8446" y="connsiteY8446"/>
              </a:cxn>
              <a:cxn ang="0">
                <a:pos x="connsiteX8447" y="connsiteY8447"/>
              </a:cxn>
              <a:cxn ang="0">
                <a:pos x="connsiteX8448" y="connsiteY8448"/>
              </a:cxn>
              <a:cxn ang="0">
                <a:pos x="connsiteX8449" y="connsiteY8449"/>
              </a:cxn>
              <a:cxn ang="0">
                <a:pos x="connsiteX8450" y="connsiteY8450"/>
              </a:cxn>
              <a:cxn ang="0">
                <a:pos x="connsiteX8451" y="connsiteY8451"/>
              </a:cxn>
              <a:cxn ang="0">
                <a:pos x="connsiteX8452" y="connsiteY8452"/>
              </a:cxn>
              <a:cxn ang="0">
                <a:pos x="connsiteX8453" y="connsiteY8453"/>
              </a:cxn>
              <a:cxn ang="0">
                <a:pos x="connsiteX8454" y="connsiteY8454"/>
              </a:cxn>
              <a:cxn ang="0">
                <a:pos x="connsiteX8455" y="connsiteY8455"/>
              </a:cxn>
              <a:cxn ang="0">
                <a:pos x="connsiteX8456" y="connsiteY8456"/>
              </a:cxn>
              <a:cxn ang="0">
                <a:pos x="connsiteX8457" y="connsiteY8457"/>
              </a:cxn>
              <a:cxn ang="0">
                <a:pos x="connsiteX8458" y="connsiteY8458"/>
              </a:cxn>
              <a:cxn ang="0">
                <a:pos x="connsiteX8459" y="connsiteY8459"/>
              </a:cxn>
              <a:cxn ang="0">
                <a:pos x="connsiteX8460" y="connsiteY8460"/>
              </a:cxn>
              <a:cxn ang="0">
                <a:pos x="connsiteX8461" y="connsiteY8461"/>
              </a:cxn>
              <a:cxn ang="0">
                <a:pos x="connsiteX8462" y="connsiteY8462"/>
              </a:cxn>
              <a:cxn ang="0">
                <a:pos x="connsiteX8463" y="connsiteY8463"/>
              </a:cxn>
              <a:cxn ang="0">
                <a:pos x="connsiteX8464" y="connsiteY8464"/>
              </a:cxn>
              <a:cxn ang="0">
                <a:pos x="connsiteX8465" y="connsiteY8465"/>
              </a:cxn>
              <a:cxn ang="0">
                <a:pos x="connsiteX8466" y="connsiteY8466"/>
              </a:cxn>
              <a:cxn ang="0">
                <a:pos x="connsiteX8467" y="connsiteY8467"/>
              </a:cxn>
              <a:cxn ang="0">
                <a:pos x="connsiteX8468" y="connsiteY8468"/>
              </a:cxn>
              <a:cxn ang="0">
                <a:pos x="connsiteX8469" y="connsiteY8469"/>
              </a:cxn>
              <a:cxn ang="0">
                <a:pos x="connsiteX8470" y="connsiteY8470"/>
              </a:cxn>
              <a:cxn ang="0">
                <a:pos x="connsiteX8471" y="connsiteY8471"/>
              </a:cxn>
              <a:cxn ang="0">
                <a:pos x="connsiteX8472" y="connsiteY8472"/>
              </a:cxn>
              <a:cxn ang="0">
                <a:pos x="connsiteX8473" y="connsiteY8473"/>
              </a:cxn>
              <a:cxn ang="0">
                <a:pos x="connsiteX8474" y="connsiteY8474"/>
              </a:cxn>
              <a:cxn ang="0">
                <a:pos x="connsiteX8475" y="connsiteY8475"/>
              </a:cxn>
              <a:cxn ang="0">
                <a:pos x="connsiteX8476" y="connsiteY8476"/>
              </a:cxn>
              <a:cxn ang="0">
                <a:pos x="connsiteX8477" y="connsiteY8477"/>
              </a:cxn>
              <a:cxn ang="0">
                <a:pos x="connsiteX8478" y="connsiteY8478"/>
              </a:cxn>
              <a:cxn ang="0">
                <a:pos x="connsiteX8479" y="connsiteY8479"/>
              </a:cxn>
              <a:cxn ang="0">
                <a:pos x="connsiteX8480" y="connsiteY8480"/>
              </a:cxn>
              <a:cxn ang="0">
                <a:pos x="connsiteX8481" y="connsiteY8481"/>
              </a:cxn>
              <a:cxn ang="0">
                <a:pos x="connsiteX8482" y="connsiteY8482"/>
              </a:cxn>
              <a:cxn ang="0">
                <a:pos x="connsiteX8483" y="connsiteY8483"/>
              </a:cxn>
              <a:cxn ang="0">
                <a:pos x="connsiteX8484" y="connsiteY8484"/>
              </a:cxn>
              <a:cxn ang="0">
                <a:pos x="connsiteX8485" y="connsiteY8485"/>
              </a:cxn>
              <a:cxn ang="0">
                <a:pos x="connsiteX8486" y="connsiteY8486"/>
              </a:cxn>
              <a:cxn ang="0">
                <a:pos x="connsiteX8487" y="connsiteY8487"/>
              </a:cxn>
              <a:cxn ang="0">
                <a:pos x="connsiteX8488" y="connsiteY8488"/>
              </a:cxn>
              <a:cxn ang="0">
                <a:pos x="connsiteX8489" y="connsiteY8489"/>
              </a:cxn>
              <a:cxn ang="0">
                <a:pos x="connsiteX8490" y="connsiteY8490"/>
              </a:cxn>
              <a:cxn ang="0">
                <a:pos x="connsiteX8491" y="connsiteY8491"/>
              </a:cxn>
              <a:cxn ang="0">
                <a:pos x="connsiteX8492" y="connsiteY8492"/>
              </a:cxn>
              <a:cxn ang="0">
                <a:pos x="connsiteX8493" y="connsiteY8493"/>
              </a:cxn>
              <a:cxn ang="0">
                <a:pos x="connsiteX8494" y="connsiteY8494"/>
              </a:cxn>
              <a:cxn ang="0">
                <a:pos x="connsiteX8495" y="connsiteY8495"/>
              </a:cxn>
              <a:cxn ang="0">
                <a:pos x="connsiteX8496" y="connsiteY8496"/>
              </a:cxn>
              <a:cxn ang="0">
                <a:pos x="connsiteX8497" y="connsiteY8497"/>
              </a:cxn>
              <a:cxn ang="0">
                <a:pos x="connsiteX8498" y="connsiteY8498"/>
              </a:cxn>
              <a:cxn ang="0">
                <a:pos x="connsiteX8499" y="connsiteY8499"/>
              </a:cxn>
              <a:cxn ang="0">
                <a:pos x="connsiteX8500" y="connsiteY8500"/>
              </a:cxn>
              <a:cxn ang="0">
                <a:pos x="connsiteX8501" y="connsiteY8501"/>
              </a:cxn>
              <a:cxn ang="0">
                <a:pos x="connsiteX8502" y="connsiteY8502"/>
              </a:cxn>
              <a:cxn ang="0">
                <a:pos x="connsiteX8503" y="connsiteY8503"/>
              </a:cxn>
              <a:cxn ang="0">
                <a:pos x="connsiteX8504" y="connsiteY8504"/>
              </a:cxn>
              <a:cxn ang="0">
                <a:pos x="connsiteX8505" y="connsiteY8505"/>
              </a:cxn>
              <a:cxn ang="0">
                <a:pos x="connsiteX8506" y="connsiteY8506"/>
              </a:cxn>
              <a:cxn ang="0">
                <a:pos x="connsiteX8507" y="connsiteY8507"/>
              </a:cxn>
              <a:cxn ang="0">
                <a:pos x="connsiteX8508" y="connsiteY8508"/>
              </a:cxn>
              <a:cxn ang="0">
                <a:pos x="connsiteX8509" y="connsiteY8509"/>
              </a:cxn>
              <a:cxn ang="0">
                <a:pos x="connsiteX8510" y="connsiteY8510"/>
              </a:cxn>
              <a:cxn ang="0">
                <a:pos x="connsiteX8511" y="connsiteY8511"/>
              </a:cxn>
              <a:cxn ang="0">
                <a:pos x="connsiteX8512" y="connsiteY8512"/>
              </a:cxn>
              <a:cxn ang="0">
                <a:pos x="connsiteX8513" y="connsiteY8513"/>
              </a:cxn>
              <a:cxn ang="0">
                <a:pos x="connsiteX8514" y="connsiteY8514"/>
              </a:cxn>
              <a:cxn ang="0">
                <a:pos x="connsiteX8515" y="connsiteY8515"/>
              </a:cxn>
              <a:cxn ang="0">
                <a:pos x="connsiteX8516" y="connsiteY8516"/>
              </a:cxn>
              <a:cxn ang="0">
                <a:pos x="connsiteX8517" y="connsiteY8517"/>
              </a:cxn>
              <a:cxn ang="0">
                <a:pos x="connsiteX8518" y="connsiteY8518"/>
              </a:cxn>
              <a:cxn ang="0">
                <a:pos x="connsiteX8519" y="connsiteY8519"/>
              </a:cxn>
              <a:cxn ang="0">
                <a:pos x="connsiteX8520" y="connsiteY8520"/>
              </a:cxn>
              <a:cxn ang="0">
                <a:pos x="connsiteX8521" y="connsiteY8521"/>
              </a:cxn>
              <a:cxn ang="0">
                <a:pos x="connsiteX8522" y="connsiteY8522"/>
              </a:cxn>
              <a:cxn ang="0">
                <a:pos x="connsiteX8523" y="connsiteY8523"/>
              </a:cxn>
              <a:cxn ang="0">
                <a:pos x="connsiteX8524" y="connsiteY8524"/>
              </a:cxn>
              <a:cxn ang="0">
                <a:pos x="connsiteX8525" y="connsiteY8525"/>
              </a:cxn>
              <a:cxn ang="0">
                <a:pos x="connsiteX8526" y="connsiteY8526"/>
              </a:cxn>
              <a:cxn ang="0">
                <a:pos x="connsiteX8527" y="connsiteY8527"/>
              </a:cxn>
              <a:cxn ang="0">
                <a:pos x="connsiteX8528" y="connsiteY8528"/>
              </a:cxn>
              <a:cxn ang="0">
                <a:pos x="connsiteX8529" y="connsiteY8529"/>
              </a:cxn>
              <a:cxn ang="0">
                <a:pos x="connsiteX8530" y="connsiteY8530"/>
              </a:cxn>
              <a:cxn ang="0">
                <a:pos x="connsiteX8531" y="connsiteY8531"/>
              </a:cxn>
              <a:cxn ang="0">
                <a:pos x="connsiteX8532" y="connsiteY8532"/>
              </a:cxn>
              <a:cxn ang="0">
                <a:pos x="connsiteX8533" y="connsiteY8533"/>
              </a:cxn>
              <a:cxn ang="0">
                <a:pos x="connsiteX8534" y="connsiteY8534"/>
              </a:cxn>
              <a:cxn ang="0">
                <a:pos x="connsiteX8535" y="connsiteY8535"/>
              </a:cxn>
              <a:cxn ang="0">
                <a:pos x="connsiteX8536" y="connsiteY8536"/>
              </a:cxn>
              <a:cxn ang="0">
                <a:pos x="connsiteX8537" y="connsiteY8537"/>
              </a:cxn>
              <a:cxn ang="0">
                <a:pos x="connsiteX8538" y="connsiteY8538"/>
              </a:cxn>
              <a:cxn ang="0">
                <a:pos x="connsiteX8539" y="connsiteY8539"/>
              </a:cxn>
              <a:cxn ang="0">
                <a:pos x="connsiteX8540" y="connsiteY8540"/>
              </a:cxn>
              <a:cxn ang="0">
                <a:pos x="connsiteX8541" y="connsiteY8541"/>
              </a:cxn>
              <a:cxn ang="0">
                <a:pos x="connsiteX8542" y="connsiteY8542"/>
              </a:cxn>
              <a:cxn ang="0">
                <a:pos x="connsiteX8543" y="connsiteY8543"/>
              </a:cxn>
              <a:cxn ang="0">
                <a:pos x="connsiteX8544" y="connsiteY8544"/>
              </a:cxn>
              <a:cxn ang="0">
                <a:pos x="connsiteX8545" y="connsiteY8545"/>
              </a:cxn>
              <a:cxn ang="0">
                <a:pos x="connsiteX8546" y="connsiteY8546"/>
              </a:cxn>
              <a:cxn ang="0">
                <a:pos x="connsiteX8547" y="connsiteY8547"/>
              </a:cxn>
              <a:cxn ang="0">
                <a:pos x="connsiteX8548" y="connsiteY8548"/>
              </a:cxn>
              <a:cxn ang="0">
                <a:pos x="connsiteX8549" y="connsiteY8549"/>
              </a:cxn>
              <a:cxn ang="0">
                <a:pos x="connsiteX8550" y="connsiteY8550"/>
              </a:cxn>
              <a:cxn ang="0">
                <a:pos x="connsiteX8551" y="connsiteY8551"/>
              </a:cxn>
              <a:cxn ang="0">
                <a:pos x="connsiteX8552" y="connsiteY8552"/>
              </a:cxn>
              <a:cxn ang="0">
                <a:pos x="connsiteX8553" y="connsiteY8553"/>
              </a:cxn>
              <a:cxn ang="0">
                <a:pos x="connsiteX8554" y="connsiteY8554"/>
              </a:cxn>
              <a:cxn ang="0">
                <a:pos x="connsiteX8555" y="connsiteY8555"/>
              </a:cxn>
              <a:cxn ang="0">
                <a:pos x="connsiteX8556" y="connsiteY8556"/>
              </a:cxn>
              <a:cxn ang="0">
                <a:pos x="connsiteX8557" y="connsiteY8557"/>
              </a:cxn>
              <a:cxn ang="0">
                <a:pos x="connsiteX8558" y="connsiteY8558"/>
              </a:cxn>
              <a:cxn ang="0">
                <a:pos x="connsiteX8559" y="connsiteY8559"/>
              </a:cxn>
              <a:cxn ang="0">
                <a:pos x="connsiteX8560" y="connsiteY8560"/>
              </a:cxn>
              <a:cxn ang="0">
                <a:pos x="connsiteX8561" y="connsiteY8561"/>
              </a:cxn>
              <a:cxn ang="0">
                <a:pos x="connsiteX8562" y="connsiteY8562"/>
              </a:cxn>
              <a:cxn ang="0">
                <a:pos x="connsiteX8563" y="connsiteY8563"/>
              </a:cxn>
              <a:cxn ang="0">
                <a:pos x="connsiteX8564" y="connsiteY8564"/>
              </a:cxn>
              <a:cxn ang="0">
                <a:pos x="connsiteX8565" y="connsiteY8565"/>
              </a:cxn>
              <a:cxn ang="0">
                <a:pos x="connsiteX8566" y="connsiteY8566"/>
              </a:cxn>
              <a:cxn ang="0">
                <a:pos x="connsiteX8567" y="connsiteY8567"/>
              </a:cxn>
              <a:cxn ang="0">
                <a:pos x="connsiteX8568" y="connsiteY8568"/>
              </a:cxn>
              <a:cxn ang="0">
                <a:pos x="connsiteX8569" y="connsiteY8569"/>
              </a:cxn>
              <a:cxn ang="0">
                <a:pos x="connsiteX8570" y="connsiteY8570"/>
              </a:cxn>
              <a:cxn ang="0">
                <a:pos x="connsiteX8571" y="connsiteY8571"/>
              </a:cxn>
              <a:cxn ang="0">
                <a:pos x="connsiteX8572" y="connsiteY8572"/>
              </a:cxn>
              <a:cxn ang="0">
                <a:pos x="connsiteX8573" y="connsiteY8573"/>
              </a:cxn>
              <a:cxn ang="0">
                <a:pos x="connsiteX8574" y="connsiteY8574"/>
              </a:cxn>
              <a:cxn ang="0">
                <a:pos x="connsiteX8575" y="connsiteY8575"/>
              </a:cxn>
              <a:cxn ang="0">
                <a:pos x="connsiteX8576" y="connsiteY8576"/>
              </a:cxn>
              <a:cxn ang="0">
                <a:pos x="connsiteX8577" y="connsiteY8577"/>
              </a:cxn>
              <a:cxn ang="0">
                <a:pos x="connsiteX8578" y="connsiteY8578"/>
              </a:cxn>
              <a:cxn ang="0">
                <a:pos x="connsiteX8579" y="connsiteY8579"/>
              </a:cxn>
              <a:cxn ang="0">
                <a:pos x="connsiteX8580" y="connsiteY8580"/>
              </a:cxn>
              <a:cxn ang="0">
                <a:pos x="connsiteX8581" y="connsiteY8581"/>
              </a:cxn>
              <a:cxn ang="0">
                <a:pos x="connsiteX8582" y="connsiteY8582"/>
              </a:cxn>
              <a:cxn ang="0">
                <a:pos x="connsiteX8583" y="connsiteY8583"/>
              </a:cxn>
              <a:cxn ang="0">
                <a:pos x="connsiteX8584" y="connsiteY8584"/>
              </a:cxn>
              <a:cxn ang="0">
                <a:pos x="connsiteX8585" y="connsiteY8585"/>
              </a:cxn>
              <a:cxn ang="0">
                <a:pos x="connsiteX8586" y="connsiteY8586"/>
              </a:cxn>
              <a:cxn ang="0">
                <a:pos x="connsiteX8587" y="connsiteY8587"/>
              </a:cxn>
              <a:cxn ang="0">
                <a:pos x="connsiteX8588" y="connsiteY8588"/>
              </a:cxn>
              <a:cxn ang="0">
                <a:pos x="connsiteX8589" y="connsiteY8589"/>
              </a:cxn>
              <a:cxn ang="0">
                <a:pos x="connsiteX8590" y="connsiteY8590"/>
              </a:cxn>
              <a:cxn ang="0">
                <a:pos x="connsiteX8591" y="connsiteY8591"/>
              </a:cxn>
              <a:cxn ang="0">
                <a:pos x="connsiteX8592" y="connsiteY8592"/>
              </a:cxn>
              <a:cxn ang="0">
                <a:pos x="connsiteX8593" y="connsiteY8593"/>
              </a:cxn>
              <a:cxn ang="0">
                <a:pos x="connsiteX8594" y="connsiteY8594"/>
              </a:cxn>
              <a:cxn ang="0">
                <a:pos x="connsiteX8595" y="connsiteY8595"/>
              </a:cxn>
              <a:cxn ang="0">
                <a:pos x="connsiteX8596" y="connsiteY8596"/>
              </a:cxn>
              <a:cxn ang="0">
                <a:pos x="connsiteX8597" y="connsiteY8597"/>
              </a:cxn>
              <a:cxn ang="0">
                <a:pos x="connsiteX8598" y="connsiteY8598"/>
              </a:cxn>
              <a:cxn ang="0">
                <a:pos x="connsiteX8599" y="connsiteY8599"/>
              </a:cxn>
              <a:cxn ang="0">
                <a:pos x="connsiteX8600" y="connsiteY8600"/>
              </a:cxn>
              <a:cxn ang="0">
                <a:pos x="connsiteX8601" y="connsiteY8601"/>
              </a:cxn>
              <a:cxn ang="0">
                <a:pos x="connsiteX8602" y="connsiteY8602"/>
              </a:cxn>
              <a:cxn ang="0">
                <a:pos x="connsiteX8603" y="connsiteY8603"/>
              </a:cxn>
              <a:cxn ang="0">
                <a:pos x="connsiteX8604" y="connsiteY8604"/>
              </a:cxn>
              <a:cxn ang="0">
                <a:pos x="connsiteX8605" y="connsiteY8605"/>
              </a:cxn>
              <a:cxn ang="0">
                <a:pos x="connsiteX8606" y="connsiteY8606"/>
              </a:cxn>
              <a:cxn ang="0">
                <a:pos x="connsiteX8607" y="connsiteY8607"/>
              </a:cxn>
              <a:cxn ang="0">
                <a:pos x="connsiteX8608" y="connsiteY8608"/>
              </a:cxn>
              <a:cxn ang="0">
                <a:pos x="connsiteX8609" y="connsiteY8609"/>
              </a:cxn>
              <a:cxn ang="0">
                <a:pos x="connsiteX8610" y="connsiteY8610"/>
              </a:cxn>
              <a:cxn ang="0">
                <a:pos x="connsiteX8611" y="connsiteY8611"/>
              </a:cxn>
              <a:cxn ang="0">
                <a:pos x="connsiteX8612" y="connsiteY8612"/>
              </a:cxn>
              <a:cxn ang="0">
                <a:pos x="connsiteX8613" y="connsiteY8613"/>
              </a:cxn>
              <a:cxn ang="0">
                <a:pos x="connsiteX8614" y="connsiteY8614"/>
              </a:cxn>
              <a:cxn ang="0">
                <a:pos x="connsiteX8615" y="connsiteY8615"/>
              </a:cxn>
              <a:cxn ang="0">
                <a:pos x="connsiteX8616" y="connsiteY8616"/>
              </a:cxn>
              <a:cxn ang="0">
                <a:pos x="connsiteX8617" y="connsiteY8617"/>
              </a:cxn>
              <a:cxn ang="0">
                <a:pos x="connsiteX8618" y="connsiteY8618"/>
              </a:cxn>
              <a:cxn ang="0">
                <a:pos x="connsiteX8619" y="connsiteY8619"/>
              </a:cxn>
              <a:cxn ang="0">
                <a:pos x="connsiteX8620" y="connsiteY8620"/>
              </a:cxn>
              <a:cxn ang="0">
                <a:pos x="connsiteX8621" y="connsiteY8621"/>
              </a:cxn>
              <a:cxn ang="0">
                <a:pos x="connsiteX8622" y="connsiteY8622"/>
              </a:cxn>
              <a:cxn ang="0">
                <a:pos x="connsiteX8623" y="connsiteY8623"/>
              </a:cxn>
              <a:cxn ang="0">
                <a:pos x="connsiteX8624" y="connsiteY8624"/>
              </a:cxn>
              <a:cxn ang="0">
                <a:pos x="connsiteX8625" y="connsiteY8625"/>
              </a:cxn>
              <a:cxn ang="0">
                <a:pos x="connsiteX8626" y="connsiteY8626"/>
              </a:cxn>
              <a:cxn ang="0">
                <a:pos x="connsiteX8627" y="connsiteY8627"/>
              </a:cxn>
              <a:cxn ang="0">
                <a:pos x="connsiteX8628" y="connsiteY8628"/>
              </a:cxn>
              <a:cxn ang="0">
                <a:pos x="connsiteX8629" y="connsiteY8629"/>
              </a:cxn>
              <a:cxn ang="0">
                <a:pos x="connsiteX8630" y="connsiteY8630"/>
              </a:cxn>
              <a:cxn ang="0">
                <a:pos x="connsiteX8631" y="connsiteY8631"/>
              </a:cxn>
              <a:cxn ang="0">
                <a:pos x="connsiteX8632" y="connsiteY8632"/>
              </a:cxn>
              <a:cxn ang="0">
                <a:pos x="connsiteX8633" y="connsiteY8633"/>
              </a:cxn>
              <a:cxn ang="0">
                <a:pos x="connsiteX8634" y="connsiteY8634"/>
              </a:cxn>
              <a:cxn ang="0">
                <a:pos x="connsiteX8635" y="connsiteY8635"/>
              </a:cxn>
              <a:cxn ang="0">
                <a:pos x="connsiteX8636" y="connsiteY8636"/>
              </a:cxn>
              <a:cxn ang="0">
                <a:pos x="connsiteX8637" y="connsiteY8637"/>
              </a:cxn>
              <a:cxn ang="0">
                <a:pos x="connsiteX8638" y="connsiteY8638"/>
              </a:cxn>
              <a:cxn ang="0">
                <a:pos x="connsiteX8639" y="connsiteY8639"/>
              </a:cxn>
              <a:cxn ang="0">
                <a:pos x="connsiteX8640" y="connsiteY8640"/>
              </a:cxn>
              <a:cxn ang="0">
                <a:pos x="connsiteX8641" y="connsiteY8641"/>
              </a:cxn>
              <a:cxn ang="0">
                <a:pos x="connsiteX8642" y="connsiteY8642"/>
              </a:cxn>
              <a:cxn ang="0">
                <a:pos x="connsiteX8643" y="connsiteY8643"/>
              </a:cxn>
              <a:cxn ang="0">
                <a:pos x="connsiteX8644" y="connsiteY8644"/>
              </a:cxn>
              <a:cxn ang="0">
                <a:pos x="connsiteX8645" y="connsiteY8645"/>
              </a:cxn>
              <a:cxn ang="0">
                <a:pos x="connsiteX8646" y="connsiteY8646"/>
              </a:cxn>
              <a:cxn ang="0">
                <a:pos x="connsiteX8647" y="connsiteY8647"/>
              </a:cxn>
              <a:cxn ang="0">
                <a:pos x="connsiteX8648" y="connsiteY8648"/>
              </a:cxn>
              <a:cxn ang="0">
                <a:pos x="connsiteX8649" y="connsiteY8649"/>
              </a:cxn>
              <a:cxn ang="0">
                <a:pos x="connsiteX8650" y="connsiteY8650"/>
              </a:cxn>
              <a:cxn ang="0">
                <a:pos x="connsiteX8651" y="connsiteY8651"/>
              </a:cxn>
              <a:cxn ang="0">
                <a:pos x="connsiteX8652" y="connsiteY8652"/>
              </a:cxn>
              <a:cxn ang="0">
                <a:pos x="connsiteX8653" y="connsiteY8653"/>
              </a:cxn>
              <a:cxn ang="0">
                <a:pos x="connsiteX8654" y="connsiteY8654"/>
              </a:cxn>
              <a:cxn ang="0">
                <a:pos x="connsiteX8655" y="connsiteY8655"/>
              </a:cxn>
              <a:cxn ang="0">
                <a:pos x="connsiteX8656" y="connsiteY8656"/>
              </a:cxn>
              <a:cxn ang="0">
                <a:pos x="connsiteX8657" y="connsiteY8657"/>
              </a:cxn>
              <a:cxn ang="0">
                <a:pos x="connsiteX8658" y="connsiteY8658"/>
              </a:cxn>
              <a:cxn ang="0">
                <a:pos x="connsiteX8659" y="connsiteY8659"/>
              </a:cxn>
              <a:cxn ang="0">
                <a:pos x="connsiteX8660" y="connsiteY8660"/>
              </a:cxn>
              <a:cxn ang="0">
                <a:pos x="connsiteX8661" y="connsiteY8661"/>
              </a:cxn>
              <a:cxn ang="0">
                <a:pos x="connsiteX8662" y="connsiteY8662"/>
              </a:cxn>
              <a:cxn ang="0">
                <a:pos x="connsiteX8663" y="connsiteY8663"/>
              </a:cxn>
              <a:cxn ang="0">
                <a:pos x="connsiteX8664" y="connsiteY8664"/>
              </a:cxn>
              <a:cxn ang="0">
                <a:pos x="connsiteX8665" y="connsiteY8665"/>
              </a:cxn>
              <a:cxn ang="0">
                <a:pos x="connsiteX8666" y="connsiteY8666"/>
              </a:cxn>
              <a:cxn ang="0">
                <a:pos x="connsiteX8667" y="connsiteY8667"/>
              </a:cxn>
              <a:cxn ang="0">
                <a:pos x="connsiteX8668" y="connsiteY8668"/>
              </a:cxn>
              <a:cxn ang="0">
                <a:pos x="connsiteX8669" y="connsiteY8669"/>
              </a:cxn>
              <a:cxn ang="0">
                <a:pos x="connsiteX8670" y="connsiteY8670"/>
              </a:cxn>
              <a:cxn ang="0">
                <a:pos x="connsiteX8671" y="connsiteY8671"/>
              </a:cxn>
              <a:cxn ang="0">
                <a:pos x="connsiteX8672" y="connsiteY8672"/>
              </a:cxn>
              <a:cxn ang="0">
                <a:pos x="connsiteX8673" y="connsiteY8673"/>
              </a:cxn>
              <a:cxn ang="0">
                <a:pos x="connsiteX8674" y="connsiteY8674"/>
              </a:cxn>
              <a:cxn ang="0">
                <a:pos x="connsiteX8675" y="connsiteY8675"/>
              </a:cxn>
              <a:cxn ang="0">
                <a:pos x="connsiteX8676" y="connsiteY8676"/>
              </a:cxn>
              <a:cxn ang="0">
                <a:pos x="connsiteX8677" y="connsiteY8677"/>
              </a:cxn>
              <a:cxn ang="0">
                <a:pos x="connsiteX8678" y="connsiteY8678"/>
              </a:cxn>
              <a:cxn ang="0">
                <a:pos x="connsiteX8679" y="connsiteY8679"/>
              </a:cxn>
              <a:cxn ang="0">
                <a:pos x="connsiteX8680" y="connsiteY8680"/>
              </a:cxn>
              <a:cxn ang="0">
                <a:pos x="connsiteX8681" y="connsiteY8681"/>
              </a:cxn>
              <a:cxn ang="0">
                <a:pos x="connsiteX8682" y="connsiteY8682"/>
              </a:cxn>
              <a:cxn ang="0">
                <a:pos x="connsiteX8683" y="connsiteY8683"/>
              </a:cxn>
              <a:cxn ang="0">
                <a:pos x="connsiteX8684" y="connsiteY8684"/>
              </a:cxn>
              <a:cxn ang="0">
                <a:pos x="connsiteX8685" y="connsiteY8685"/>
              </a:cxn>
              <a:cxn ang="0">
                <a:pos x="connsiteX8686" y="connsiteY8686"/>
              </a:cxn>
              <a:cxn ang="0">
                <a:pos x="connsiteX8687" y="connsiteY8687"/>
              </a:cxn>
              <a:cxn ang="0">
                <a:pos x="connsiteX8688" y="connsiteY8688"/>
              </a:cxn>
              <a:cxn ang="0">
                <a:pos x="connsiteX8689" y="connsiteY8689"/>
              </a:cxn>
              <a:cxn ang="0">
                <a:pos x="connsiteX8690" y="connsiteY8690"/>
              </a:cxn>
              <a:cxn ang="0">
                <a:pos x="connsiteX8691" y="connsiteY8691"/>
              </a:cxn>
              <a:cxn ang="0">
                <a:pos x="connsiteX8692" y="connsiteY8692"/>
              </a:cxn>
              <a:cxn ang="0">
                <a:pos x="connsiteX8693" y="connsiteY8693"/>
              </a:cxn>
              <a:cxn ang="0">
                <a:pos x="connsiteX8694" y="connsiteY8694"/>
              </a:cxn>
              <a:cxn ang="0">
                <a:pos x="connsiteX8695" y="connsiteY8695"/>
              </a:cxn>
              <a:cxn ang="0">
                <a:pos x="connsiteX8696" y="connsiteY8696"/>
              </a:cxn>
              <a:cxn ang="0">
                <a:pos x="connsiteX8697" y="connsiteY8697"/>
              </a:cxn>
              <a:cxn ang="0">
                <a:pos x="connsiteX8698" y="connsiteY8698"/>
              </a:cxn>
              <a:cxn ang="0">
                <a:pos x="connsiteX8699" y="connsiteY8699"/>
              </a:cxn>
              <a:cxn ang="0">
                <a:pos x="connsiteX8700" y="connsiteY8700"/>
              </a:cxn>
              <a:cxn ang="0">
                <a:pos x="connsiteX8701" y="connsiteY8701"/>
              </a:cxn>
              <a:cxn ang="0">
                <a:pos x="connsiteX8702" y="connsiteY8702"/>
              </a:cxn>
              <a:cxn ang="0">
                <a:pos x="connsiteX8703" y="connsiteY8703"/>
              </a:cxn>
              <a:cxn ang="0">
                <a:pos x="connsiteX8704" y="connsiteY8704"/>
              </a:cxn>
              <a:cxn ang="0">
                <a:pos x="connsiteX8705" y="connsiteY8705"/>
              </a:cxn>
              <a:cxn ang="0">
                <a:pos x="connsiteX8706" y="connsiteY8706"/>
              </a:cxn>
              <a:cxn ang="0">
                <a:pos x="connsiteX8707" y="connsiteY8707"/>
              </a:cxn>
              <a:cxn ang="0">
                <a:pos x="connsiteX8708" y="connsiteY8708"/>
              </a:cxn>
              <a:cxn ang="0">
                <a:pos x="connsiteX8709" y="connsiteY8709"/>
              </a:cxn>
              <a:cxn ang="0">
                <a:pos x="connsiteX8710" y="connsiteY8710"/>
              </a:cxn>
              <a:cxn ang="0">
                <a:pos x="connsiteX8711" y="connsiteY8711"/>
              </a:cxn>
              <a:cxn ang="0">
                <a:pos x="connsiteX8712" y="connsiteY8712"/>
              </a:cxn>
              <a:cxn ang="0">
                <a:pos x="connsiteX8713" y="connsiteY8713"/>
              </a:cxn>
              <a:cxn ang="0">
                <a:pos x="connsiteX8714" y="connsiteY8714"/>
              </a:cxn>
              <a:cxn ang="0">
                <a:pos x="connsiteX8715" y="connsiteY8715"/>
              </a:cxn>
              <a:cxn ang="0">
                <a:pos x="connsiteX8716" y="connsiteY8716"/>
              </a:cxn>
              <a:cxn ang="0">
                <a:pos x="connsiteX8717" y="connsiteY8717"/>
              </a:cxn>
              <a:cxn ang="0">
                <a:pos x="connsiteX8718" y="connsiteY8718"/>
              </a:cxn>
              <a:cxn ang="0">
                <a:pos x="connsiteX8719" y="connsiteY8719"/>
              </a:cxn>
              <a:cxn ang="0">
                <a:pos x="connsiteX8720" y="connsiteY8720"/>
              </a:cxn>
              <a:cxn ang="0">
                <a:pos x="connsiteX8721" y="connsiteY8721"/>
              </a:cxn>
              <a:cxn ang="0">
                <a:pos x="connsiteX8722" y="connsiteY8722"/>
              </a:cxn>
              <a:cxn ang="0">
                <a:pos x="connsiteX8723" y="connsiteY8723"/>
              </a:cxn>
              <a:cxn ang="0">
                <a:pos x="connsiteX8724" y="connsiteY8724"/>
              </a:cxn>
              <a:cxn ang="0">
                <a:pos x="connsiteX8725" y="connsiteY8725"/>
              </a:cxn>
              <a:cxn ang="0">
                <a:pos x="connsiteX8726" y="connsiteY8726"/>
              </a:cxn>
              <a:cxn ang="0">
                <a:pos x="connsiteX8727" y="connsiteY8727"/>
              </a:cxn>
              <a:cxn ang="0">
                <a:pos x="connsiteX8728" y="connsiteY8728"/>
              </a:cxn>
              <a:cxn ang="0">
                <a:pos x="connsiteX8729" y="connsiteY8729"/>
              </a:cxn>
              <a:cxn ang="0">
                <a:pos x="connsiteX8730" y="connsiteY8730"/>
              </a:cxn>
              <a:cxn ang="0">
                <a:pos x="connsiteX8731" y="connsiteY8731"/>
              </a:cxn>
              <a:cxn ang="0">
                <a:pos x="connsiteX8732" y="connsiteY8732"/>
              </a:cxn>
              <a:cxn ang="0">
                <a:pos x="connsiteX8733" y="connsiteY8733"/>
              </a:cxn>
              <a:cxn ang="0">
                <a:pos x="connsiteX8734" y="connsiteY8734"/>
              </a:cxn>
              <a:cxn ang="0">
                <a:pos x="connsiteX8735" y="connsiteY8735"/>
              </a:cxn>
              <a:cxn ang="0">
                <a:pos x="connsiteX8736" y="connsiteY8736"/>
              </a:cxn>
              <a:cxn ang="0">
                <a:pos x="connsiteX8737" y="connsiteY8737"/>
              </a:cxn>
              <a:cxn ang="0">
                <a:pos x="connsiteX8738" y="connsiteY8738"/>
              </a:cxn>
              <a:cxn ang="0">
                <a:pos x="connsiteX8739" y="connsiteY8739"/>
              </a:cxn>
              <a:cxn ang="0">
                <a:pos x="connsiteX8740" y="connsiteY8740"/>
              </a:cxn>
              <a:cxn ang="0">
                <a:pos x="connsiteX8741" y="connsiteY8741"/>
              </a:cxn>
              <a:cxn ang="0">
                <a:pos x="connsiteX8742" y="connsiteY8742"/>
              </a:cxn>
              <a:cxn ang="0">
                <a:pos x="connsiteX8743" y="connsiteY8743"/>
              </a:cxn>
              <a:cxn ang="0">
                <a:pos x="connsiteX8744" y="connsiteY8744"/>
              </a:cxn>
              <a:cxn ang="0">
                <a:pos x="connsiteX8745" y="connsiteY8745"/>
              </a:cxn>
              <a:cxn ang="0">
                <a:pos x="connsiteX8746" y="connsiteY8746"/>
              </a:cxn>
              <a:cxn ang="0">
                <a:pos x="connsiteX8747" y="connsiteY8747"/>
              </a:cxn>
              <a:cxn ang="0">
                <a:pos x="connsiteX8748" y="connsiteY8748"/>
              </a:cxn>
              <a:cxn ang="0">
                <a:pos x="connsiteX8749" y="connsiteY8749"/>
              </a:cxn>
              <a:cxn ang="0">
                <a:pos x="connsiteX8750" y="connsiteY8750"/>
              </a:cxn>
              <a:cxn ang="0">
                <a:pos x="connsiteX8751" y="connsiteY8751"/>
              </a:cxn>
              <a:cxn ang="0">
                <a:pos x="connsiteX8752" y="connsiteY8752"/>
              </a:cxn>
              <a:cxn ang="0">
                <a:pos x="connsiteX8753" y="connsiteY8753"/>
              </a:cxn>
              <a:cxn ang="0">
                <a:pos x="connsiteX8754" y="connsiteY8754"/>
              </a:cxn>
              <a:cxn ang="0">
                <a:pos x="connsiteX8755" y="connsiteY8755"/>
              </a:cxn>
              <a:cxn ang="0">
                <a:pos x="connsiteX8756" y="connsiteY8756"/>
              </a:cxn>
              <a:cxn ang="0">
                <a:pos x="connsiteX8757" y="connsiteY8757"/>
              </a:cxn>
              <a:cxn ang="0">
                <a:pos x="connsiteX8758" y="connsiteY8758"/>
              </a:cxn>
              <a:cxn ang="0">
                <a:pos x="connsiteX8759" y="connsiteY8759"/>
              </a:cxn>
              <a:cxn ang="0">
                <a:pos x="connsiteX8760" y="connsiteY8760"/>
              </a:cxn>
              <a:cxn ang="0">
                <a:pos x="connsiteX8761" y="connsiteY8761"/>
              </a:cxn>
              <a:cxn ang="0">
                <a:pos x="connsiteX8762" y="connsiteY8762"/>
              </a:cxn>
              <a:cxn ang="0">
                <a:pos x="connsiteX8763" y="connsiteY8763"/>
              </a:cxn>
              <a:cxn ang="0">
                <a:pos x="connsiteX8764" y="connsiteY8764"/>
              </a:cxn>
              <a:cxn ang="0">
                <a:pos x="connsiteX8765" y="connsiteY8765"/>
              </a:cxn>
              <a:cxn ang="0">
                <a:pos x="connsiteX8766" y="connsiteY8766"/>
              </a:cxn>
              <a:cxn ang="0">
                <a:pos x="connsiteX8767" y="connsiteY8767"/>
              </a:cxn>
              <a:cxn ang="0">
                <a:pos x="connsiteX8768" y="connsiteY8768"/>
              </a:cxn>
              <a:cxn ang="0">
                <a:pos x="connsiteX8769" y="connsiteY8769"/>
              </a:cxn>
              <a:cxn ang="0">
                <a:pos x="connsiteX8770" y="connsiteY8770"/>
              </a:cxn>
              <a:cxn ang="0">
                <a:pos x="connsiteX8771" y="connsiteY8771"/>
              </a:cxn>
              <a:cxn ang="0">
                <a:pos x="connsiteX8772" y="connsiteY8772"/>
              </a:cxn>
              <a:cxn ang="0">
                <a:pos x="connsiteX8773" y="connsiteY8773"/>
              </a:cxn>
              <a:cxn ang="0">
                <a:pos x="connsiteX8774" y="connsiteY8774"/>
              </a:cxn>
              <a:cxn ang="0">
                <a:pos x="connsiteX8775" y="connsiteY8775"/>
              </a:cxn>
              <a:cxn ang="0">
                <a:pos x="connsiteX8776" y="connsiteY8776"/>
              </a:cxn>
              <a:cxn ang="0">
                <a:pos x="connsiteX8777" y="connsiteY8777"/>
              </a:cxn>
              <a:cxn ang="0">
                <a:pos x="connsiteX8778" y="connsiteY8778"/>
              </a:cxn>
              <a:cxn ang="0">
                <a:pos x="connsiteX8779" y="connsiteY8779"/>
              </a:cxn>
              <a:cxn ang="0">
                <a:pos x="connsiteX8780" y="connsiteY8780"/>
              </a:cxn>
              <a:cxn ang="0">
                <a:pos x="connsiteX8781" y="connsiteY8781"/>
              </a:cxn>
              <a:cxn ang="0">
                <a:pos x="connsiteX8782" y="connsiteY8782"/>
              </a:cxn>
              <a:cxn ang="0">
                <a:pos x="connsiteX8783" y="connsiteY8783"/>
              </a:cxn>
              <a:cxn ang="0">
                <a:pos x="connsiteX8784" y="connsiteY8784"/>
              </a:cxn>
              <a:cxn ang="0">
                <a:pos x="connsiteX8785" y="connsiteY8785"/>
              </a:cxn>
              <a:cxn ang="0">
                <a:pos x="connsiteX8786" y="connsiteY8786"/>
              </a:cxn>
              <a:cxn ang="0">
                <a:pos x="connsiteX8787" y="connsiteY8787"/>
              </a:cxn>
              <a:cxn ang="0">
                <a:pos x="connsiteX8788" y="connsiteY8788"/>
              </a:cxn>
              <a:cxn ang="0">
                <a:pos x="connsiteX8789" y="connsiteY8789"/>
              </a:cxn>
              <a:cxn ang="0">
                <a:pos x="connsiteX8790" y="connsiteY8790"/>
              </a:cxn>
              <a:cxn ang="0">
                <a:pos x="connsiteX8791" y="connsiteY8791"/>
              </a:cxn>
              <a:cxn ang="0">
                <a:pos x="connsiteX8792" y="connsiteY8792"/>
              </a:cxn>
              <a:cxn ang="0">
                <a:pos x="connsiteX8793" y="connsiteY8793"/>
              </a:cxn>
              <a:cxn ang="0">
                <a:pos x="connsiteX8794" y="connsiteY8794"/>
              </a:cxn>
              <a:cxn ang="0">
                <a:pos x="connsiteX8795" y="connsiteY8795"/>
              </a:cxn>
              <a:cxn ang="0">
                <a:pos x="connsiteX8796" y="connsiteY8796"/>
              </a:cxn>
              <a:cxn ang="0">
                <a:pos x="connsiteX8797" y="connsiteY8797"/>
              </a:cxn>
              <a:cxn ang="0">
                <a:pos x="connsiteX8798" y="connsiteY8798"/>
              </a:cxn>
              <a:cxn ang="0">
                <a:pos x="connsiteX8799" y="connsiteY8799"/>
              </a:cxn>
              <a:cxn ang="0">
                <a:pos x="connsiteX8800" y="connsiteY8800"/>
              </a:cxn>
              <a:cxn ang="0">
                <a:pos x="connsiteX8801" y="connsiteY8801"/>
              </a:cxn>
              <a:cxn ang="0">
                <a:pos x="connsiteX8802" y="connsiteY8802"/>
              </a:cxn>
              <a:cxn ang="0">
                <a:pos x="connsiteX8803" y="connsiteY8803"/>
              </a:cxn>
              <a:cxn ang="0">
                <a:pos x="connsiteX8804" y="connsiteY8804"/>
              </a:cxn>
              <a:cxn ang="0">
                <a:pos x="connsiteX8805" y="connsiteY8805"/>
              </a:cxn>
              <a:cxn ang="0">
                <a:pos x="connsiteX8806" y="connsiteY8806"/>
              </a:cxn>
              <a:cxn ang="0">
                <a:pos x="connsiteX8807" y="connsiteY8807"/>
              </a:cxn>
              <a:cxn ang="0">
                <a:pos x="connsiteX8808" y="connsiteY8808"/>
              </a:cxn>
              <a:cxn ang="0">
                <a:pos x="connsiteX8809" y="connsiteY8809"/>
              </a:cxn>
              <a:cxn ang="0">
                <a:pos x="connsiteX8810" y="connsiteY8810"/>
              </a:cxn>
              <a:cxn ang="0">
                <a:pos x="connsiteX8811" y="connsiteY8811"/>
              </a:cxn>
              <a:cxn ang="0">
                <a:pos x="connsiteX8812" y="connsiteY8812"/>
              </a:cxn>
              <a:cxn ang="0">
                <a:pos x="connsiteX8813" y="connsiteY8813"/>
              </a:cxn>
              <a:cxn ang="0">
                <a:pos x="connsiteX8814" y="connsiteY8814"/>
              </a:cxn>
              <a:cxn ang="0">
                <a:pos x="connsiteX8815" y="connsiteY8815"/>
              </a:cxn>
              <a:cxn ang="0">
                <a:pos x="connsiteX8816" y="connsiteY8816"/>
              </a:cxn>
              <a:cxn ang="0">
                <a:pos x="connsiteX8817" y="connsiteY8817"/>
              </a:cxn>
              <a:cxn ang="0">
                <a:pos x="connsiteX8818" y="connsiteY8818"/>
              </a:cxn>
              <a:cxn ang="0">
                <a:pos x="connsiteX8819" y="connsiteY8819"/>
              </a:cxn>
              <a:cxn ang="0">
                <a:pos x="connsiteX8820" y="connsiteY8820"/>
              </a:cxn>
              <a:cxn ang="0">
                <a:pos x="connsiteX8821" y="connsiteY8821"/>
              </a:cxn>
              <a:cxn ang="0">
                <a:pos x="connsiteX8822" y="connsiteY8822"/>
              </a:cxn>
              <a:cxn ang="0">
                <a:pos x="connsiteX8823" y="connsiteY8823"/>
              </a:cxn>
              <a:cxn ang="0">
                <a:pos x="connsiteX8824" y="connsiteY8824"/>
              </a:cxn>
              <a:cxn ang="0">
                <a:pos x="connsiteX8825" y="connsiteY8825"/>
              </a:cxn>
              <a:cxn ang="0">
                <a:pos x="connsiteX8826" y="connsiteY8826"/>
              </a:cxn>
              <a:cxn ang="0">
                <a:pos x="connsiteX8827" y="connsiteY8827"/>
              </a:cxn>
              <a:cxn ang="0">
                <a:pos x="connsiteX8828" y="connsiteY8828"/>
              </a:cxn>
              <a:cxn ang="0">
                <a:pos x="connsiteX8829" y="connsiteY8829"/>
              </a:cxn>
              <a:cxn ang="0">
                <a:pos x="connsiteX8830" y="connsiteY8830"/>
              </a:cxn>
              <a:cxn ang="0">
                <a:pos x="connsiteX8831" y="connsiteY8831"/>
              </a:cxn>
              <a:cxn ang="0">
                <a:pos x="connsiteX8832" y="connsiteY8832"/>
              </a:cxn>
              <a:cxn ang="0">
                <a:pos x="connsiteX8833" y="connsiteY8833"/>
              </a:cxn>
              <a:cxn ang="0">
                <a:pos x="connsiteX8834" y="connsiteY8834"/>
              </a:cxn>
              <a:cxn ang="0">
                <a:pos x="connsiteX8835" y="connsiteY8835"/>
              </a:cxn>
              <a:cxn ang="0">
                <a:pos x="connsiteX8836" y="connsiteY8836"/>
              </a:cxn>
              <a:cxn ang="0">
                <a:pos x="connsiteX8837" y="connsiteY8837"/>
              </a:cxn>
              <a:cxn ang="0">
                <a:pos x="connsiteX8838" y="connsiteY8838"/>
              </a:cxn>
              <a:cxn ang="0">
                <a:pos x="connsiteX8839" y="connsiteY8839"/>
              </a:cxn>
              <a:cxn ang="0">
                <a:pos x="connsiteX8840" y="connsiteY8840"/>
              </a:cxn>
              <a:cxn ang="0">
                <a:pos x="connsiteX8841" y="connsiteY8841"/>
              </a:cxn>
              <a:cxn ang="0">
                <a:pos x="connsiteX8842" y="connsiteY8842"/>
              </a:cxn>
              <a:cxn ang="0">
                <a:pos x="connsiteX8843" y="connsiteY8843"/>
              </a:cxn>
              <a:cxn ang="0">
                <a:pos x="connsiteX8844" y="connsiteY8844"/>
              </a:cxn>
              <a:cxn ang="0">
                <a:pos x="connsiteX8845" y="connsiteY8845"/>
              </a:cxn>
              <a:cxn ang="0">
                <a:pos x="connsiteX8846" y="connsiteY8846"/>
              </a:cxn>
              <a:cxn ang="0">
                <a:pos x="connsiteX8847" y="connsiteY8847"/>
              </a:cxn>
              <a:cxn ang="0">
                <a:pos x="connsiteX8848" y="connsiteY8848"/>
              </a:cxn>
              <a:cxn ang="0">
                <a:pos x="connsiteX8849" y="connsiteY8849"/>
              </a:cxn>
              <a:cxn ang="0">
                <a:pos x="connsiteX8850" y="connsiteY8850"/>
              </a:cxn>
              <a:cxn ang="0">
                <a:pos x="connsiteX8851" y="connsiteY8851"/>
              </a:cxn>
              <a:cxn ang="0">
                <a:pos x="connsiteX8852" y="connsiteY8852"/>
              </a:cxn>
              <a:cxn ang="0">
                <a:pos x="connsiteX8853" y="connsiteY8853"/>
              </a:cxn>
              <a:cxn ang="0">
                <a:pos x="connsiteX8854" y="connsiteY8854"/>
              </a:cxn>
              <a:cxn ang="0">
                <a:pos x="connsiteX8855" y="connsiteY8855"/>
              </a:cxn>
              <a:cxn ang="0">
                <a:pos x="connsiteX8856" y="connsiteY8856"/>
              </a:cxn>
              <a:cxn ang="0">
                <a:pos x="connsiteX8857" y="connsiteY8857"/>
              </a:cxn>
              <a:cxn ang="0">
                <a:pos x="connsiteX8858" y="connsiteY8858"/>
              </a:cxn>
              <a:cxn ang="0">
                <a:pos x="connsiteX8859" y="connsiteY8859"/>
              </a:cxn>
              <a:cxn ang="0">
                <a:pos x="connsiteX8860" y="connsiteY8860"/>
              </a:cxn>
              <a:cxn ang="0">
                <a:pos x="connsiteX8861" y="connsiteY8861"/>
              </a:cxn>
              <a:cxn ang="0">
                <a:pos x="connsiteX8862" y="connsiteY8862"/>
              </a:cxn>
              <a:cxn ang="0">
                <a:pos x="connsiteX8863" y="connsiteY8863"/>
              </a:cxn>
              <a:cxn ang="0">
                <a:pos x="connsiteX8864" y="connsiteY8864"/>
              </a:cxn>
              <a:cxn ang="0">
                <a:pos x="connsiteX8865" y="connsiteY8865"/>
              </a:cxn>
              <a:cxn ang="0">
                <a:pos x="connsiteX8866" y="connsiteY8866"/>
              </a:cxn>
              <a:cxn ang="0">
                <a:pos x="connsiteX8867" y="connsiteY8867"/>
              </a:cxn>
              <a:cxn ang="0">
                <a:pos x="connsiteX8868" y="connsiteY8868"/>
              </a:cxn>
              <a:cxn ang="0">
                <a:pos x="connsiteX8869" y="connsiteY8869"/>
              </a:cxn>
              <a:cxn ang="0">
                <a:pos x="connsiteX8870" y="connsiteY8870"/>
              </a:cxn>
              <a:cxn ang="0">
                <a:pos x="connsiteX8871" y="connsiteY8871"/>
              </a:cxn>
              <a:cxn ang="0">
                <a:pos x="connsiteX8872" y="connsiteY8872"/>
              </a:cxn>
              <a:cxn ang="0">
                <a:pos x="connsiteX8873" y="connsiteY8873"/>
              </a:cxn>
              <a:cxn ang="0">
                <a:pos x="connsiteX8874" y="connsiteY8874"/>
              </a:cxn>
              <a:cxn ang="0">
                <a:pos x="connsiteX8875" y="connsiteY8875"/>
              </a:cxn>
              <a:cxn ang="0">
                <a:pos x="connsiteX8876" y="connsiteY8876"/>
              </a:cxn>
              <a:cxn ang="0">
                <a:pos x="connsiteX8877" y="connsiteY8877"/>
              </a:cxn>
              <a:cxn ang="0">
                <a:pos x="connsiteX8878" y="connsiteY8878"/>
              </a:cxn>
              <a:cxn ang="0">
                <a:pos x="connsiteX8879" y="connsiteY8879"/>
              </a:cxn>
              <a:cxn ang="0">
                <a:pos x="connsiteX8880" y="connsiteY8880"/>
              </a:cxn>
              <a:cxn ang="0">
                <a:pos x="connsiteX8881" y="connsiteY8881"/>
              </a:cxn>
              <a:cxn ang="0">
                <a:pos x="connsiteX8882" y="connsiteY8882"/>
              </a:cxn>
              <a:cxn ang="0">
                <a:pos x="connsiteX8883" y="connsiteY8883"/>
              </a:cxn>
              <a:cxn ang="0">
                <a:pos x="connsiteX8884" y="connsiteY8884"/>
              </a:cxn>
              <a:cxn ang="0">
                <a:pos x="connsiteX8885" y="connsiteY8885"/>
              </a:cxn>
              <a:cxn ang="0">
                <a:pos x="connsiteX8886" y="connsiteY8886"/>
              </a:cxn>
              <a:cxn ang="0">
                <a:pos x="connsiteX8887" y="connsiteY8887"/>
              </a:cxn>
              <a:cxn ang="0">
                <a:pos x="connsiteX8888" y="connsiteY8888"/>
              </a:cxn>
              <a:cxn ang="0">
                <a:pos x="connsiteX8889" y="connsiteY8889"/>
              </a:cxn>
              <a:cxn ang="0">
                <a:pos x="connsiteX8890" y="connsiteY8890"/>
              </a:cxn>
              <a:cxn ang="0">
                <a:pos x="connsiteX8891" y="connsiteY8891"/>
              </a:cxn>
              <a:cxn ang="0">
                <a:pos x="connsiteX8892" y="connsiteY8892"/>
              </a:cxn>
              <a:cxn ang="0">
                <a:pos x="connsiteX8893" y="connsiteY8893"/>
              </a:cxn>
              <a:cxn ang="0">
                <a:pos x="connsiteX8894" y="connsiteY8894"/>
              </a:cxn>
              <a:cxn ang="0">
                <a:pos x="connsiteX8895" y="connsiteY8895"/>
              </a:cxn>
              <a:cxn ang="0">
                <a:pos x="connsiteX8896" y="connsiteY8896"/>
              </a:cxn>
              <a:cxn ang="0">
                <a:pos x="connsiteX8897" y="connsiteY8897"/>
              </a:cxn>
              <a:cxn ang="0">
                <a:pos x="connsiteX8898" y="connsiteY8898"/>
              </a:cxn>
              <a:cxn ang="0">
                <a:pos x="connsiteX8899" y="connsiteY8899"/>
              </a:cxn>
              <a:cxn ang="0">
                <a:pos x="connsiteX8900" y="connsiteY8900"/>
              </a:cxn>
              <a:cxn ang="0">
                <a:pos x="connsiteX8901" y="connsiteY8901"/>
              </a:cxn>
              <a:cxn ang="0">
                <a:pos x="connsiteX8902" y="connsiteY8902"/>
              </a:cxn>
              <a:cxn ang="0">
                <a:pos x="connsiteX8903" y="connsiteY8903"/>
              </a:cxn>
              <a:cxn ang="0">
                <a:pos x="connsiteX8904" y="connsiteY8904"/>
              </a:cxn>
              <a:cxn ang="0">
                <a:pos x="connsiteX8905" y="connsiteY8905"/>
              </a:cxn>
              <a:cxn ang="0">
                <a:pos x="connsiteX8906" y="connsiteY8906"/>
              </a:cxn>
              <a:cxn ang="0">
                <a:pos x="connsiteX8907" y="connsiteY8907"/>
              </a:cxn>
              <a:cxn ang="0">
                <a:pos x="connsiteX8908" y="connsiteY8908"/>
              </a:cxn>
              <a:cxn ang="0">
                <a:pos x="connsiteX8909" y="connsiteY8909"/>
              </a:cxn>
              <a:cxn ang="0">
                <a:pos x="connsiteX8910" y="connsiteY8910"/>
              </a:cxn>
              <a:cxn ang="0">
                <a:pos x="connsiteX8911" y="connsiteY8911"/>
              </a:cxn>
              <a:cxn ang="0">
                <a:pos x="connsiteX8912" y="connsiteY8912"/>
              </a:cxn>
              <a:cxn ang="0">
                <a:pos x="connsiteX8913" y="connsiteY8913"/>
              </a:cxn>
              <a:cxn ang="0">
                <a:pos x="connsiteX8914" y="connsiteY8914"/>
              </a:cxn>
              <a:cxn ang="0">
                <a:pos x="connsiteX8915" y="connsiteY8915"/>
              </a:cxn>
              <a:cxn ang="0">
                <a:pos x="connsiteX8916" y="connsiteY8916"/>
              </a:cxn>
              <a:cxn ang="0">
                <a:pos x="connsiteX8917" y="connsiteY8917"/>
              </a:cxn>
              <a:cxn ang="0">
                <a:pos x="connsiteX8918" y="connsiteY8918"/>
              </a:cxn>
              <a:cxn ang="0">
                <a:pos x="connsiteX8919" y="connsiteY8919"/>
              </a:cxn>
              <a:cxn ang="0">
                <a:pos x="connsiteX8920" y="connsiteY8920"/>
              </a:cxn>
              <a:cxn ang="0">
                <a:pos x="connsiteX8921" y="connsiteY8921"/>
              </a:cxn>
              <a:cxn ang="0">
                <a:pos x="connsiteX8922" y="connsiteY8922"/>
              </a:cxn>
              <a:cxn ang="0">
                <a:pos x="connsiteX8923" y="connsiteY8923"/>
              </a:cxn>
              <a:cxn ang="0">
                <a:pos x="connsiteX8924" y="connsiteY8924"/>
              </a:cxn>
              <a:cxn ang="0">
                <a:pos x="connsiteX8925" y="connsiteY8925"/>
              </a:cxn>
              <a:cxn ang="0">
                <a:pos x="connsiteX8926" y="connsiteY8926"/>
              </a:cxn>
              <a:cxn ang="0">
                <a:pos x="connsiteX8927" y="connsiteY8927"/>
              </a:cxn>
              <a:cxn ang="0">
                <a:pos x="connsiteX8928" y="connsiteY8928"/>
              </a:cxn>
              <a:cxn ang="0">
                <a:pos x="connsiteX8929" y="connsiteY8929"/>
              </a:cxn>
              <a:cxn ang="0">
                <a:pos x="connsiteX8930" y="connsiteY8930"/>
              </a:cxn>
              <a:cxn ang="0">
                <a:pos x="connsiteX8931" y="connsiteY8931"/>
              </a:cxn>
              <a:cxn ang="0">
                <a:pos x="connsiteX8932" y="connsiteY8932"/>
              </a:cxn>
              <a:cxn ang="0">
                <a:pos x="connsiteX8933" y="connsiteY8933"/>
              </a:cxn>
              <a:cxn ang="0">
                <a:pos x="connsiteX8934" y="connsiteY8934"/>
              </a:cxn>
              <a:cxn ang="0">
                <a:pos x="connsiteX8935" y="connsiteY8935"/>
              </a:cxn>
              <a:cxn ang="0">
                <a:pos x="connsiteX8936" y="connsiteY8936"/>
              </a:cxn>
              <a:cxn ang="0">
                <a:pos x="connsiteX8937" y="connsiteY8937"/>
              </a:cxn>
              <a:cxn ang="0">
                <a:pos x="connsiteX8938" y="connsiteY8938"/>
              </a:cxn>
              <a:cxn ang="0">
                <a:pos x="connsiteX8939" y="connsiteY8939"/>
              </a:cxn>
              <a:cxn ang="0">
                <a:pos x="connsiteX8940" y="connsiteY8940"/>
              </a:cxn>
              <a:cxn ang="0">
                <a:pos x="connsiteX8941" y="connsiteY8941"/>
              </a:cxn>
              <a:cxn ang="0">
                <a:pos x="connsiteX8942" y="connsiteY8942"/>
              </a:cxn>
              <a:cxn ang="0">
                <a:pos x="connsiteX8943" y="connsiteY8943"/>
              </a:cxn>
              <a:cxn ang="0">
                <a:pos x="connsiteX8944" y="connsiteY8944"/>
              </a:cxn>
              <a:cxn ang="0">
                <a:pos x="connsiteX8945" y="connsiteY8945"/>
              </a:cxn>
              <a:cxn ang="0">
                <a:pos x="connsiteX8946" y="connsiteY8946"/>
              </a:cxn>
              <a:cxn ang="0">
                <a:pos x="connsiteX8947" y="connsiteY8947"/>
              </a:cxn>
              <a:cxn ang="0">
                <a:pos x="connsiteX8948" y="connsiteY8948"/>
              </a:cxn>
              <a:cxn ang="0">
                <a:pos x="connsiteX8949" y="connsiteY8949"/>
              </a:cxn>
              <a:cxn ang="0">
                <a:pos x="connsiteX8950" y="connsiteY8950"/>
              </a:cxn>
              <a:cxn ang="0">
                <a:pos x="connsiteX8951" y="connsiteY8951"/>
              </a:cxn>
              <a:cxn ang="0">
                <a:pos x="connsiteX8952" y="connsiteY8952"/>
              </a:cxn>
              <a:cxn ang="0">
                <a:pos x="connsiteX8953" y="connsiteY8953"/>
              </a:cxn>
              <a:cxn ang="0">
                <a:pos x="connsiteX8954" y="connsiteY8954"/>
              </a:cxn>
              <a:cxn ang="0">
                <a:pos x="connsiteX8955" y="connsiteY8955"/>
              </a:cxn>
              <a:cxn ang="0">
                <a:pos x="connsiteX8956" y="connsiteY8956"/>
              </a:cxn>
              <a:cxn ang="0">
                <a:pos x="connsiteX8957" y="connsiteY8957"/>
              </a:cxn>
              <a:cxn ang="0">
                <a:pos x="connsiteX8958" y="connsiteY8958"/>
              </a:cxn>
              <a:cxn ang="0">
                <a:pos x="connsiteX8959" y="connsiteY8959"/>
              </a:cxn>
              <a:cxn ang="0">
                <a:pos x="connsiteX8960" y="connsiteY8960"/>
              </a:cxn>
              <a:cxn ang="0">
                <a:pos x="connsiteX8961" y="connsiteY8961"/>
              </a:cxn>
              <a:cxn ang="0">
                <a:pos x="connsiteX8962" y="connsiteY8962"/>
              </a:cxn>
              <a:cxn ang="0">
                <a:pos x="connsiteX8963" y="connsiteY8963"/>
              </a:cxn>
              <a:cxn ang="0">
                <a:pos x="connsiteX8964" y="connsiteY8964"/>
              </a:cxn>
              <a:cxn ang="0">
                <a:pos x="connsiteX8965" y="connsiteY8965"/>
              </a:cxn>
              <a:cxn ang="0">
                <a:pos x="connsiteX8966" y="connsiteY8966"/>
              </a:cxn>
              <a:cxn ang="0">
                <a:pos x="connsiteX8967" y="connsiteY8967"/>
              </a:cxn>
              <a:cxn ang="0">
                <a:pos x="connsiteX8968" y="connsiteY8968"/>
              </a:cxn>
              <a:cxn ang="0">
                <a:pos x="connsiteX8969" y="connsiteY8969"/>
              </a:cxn>
              <a:cxn ang="0">
                <a:pos x="connsiteX8970" y="connsiteY8970"/>
              </a:cxn>
              <a:cxn ang="0">
                <a:pos x="connsiteX8971" y="connsiteY8971"/>
              </a:cxn>
              <a:cxn ang="0">
                <a:pos x="connsiteX8972" y="connsiteY8972"/>
              </a:cxn>
              <a:cxn ang="0">
                <a:pos x="connsiteX8973" y="connsiteY8973"/>
              </a:cxn>
              <a:cxn ang="0">
                <a:pos x="connsiteX8974" y="connsiteY8974"/>
              </a:cxn>
              <a:cxn ang="0">
                <a:pos x="connsiteX8975" y="connsiteY8975"/>
              </a:cxn>
              <a:cxn ang="0">
                <a:pos x="connsiteX8976" y="connsiteY8976"/>
              </a:cxn>
              <a:cxn ang="0">
                <a:pos x="connsiteX8977" y="connsiteY8977"/>
              </a:cxn>
              <a:cxn ang="0">
                <a:pos x="connsiteX8978" y="connsiteY8978"/>
              </a:cxn>
              <a:cxn ang="0">
                <a:pos x="connsiteX8979" y="connsiteY8979"/>
              </a:cxn>
              <a:cxn ang="0">
                <a:pos x="connsiteX8980" y="connsiteY8980"/>
              </a:cxn>
              <a:cxn ang="0">
                <a:pos x="connsiteX8981" y="connsiteY8981"/>
              </a:cxn>
              <a:cxn ang="0">
                <a:pos x="connsiteX8982" y="connsiteY8982"/>
              </a:cxn>
              <a:cxn ang="0">
                <a:pos x="connsiteX8983" y="connsiteY8983"/>
              </a:cxn>
              <a:cxn ang="0">
                <a:pos x="connsiteX8984" y="connsiteY8984"/>
              </a:cxn>
              <a:cxn ang="0">
                <a:pos x="connsiteX8985" y="connsiteY8985"/>
              </a:cxn>
              <a:cxn ang="0">
                <a:pos x="connsiteX8986" y="connsiteY8986"/>
              </a:cxn>
              <a:cxn ang="0">
                <a:pos x="connsiteX8987" y="connsiteY8987"/>
              </a:cxn>
              <a:cxn ang="0">
                <a:pos x="connsiteX8988" y="connsiteY8988"/>
              </a:cxn>
              <a:cxn ang="0">
                <a:pos x="connsiteX8989" y="connsiteY8989"/>
              </a:cxn>
              <a:cxn ang="0">
                <a:pos x="connsiteX8990" y="connsiteY8990"/>
              </a:cxn>
              <a:cxn ang="0">
                <a:pos x="connsiteX8991" y="connsiteY8991"/>
              </a:cxn>
              <a:cxn ang="0">
                <a:pos x="connsiteX8992" y="connsiteY8992"/>
              </a:cxn>
              <a:cxn ang="0">
                <a:pos x="connsiteX8993" y="connsiteY8993"/>
              </a:cxn>
              <a:cxn ang="0">
                <a:pos x="connsiteX8994" y="connsiteY8994"/>
              </a:cxn>
              <a:cxn ang="0">
                <a:pos x="connsiteX8995" y="connsiteY8995"/>
              </a:cxn>
              <a:cxn ang="0">
                <a:pos x="connsiteX8996" y="connsiteY8996"/>
              </a:cxn>
              <a:cxn ang="0">
                <a:pos x="connsiteX8997" y="connsiteY8997"/>
              </a:cxn>
              <a:cxn ang="0">
                <a:pos x="connsiteX8998" y="connsiteY8998"/>
              </a:cxn>
              <a:cxn ang="0">
                <a:pos x="connsiteX8999" y="connsiteY8999"/>
              </a:cxn>
              <a:cxn ang="0">
                <a:pos x="connsiteX9000" y="connsiteY9000"/>
              </a:cxn>
              <a:cxn ang="0">
                <a:pos x="connsiteX9001" y="connsiteY9001"/>
              </a:cxn>
              <a:cxn ang="0">
                <a:pos x="connsiteX9002" y="connsiteY9002"/>
              </a:cxn>
              <a:cxn ang="0">
                <a:pos x="connsiteX9003" y="connsiteY9003"/>
              </a:cxn>
              <a:cxn ang="0">
                <a:pos x="connsiteX9004" y="connsiteY9004"/>
              </a:cxn>
              <a:cxn ang="0">
                <a:pos x="connsiteX9005" y="connsiteY9005"/>
              </a:cxn>
              <a:cxn ang="0">
                <a:pos x="connsiteX9006" y="connsiteY9006"/>
              </a:cxn>
              <a:cxn ang="0">
                <a:pos x="connsiteX9007" y="connsiteY9007"/>
              </a:cxn>
              <a:cxn ang="0">
                <a:pos x="connsiteX9008" y="connsiteY9008"/>
              </a:cxn>
              <a:cxn ang="0">
                <a:pos x="connsiteX9009" y="connsiteY9009"/>
              </a:cxn>
              <a:cxn ang="0">
                <a:pos x="connsiteX9010" y="connsiteY9010"/>
              </a:cxn>
              <a:cxn ang="0">
                <a:pos x="connsiteX9011" y="connsiteY9011"/>
              </a:cxn>
              <a:cxn ang="0">
                <a:pos x="connsiteX9012" y="connsiteY9012"/>
              </a:cxn>
              <a:cxn ang="0">
                <a:pos x="connsiteX9013" y="connsiteY9013"/>
              </a:cxn>
              <a:cxn ang="0">
                <a:pos x="connsiteX9014" y="connsiteY9014"/>
              </a:cxn>
              <a:cxn ang="0">
                <a:pos x="connsiteX9015" y="connsiteY9015"/>
              </a:cxn>
              <a:cxn ang="0">
                <a:pos x="connsiteX9016" y="connsiteY9016"/>
              </a:cxn>
              <a:cxn ang="0">
                <a:pos x="connsiteX9017" y="connsiteY9017"/>
              </a:cxn>
              <a:cxn ang="0">
                <a:pos x="connsiteX9018" y="connsiteY9018"/>
              </a:cxn>
              <a:cxn ang="0">
                <a:pos x="connsiteX9019" y="connsiteY9019"/>
              </a:cxn>
              <a:cxn ang="0">
                <a:pos x="connsiteX9020" y="connsiteY9020"/>
              </a:cxn>
              <a:cxn ang="0">
                <a:pos x="connsiteX9021" y="connsiteY9021"/>
              </a:cxn>
              <a:cxn ang="0">
                <a:pos x="connsiteX9022" y="connsiteY9022"/>
              </a:cxn>
              <a:cxn ang="0">
                <a:pos x="connsiteX9023" y="connsiteY9023"/>
              </a:cxn>
              <a:cxn ang="0">
                <a:pos x="connsiteX9024" y="connsiteY9024"/>
              </a:cxn>
              <a:cxn ang="0">
                <a:pos x="connsiteX9025" y="connsiteY9025"/>
              </a:cxn>
              <a:cxn ang="0">
                <a:pos x="connsiteX9026" y="connsiteY9026"/>
              </a:cxn>
              <a:cxn ang="0">
                <a:pos x="connsiteX9027" y="connsiteY9027"/>
              </a:cxn>
              <a:cxn ang="0">
                <a:pos x="connsiteX9028" y="connsiteY9028"/>
              </a:cxn>
              <a:cxn ang="0">
                <a:pos x="connsiteX9029" y="connsiteY9029"/>
              </a:cxn>
              <a:cxn ang="0">
                <a:pos x="connsiteX9030" y="connsiteY9030"/>
              </a:cxn>
              <a:cxn ang="0">
                <a:pos x="connsiteX9031" y="connsiteY9031"/>
              </a:cxn>
              <a:cxn ang="0">
                <a:pos x="connsiteX9032" y="connsiteY9032"/>
              </a:cxn>
              <a:cxn ang="0">
                <a:pos x="connsiteX9033" y="connsiteY9033"/>
              </a:cxn>
              <a:cxn ang="0">
                <a:pos x="connsiteX9034" y="connsiteY9034"/>
              </a:cxn>
              <a:cxn ang="0">
                <a:pos x="connsiteX9035" y="connsiteY9035"/>
              </a:cxn>
              <a:cxn ang="0">
                <a:pos x="connsiteX9036" y="connsiteY9036"/>
              </a:cxn>
              <a:cxn ang="0">
                <a:pos x="connsiteX9037" y="connsiteY9037"/>
              </a:cxn>
              <a:cxn ang="0">
                <a:pos x="connsiteX9038" y="connsiteY9038"/>
              </a:cxn>
              <a:cxn ang="0">
                <a:pos x="connsiteX9039" y="connsiteY9039"/>
              </a:cxn>
              <a:cxn ang="0">
                <a:pos x="connsiteX9040" y="connsiteY9040"/>
              </a:cxn>
              <a:cxn ang="0">
                <a:pos x="connsiteX9041" y="connsiteY9041"/>
              </a:cxn>
              <a:cxn ang="0">
                <a:pos x="connsiteX9042" y="connsiteY9042"/>
              </a:cxn>
              <a:cxn ang="0">
                <a:pos x="connsiteX9043" y="connsiteY9043"/>
              </a:cxn>
              <a:cxn ang="0">
                <a:pos x="connsiteX9044" y="connsiteY9044"/>
              </a:cxn>
              <a:cxn ang="0">
                <a:pos x="connsiteX9045" y="connsiteY9045"/>
              </a:cxn>
              <a:cxn ang="0">
                <a:pos x="connsiteX9046" y="connsiteY9046"/>
              </a:cxn>
              <a:cxn ang="0">
                <a:pos x="connsiteX9047" y="connsiteY9047"/>
              </a:cxn>
              <a:cxn ang="0">
                <a:pos x="connsiteX9048" y="connsiteY9048"/>
              </a:cxn>
              <a:cxn ang="0">
                <a:pos x="connsiteX9049" y="connsiteY9049"/>
              </a:cxn>
              <a:cxn ang="0">
                <a:pos x="connsiteX9050" y="connsiteY9050"/>
              </a:cxn>
              <a:cxn ang="0">
                <a:pos x="connsiteX9051" y="connsiteY9051"/>
              </a:cxn>
              <a:cxn ang="0">
                <a:pos x="connsiteX9052" y="connsiteY9052"/>
              </a:cxn>
              <a:cxn ang="0">
                <a:pos x="connsiteX9053" y="connsiteY9053"/>
              </a:cxn>
              <a:cxn ang="0">
                <a:pos x="connsiteX9054" y="connsiteY9054"/>
              </a:cxn>
              <a:cxn ang="0">
                <a:pos x="connsiteX9055" y="connsiteY9055"/>
              </a:cxn>
              <a:cxn ang="0">
                <a:pos x="connsiteX9056" y="connsiteY9056"/>
              </a:cxn>
              <a:cxn ang="0">
                <a:pos x="connsiteX9057" y="connsiteY9057"/>
              </a:cxn>
              <a:cxn ang="0">
                <a:pos x="connsiteX9058" y="connsiteY9058"/>
              </a:cxn>
              <a:cxn ang="0">
                <a:pos x="connsiteX9059" y="connsiteY9059"/>
              </a:cxn>
              <a:cxn ang="0">
                <a:pos x="connsiteX9060" y="connsiteY9060"/>
              </a:cxn>
              <a:cxn ang="0">
                <a:pos x="connsiteX9061" y="connsiteY9061"/>
              </a:cxn>
              <a:cxn ang="0">
                <a:pos x="connsiteX9062" y="connsiteY9062"/>
              </a:cxn>
              <a:cxn ang="0">
                <a:pos x="connsiteX9063" y="connsiteY9063"/>
              </a:cxn>
              <a:cxn ang="0">
                <a:pos x="connsiteX9064" y="connsiteY9064"/>
              </a:cxn>
              <a:cxn ang="0">
                <a:pos x="connsiteX9065" y="connsiteY9065"/>
              </a:cxn>
              <a:cxn ang="0">
                <a:pos x="connsiteX9066" y="connsiteY9066"/>
              </a:cxn>
              <a:cxn ang="0">
                <a:pos x="connsiteX9067" y="connsiteY9067"/>
              </a:cxn>
              <a:cxn ang="0">
                <a:pos x="connsiteX9068" y="connsiteY9068"/>
              </a:cxn>
              <a:cxn ang="0">
                <a:pos x="connsiteX9069" y="connsiteY9069"/>
              </a:cxn>
              <a:cxn ang="0">
                <a:pos x="connsiteX9070" y="connsiteY9070"/>
              </a:cxn>
              <a:cxn ang="0">
                <a:pos x="connsiteX9071" y="connsiteY9071"/>
              </a:cxn>
              <a:cxn ang="0">
                <a:pos x="connsiteX9072" y="connsiteY9072"/>
              </a:cxn>
              <a:cxn ang="0">
                <a:pos x="connsiteX9073" y="connsiteY9073"/>
              </a:cxn>
              <a:cxn ang="0">
                <a:pos x="connsiteX9074" y="connsiteY9074"/>
              </a:cxn>
              <a:cxn ang="0">
                <a:pos x="connsiteX9075" y="connsiteY9075"/>
              </a:cxn>
              <a:cxn ang="0">
                <a:pos x="connsiteX9076" y="connsiteY9076"/>
              </a:cxn>
              <a:cxn ang="0">
                <a:pos x="connsiteX9077" y="connsiteY9077"/>
              </a:cxn>
              <a:cxn ang="0">
                <a:pos x="connsiteX9078" y="connsiteY9078"/>
              </a:cxn>
              <a:cxn ang="0">
                <a:pos x="connsiteX9079" y="connsiteY9079"/>
              </a:cxn>
              <a:cxn ang="0">
                <a:pos x="connsiteX9080" y="connsiteY9080"/>
              </a:cxn>
              <a:cxn ang="0">
                <a:pos x="connsiteX9081" y="connsiteY9081"/>
              </a:cxn>
              <a:cxn ang="0">
                <a:pos x="connsiteX9082" y="connsiteY9082"/>
              </a:cxn>
              <a:cxn ang="0">
                <a:pos x="connsiteX9083" y="connsiteY9083"/>
              </a:cxn>
              <a:cxn ang="0">
                <a:pos x="connsiteX9084" y="connsiteY9084"/>
              </a:cxn>
              <a:cxn ang="0">
                <a:pos x="connsiteX9085" y="connsiteY9085"/>
              </a:cxn>
              <a:cxn ang="0">
                <a:pos x="connsiteX9086" y="connsiteY9086"/>
              </a:cxn>
              <a:cxn ang="0">
                <a:pos x="connsiteX9087" y="connsiteY9087"/>
              </a:cxn>
              <a:cxn ang="0">
                <a:pos x="connsiteX9088" y="connsiteY9088"/>
              </a:cxn>
              <a:cxn ang="0">
                <a:pos x="connsiteX9089" y="connsiteY9089"/>
              </a:cxn>
              <a:cxn ang="0">
                <a:pos x="connsiteX9090" y="connsiteY9090"/>
              </a:cxn>
              <a:cxn ang="0">
                <a:pos x="connsiteX9091" y="connsiteY9091"/>
              </a:cxn>
              <a:cxn ang="0">
                <a:pos x="connsiteX9092" y="connsiteY9092"/>
              </a:cxn>
              <a:cxn ang="0">
                <a:pos x="connsiteX9093" y="connsiteY9093"/>
              </a:cxn>
              <a:cxn ang="0">
                <a:pos x="connsiteX9094" y="connsiteY9094"/>
              </a:cxn>
              <a:cxn ang="0">
                <a:pos x="connsiteX9095" y="connsiteY9095"/>
              </a:cxn>
              <a:cxn ang="0">
                <a:pos x="connsiteX9096" y="connsiteY9096"/>
              </a:cxn>
              <a:cxn ang="0">
                <a:pos x="connsiteX9097" y="connsiteY9097"/>
              </a:cxn>
              <a:cxn ang="0">
                <a:pos x="connsiteX9098" y="connsiteY9098"/>
              </a:cxn>
              <a:cxn ang="0">
                <a:pos x="connsiteX9099" y="connsiteY9099"/>
              </a:cxn>
              <a:cxn ang="0">
                <a:pos x="connsiteX9100" y="connsiteY9100"/>
              </a:cxn>
              <a:cxn ang="0">
                <a:pos x="connsiteX9101" y="connsiteY9101"/>
              </a:cxn>
              <a:cxn ang="0">
                <a:pos x="connsiteX9102" y="connsiteY9102"/>
              </a:cxn>
              <a:cxn ang="0">
                <a:pos x="connsiteX9103" y="connsiteY9103"/>
              </a:cxn>
              <a:cxn ang="0">
                <a:pos x="connsiteX9104" y="connsiteY9104"/>
              </a:cxn>
              <a:cxn ang="0">
                <a:pos x="connsiteX9105" y="connsiteY9105"/>
              </a:cxn>
              <a:cxn ang="0">
                <a:pos x="connsiteX9106" y="connsiteY9106"/>
              </a:cxn>
              <a:cxn ang="0">
                <a:pos x="connsiteX9107" y="connsiteY9107"/>
              </a:cxn>
              <a:cxn ang="0">
                <a:pos x="connsiteX9108" y="connsiteY9108"/>
              </a:cxn>
              <a:cxn ang="0">
                <a:pos x="connsiteX9109" y="connsiteY9109"/>
              </a:cxn>
              <a:cxn ang="0">
                <a:pos x="connsiteX9110" y="connsiteY9110"/>
              </a:cxn>
              <a:cxn ang="0">
                <a:pos x="connsiteX9111" y="connsiteY9111"/>
              </a:cxn>
              <a:cxn ang="0">
                <a:pos x="connsiteX9112" y="connsiteY9112"/>
              </a:cxn>
              <a:cxn ang="0">
                <a:pos x="connsiteX9113" y="connsiteY9113"/>
              </a:cxn>
              <a:cxn ang="0">
                <a:pos x="connsiteX9114" y="connsiteY9114"/>
              </a:cxn>
              <a:cxn ang="0">
                <a:pos x="connsiteX9115" y="connsiteY9115"/>
              </a:cxn>
              <a:cxn ang="0">
                <a:pos x="connsiteX9116" y="connsiteY9116"/>
              </a:cxn>
              <a:cxn ang="0">
                <a:pos x="connsiteX9117" y="connsiteY9117"/>
              </a:cxn>
              <a:cxn ang="0">
                <a:pos x="connsiteX9118" y="connsiteY9118"/>
              </a:cxn>
              <a:cxn ang="0">
                <a:pos x="connsiteX9119" y="connsiteY9119"/>
              </a:cxn>
              <a:cxn ang="0">
                <a:pos x="connsiteX9120" y="connsiteY9120"/>
              </a:cxn>
              <a:cxn ang="0">
                <a:pos x="connsiteX9121" y="connsiteY9121"/>
              </a:cxn>
              <a:cxn ang="0">
                <a:pos x="connsiteX9122" y="connsiteY9122"/>
              </a:cxn>
              <a:cxn ang="0">
                <a:pos x="connsiteX9123" y="connsiteY9123"/>
              </a:cxn>
              <a:cxn ang="0">
                <a:pos x="connsiteX9124" y="connsiteY9124"/>
              </a:cxn>
              <a:cxn ang="0">
                <a:pos x="connsiteX9125" y="connsiteY9125"/>
              </a:cxn>
              <a:cxn ang="0">
                <a:pos x="connsiteX9126" y="connsiteY9126"/>
              </a:cxn>
              <a:cxn ang="0">
                <a:pos x="connsiteX9127" y="connsiteY9127"/>
              </a:cxn>
              <a:cxn ang="0">
                <a:pos x="connsiteX9128" y="connsiteY9128"/>
              </a:cxn>
              <a:cxn ang="0">
                <a:pos x="connsiteX9129" y="connsiteY9129"/>
              </a:cxn>
              <a:cxn ang="0">
                <a:pos x="connsiteX9130" y="connsiteY9130"/>
              </a:cxn>
              <a:cxn ang="0">
                <a:pos x="connsiteX9131" y="connsiteY9131"/>
              </a:cxn>
              <a:cxn ang="0">
                <a:pos x="connsiteX9132" y="connsiteY9132"/>
              </a:cxn>
              <a:cxn ang="0">
                <a:pos x="connsiteX9133" y="connsiteY9133"/>
              </a:cxn>
              <a:cxn ang="0">
                <a:pos x="connsiteX9134" y="connsiteY9134"/>
              </a:cxn>
              <a:cxn ang="0">
                <a:pos x="connsiteX9135" y="connsiteY9135"/>
              </a:cxn>
              <a:cxn ang="0">
                <a:pos x="connsiteX9136" y="connsiteY9136"/>
              </a:cxn>
              <a:cxn ang="0">
                <a:pos x="connsiteX9137" y="connsiteY9137"/>
              </a:cxn>
              <a:cxn ang="0">
                <a:pos x="connsiteX9138" y="connsiteY9138"/>
              </a:cxn>
              <a:cxn ang="0">
                <a:pos x="connsiteX9139" y="connsiteY9139"/>
              </a:cxn>
              <a:cxn ang="0">
                <a:pos x="connsiteX9140" y="connsiteY9140"/>
              </a:cxn>
              <a:cxn ang="0">
                <a:pos x="connsiteX9141" y="connsiteY9141"/>
              </a:cxn>
              <a:cxn ang="0">
                <a:pos x="connsiteX9142" y="connsiteY9142"/>
              </a:cxn>
              <a:cxn ang="0">
                <a:pos x="connsiteX9143" y="connsiteY9143"/>
              </a:cxn>
              <a:cxn ang="0">
                <a:pos x="connsiteX9144" y="connsiteY9144"/>
              </a:cxn>
              <a:cxn ang="0">
                <a:pos x="connsiteX9145" y="connsiteY9145"/>
              </a:cxn>
              <a:cxn ang="0">
                <a:pos x="connsiteX9146" y="connsiteY9146"/>
              </a:cxn>
              <a:cxn ang="0">
                <a:pos x="connsiteX9147" y="connsiteY9147"/>
              </a:cxn>
              <a:cxn ang="0">
                <a:pos x="connsiteX9148" y="connsiteY9148"/>
              </a:cxn>
              <a:cxn ang="0">
                <a:pos x="connsiteX9149" y="connsiteY9149"/>
              </a:cxn>
              <a:cxn ang="0">
                <a:pos x="connsiteX9150" y="connsiteY9150"/>
              </a:cxn>
              <a:cxn ang="0">
                <a:pos x="connsiteX9151" y="connsiteY9151"/>
              </a:cxn>
              <a:cxn ang="0">
                <a:pos x="connsiteX9152" y="connsiteY9152"/>
              </a:cxn>
              <a:cxn ang="0">
                <a:pos x="connsiteX9153" y="connsiteY9153"/>
              </a:cxn>
              <a:cxn ang="0">
                <a:pos x="connsiteX9154" y="connsiteY9154"/>
              </a:cxn>
              <a:cxn ang="0">
                <a:pos x="connsiteX9155" y="connsiteY9155"/>
              </a:cxn>
              <a:cxn ang="0">
                <a:pos x="connsiteX9156" y="connsiteY9156"/>
              </a:cxn>
              <a:cxn ang="0">
                <a:pos x="connsiteX9157" y="connsiteY9157"/>
              </a:cxn>
              <a:cxn ang="0">
                <a:pos x="connsiteX9158" y="connsiteY9158"/>
              </a:cxn>
              <a:cxn ang="0">
                <a:pos x="connsiteX9159" y="connsiteY9159"/>
              </a:cxn>
              <a:cxn ang="0">
                <a:pos x="connsiteX9160" y="connsiteY9160"/>
              </a:cxn>
              <a:cxn ang="0">
                <a:pos x="connsiteX9161" y="connsiteY9161"/>
              </a:cxn>
              <a:cxn ang="0">
                <a:pos x="connsiteX9162" y="connsiteY9162"/>
              </a:cxn>
              <a:cxn ang="0">
                <a:pos x="connsiteX9163" y="connsiteY9163"/>
              </a:cxn>
              <a:cxn ang="0">
                <a:pos x="connsiteX9164" y="connsiteY9164"/>
              </a:cxn>
              <a:cxn ang="0">
                <a:pos x="connsiteX9165" y="connsiteY9165"/>
              </a:cxn>
              <a:cxn ang="0">
                <a:pos x="connsiteX9166" y="connsiteY9166"/>
              </a:cxn>
              <a:cxn ang="0">
                <a:pos x="connsiteX9167" y="connsiteY9167"/>
              </a:cxn>
              <a:cxn ang="0">
                <a:pos x="connsiteX9168" y="connsiteY9168"/>
              </a:cxn>
              <a:cxn ang="0">
                <a:pos x="connsiteX9169" y="connsiteY9169"/>
              </a:cxn>
              <a:cxn ang="0">
                <a:pos x="connsiteX9170" y="connsiteY9170"/>
              </a:cxn>
              <a:cxn ang="0">
                <a:pos x="connsiteX9171" y="connsiteY9171"/>
              </a:cxn>
              <a:cxn ang="0">
                <a:pos x="connsiteX9172" y="connsiteY9172"/>
              </a:cxn>
              <a:cxn ang="0">
                <a:pos x="connsiteX9173" y="connsiteY9173"/>
              </a:cxn>
              <a:cxn ang="0">
                <a:pos x="connsiteX9174" y="connsiteY9174"/>
              </a:cxn>
              <a:cxn ang="0">
                <a:pos x="connsiteX9175" y="connsiteY9175"/>
              </a:cxn>
              <a:cxn ang="0">
                <a:pos x="connsiteX9176" y="connsiteY9176"/>
              </a:cxn>
              <a:cxn ang="0">
                <a:pos x="connsiteX9177" y="connsiteY9177"/>
              </a:cxn>
              <a:cxn ang="0">
                <a:pos x="connsiteX9178" y="connsiteY9178"/>
              </a:cxn>
              <a:cxn ang="0">
                <a:pos x="connsiteX9179" y="connsiteY9179"/>
              </a:cxn>
              <a:cxn ang="0">
                <a:pos x="connsiteX9180" y="connsiteY9180"/>
              </a:cxn>
              <a:cxn ang="0">
                <a:pos x="connsiteX9181" y="connsiteY9181"/>
              </a:cxn>
              <a:cxn ang="0">
                <a:pos x="connsiteX9182" y="connsiteY9182"/>
              </a:cxn>
              <a:cxn ang="0">
                <a:pos x="connsiteX9183" y="connsiteY9183"/>
              </a:cxn>
              <a:cxn ang="0">
                <a:pos x="connsiteX9184" y="connsiteY9184"/>
              </a:cxn>
              <a:cxn ang="0">
                <a:pos x="connsiteX9185" y="connsiteY9185"/>
              </a:cxn>
              <a:cxn ang="0">
                <a:pos x="connsiteX9186" y="connsiteY9186"/>
              </a:cxn>
              <a:cxn ang="0">
                <a:pos x="connsiteX9187" y="connsiteY9187"/>
              </a:cxn>
              <a:cxn ang="0">
                <a:pos x="connsiteX9188" y="connsiteY9188"/>
              </a:cxn>
              <a:cxn ang="0">
                <a:pos x="connsiteX9189" y="connsiteY9189"/>
              </a:cxn>
              <a:cxn ang="0">
                <a:pos x="connsiteX9190" y="connsiteY9190"/>
              </a:cxn>
              <a:cxn ang="0">
                <a:pos x="connsiteX9191" y="connsiteY9191"/>
              </a:cxn>
              <a:cxn ang="0">
                <a:pos x="connsiteX9192" y="connsiteY9192"/>
              </a:cxn>
              <a:cxn ang="0">
                <a:pos x="connsiteX9193" y="connsiteY9193"/>
              </a:cxn>
              <a:cxn ang="0">
                <a:pos x="connsiteX9194" y="connsiteY9194"/>
              </a:cxn>
              <a:cxn ang="0">
                <a:pos x="connsiteX9195" y="connsiteY9195"/>
              </a:cxn>
              <a:cxn ang="0">
                <a:pos x="connsiteX9196" y="connsiteY9196"/>
              </a:cxn>
              <a:cxn ang="0">
                <a:pos x="connsiteX9197" y="connsiteY9197"/>
              </a:cxn>
              <a:cxn ang="0">
                <a:pos x="connsiteX9198" y="connsiteY9198"/>
              </a:cxn>
              <a:cxn ang="0">
                <a:pos x="connsiteX9199" y="connsiteY9199"/>
              </a:cxn>
              <a:cxn ang="0">
                <a:pos x="connsiteX9200" y="connsiteY9200"/>
              </a:cxn>
              <a:cxn ang="0">
                <a:pos x="connsiteX9201" y="connsiteY9201"/>
              </a:cxn>
              <a:cxn ang="0">
                <a:pos x="connsiteX9202" y="connsiteY9202"/>
              </a:cxn>
              <a:cxn ang="0">
                <a:pos x="connsiteX9203" y="connsiteY9203"/>
              </a:cxn>
              <a:cxn ang="0">
                <a:pos x="connsiteX9204" y="connsiteY9204"/>
              </a:cxn>
              <a:cxn ang="0">
                <a:pos x="connsiteX9205" y="connsiteY9205"/>
              </a:cxn>
              <a:cxn ang="0">
                <a:pos x="connsiteX9206" y="connsiteY9206"/>
              </a:cxn>
              <a:cxn ang="0">
                <a:pos x="connsiteX9207" y="connsiteY9207"/>
              </a:cxn>
              <a:cxn ang="0">
                <a:pos x="connsiteX9208" y="connsiteY9208"/>
              </a:cxn>
              <a:cxn ang="0">
                <a:pos x="connsiteX9209" y="connsiteY9209"/>
              </a:cxn>
              <a:cxn ang="0">
                <a:pos x="connsiteX9210" y="connsiteY9210"/>
              </a:cxn>
              <a:cxn ang="0">
                <a:pos x="connsiteX9211" y="connsiteY9211"/>
              </a:cxn>
              <a:cxn ang="0">
                <a:pos x="connsiteX9212" y="connsiteY9212"/>
              </a:cxn>
              <a:cxn ang="0">
                <a:pos x="connsiteX9213" y="connsiteY9213"/>
              </a:cxn>
              <a:cxn ang="0">
                <a:pos x="connsiteX9214" y="connsiteY9214"/>
              </a:cxn>
              <a:cxn ang="0">
                <a:pos x="connsiteX9215" y="connsiteY9215"/>
              </a:cxn>
              <a:cxn ang="0">
                <a:pos x="connsiteX9216" y="connsiteY9216"/>
              </a:cxn>
              <a:cxn ang="0">
                <a:pos x="connsiteX9217" y="connsiteY9217"/>
              </a:cxn>
              <a:cxn ang="0">
                <a:pos x="connsiteX9218" y="connsiteY9218"/>
              </a:cxn>
              <a:cxn ang="0">
                <a:pos x="connsiteX9219" y="connsiteY9219"/>
              </a:cxn>
              <a:cxn ang="0">
                <a:pos x="connsiteX9220" y="connsiteY9220"/>
              </a:cxn>
              <a:cxn ang="0">
                <a:pos x="connsiteX9221" y="connsiteY9221"/>
              </a:cxn>
              <a:cxn ang="0">
                <a:pos x="connsiteX9222" y="connsiteY9222"/>
              </a:cxn>
              <a:cxn ang="0">
                <a:pos x="connsiteX9223" y="connsiteY9223"/>
              </a:cxn>
              <a:cxn ang="0">
                <a:pos x="connsiteX9224" y="connsiteY9224"/>
              </a:cxn>
              <a:cxn ang="0">
                <a:pos x="connsiteX9225" y="connsiteY9225"/>
              </a:cxn>
              <a:cxn ang="0">
                <a:pos x="connsiteX9226" y="connsiteY9226"/>
              </a:cxn>
              <a:cxn ang="0">
                <a:pos x="connsiteX9227" y="connsiteY9227"/>
              </a:cxn>
              <a:cxn ang="0">
                <a:pos x="connsiteX9228" y="connsiteY9228"/>
              </a:cxn>
              <a:cxn ang="0">
                <a:pos x="connsiteX9229" y="connsiteY9229"/>
              </a:cxn>
              <a:cxn ang="0">
                <a:pos x="connsiteX9230" y="connsiteY9230"/>
              </a:cxn>
              <a:cxn ang="0">
                <a:pos x="connsiteX9231" y="connsiteY9231"/>
              </a:cxn>
              <a:cxn ang="0">
                <a:pos x="connsiteX9232" y="connsiteY9232"/>
              </a:cxn>
              <a:cxn ang="0">
                <a:pos x="connsiteX9233" y="connsiteY9233"/>
              </a:cxn>
              <a:cxn ang="0">
                <a:pos x="connsiteX9234" y="connsiteY9234"/>
              </a:cxn>
              <a:cxn ang="0">
                <a:pos x="connsiteX9235" y="connsiteY9235"/>
              </a:cxn>
              <a:cxn ang="0">
                <a:pos x="connsiteX9236" y="connsiteY9236"/>
              </a:cxn>
              <a:cxn ang="0">
                <a:pos x="connsiteX9237" y="connsiteY9237"/>
              </a:cxn>
              <a:cxn ang="0">
                <a:pos x="connsiteX9238" y="connsiteY9238"/>
              </a:cxn>
              <a:cxn ang="0">
                <a:pos x="connsiteX9239" y="connsiteY9239"/>
              </a:cxn>
              <a:cxn ang="0">
                <a:pos x="connsiteX9240" y="connsiteY9240"/>
              </a:cxn>
              <a:cxn ang="0">
                <a:pos x="connsiteX9241" y="connsiteY9241"/>
              </a:cxn>
              <a:cxn ang="0">
                <a:pos x="connsiteX9242" y="connsiteY9242"/>
              </a:cxn>
              <a:cxn ang="0">
                <a:pos x="connsiteX9243" y="connsiteY9243"/>
              </a:cxn>
              <a:cxn ang="0">
                <a:pos x="connsiteX9244" y="connsiteY9244"/>
              </a:cxn>
              <a:cxn ang="0">
                <a:pos x="connsiteX9245" y="connsiteY9245"/>
              </a:cxn>
              <a:cxn ang="0">
                <a:pos x="connsiteX9246" y="connsiteY9246"/>
              </a:cxn>
              <a:cxn ang="0">
                <a:pos x="connsiteX9247" y="connsiteY9247"/>
              </a:cxn>
              <a:cxn ang="0">
                <a:pos x="connsiteX9248" y="connsiteY9248"/>
              </a:cxn>
              <a:cxn ang="0">
                <a:pos x="connsiteX9249" y="connsiteY9249"/>
              </a:cxn>
              <a:cxn ang="0">
                <a:pos x="connsiteX9250" y="connsiteY9250"/>
              </a:cxn>
              <a:cxn ang="0">
                <a:pos x="connsiteX9251" y="connsiteY9251"/>
              </a:cxn>
              <a:cxn ang="0">
                <a:pos x="connsiteX9252" y="connsiteY9252"/>
              </a:cxn>
              <a:cxn ang="0">
                <a:pos x="connsiteX9253" y="connsiteY9253"/>
              </a:cxn>
              <a:cxn ang="0">
                <a:pos x="connsiteX9254" y="connsiteY9254"/>
              </a:cxn>
              <a:cxn ang="0">
                <a:pos x="connsiteX9255" y="connsiteY9255"/>
              </a:cxn>
              <a:cxn ang="0">
                <a:pos x="connsiteX9256" y="connsiteY9256"/>
              </a:cxn>
              <a:cxn ang="0">
                <a:pos x="connsiteX9257" y="connsiteY9257"/>
              </a:cxn>
              <a:cxn ang="0">
                <a:pos x="connsiteX9258" y="connsiteY9258"/>
              </a:cxn>
              <a:cxn ang="0">
                <a:pos x="connsiteX9259" y="connsiteY9259"/>
              </a:cxn>
              <a:cxn ang="0">
                <a:pos x="connsiteX9260" y="connsiteY9260"/>
              </a:cxn>
              <a:cxn ang="0">
                <a:pos x="connsiteX9261" y="connsiteY9261"/>
              </a:cxn>
              <a:cxn ang="0">
                <a:pos x="connsiteX9262" y="connsiteY9262"/>
              </a:cxn>
              <a:cxn ang="0">
                <a:pos x="connsiteX9263" y="connsiteY9263"/>
              </a:cxn>
              <a:cxn ang="0">
                <a:pos x="connsiteX9264" y="connsiteY9264"/>
              </a:cxn>
              <a:cxn ang="0">
                <a:pos x="connsiteX9265" y="connsiteY9265"/>
              </a:cxn>
              <a:cxn ang="0">
                <a:pos x="connsiteX9266" y="connsiteY9266"/>
              </a:cxn>
              <a:cxn ang="0">
                <a:pos x="connsiteX9267" y="connsiteY9267"/>
              </a:cxn>
              <a:cxn ang="0">
                <a:pos x="connsiteX9268" y="connsiteY9268"/>
              </a:cxn>
              <a:cxn ang="0">
                <a:pos x="connsiteX9269" y="connsiteY9269"/>
              </a:cxn>
              <a:cxn ang="0">
                <a:pos x="connsiteX9270" y="connsiteY9270"/>
              </a:cxn>
              <a:cxn ang="0">
                <a:pos x="connsiteX9271" y="connsiteY9271"/>
              </a:cxn>
              <a:cxn ang="0">
                <a:pos x="connsiteX9272" y="connsiteY9272"/>
              </a:cxn>
              <a:cxn ang="0">
                <a:pos x="connsiteX9273" y="connsiteY9273"/>
              </a:cxn>
              <a:cxn ang="0">
                <a:pos x="connsiteX9274" y="connsiteY9274"/>
              </a:cxn>
              <a:cxn ang="0">
                <a:pos x="connsiteX9275" y="connsiteY9275"/>
              </a:cxn>
              <a:cxn ang="0">
                <a:pos x="connsiteX9276" y="connsiteY9276"/>
              </a:cxn>
              <a:cxn ang="0">
                <a:pos x="connsiteX9277" y="connsiteY9277"/>
              </a:cxn>
              <a:cxn ang="0">
                <a:pos x="connsiteX9278" y="connsiteY9278"/>
              </a:cxn>
              <a:cxn ang="0">
                <a:pos x="connsiteX9279" y="connsiteY9279"/>
              </a:cxn>
              <a:cxn ang="0">
                <a:pos x="connsiteX9280" y="connsiteY9280"/>
              </a:cxn>
              <a:cxn ang="0">
                <a:pos x="connsiteX9281" y="connsiteY9281"/>
              </a:cxn>
              <a:cxn ang="0">
                <a:pos x="connsiteX9282" y="connsiteY9282"/>
              </a:cxn>
              <a:cxn ang="0">
                <a:pos x="connsiteX9283" y="connsiteY9283"/>
              </a:cxn>
              <a:cxn ang="0">
                <a:pos x="connsiteX9284" y="connsiteY9284"/>
              </a:cxn>
              <a:cxn ang="0">
                <a:pos x="connsiteX9285" y="connsiteY9285"/>
              </a:cxn>
              <a:cxn ang="0">
                <a:pos x="connsiteX9286" y="connsiteY9286"/>
              </a:cxn>
              <a:cxn ang="0">
                <a:pos x="connsiteX9287" y="connsiteY9287"/>
              </a:cxn>
              <a:cxn ang="0">
                <a:pos x="connsiteX9288" y="connsiteY9288"/>
              </a:cxn>
              <a:cxn ang="0">
                <a:pos x="connsiteX9289" y="connsiteY9289"/>
              </a:cxn>
              <a:cxn ang="0">
                <a:pos x="connsiteX9290" y="connsiteY9290"/>
              </a:cxn>
              <a:cxn ang="0">
                <a:pos x="connsiteX9291" y="connsiteY9291"/>
              </a:cxn>
              <a:cxn ang="0">
                <a:pos x="connsiteX9292" y="connsiteY9292"/>
              </a:cxn>
              <a:cxn ang="0">
                <a:pos x="connsiteX9293" y="connsiteY9293"/>
              </a:cxn>
              <a:cxn ang="0">
                <a:pos x="connsiteX9294" y="connsiteY9294"/>
              </a:cxn>
              <a:cxn ang="0">
                <a:pos x="connsiteX9295" y="connsiteY9295"/>
              </a:cxn>
              <a:cxn ang="0">
                <a:pos x="connsiteX9296" y="connsiteY9296"/>
              </a:cxn>
              <a:cxn ang="0">
                <a:pos x="connsiteX9297" y="connsiteY9297"/>
              </a:cxn>
              <a:cxn ang="0">
                <a:pos x="connsiteX9298" y="connsiteY9298"/>
              </a:cxn>
              <a:cxn ang="0">
                <a:pos x="connsiteX9299" y="connsiteY9299"/>
              </a:cxn>
              <a:cxn ang="0">
                <a:pos x="connsiteX9300" y="connsiteY9300"/>
              </a:cxn>
              <a:cxn ang="0">
                <a:pos x="connsiteX9301" y="connsiteY9301"/>
              </a:cxn>
              <a:cxn ang="0">
                <a:pos x="connsiteX9302" y="connsiteY9302"/>
              </a:cxn>
              <a:cxn ang="0">
                <a:pos x="connsiteX9303" y="connsiteY9303"/>
              </a:cxn>
              <a:cxn ang="0">
                <a:pos x="connsiteX9304" y="connsiteY9304"/>
              </a:cxn>
              <a:cxn ang="0">
                <a:pos x="connsiteX9305" y="connsiteY9305"/>
              </a:cxn>
              <a:cxn ang="0">
                <a:pos x="connsiteX9306" y="connsiteY9306"/>
              </a:cxn>
              <a:cxn ang="0">
                <a:pos x="connsiteX9307" y="connsiteY9307"/>
              </a:cxn>
              <a:cxn ang="0">
                <a:pos x="connsiteX9308" y="connsiteY9308"/>
              </a:cxn>
              <a:cxn ang="0">
                <a:pos x="connsiteX9309" y="connsiteY9309"/>
              </a:cxn>
              <a:cxn ang="0">
                <a:pos x="connsiteX9310" y="connsiteY9310"/>
              </a:cxn>
              <a:cxn ang="0">
                <a:pos x="connsiteX9311" y="connsiteY9311"/>
              </a:cxn>
              <a:cxn ang="0">
                <a:pos x="connsiteX9312" y="connsiteY9312"/>
              </a:cxn>
              <a:cxn ang="0">
                <a:pos x="connsiteX9313" y="connsiteY9313"/>
              </a:cxn>
              <a:cxn ang="0">
                <a:pos x="connsiteX9314" y="connsiteY9314"/>
              </a:cxn>
              <a:cxn ang="0">
                <a:pos x="connsiteX9315" y="connsiteY9315"/>
              </a:cxn>
              <a:cxn ang="0">
                <a:pos x="connsiteX9316" y="connsiteY9316"/>
              </a:cxn>
              <a:cxn ang="0">
                <a:pos x="connsiteX9317" y="connsiteY9317"/>
              </a:cxn>
              <a:cxn ang="0">
                <a:pos x="connsiteX9318" y="connsiteY9318"/>
              </a:cxn>
              <a:cxn ang="0">
                <a:pos x="connsiteX9319" y="connsiteY9319"/>
              </a:cxn>
              <a:cxn ang="0">
                <a:pos x="connsiteX9320" y="connsiteY9320"/>
              </a:cxn>
              <a:cxn ang="0">
                <a:pos x="connsiteX9321" y="connsiteY9321"/>
              </a:cxn>
              <a:cxn ang="0">
                <a:pos x="connsiteX9322" y="connsiteY9322"/>
              </a:cxn>
              <a:cxn ang="0">
                <a:pos x="connsiteX9323" y="connsiteY9323"/>
              </a:cxn>
              <a:cxn ang="0">
                <a:pos x="connsiteX9324" y="connsiteY9324"/>
              </a:cxn>
              <a:cxn ang="0">
                <a:pos x="connsiteX9325" y="connsiteY9325"/>
              </a:cxn>
              <a:cxn ang="0">
                <a:pos x="connsiteX9326" y="connsiteY9326"/>
              </a:cxn>
              <a:cxn ang="0">
                <a:pos x="connsiteX9327" y="connsiteY9327"/>
              </a:cxn>
              <a:cxn ang="0">
                <a:pos x="connsiteX9328" y="connsiteY9328"/>
              </a:cxn>
              <a:cxn ang="0">
                <a:pos x="connsiteX9329" y="connsiteY9329"/>
              </a:cxn>
              <a:cxn ang="0">
                <a:pos x="connsiteX9330" y="connsiteY9330"/>
              </a:cxn>
              <a:cxn ang="0">
                <a:pos x="connsiteX9331" y="connsiteY9331"/>
              </a:cxn>
              <a:cxn ang="0">
                <a:pos x="connsiteX9332" y="connsiteY9332"/>
              </a:cxn>
              <a:cxn ang="0">
                <a:pos x="connsiteX9333" y="connsiteY9333"/>
              </a:cxn>
              <a:cxn ang="0">
                <a:pos x="connsiteX9334" y="connsiteY9334"/>
              </a:cxn>
              <a:cxn ang="0">
                <a:pos x="connsiteX9335" y="connsiteY9335"/>
              </a:cxn>
              <a:cxn ang="0">
                <a:pos x="connsiteX9336" y="connsiteY9336"/>
              </a:cxn>
              <a:cxn ang="0">
                <a:pos x="connsiteX9337" y="connsiteY9337"/>
              </a:cxn>
              <a:cxn ang="0">
                <a:pos x="connsiteX9338" y="connsiteY9338"/>
              </a:cxn>
              <a:cxn ang="0">
                <a:pos x="connsiteX9339" y="connsiteY9339"/>
              </a:cxn>
              <a:cxn ang="0">
                <a:pos x="connsiteX9340" y="connsiteY9340"/>
              </a:cxn>
              <a:cxn ang="0">
                <a:pos x="connsiteX9341" y="connsiteY9341"/>
              </a:cxn>
              <a:cxn ang="0">
                <a:pos x="connsiteX9342" y="connsiteY9342"/>
              </a:cxn>
              <a:cxn ang="0">
                <a:pos x="connsiteX9343" y="connsiteY9343"/>
              </a:cxn>
              <a:cxn ang="0">
                <a:pos x="connsiteX9344" y="connsiteY9344"/>
              </a:cxn>
              <a:cxn ang="0">
                <a:pos x="connsiteX9345" y="connsiteY9345"/>
              </a:cxn>
              <a:cxn ang="0">
                <a:pos x="connsiteX9346" y="connsiteY9346"/>
              </a:cxn>
              <a:cxn ang="0">
                <a:pos x="connsiteX9347" y="connsiteY9347"/>
              </a:cxn>
              <a:cxn ang="0">
                <a:pos x="connsiteX9348" y="connsiteY9348"/>
              </a:cxn>
              <a:cxn ang="0">
                <a:pos x="connsiteX9349" y="connsiteY9349"/>
              </a:cxn>
              <a:cxn ang="0">
                <a:pos x="connsiteX9350" y="connsiteY9350"/>
              </a:cxn>
              <a:cxn ang="0">
                <a:pos x="connsiteX9351" y="connsiteY9351"/>
              </a:cxn>
              <a:cxn ang="0">
                <a:pos x="connsiteX9352" y="connsiteY9352"/>
              </a:cxn>
              <a:cxn ang="0">
                <a:pos x="connsiteX9353" y="connsiteY9353"/>
              </a:cxn>
              <a:cxn ang="0">
                <a:pos x="connsiteX9354" y="connsiteY9354"/>
              </a:cxn>
              <a:cxn ang="0">
                <a:pos x="connsiteX9355" y="connsiteY9355"/>
              </a:cxn>
              <a:cxn ang="0">
                <a:pos x="connsiteX9356" y="connsiteY9356"/>
              </a:cxn>
              <a:cxn ang="0">
                <a:pos x="connsiteX9357" y="connsiteY9357"/>
              </a:cxn>
              <a:cxn ang="0">
                <a:pos x="connsiteX9358" y="connsiteY9358"/>
              </a:cxn>
              <a:cxn ang="0">
                <a:pos x="connsiteX9359" y="connsiteY9359"/>
              </a:cxn>
              <a:cxn ang="0">
                <a:pos x="connsiteX9360" y="connsiteY9360"/>
              </a:cxn>
              <a:cxn ang="0">
                <a:pos x="connsiteX9361" y="connsiteY9361"/>
              </a:cxn>
              <a:cxn ang="0">
                <a:pos x="connsiteX9362" y="connsiteY9362"/>
              </a:cxn>
              <a:cxn ang="0">
                <a:pos x="connsiteX9363" y="connsiteY9363"/>
              </a:cxn>
              <a:cxn ang="0">
                <a:pos x="connsiteX9364" y="connsiteY9364"/>
              </a:cxn>
              <a:cxn ang="0">
                <a:pos x="connsiteX9365" y="connsiteY9365"/>
              </a:cxn>
              <a:cxn ang="0">
                <a:pos x="connsiteX9366" y="connsiteY9366"/>
              </a:cxn>
              <a:cxn ang="0">
                <a:pos x="connsiteX9367" y="connsiteY9367"/>
              </a:cxn>
              <a:cxn ang="0">
                <a:pos x="connsiteX9368" y="connsiteY9368"/>
              </a:cxn>
              <a:cxn ang="0">
                <a:pos x="connsiteX9369" y="connsiteY9369"/>
              </a:cxn>
              <a:cxn ang="0">
                <a:pos x="connsiteX9370" y="connsiteY9370"/>
              </a:cxn>
              <a:cxn ang="0">
                <a:pos x="connsiteX9371" y="connsiteY9371"/>
              </a:cxn>
              <a:cxn ang="0">
                <a:pos x="connsiteX9372" y="connsiteY9372"/>
              </a:cxn>
              <a:cxn ang="0">
                <a:pos x="connsiteX9373" y="connsiteY9373"/>
              </a:cxn>
              <a:cxn ang="0">
                <a:pos x="connsiteX9374" y="connsiteY9374"/>
              </a:cxn>
              <a:cxn ang="0">
                <a:pos x="connsiteX9375" y="connsiteY9375"/>
              </a:cxn>
              <a:cxn ang="0">
                <a:pos x="connsiteX9376" y="connsiteY9376"/>
              </a:cxn>
              <a:cxn ang="0">
                <a:pos x="connsiteX9377" y="connsiteY9377"/>
              </a:cxn>
              <a:cxn ang="0">
                <a:pos x="connsiteX9378" y="connsiteY9378"/>
              </a:cxn>
              <a:cxn ang="0">
                <a:pos x="connsiteX9379" y="connsiteY9379"/>
              </a:cxn>
              <a:cxn ang="0">
                <a:pos x="connsiteX9380" y="connsiteY9380"/>
              </a:cxn>
              <a:cxn ang="0">
                <a:pos x="connsiteX9381" y="connsiteY9381"/>
              </a:cxn>
              <a:cxn ang="0">
                <a:pos x="connsiteX9382" y="connsiteY9382"/>
              </a:cxn>
              <a:cxn ang="0">
                <a:pos x="connsiteX9383" y="connsiteY9383"/>
              </a:cxn>
              <a:cxn ang="0">
                <a:pos x="connsiteX9384" y="connsiteY9384"/>
              </a:cxn>
              <a:cxn ang="0">
                <a:pos x="connsiteX9385" y="connsiteY9385"/>
              </a:cxn>
              <a:cxn ang="0">
                <a:pos x="connsiteX9386" y="connsiteY9386"/>
              </a:cxn>
              <a:cxn ang="0">
                <a:pos x="connsiteX9387" y="connsiteY9387"/>
              </a:cxn>
              <a:cxn ang="0">
                <a:pos x="connsiteX9388" y="connsiteY9388"/>
              </a:cxn>
              <a:cxn ang="0">
                <a:pos x="connsiteX9389" y="connsiteY9389"/>
              </a:cxn>
              <a:cxn ang="0">
                <a:pos x="connsiteX9390" y="connsiteY9390"/>
              </a:cxn>
              <a:cxn ang="0">
                <a:pos x="connsiteX9391" y="connsiteY9391"/>
              </a:cxn>
              <a:cxn ang="0">
                <a:pos x="connsiteX9392" y="connsiteY9392"/>
              </a:cxn>
              <a:cxn ang="0">
                <a:pos x="connsiteX9393" y="connsiteY9393"/>
              </a:cxn>
              <a:cxn ang="0">
                <a:pos x="connsiteX9394" y="connsiteY9394"/>
              </a:cxn>
              <a:cxn ang="0">
                <a:pos x="connsiteX9395" y="connsiteY9395"/>
              </a:cxn>
              <a:cxn ang="0">
                <a:pos x="connsiteX9396" y="connsiteY9396"/>
              </a:cxn>
              <a:cxn ang="0">
                <a:pos x="connsiteX9397" y="connsiteY9397"/>
              </a:cxn>
              <a:cxn ang="0">
                <a:pos x="connsiteX9398" y="connsiteY9398"/>
              </a:cxn>
              <a:cxn ang="0">
                <a:pos x="connsiteX9399" y="connsiteY9399"/>
              </a:cxn>
              <a:cxn ang="0">
                <a:pos x="connsiteX9400" y="connsiteY9400"/>
              </a:cxn>
              <a:cxn ang="0">
                <a:pos x="connsiteX9401" y="connsiteY9401"/>
              </a:cxn>
              <a:cxn ang="0">
                <a:pos x="connsiteX9402" y="connsiteY9402"/>
              </a:cxn>
              <a:cxn ang="0">
                <a:pos x="connsiteX9403" y="connsiteY9403"/>
              </a:cxn>
              <a:cxn ang="0">
                <a:pos x="connsiteX9404" y="connsiteY9404"/>
              </a:cxn>
              <a:cxn ang="0">
                <a:pos x="connsiteX9405" y="connsiteY9405"/>
              </a:cxn>
              <a:cxn ang="0">
                <a:pos x="connsiteX9406" y="connsiteY9406"/>
              </a:cxn>
              <a:cxn ang="0">
                <a:pos x="connsiteX9407" y="connsiteY9407"/>
              </a:cxn>
              <a:cxn ang="0">
                <a:pos x="connsiteX9408" y="connsiteY9408"/>
              </a:cxn>
              <a:cxn ang="0">
                <a:pos x="connsiteX9409" y="connsiteY9409"/>
              </a:cxn>
              <a:cxn ang="0">
                <a:pos x="connsiteX9410" y="connsiteY9410"/>
              </a:cxn>
              <a:cxn ang="0">
                <a:pos x="connsiteX9411" y="connsiteY9411"/>
              </a:cxn>
              <a:cxn ang="0">
                <a:pos x="connsiteX9412" y="connsiteY9412"/>
              </a:cxn>
              <a:cxn ang="0">
                <a:pos x="connsiteX9413" y="connsiteY9413"/>
              </a:cxn>
              <a:cxn ang="0">
                <a:pos x="connsiteX9414" y="connsiteY9414"/>
              </a:cxn>
              <a:cxn ang="0">
                <a:pos x="connsiteX9415" y="connsiteY9415"/>
              </a:cxn>
              <a:cxn ang="0">
                <a:pos x="connsiteX9416" y="connsiteY9416"/>
              </a:cxn>
              <a:cxn ang="0">
                <a:pos x="connsiteX9417" y="connsiteY9417"/>
              </a:cxn>
              <a:cxn ang="0">
                <a:pos x="connsiteX9418" y="connsiteY9418"/>
              </a:cxn>
              <a:cxn ang="0">
                <a:pos x="connsiteX9419" y="connsiteY9419"/>
              </a:cxn>
              <a:cxn ang="0">
                <a:pos x="connsiteX9420" y="connsiteY9420"/>
              </a:cxn>
              <a:cxn ang="0">
                <a:pos x="connsiteX9421" y="connsiteY9421"/>
              </a:cxn>
              <a:cxn ang="0">
                <a:pos x="connsiteX9422" y="connsiteY9422"/>
              </a:cxn>
              <a:cxn ang="0">
                <a:pos x="connsiteX9423" y="connsiteY9423"/>
              </a:cxn>
              <a:cxn ang="0">
                <a:pos x="connsiteX9424" y="connsiteY9424"/>
              </a:cxn>
              <a:cxn ang="0">
                <a:pos x="connsiteX9425" y="connsiteY9425"/>
              </a:cxn>
              <a:cxn ang="0">
                <a:pos x="connsiteX9426" y="connsiteY9426"/>
              </a:cxn>
              <a:cxn ang="0">
                <a:pos x="connsiteX9427" y="connsiteY9427"/>
              </a:cxn>
              <a:cxn ang="0">
                <a:pos x="connsiteX9428" y="connsiteY9428"/>
              </a:cxn>
              <a:cxn ang="0">
                <a:pos x="connsiteX9429" y="connsiteY9429"/>
              </a:cxn>
              <a:cxn ang="0">
                <a:pos x="connsiteX9430" y="connsiteY9430"/>
              </a:cxn>
              <a:cxn ang="0">
                <a:pos x="connsiteX9431" y="connsiteY9431"/>
              </a:cxn>
              <a:cxn ang="0">
                <a:pos x="connsiteX9432" y="connsiteY9432"/>
              </a:cxn>
              <a:cxn ang="0">
                <a:pos x="connsiteX9433" y="connsiteY9433"/>
              </a:cxn>
              <a:cxn ang="0">
                <a:pos x="connsiteX9434" y="connsiteY9434"/>
              </a:cxn>
              <a:cxn ang="0">
                <a:pos x="connsiteX9435" y="connsiteY9435"/>
              </a:cxn>
              <a:cxn ang="0">
                <a:pos x="connsiteX9436" y="connsiteY9436"/>
              </a:cxn>
              <a:cxn ang="0">
                <a:pos x="connsiteX9437" y="connsiteY9437"/>
              </a:cxn>
              <a:cxn ang="0">
                <a:pos x="connsiteX9438" y="connsiteY9438"/>
              </a:cxn>
              <a:cxn ang="0">
                <a:pos x="connsiteX9439" y="connsiteY9439"/>
              </a:cxn>
              <a:cxn ang="0">
                <a:pos x="connsiteX9440" y="connsiteY9440"/>
              </a:cxn>
              <a:cxn ang="0">
                <a:pos x="connsiteX9441" y="connsiteY9441"/>
              </a:cxn>
              <a:cxn ang="0">
                <a:pos x="connsiteX9442" y="connsiteY9442"/>
              </a:cxn>
              <a:cxn ang="0">
                <a:pos x="connsiteX9443" y="connsiteY9443"/>
              </a:cxn>
              <a:cxn ang="0">
                <a:pos x="connsiteX9444" y="connsiteY9444"/>
              </a:cxn>
              <a:cxn ang="0">
                <a:pos x="connsiteX9445" y="connsiteY9445"/>
              </a:cxn>
              <a:cxn ang="0">
                <a:pos x="connsiteX9446" y="connsiteY9446"/>
              </a:cxn>
              <a:cxn ang="0">
                <a:pos x="connsiteX9447" y="connsiteY9447"/>
              </a:cxn>
              <a:cxn ang="0">
                <a:pos x="connsiteX9448" y="connsiteY9448"/>
              </a:cxn>
              <a:cxn ang="0">
                <a:pos x="connsiteX9449" y="connsiteY9449"/>
              </a:cxn>
              <a:cxn ang="0">
                <a:pos x="connsiteX9450" y="connsiteY9450"/>
              </a:cxn>
              <a:cxn ang="0">
                <a:pos x="connsiteX9451" y="connsiteY9451"/>
              </a:cxn>
              <a:cxn ang="0">
                <a:pos x="connsiteX9452" y="connsiteY9452"/>
              </a:cxn>
              <a:cxn ang="0">
                <a:pos x="connsiteX9453" y="connsiteY9453"/>
              </a:cxn>
              <a:cxn ang="0">
                <a:pos x="connsiteX9454" y="connsiteY9454"/>
              </a:cxn>
              <a:cxn ang="0">
                <a:pos x="connsiteX9455" y="connsiteY9455"/>
              </a:cxn>
              <a:cxn ang="0">
                <a:pos x="connsiteX9456" y="connsiteY9456"/>
              </a:cxn>
              <a:cxn ang="0">
                <a:pos x="connsiteX9457" y="connsiteY9457"/>
              </a:cxn>
              <a:cxn ang="0">
                <a:pos x="connsiteX9458" y="connsiteY9458"/>
              </a:cxn>
              <a:cxn ang="0">
                <a:pos x="connsiteX9459" y="connsiteY9459"/>
              </a:cxn>
              <a:cxn ang="0">
                <a:pos x="connsiteX9460" y="connsiteY9460"/>
              </a:cxn>
              <a:cxn ang="0">
                <a:pos x="connsiteX9461" y="connsiteY9461"/>
              </a:cxn>
              <a:cxn ang="0">
                <a:pos x="connsiteX9462" y="connsiteY9462"/>
              </a:cxn>
              <a:cxn ang="0">
                <a:pos x="connsiteX9463" y="connsiteY9463"/>
              </a:cxn>
              <a:cxn ang="0">
                <a:pos x="connsiteX9464" y="connsiteY9464"/>
              </a:cxn>
              <a:cxn ang="0">
                <a:pos x="connsiteX9465" y="connsiteY9465"/>
              </a:cxn>
              <a:cxn ang="0">
                <a:pos x="connsiteX9466" y="connsiteY9466"/>
              </a:cxn>
              <a:cxn ang="0">
                <a:pos x="connsiteX9467" y="connsiteY9467"/>
              </a:cxn>
              <a:cxn ang="0">
                <a:pos x="connsiteX9468" y="connsiteY9468"/>
              </a:cxn>
              <a:cxn ang="0">
                <a:pos x="connsiteX9469" y="connsiteY9469"/>
              </a:cxn>
              <a:cxn ang="0">
                <a:pos x="connsiteX9470" y="connsiteY9470"/>
              </a:cxn>
              <a:cxn ang="0">
                <a:pos x="connsiteX9471" y="connsiteY9471"/>
              </a:cxn>
              <a:cxn ang="0">
                <a:pos x="connsiteX9472" y="connsiteY9472"/>
              </a:cxn>
              <a:cxn ang="0">
                <a:pos x="connsiteX9473" y="connsiteY9473"/>
              </a:cxn>
              <a:cxn ang="0">
                <a:pos x="connsiteX9474" y="connsiteY9474"/>
              </a:cxn>
              <a:cxn ang="0">
                <a:pos x="connsiteX9475" y="connsiteY9475"/>
              </a:cxn>
              <a:cxn ang="0">
                <a:pos x="connsiteX9476" y="connsiteY9476"/>
              </a:cxn>
              <a:cxn ang="0">
                <a:pos x="connsiteX9477" y="connsiteY9477"/>
              </a:cxn>
              <a:cxn ang="0">
                <a:pos x="connsiteX9478" y="connsiteY9478"/>
              </a:cxn>
              <a:cxn ang="0">
                <a:pos x="connsiteX9479" y="connsiteY9479"/>
              </a:cxn>
              <a:cxn ang="0">
                <a:pos x="connsiteX9480" y="connsiteY9480"/>
              </a:cxn>
              <a:cxn ang="0">
                <a:pos x="connsiteX9481" y="connsiteY9481"/>
              </a:cxn>
              <a:cxn ang="0">
                <a:pos x="connsiteX9482" y="connsiteY9482"/>
              </a:cxn>
              <a:cxn ang="0">
                <a:pos x="connsiteX9483" y="connsiteY9483"/>
              </a:cxn>
              <a:cxn ang="0">
                <a:pos x="connsiteX9484" y="connsiteY9484"/>
              </a:cxn>
              <a:cxn ang="0">
                <a:pos x="connsiteX9485" y="connsiteY9485"/>
              </a:cxn>
              <a:cxn ang="0">
                <a:pos x="connsiteX9486" y="connsiteY9486"/>
              </a:cxn>
              <a:cxn ang="0">
                <a:pos x="connsiteX9487" y="connsiteY9487"/>
              </a:cxn>
              <a:cxn ang="0">
                <a:pos x="connsiteX9488" y="connsiteY9488"/>
              </a:cxn>
              <a:cxn ang="0">
                <a:pos x="connsiteX9489" y="connsiteY9489"/>
              </a:cxn>
              <a:cxn ang="0">
                <a:pos x="connsiteX9490" y="connsiteY9490"/>
              </a:cxn>
              <a:cxn ang="0">
                <a:pos x="connsiteX9491" y="connsiteY9491"/>
              </a:cxn>
              <a:cxn ang="0">
                <a:pos x="connsiteX9492" y="connsiteY9492"/>
              </a:cxn>
              <a:cxn ang="0">
                <a:pos x="connsiteX9493" y="connsiteY9493"/>
              </a:cxn>
              <a:cxn ang="0">
                <a:pos x="connsiteX9494" y="connsiteY9494"/>
              </a:cxn>
              <a:cxn ang="0">
                <a:pos x="connsiteX9495" y="connsiteY9495"/>
              </a:cxn>
              <a:cxn ang="0">
                <a:pos x="connsiteX9496" y="connsiteY9496"/>
              </a:cxn>
              <a:cxn ang="0">
                <a:pos x="connsiteX9497" y="connsiteY9497"/>
              </a:cxn>
              <a:cxn ang="0">
                <a:pos x="connsiteX9498" y="connsiteY9498"/>
              </a:cxn>
              <a:cxn ang="0">
                <a:pos x="connsiteX9499" y="connsiteY9499"/>
              </a:cxn>
              <a:cxn ang="0">
                <a:pos x="connsiteX9500" y="connsiteY9500"/>
              </a:cxn>
              <a:cxn ang="0">
                <a:pos x="connsiteX9501" y="connsiteY9501"/>
              </a:cxn>
              <a:cxn ang="0">
                <a:pos x="connsiteX9502" y="connsiteY9502"/>
              </a:cxn>
              <a:cxn ang="0">
                <a:pos x="connsiteX9503" y="connsiteY9503"/>
              </a:cxn>
              <a:cxn ang="0">
                <a:pos x="connsiteX9504" y="connsiteY9504"/>
              </a:cxn>
              <a:cxn ang="0">
                <a:pos x="connsiteX9505" y="connsiteY9505"/>
              </a:cxn>
              <a:cxn ang="0">
                <a:pos x="connsiteX9506" y="connsiteY9506"/>
              </a:cxn>
              <a:cxn ang="0">
                <a:pos x="connsiteX9507" y="connsiteY9507"/>
              </a:cxn>
              <a:cxn ang="0">
                <a:pos x="connsiteX9508" y="connsiteY9508"/>
              </a:cxn>
              <a:cxn ang="0">
                <a:pos x="connsiteX9509" y="connsiteY9509"/>
              </a:cxn>
              <a:cxn ang="0">
                <a:pos x="connsiteX9510" y="connsiteY9510"/>
              </a:cxn>
              <a:cxn ang="0">
                <a:pos x="connsiteX9511" y="connsiteY9511"/>
              </a:cxn>
              <a:cxn ang="0">
                <a:pos x="connsiteX9512" y="connsiteY9512"/>
              </a:cxn>
              <a:cxn ang="0">
                <a:pos x="connsiteX9513" y="connsiteY9513"/>
              </a:cxn>
              <a:cxn ang="0">
                <a:pos x="connsiteX9514" y="connsiteY9514"/>
              </a:cxn>
              <a:cxn ang="0">
                <a:pos x="connsiteX9515" y="connsiteY9515"/>
              </a:cxn>
              <a:cxn ang="0">
                <a:pos x="connsiteX9516" y="connsiteY9516"/>
              </a:cxn>
              <a:cxn ang="0">
                <a:pos x="connsiteX9517" y="connsiteY9517"/>
              </a:cxn>
              <a:cxn ang="0">
                <a:pos x="connsiteX9518" y="connsiteY9518"/>
              </a:cxn>
              <a:cxn ang="0">
                <a:pos x="connsiteX9519" y="connsiteY9519"/>
              </a:cxn>
              <a:cxn ang="0">
                <a:pos x="connsiteX9520" y="connsiteY9520"/>
              </a:cxn>
              <a:cxn ang="0">
                <a:pos x="connsiteX9521" y="connsiteY9521"/>
              </a:cxn>
              <a:cxn ang="0">
                <a:pos x="connsiteX9522" y="connsiteY9522"/>
              </a:cxn>
              <a:cxn ang="0">
                <a:pos x="connsiteX9523" y="connsiteY9523"/>
              </a:cxn>
              <a:cxn ang="0">
                <a:pos x="connsiteX9524" y="connsiteY9524"/>
              </a:cxn>
              <a:cxn ang="0">
                <a:pos x="connsiteX9525" y="connsiteY9525"/>
              </a:cxn>
              <a:cxn ang="0">
                <a:pos x="connsiteX9526" y="connsiteY9526"/>
              </a:cxn>
              <a:cxn ang="0">
                <a:pos x="connsiteX9527" y="connsiteY9527"/>
              </a:cxn>
              <a:cxn ang="0">
                <a:pos x="connsiteX9528" y="connsiteY9528"/>
              </a:cxn>
              <a:cxn ang="0">
                <a:pos x="connsiteX9529" y="connsiteY9529"/>
              </a:cxn>
              <a:cxn ang="0">
                <a:pos x="connsiteX9530" y="connsiteY9530"/>
              </a:cxn>
              <a:cxn ang="0">
                <a:pos x="connsiteX9531" y="connsiteY9531"/>
              </a:cxn>
              <a:cxn ang="0">
                <a:pos x="connsiteX9532" y="connsiteY9532"/>
              </a:cxn>
              <a:cxn ang="0">
                <a:pos x="connsiteX9533" y="connsiteY9533"/>
              </a:cxn>
              <a:cxn ang="0">
                <a:pos x="connsiteX9534" y="connsiteY9534"/>
              </a:cxn>
              <a:cxn ang="0">
                <a:pos x="connsiteX9535" y="connsiteY9535"/>
              </a:cxn>
              <a:cxn ang="0">
                <a:pos x="connsiteX9536" y="connsiteY9536"/>
              </a:cxn>
              <a:cxn ang="0">
                <a:pos x="connsiteX9537" y="connsiteY9537"/>
              </a:cxn>
              <a:cxn ang="0">
                <a:pos x="connsiteX9538" y="connsiteY9538"/>
              </a:cxn>
              <a:cxn ang="0">
                <a:pos x="connsiteX9539" y="connsiteY9539"/>
              </a:cxn>
              <a:cxn ang="0">
                <a:pos x="connsiteX9540" y="connsiteY9540"/>
              </a:cxn>
              <a:cxn ang="0">
                <a:pos x="connsiteX9541" y="connsiteY9541"/>
              </a:cxn>
              <a:cxn ang="0">
                <a:pos x="connsiteX9542" y="connsiteY9542"/>
              </a:cxn>
              <a:cxn ang="0">
                <a:pos x="connsiteX9543" y="connsiteY9543"/>
              </a:cxn>
              <a:cxn ang="0">
                <a:pos x="connsiteX9544" y="connsiteY9544"/>
              </a:cxn>
              <a:cxn ang="0">
                <a:pos x="connsiteX9545" y="connsiteY9545"/>
              </a:cxn>
              <a:cxn ang="0">
                <a:pos x="connsiteX9546" y="connsiteY9546"/>
              </a:cxn>
              <a:cxn ang="0">
                <a:pos x="connsiteX9547" y="connsiteY9547"/>
              </a:cxn>
              <a:cxn ang="0">
                <a:pos x="connsiteX9548" y="connsiteY9548"/>
              </a:cxn>
              <a:cxn ang="0">
                <a:pos x="connsiteX9549" y="connsiteY9549"/>
              </a:cxn>
              <a:cxn ang="0">
                <a:pos x="connsiteX9550" y="connsiteY9550"/>
              </a:cxn>
              <a:cxn ang="0">
                <a:pos x="connsiteX9551" y="connsiteY9551"/>
              </a:cxn>
              <a:cxn ang="0">
                <a:pos x="connsiteX9552" y="connsiteY9552"/>
              </a:cxn>
              <a:cxn ang="0">
                <a:pos x="connsiteX9553" y="connsiteY9553"/>
              </a:cxn>
              <a:cxn ang="0">
                <a:pos x="connsiteX9554" y="connsiteY9554"/>
              </a:cxn>
              <a:cxn ang="0">
                <a:pos x="connsiteX9555" y="connsiteY9555"/>
              </a:cxn>
              <a:cxn ang="0">
                <a:pos x="connsiteX9556" y="connsiteY9556"/>
              </a:cxn>
              <a:cxn ang="0">
                <a:pos x="connsiteX9557" y="connsiteY9557"/>
              </a:cxn>
              <a:cxn ang="0">
                <a:pos x="connsiteX9558" y="connsiteY9558"/>
              </a:cxn>
              <a:cxn ang="0">
                <a:pos x="connsiteX9559" y="connsiteY9559"/>
              </a:cxn>
              <a:cxn ang="0">
                <a:pos x="connsiteX9560" y="connsiteY9560"/>
              </a:cxn>
              <a:cxn ang="0">
                <a:pos x="connsiteX9561" y="connsiteY9561"/>
              </a:cxn>
              <a:cxn ang="0">
                <a:pos x="connsiteX9562" y="connsiteY9562"/>
              </a:cxn>
              <a:cxn ang="0">
                <a:pos x="connsiteX9563" y="connsiteY9563"/>
              </a:cxn>
              <a:cxn ang="0">
                <a:pos x="connsiteX9564" y="connsiteY9564"/>
              </a:cxn>
              <a:cxn ang="0">
                <a:pos x="connsiteX9565" y="connsiteY9565"/>
              </a:cxn>
              <a:cxn ang="0">
                <a:pos x="connsiteX9566" y="connsiteY9566"/>
              </a:cxn>
              <a:cxn ang="0">
                <a:pos x="connsiteX9567" y="connsiteY9567"/>
              </a:cxn>
              <a:cxn ang="0">
                <a:pos x="connsiteX9568" y="connsiteY9568"/>
              </a:cxn>
              <a:cxn ang="0">
                <a:pos x="connsiteX9569" y="connsiteY9569"/>
              </a:cxn>
              <a:cxn ang="0">
                <a:pos x="connsiteX9570" y="connsiteY9570"/>
              </a:cxn>
              <a:cxn ang="0">
                <a:pos x="connsiteX9571" y="connsiteY9571"/>
              </a:cxn>
              <a:cxn ang="0">
                <a:pos x="connsiteX9572" y="connsiteY9572"/>
              </a:cxn>
              <a:cxn ang="0">
                <a:pos x="connsiteX9573" y="connsiteY9573"/>
              </a:cxn>
              <a:cxn ang="0">
                <a:pos x="connsiteX9574" y="connsiteY9574"/>
              </a:cxn>
              <a:cxn ang="0">
                <a:pos x="connsiteX9575" y="connsiteY9575"/>
              </a:cxn>
              <a:cxn ang="0">
                <a:pos x="connsiteX9576" y="connsiteY9576"/>
              </a:cxn>
              <a:cxn ang="0">
                <a:pos x="connsiteX9577" y="connsiteY9577"/>
              </a:cxn>
              <a:cxn ang="0">
                <a:pos x="connsiteX9578" y="connsiteY9578"/>
              </a:cxn>
              <a:cxn ang="0">
                <a:pos x="connsiteX9579" y="connsiteY9579"/>
              </a:cxn>
              <a:cxn ang="0">
                <a:pos x="connsiteX9580" y="connsiteY9580"/>
              </a:cxn>
              <a:cxn ang="0">
                <a:pos x="connsiteX9581" y="connsiteY9581"/>
              </a:cxn>
              <a:cxn ang="0">
                <a:pos x="connsiteX9582" y="connsiteY9582"/>
              </a:cxn>
              <a:cxn ang="0">
                <a:pos x="connsiteX9583" y="connsiteY9583"/>
              </a:cxn>
              <a:cxn ang="0">
                <a:pos x="connsiteX9584" y="connsiteY9584"/>
              </a:cxn>
              <a:cxn ang="0">
                <a:pos x="connsiteX9585" y="connsiteY9585"/>
              </a:cxn>
              <a:cxn ang="0">
                <a:pos x="connsiteX9586" y="connsiteY9586"/>
              </a:cxn>
              <a:cxn ang="0">
                <a:pos x="connsiteX9587" y="connsiteY9587"/>
              </a:cxn>
              <a:cxn ang="0">
                <a:pos x="connsiteX9588" y="connsiteY9588"/>
              </a:cxn>
              <a:cxn ang="0">
                <a:pos x="connsiteX9589" y="connsiteY9589"/>
              </a:cxn>
              <a:cxn ang="0">
                <a:pos x="connsiteX9590" y="connsiteY9590"/>
              </a:cxn>
              <a:cxn ang="0">
                <a:pos x="connsiteX9591" y="connsiteY9591"/>
              </a:cxn>
              <a:cxn ang="0">
                <a:pos x="connsiteX9592" y="connsiteY9592"/>
              </a:cxn>
              <a:cxn ang="0">
                <a:pos x="connsiteX9593" y="connsiteY9593"/>
              </a:cxn>
              <a:cxn ang="0">
                <a:pos x="connsiteX9594" y="connsiteY9594"/>
              </a:cxn>
              <a:cxn ang="0">
                <a:pos x="connsiteX9595" y="connsiteY9595"/>
              </a:cxn>
              <a:cxn ang="0">
                <a:pos x="connsiteX9596" y="connsiteY9596"/>
              </a:cxn>
              <a:cxn ang="0">
                <a:pos x="connsiteX9597" y="connsiteY9597"/>
              </a:cxn>
              <a:cxn ang="0">
                <a:pos x="connsiteX9598" y="connsiteY9598"/>
              </a:cxn>
              <a:cxn ang="0">
                <a:pos x="connsiteX9599" y="connsiteY9599"/>
              </a:cxn>
              <a:cxn ang="0">
                <a:pos x="connsiteX9600" y="connsiteY9600"/>
              </a:cxn>
              <a:cxn ang="0">
                <a:pos x="connsiteX9601" y="connsiteY9601"/>
              </a:cxn>
              <a:cxn ang="0">
                <a:pos x="connsiteX9602" y="connsiteY9602"/>
              </a:cxn>
              <a:cxn ang="0">
                <a:pos x="connsiteX9603" y="connsiteY9603"/>
              </a:cxn>
              <a:cxn ang="0">
                <a:pos x="connsiteX9604" y="connsiteY9604"/>
              </a:cxn>
              <a:cxn ang="0">
                <a:pos x="connsiteX9605" y="connsiteY9605"/>
              </a:cxn>
              <a:cxn ang="0">
                <a:pos x="connsiteX9606" y="connsiteY9606"/>
              </a:cxn>
              <a:cxn ang="0">
                <a:pos x="connsiteX9607" y="connsiteY9607"/>
              </a:cxn>
              <a:cxn ang="0">
                <a:pos x="connsiteX9608" y="connsiteY9608"/>
              </a:cxn>
              <a:cxn ang="0">
                <a:pos x="connsiteX9609" y="connsiteY9609"/>
              </a:cxn>
              <a:cxn ang="0">
                <a:pos x="connsiteX9610" y="connsiteY9610"/>
              </a:cxn>
              <a:cxn ang="0">
                <a:pos x="connsiteX9611" y="connsiteY9611"/>
              </a:cxn>
              <a:cxn ang="0">
                <a:pos x="connsiteX9612" y="connsiteY9612"/>
              </a:cxn>
              <a:cxn ang="0">
                <a:pos x="connsiteX9613" y="connsiteY9613"/>
              </a:cxn>
              <a:cxn ang="0">
                <a:pos x="connsiteX9614" y="connsiteY9614"/>
              </a:cxn>
              <a:cxn ang="0">
                <a:pos x="connsiteX9615" y="connsiteY9615"/>
              </a:cxn>
              <a:cxn ang="0">
                <a:pos x="connsiteX9616" y="connsiteY9616"/>
              </a:cxn>
              <a:cxn ang="0">
                <a:pos x="connsiteX9617" y="connsiteY9617"/>
              </a:cxn>
              <a:cxn ang="0">
                <a:pos x="connsiteX9618" y="connsiteY9618"/>
              </a:cxn>
              <a:cxn ang="0">
                <a:pos x="connsiteX9619" y="connsiteY9619"/>
              </a:cxn>
              <a:cxn ang="0">
                <a:pos x="connsiteX9620" y="connsiteY9620"/>
              </a:cxn>
              <a:cxn ang="0">
                <a:pos x="connsiteX9621" y="connsiteY9621"/>
              </a:cxn>
              <a:cxn ang="0">
                <a:pos x="connsiteX9622" y="connsiteY9622"/>
              </a:cxn>
              <a:cxn ang="0">
                <a:pos x="connsiteX9623" y="connsiteY9623"/>
              </a:cxn>
              <a:cxn ang="0">
                <a:pos x="connsiteX9624" y="connsiteY9624"/>
              </a:cxn>
              <a:cxn ang="0">
                <a:pos x="connsiteX9625" y="connsiteY9625"/>
              </a:cxn>
              <a:cxn ang="0">
                <a:pos x="connsiteX9626" y="connsiteY9626"/>
              </a:cxn>
              <a:cxn ang="0">
                <a:pos x="connsiteX9627" y="connsiteY9627"/>
              </a:cxn>
              <a:cxn ang="0">
                <a:pos x="connsiteX9628" y="connsiteY9628"/>
              </a:cxn>
              <a:cxn ang="0">
                <a:pos x="connsiteX9629" y="connsiteY9629"/>
              </a:cxn>
              <a:cxn ang="0">
                <a:pos x="connsiteX9630" y="connsiteY9630"/>
              </a:cxn>
              <a:cxn ang="0">
                <a:pos x="connsiteX9631" y="connsiteY9631"/>
              </a:cxn>
              <a:cxn ang="0">
                <a:pos x="connsiteX9632" y="connsiteY9632"/>
              </a:cxn>
              <a:cxn ang="0">
                <a:pos x="connsiteX9633" y="connsiteY9633"/>
              </a:cxn>
              <a:cxn ang="0">
                <a:pos x="connsiteX9634" y="connsiteY9634"/>
              </a:cxn>
              <a:cxn ang="0">
                <a:pos x="connsiteX9635" y="connsiteY9635"/>
              </a:cxn>
              <a:cxn ang="0">
                <a:pos x="connsiteX9636" y="connsiteY9636"/>
              </a:cxn>
              <a:cxn ang="0">
                <a:pos x="connsiteX9637" y="connsiteY9637"/>
              </a:cxn>
              <a:cxn ang="0">
                <a:pos x="connsiteX9638" y="connsiteY9638"/>
              </a:cxn>
              <a:cxn ang="0">
                <a:pos x="connsiteX9639" y="connsiteY9639"/>
              </a:cxn>
              <a:cxn ang="0">
                <a:pos x="connsiteX9640" y="connsiteY9640"/>
              </a:cxn>
              <a:cxn ang="0">
                <a:pos x="connsiteX9641" y="connsiteY9641"/>
              </a:cxn>
              <a:cxn ang="0">
                <a:pos x="connsiteX9642" y="connsiteY9642"/>
              </a:cxn>
              <a:cxn ang="0">
                <a:pos x="connsiteX9643" y="connsiteY9643"/>
              </a:cxn>
              <a:cxn ang="0">
                <a:pos x="connsiteX9644" y="connsiteY9644"/>
              </a:cxn>
              <a:cxn ang="0">
                <a:pos x="connsiteX9645" y="connsiteY9645"/>
              </a:cxn>
              <a:cxn ang="0">
                <a:pos x="connsiteX9646" y="connsiteY9646"/>
              </a:cxn>
              <a:cxn ang="0">
                <a:pos x="connsiteX9647" y="connsiteY9647"/>
              </a:cxn>
              <a:cxn ang="0">
                <a:pos x="connsiteX9648" y="connsiteY9648"/>
              </a:cxn>
              <a:cxn ang="0">
                <a:pos x="connsiteX9649" y="connsiteY9649"/>
              </a:cxn>
              <a:cxn ang="0">
                <a:pos x="connsiteX9650" y="connsiteY9650"/>
              </a:cxn>
              <a:cxn ang="0">
                <a:pos x="connsiteX9651" y="connsiteY9651"/>
              </a:cxn>
              <a:cxn ang="0">
                <a:pos x="connsiteX9652" y="connsiteY9652"/>
              </a:cxn>
              <a:cxn ang="0">
                <a:pos x="connsiteX9653" y="connsiteY9653"/>
              </a:cxn>
              <a:cxn ang="0">
                <a:pos x="connsiteX9654" y="connsiteY9654"/>
              </a:cxn>
              <a:cxn ang="0">
                <a:pos x="connsiteX9655" y="connsiteY9655"/>
              </a:cxn>
              <a:cxn ang="0">
                <a:pos x="connsiteX9656" y="connsiteY9656"/>
              </a:cxn>
              <a:cxn ang="0">
                <a:pos x="connsiteX9657" y="connsiteY9657"/>
              </a:cxn>
              <a:cxn ang="0">
                <a:pos x="connsiteX9658" y="connsiteY9658"/>
              </a:cxn>
              <a:cxn ang="0">
                <a:pos x="connsiteX9659" y="connsiteY9659"/>
              </a:cxn>
              <a:cxn ang="0">
                <a:pos x="connsiteX9660" y="connsiteY9660"/>
              </a:cxn>
              <a:cxn ang="0">
                <a:pos x="connsiteX9661" y="connsiteY9661"/>
              </a:cxn>
              <a:cxn ang="0">
                <a:pos x="connsiteX9662" y="connsiteY9662"/>
              </a:cxn>
              <a:cxn ang="0">
                <a:pos x="connsiteX9663" y="connsiteY9663"/>
              </a:cxn>
              <a:cxn ang="0">
                <a:pos x="connsiteX9664" y="connsiteY9664"/>
              </a:cxn>
              <a:cxn ang="0">
                <a:pos x="connsiteX9665" y="connsiteY9665"/>
              </a:cxn>
              <a:cxn ang="0">
                <a:pos x="connsiteX9666" y="connsiteY9666"/>
              </a:cxn>
              <a:cxn ang="0">
                <a:pos x="connsiteX9667" y="connsiteY9667"/>
              </a:cxn>
              <a:cxn ang="0">
                <a:pos x="connsiteX9668" y="connsiteY9668"/>
              </a:cxn>
              <a:cxn ang="0">
                <a:pos x="connsiteX9669" y="connsiteY9669"/>
              </a:cxn>
              <a:cxn ang="0">
                <a:pos x="connsiteX9670" y="connsiteY9670"/>
              </a:cxn>
              <a:cxn ang="0">
                <a:pos x="connsiteX9671" y="connsiteY9671"/>
              </a:cxn>
              <a:cxn ang="0">
                <a:pos x="connsiteX9672" y="connsiteY9672"/>
              </a:cxn>
              <a:cxn ang="0">
                <a:pos x="connsiteX9673" y="connsiteY9673"/>
              </a:cxn>
              <a:cxn ang="0">
                <a:pos x="connsiteX9674" y="connsiteY9674"/>
              </a:cxn>
              <a:cxn ang="0">
                <a:pos x="connsiteX9675" y="connsiteY9675"/>
              </a:cxn>
              <a:cxn ang="0">
                <a:pos x="connsiteX9676" y="connsiteY9676"/>
              </a:cxn>
              <a:cxn ang="0">
                <a:pos x="connsiteX9677" y="connsiteY9677"/>
              </a:cxn>
              <a:cxn ang="0">
                <a:pos x="connsiteX9678" y="connsiteY9678"/>
              </a:cxn>
              <a:cxn ang="0">
                <a:pos x="connsiteX9679" y="connsiteY9679"/>
              </a:cxn>
              <a:cxn ang="0">
                <a:pos x="connsiteX9680" y="connsiteY9680"/>
              </a:cxn>
              <a:cxn ang="0">
                <a:pos x="connsiteX9681" y="connsiteY9681"/>
              </a:cxn>
              <a:cxn ang="0">
                <a:pos x="connsiteX9682" y="connsiteY9682"/>
              </a:cxn>
              <a:cxn ang="0">
                <a:pos x="connsiteX9683" y="connsiteY9683"/>
              </a:cxn>
              <a:cxn ang="0">
                <a:pos x="connsiteX9684" y="connsiteY9684"/>
              </a:cxn>
              <a:cxn ang="0">
                <a:pos x="connsiteX9685" y="connsiteY9685"/>
              </a:cxn>
              <a:cxn ang="0">
                <a:pos x="connsiteX9686" y="connsiteY9686"/>
              </a:cxn>
              <a:cxn ang="0">
                <a:pos x="connsiteX9687" y="connsiteY9687"/>
              </a:cxn>
              <a:cxn ang="0">
                <a:pos x="connsiteX9688" y="connsiteY9688"/>
              </a:cxn>
              <a:cxn ang="0">
                <a:pos x="connsiteX9689" y="connsiteY9689"/>
              </a:cxn>
              <a:cxn ang="0">
                <a:pos x="connsiteX9690" y="connsiteY9690"/>
              </a:cxn>
              <a:cxn ang="0">
                <a:pos x="connsiteX9691" y="connsiteY9691"/>
              </a:cxn>
              <a:cxn ang="0">
                <a:pos x="connsiteX9692" y="connsiteY9692"/>
              </a:cxn>
              <a:cxn ang="0">
                <a:pos x="connsiteX9693" y="connsiteY9693"/>
              </a:cxn>
              <a:cxn ang="0">
                <a:pos x="connsiteX9694" y="connsiteY9694"/>
              </a:cxn>
              <a:cxn ang="0">
                <a:pos x="connsiteX9695" y="connsiteY9695"/>
              </a:cxn>
              <a:cxn ang="0">
                <a:pos x="connsiteX9696" y="connsiteY9696"/>
              </a:cxn>
              <a:cxn ang="0">
                <a:pos x="connsiteX9697" y="connsiteY9697"/>
              </a:cxn>
              <a:cxn ang="0">
                <a:pos x="connsiteX9698" y="connsiteY9698"/>
              </a:cxn>
              <a:cxn ang="0">
                <a:pos x="connsiteX9699" y="connsiteY9699"/>
              </a:cxn>
              <a:cxn ang="0">
                <a:pos x="connsiteX9700" y="connsiteY9700"/>
              </a:cxn>
              <a:cxn ang="0">
                <a:pos x="connsiteX9701" y="connsiteY9701"/>
              </a:cxn>
              <a:cxn ang="0">
                <a:pos x="connsiteX9702" y="connsiteY9702"/>
              </a:cxn>
              <a:cxn ang="0">
                <a:pos x="connsiteX9703" y="connsiteY9703"/>
              </a:cxn>
              <a:cxn ang="0">
                <a:pos x="connsiteX9704" y="connsiteY9704"/>
              </a:cxn>
              <a:cxn ang="0">
                <a:pos x="connsiteX9705" y="connsiteY9705"/>
              </a:cxn>
              <a:cxn ang="0">
                <a:pos x="connsiteX9706" y="connsiteY9706"/>
              </a:cxn>
              <a:cxn ang="0">
                <a:pos x="connsiteX9707" y="connsiteY9707"/>
              </a:cxn>
              <a:cxn ang="0">
                <a:pos x="connsiteX9708" y="connsiteY9708"/>
              </a:cxn>
              <a:cxn ang="0">
                <a:pos x="connsiteX9709" y="connsiteY9709"/>
              </a:cxn>
              <a:cxn ang="0">
                <a:pos x="connsiteX9710" y="connsiteY9710"/>
              </a:cxn>
              <a:cxn ang="0">
                <a:pos x="connsiteX9711" y="connsiteY9711"/>
              </a:cxn>
              <a:cxn ang="0">
                <a:pos x="connsiteX9712" y="connsiteY9712"/>
              </a:cxn>
              <a:cxn ang="0">
                <a:pos x="connsiteX9713" y="connsiteY9713"/>
              </a:cxn>
              <a:cxn ang="0">
                <a:pos x="connsiteX9714" y="connsiteY9714"/>
              </a:cxn>
              <a:cxn ang="0">
                <a:pos x="connsiteX9715" y="connsiteY9715"/>
              </a:cxn>
              <a:cxn ang="0">
                <a:pos x="connsiteX9716" y="connsiteY9716"/>
              </a:cxn>
              <a:cxn ang="0">
                <a:pos x="connsiteX9717" y="connsiteY9717"/>
              </a:cxn>
              <a:cxn ang="0">
                <a:pos x="connsiteX9718" y="connsiteY9718"/>
              </a:cxn>
              <a:cxn ang="0">
                <a:pos x="connsiteX9719" y="connsiteY9719"/>
              </a:cxn>
              <a:cxn ang="0">
                <a:pos x="connsiteX9720" y="connsiteY9720"/>
              </a:cxn>
              <a:cxn ang="0">
                <a:pos x="connsiteX9721" y="connsiteY9721"/>
              </a:cxn>
              <a:cxn ang="0">
                <a:pos x="connsiteX9722" y="connsiteY9722"/>
              </a:cxn>
              <a:cxn ang="0">
                <a:pos x="connsiteX9723" y="connsiteY9723"/>
              </a:cxn>
              <a:cxn ang="0">
                <a:pos x="connsiteX9724" y="connsiteY9724"/>
              </a:cxn>
              <a:cxn ang="0">
                <a:pos x="connsiteX9725" y="connsiteY9725"/>
              </a:cxn>
              <a:cxn ang="0">
                <a:pos x="connsiteX9726" y="connsiteY9726"/>
              </a:cxn>
              <a:cxn ang="0">
                <a:pos x="connsiteX9727" y="connsiteY9727"/>
              </a:cxn>
              <a:cxn ang="0">
                <a:pos x="connsiteX9728" y="connsiteY9728"/>
              </a:cxn>
              <a:cxn ang="0">
                <a:pos x="connsiteX9729" y="connsiteY9729"/>
              </a:cxn>
              <a:cxn ang="0">
                <a:pos x="connsiteX9730" y="connsiteY9730"/>
              </a:cxn>
              <a:cxn ang="0">
                <a:pos x="connsiteX9731" y="connsiteY9731"/>
              </a:cxn>
              <a:cxn ang="0">
                <a:pos x="connsiteX9732" y="connsiteY9732"/>
              </a:cxn>
              <a:cxn ang="0">
                <a:pos x="connsiteX9733" y="connsiteY9733"/>
              </a:cxn>
              <a:cxn ang="0">
                <a:pos x="connsiteX9734" y="connsiteY9734"/>
              </a:cxn>
              <a:cxn ang="0">
                <a:pos x="connsiteX9735" y="connsiteY9735"/>
              </a:cxn>
              <a:cxn ang="0">
                <a:pos x="connsiteX9736" y="connsiteY9736"/>
              </a:cxn>
              <a:cxn ang="0">
                <a:pos x="connsiteX9737" y="connsiteY9737"/>
              </a:cxn>
              <a:cxn ang="0">
                <a:pos x="connsiteX9738" y="connsiteY9738"/>
              </a:cxn>
              <a:cxn ang="0">
                <a:pos x="connsiteX9739" y="connsiteY9739"/>
              </a:cxn>
              <a:cxn ang="0">
                <a:pos x="connsiteX9740" y="connsiteY9740"/>
              </a:cxn>
              <a:cxn ang="0">
                <a:pos x="connsiteX9741" y="connsiteY9741"/>
              </a:cxn>
              <a:cxn ang="0">
                <a:pos x="connsiteX9742" y="connsiteY9742"/>
              </a:cxn>
              <a:cxn ang="0">
                <a:pos x="connsiteX9743" y="connsiteY9743"/>
              </a:cxn>
              <a:cxn ang="0">
                <a:pos x="connsiteX9744" y="connsiteY9744"/>
              </a:cxn>
              <a:cxn ang="0">
                <a:pos x="connsiteX9745" y="connsiteY9745"/>
              </a:cxn>
              <a:cxn ang="0">
                <a:pos x="connsiteX9746" y="connsiteY9746"/>
              </a:cxn>
              <a:cxn ang="0">
                <a:pos x="connsiteX9747" y="connsiteY9747"/>
              </a:cxn>
              <a:cxn ang="0">
                <a:pos x="connsiteX9748" y="connsiteY9748"/>
              </a:cxn>
              <a:cxn ang="0">
                <a:pos x="connsiteX9749" y="connsiteY9749"/>
              </a:cxn>
              <a:cxn ang="0">
                <a:pos x="connsiteX9750" y="connsiteY9750"/>
              </a:cxn>
              <a:cxn ang="0">
                <a:pos x="connsiteX9751" y="connsiteY9751"/>
              </a:cxn>
              <a:cxn ang="0">
                <a:pos x="connsiteX9752" y="connsiteY9752"/>
              </a:cxn>
              <a:cxn ang="0">
                <a:pos x="connsiteX9753" y="connsiteY9753"/>
              </a:cxn>
              <a:cxn ang="0">
                <a:pos x="connsiteX9754" y="connsiteY9754"/>
              </a:cxn>
              <a:cxn ang="0">
                <a:pos x="connsiteX9755" y="connsiteY9755"/>
              </a:cxn>
              <a:cxn ang="0">
                <a:pos x="connsiteX9756" y="connsiteY9756"/>
              </a:cxn>
              <a:cxn ang="0">
                <a:pos x="connsiteX9757" y="connsiteY9757"/>
              </a:cxn>
              <a:cxn ang="0">
                <a:pos x="connsiteX9758" y="connsiteY9758"/>
              </a:cxn>
              <a:cxn ang="0">
                <a:pos x="connsiteX9759" y="connsiteY9759"/>
              </a:cxn>
              <a:cxn ang="0">
                <a:pos x="connsiteX9760" y="connsiteY9760"/>
              </a:cxn>
              <a:cxn ang="0">
                <a:pos x="connsiteX9761" y="connsiteY9761"/>
              </a:cxn>
              <a:cxn ang="0">
                <a:pos x="connsiteX9762" y="connsiteY9762"/>
              </a:cxn>
              <a:cxn ang="0">
                <a:pos x="connsiteX9763" y="connsiteY9763"/>
              </a:cxn>
              <a:cxn ang="0">
                <a:pos x="connsiteX9764" y="connsiteY9764"/>
              </a:cxn>
              <a:cxn ang="0">
                <a:pos x="connsiteX9765" y="connsiteY9765"/>
              </a:cxn>
              <a:cxn ang="0">
                <a:pos x="connsiteX9766" y="connsiteY9766"/>
              </a:cxn>
              <a:cxn ang="0">
                <a:pos x="connsiteX9767" y="connsiteY9767"/>
              </a:cxn>
              <a:cxn ang="0">
                <a:pos x="connsiteX9768" y="connsiteY9768"/>
              </a:cxn>
              <a:cxn ang="0">
                <a:pos x="connsiteX9769" y="connsiteY9769"/>
              </a:cxn>
              <a:cxn ang="0">
                <a:pos x="connsiteX9770" y="connsiteY9770"/>
              </a:cxn>
              <a:cxn ang="0">
                <a:pos x="connsiteX9771" y="connsiteY9771"/>
              </a:cxn>
              <a:cxn ang="0">
                <a:pos x="connsiteX9772" y="connsiteY9772"/>
              </a:cxn>
              <a:cxn ang="0">
                <a:pos x="connsiteX9773" y="connsiteY9773"/>
              </a:cxn>
              <a:cxn ang="0">
                <a:pos x="connsiteX9774" y="connsiteY9774"/>
              </a:cxn>
              <a:cxn ang="0">
                <a:pos x="connsiteX9775" y="connsiteY9775"/>
              </a:cxn>
              <a:cxn ang="0">
                <a:pos x="connsiteX9776" y="connsiteY9776"/>
              </a:cxn>
              <a:cxn ang="0">
                <a:pos x="connsiteX9777" y="connsiteY9777"/>
              </a:cxn>
              <a:cxn ang="0">
                <a:pos x="connsiteX9778" y="connsiteY9778"/>
              </a:cxn>
              <a:cxn ang="0">
                <a:pos x="connsiteX9779" y="connsiteY9779"/>
              </a:cxn>
              <a:cxn ang="0">
                <a:pos x="connsiteX9780" y="connsiteY9780"/>
              </a:cxn>
              <a:cxn ang="0">
                <a:pos x="connsiteX9781" y="connsiteY9781"/>
              </a:cxn>
              <a:cxn ang="0">
                <a:pos x="connsiteX9782" y="connsiteY9782"/>
              </a:cxn>
              <a:cxn ang="0">
                <a:pos x="connsiteX9783" y="connsiteY9783"/>
              </a:cxn>
              <a:cxn ang="0">
                <a:pos x="connsiteX9784" y="connsiteY9784"/>
              </a:cxn>
              <a:cxn ang="0">
                <a:pos x="connsiteX9785" y="connsiteY9785"/>
              </a:cxn>
              <a:cxn ang="0">
                <a:pos x="connsiteX9786" y="connsiteY9786"/>
              </a:cxn>
              <a:cxn ang="0">
                <a:pos x="connsiteX9787" y="connsiteY9787"/>
              </a:cxn>
              <a:cxn ang="0">
                <a:pos x="connsiteX9788" y="connsiteY9788"/>
              </a:cxn>
              <a:cxn ang="0">
                <a:pos x="connsiteX9789" y="connsiteY9789"/>
              </a:cxn>
              <a:cxn ang="0">
                <a:pos x="connsiteX9790" y="connsiteY9790"/>
              </a:cxn>
              <a:cxn ang="0">
                <a:pos x="connsiteX9791" y="connsiteY9791"/>
              </a:cxn>
              <a:cxn ang="0">
                <a:pos x="connsiteX9792" y="connsiteY9792"/>
              </a:cxn>
              <a:cxn ang="0">
                <a:pos x="connsiteX9793" y="connsiteY9793"/>
              </a:cxn>
              <a:cxn ang="0">
                <a:pos x="connsiteX9794" y="connsiteY9794"/>
              </a:cxn>
              <a:cxn ang="0">
                <a:pos x="connsiteX9795" y="connsiteY9795"/>
              </a:cxn>
              <a:cxn ang="0">
                <a:pos x="connsiteX9796" y="connsiteY9796"/>
              </a:cxn>
              <a:cxn ang="0">
                <a:pos x="connsiteX9797" y="connsiteY9797"/>
              </a:cxn>
              <a:cxn ang="0">
                <a:pos x="connsiteX9798" y="connsiteY9798"/>
              </a:cxn>
              <a:cxn ang="0">
                <a:pos x="connsiteX9799" y="connsiteY9799"/>
              </a:cxn>
              <a:cxn ang="0">
                <a:pos x="connsiteX9800" y="connsiteY9800"/>
              </a:cxn>
              <a:cxn ang="0">
                <a:pos x="connsiteX9801" y="connsiteY9801"/>
              </a:cxn>
              <a:cxn ang="0">
                <a:pos x="connsiteX9802" y="connsiteY9802"/>
              </a:cxn>
              <a:cxn ang="0">
                <a:pos x="connsiteX9803" y="connsiteY9803"/>
              </a:cxn>
              <a:cxn ang="0">
                <a:pos x="connsiteX9804" y="connsiteY9804"/>
              </a:cxn>
              <a:cxn ang="0">
                <a:pos x="connsiteX9805" y="connsiteY9805"/>
              </a:cxn>
              <a:cxn ang="0">
                <a:pos x="connsiteX9806" y="connsiteY9806"/>
              </a:cxn>
              <a:cxn ang="0">
                <a:pos x="connsiteX9807" y="connsiteY9807"/>
              </a:cxn>
              <a:cxn ang="0">
                <a:pos x="connsiteX9808" y="connsiteY9808"/>
              </a:cxn>
              <a:cxn ang="0">
                <a:pos x="connsiteX9809" y="connsiteY9809"/>
              </a:cxn>
              <a:cxn ang="0">
                <a:pos x="connsiteX9810" y="connsiteY9810"/>
              </a:cxn>
              <a:cxn ang="0">
                <a:pos x="connsiteX9811" y="connsiteY9811"/>
              </a:cxn>
              <a:cxn ang="0">
                <a:pos x="connsiteX9812" y="connsiteY9812"/>
              </a:cxn>
              <a:cxn ang="0">
                <a:pos x="connsiteX9813" y="connsiteY9813"/>
              </a:cxn>
              <a:cxn ang="0">
                <a:pos x="connsiteX9814" y="connsiteY9814"/>
              </a:cxn>
              <a:cxn ang="0">
                <a:pos x="connsiteX9815" y="connsiteY9815"/>
              </a:cxn>
              <a:cxn ang="0">
                <a:pos x="connsiteX9816" y="connsiteY9816"/>
              </a:cxn>
              <a:cxn ang="0">
                <a:pos x="connsiteX9817" y="connsiteY9817"/>
              </a:cxn>
              <a:cxn ang="0">
                <a:pos x="connsiteX9818" y="connsiteY9818"/>
              </a:cxn>
              <a:cxn ang="0">
                <a:pos x="connsiteX9819" y="connsiteY9819"/>
              </a:cxn>
              <a:cxn ang="0">
                <a:pos x="connsiteX9820" y="connsiteY9820"/>
              </a:cxn>
              <a:cxn ang="0">
                <a:pos x="connsiteX9821" y="connsiteY9821"/>
              </a:cxn>
              <a:cxn ang="0">
                <a:pos x="connsiteX9822" y="connsiteY9822"/>
              </a:cxn>
              <a:cxn ang="0">
                <a:pos x="connsiteX9823" y="connsiteY9823"/>
              </a:cxn>
              <a:cxn ang="0">
                <a:pos x="connsiteX9824" y="connsiteY9824"/>
              </a:cxn>
              <a:cxn ang="0">
                <a:pos x="connsiteX9825" y="connsiteY9825"/>
              </a:cxn>
              <a:cxn ang="0">
                <a:pos x="connsiteX9826" y="connsiteY9826"/>
              </a:cxn>
              <a:cxn ang="0">
                <a:pos x="connsiteX9827" y="connsiteY9827"/>
              </a:cxn>
              <a:cxn ang="0">
                <a:pos x="connsiteX9828" y="connsiteY9828"/>
              </a:cxn>
              <a:cxn ang="0">
                <a:pos x="connsiteX9829" y="connsiteY9829"/>
              </a:cxn>
              <a:cxn ang="0">
                <a:pos x="connsiteX9830" y="connsiteY9830"/>
              </a:cxn>
              <a:cxn ang="0">
                <a:pos x="connsiteX9831" y="connsiteY9831"/>
              </a:cxn>
              <a:cxn ang="0">
                <a:pos x="connsiteX9832" y="connsiteY9832"/>
              </a:cxn>
              <a:cxn ang="0">
                <a:pos x="connsiteX9833" y="connsiteY9833"/>
              </a:cxn>
              <a:cxn ang="0">
                <a:pos x="connsiteX9834" y="connsiteY9834"/>
              </a:cxn>
              <a:cxn ang="0">
                <a:pos x="connsiteX9835" y="connsiteY9835"/>
              </a:cxn>
              <a:cxn ang="0">
                <a:pos x="connsiteX9836" y="connsiteY9836"/>
              </a:cxn>
              <a:cxn ang="0">
                <a:pos x="connsiteX9837" y="connsiteY9837"/>
              </a:cxn>
              <a:cxn ang="0">
                <a:pos x="connsiteX9838" y="connsiteY9838"/>
              </a:cxn>
              <a:cxn ang="0">
                <a:pos x="connsiteX9839" y="connsiteY9839"/>
              </a:cxn>
              <a:cxn ang="0">
                <a:pos x="connsiteX9840" y="connsiteY9840"/>
              </a:cxn>
              <a:cxn ang="0">
                <a:pos x="connsiteX9841" y="connsiteY9841"/>
              </a:cxn>
              <a:cxn ang="0">
                <a:pos x="connsiteX9842" y="connsiteY9842"/>
              </a:cxn>
              <a:cxn ang="0">
                <a:pos x="connsiteX9843" y="connsiteY9843"/>
              </a:cxn>
              <a:cxn ang="0">
                <a:pos x="connsiteX9844" y="connsiteY9844"/>
              </a:cxn>
              <a:cxn ang="0">
                <a:pos x="connsiteX9845" y="connsiteY9845"/>
              </a:cxn>
              <a:cxn ang="0">
                <a:pos x="connsiteX9846" y="connsiteY9846"/>
              </a:cxn>
              <a:cxn ang="0">
                <a:pos x="connsiteX9847" y="connsiteY9847"/>
              </a:cxn>
              <a:cxn ang="0">
                <a:pos x="connsiteX9848" y="connsiteY9848"/>
              </a:cxn>
              <a:cxn ang="0">
                <a:pos x="connsiteX9849" y="connsiteY9849"/>
              </a:cxn>
              <a:cxn ang="0">
                <a:pos x="connsiteX9850" y="connsiteY9850"/>
              </a:cxn>
              <a:cxn ang="0">
                <a:pos x="connsiteX9851" y="connsiteY9851"/>
              </a:cxn>
              <a:cxn ang="0">
                <a:pos x="connsiteX9852" y="connsiteY9852"/>
              </a:cxn>
              <a:cxn ang="0">
                <a:pos x="connsiteX9853" y="connsiteY9853"/>
              </a:cxn>
              <a:cxn ang="0">
                <a:pos x="connsiteX9854" y="connsiteY9854"/>
              </a:cxn>
              <a:cxn ang="0">
                <a:pos x="connsiteX9855" y="connsiteY9855"/>
              </a:cxn>
              <a:cxn ang="0">
                <a:pos x="connsiteX9856" y="connsiteY9856"/>
              </a:cxn>
              <a:cxn ang="0">
                <a:pos x="connsiteX9857" y="connsiteY9857"/>
              </a:cxn>
              <a:cxn ang="0">
                <a:pos x="connsiteX9858" y="connsiteY9858"/>
              </a:cxn>
              <a:cxn ang="0">
                <a:pos x="connsiteX9859" y="connsiteY9859"/>
              </a:cxn>
              <a:cxn ang="0">
                <a:pos x="connsiteX9860" y="connsiteY9860"/>
              </a:cxn>
              <a:cxn ang="0">
                <a:pos x="connsiteX9861" y="connsiteY9861"/>
              </a:cxn>
              <a:cxn ang="0">
                <a:pos x="connsiteX9862" y="connsiteY9862"/>
              </a:cxn>
              <a:cxn ang="0">
                <a:pos x="connsiteX9863" y="connsiteY9863"/>
              </a:cxn>
              <a:cxn ang="0">
                <a:pos x="connsiteX9864" y="connsiteY9864"/>
              </a:cxn>
              <a:cxn ang="0">
                <a:pos x="connsiteX9865" y="connsiteY9865"/>
              </a:cxn>
              <a:cxn ang="0">
                <a:pos x="connsiteX9866" y="connsiteY9866"/>
              </a:cxn>
              <a:cxn ang="0">
                <a:pos x="connsiteX9867" y="connsiteY9867"/>
              </a:cxn>
              <a:cxn ang="0">
                <a:pos x="connsiteX9868" y="connsiteY9868"/>
              </a:cxn>
              <a:cxn ang="0">
                <a:pos x="connsiteX9869" y="connsiteY9869"/>
              </a:cxn>
              <a:cxn ang="0">
                <a:pos x="connsiteX9870" y="connsiteY9870"/>
              </a:cxn>
              <a:cxn ang="0">
                <a:pos x="connsiteX9871" y="connsiteY9871"/>
              </a:cxn>
              <a:cxn ang="0">
                <a:pos x="connsiteX9872" y="connsiteY9872"/>
              </a:cxn>
              <a:cxn ang="0">
                <a:pos x="connsiteX9873" y="connsiteY9873"/>
              </a:cxn>
              <a:cxn ang="0">
                <a:pos x="connsiteX9874" y="connsiteY9874"/>
              </a:cxn>
              <a:cxn ang="0">
                <a:pos x="connsiteX9875" y="connsiteY9875"/>
              </a:cxn>
              <a:cxn ang="0">
                <a:pos x="connsiteX9876" y="connsiteY9876"/>
              </a:cxn>
              <a:cxn ang="0">
                <a:pos x="connsiteX9877" y="connsiteY9877"/>
              </a:cxn>
              <a:cxn ang="0">
                <a:pos x="connsiteX9878" y="connsiteY9878"/>
              </a:cxn>
              <a:cxn ang="0">
                <a:pos x="connsiteX9879" y="connsiteY9879"/>
              </a:cxn>
              <a:cxn ang="0">
                <a:pos x="connsiteX9880" y="connsiteY9880"/>
              </a:cxn>
              <a:cxn ang="0">
                <a:pos x="connsiteX9881" y="connsiteY9881"/>
              </a:cxn>
              <a:cxn ang="0">
                <a:pos x="connsiteX9882" y="connsiteY9882"/>
              </a:cxn>
              <a:cxn ang="0">
                <a:pos x="connsiteX9883" y="connsiteY9883"/>
              </a:cxn>
              <a:cxn ang="0">
                <a:pos x="connsiteX9884" y="connsiteY9884"/>
              </a:cxn>
              <a:cxn ang="0">
                <a:pos x="connsiteX9885" y="connsiteY9885"/>
              </a:cxn>
              <a:cxn ang="0">
                <a:pos x="connsiteX9886" y="connsiteY9886"/>
              </a:cxn>
              <a:cxn ang="0">
                <a:pos x="connsiteX9887" y="connsiteY9887"/>
              </a:cxn>
              <a:cxn ang="0">
                <a:pos x="connsiteX9888" y="connsiteY9888"/>
              </a:cxn>
              <a:cxn ang="0">
                <a:pos x="connsiteX9889" y="connsiteY9889"/>
              </a:cxn>
              <a:cxn ang="0">
                <a:pos x="connsiteX9890" y="connsiteY9890"/>
              </a:cxn>
              <a:cxn ang="0">
                <a:pos x="connsiteX9891" y="connsiteY9891"/>
              </a:cxn>
              <a:cxn ang="0">
                <a:pos x="connsiteX9892" y="connsiteY9892"/>
              </a:cxn>
              <a:cxn ang="0">
                <a:pos x="connsiteX9893" y="connsiteY9893"/>
              </a:cxn>
              <a:cxn ang="0">
                <a:pos x="connsiteX9894" y="connsiteY9894"/>
              </a:cxn>
              <a:cxn ang="0">
                <a:pos x="connsiteX9895" y="connsiteY9895"/>
              </a:cxn>
              <a:cxn ang="0">
                <a:pos x="connsiteX9896" y="connsiteY9896"/>
              </a:cxn>
              <a:cxn ang="0">
                <a:pos x="connsiteX9897" y="connsiteY9897"/>
              </a:cxn>
              <a:cxn ang="0">
                <a:pos x="connsiteX9898" y="connsiteY9898"/>
              </a:cxn>
              <a:cxn ang="0">
                <a:pos x="connsiteX9899" y="connsiteY9899"/>
              </a:cxn>
              <a:cxn ang="0">
                <a:pos x="connsiteX9900" y="connsiteY9900"/>
              </a:cxn>
              <a:cxn ang="0">
                <a:pos x="connsiteX9901" y="connsiteY9901"/>
              </a:cxn>
              <a:cxn ang="0">
                <a:pos x="connsiteX9902" y="connsiteY9902"/>
              </a:cxn>
              <a:cxn ang="0">
                <a:pos x="connsiteX9903" y="connsiteY9903"/>
              </a:cxn>
              <a:cxn ang="0">
                <a:pos x="connsiteX9904" y="connsiteY9904"/>
              </a:cxn>
              <a:cxn ang="0">
                <a:pos x="connsiteX9905" y="connsiteY9905"/>
              </a:cxn>
              <a:cxn ang="0">
                <a:pos x="connsiteX9906" y="connsiteY9906"/>
              </a:cxn>
              <a:cxn ang="0">
                <a:pos x="connsiteX9907" y="connsiteY9907"/>
              </a:cxn>
              <a:cxn ang="0">
                <a:pos x="connsiteX9908" y="connsiteY9908"/>
              </a:cxn>
              <a:cxn ang="0">
                <a:pos x="connsiteX9909" y="connsiteY9909"/>
              </a:cxn>
              <a:cxn ang="0">
                <a:pos x="connsiteX9910" y="connsiteY9910"/>
              </a:cxn>
              <a:cxn ang="0">
                <a:pos x="connsiteX9911" y="connsiteY9911"/>
              </a:cxn>
              <a:cxn ang="0">
                <a:pos x="connsiteX9912" y="connsiteY9912"/>
              </a:cxn>
              <a:cxn ang="0">
                <a:pos x="connsiteX9913" y="connsiteY9913"/>
              </a:cxn>
              <a:cxn ang="0">
                <a:pos x="connsiteX9914" y="connsiteY9914"/>
              </a:cxn>
              <a:cxn ang="0">
                <a:pos x="connsiteX9915" y="connsiteY9915"/>
              </a:cxn>
              <a:cxn ang="0">
                <a:pos x="connsiteX9916" y="connsiteY9916"/>
              </a:cxn>
              <a:cxn ang="0">
                <a:pos x="connsiteX9917" y="connsiteY9917"/>
              </a:cxn>
              <a:cxn ang="0">
                <a:pos x="connsiteX9918" y="connsiteY9918"/>
              </a:cxn>
              <a:cxn ang="0">
                <a:pos x="connsiteX9919" y="connsiteY9919"/>
              </a:cxn>
              <a:cxn ang="0">
                <a:pos x="connsiteX9920" y="connsiteY9920"/>
              </a:cxn>
              <a:cxn ang="0">
                <a:pos x="connsiteX9921" y="connsiteY9921"/>
              </a:cxn>
              <a:cxn ang="0">
                <a:pos x="connsiteX9922" y="connsiteY9922"/>
              </a:cxn>
              <a:cxn ang="0">
                <a:pos x="connsiteX9923" y="connsiteY9923"/>
              </a:cxn>
              <a:cxn ang="0">
                <a:pos x="connsiteX9924" y="connsiteY9924"/>
              </a:cxn>
              <a:cxn ang="0">
                <a:pos x="connsiteX9925" y="connsiteY9925"/>
              </a:cxn>
              <a:cxn ang="0">
                <a:pos x="connsiteX9926" y="connsiteY9926"/>
              </a:cxn>
              <a:cxn ang="0">
                <a:pos x="connsiteX9927" y="connsiteY9927"/>
              </a:cxn>
              <a:cxn ang="0">
                <a:pos x="connsiteX9928" y="connsiteY9928"/>
              </a:cxn>
              <a:cxn ang="0">
                <a:pos x="connsiteX9929" y="connsiteY9929"/>
              </a:cxn>
              <a:cxn ang="0">
                <a:pos x="connsiteX9930" y="connsiteY9930"/>
              </a:cxn>
              <a:cxn ang="0">
                <a:pos x="connsiteX9931" y="connsiteY9931"/>
              </a:cxn>
              <a:cxn ang="0">
                <a:pos x="connsiteX9932" y="connsiteY9932"/>
              </a:cxn>
              <a:cxn ang="0">
                <a:pos x="connsiteX9933" y="connsiteY9933"/>
              </a:cxn>
              <a:cxn ang="0">
                <a:pos x="connsiteX9934" y="connsiteY9934"/>
              </a:cxn>
              <a:cxn ang="0">
                <a:pos x="connsiteX9935" y="connsiteY9935"/>
              </a:cxn>
              <a:cxn ang="0">
                <a:pos x="connsiteX9936" y="connsiteY9936"/>
              </a:cxn>
              <a:cxn ang="0">
                <a:pos x="connsiteX9937" y="connsiteY9937"/>
              </a:cxn>
              <a:cxn ang="0">
                <a:pos x="connsiteX9938" y="connsiteY9938"/>
              </a:cxn>
              <a:cxn ang="0">
                <a:pos x="connsiteX9939" y="connsiteY9939"/>
              </a:cxn>
              <a:cxn ang="0">
                <a:pos x="connsiteX9940" y="connsiteY9940"/>
              </a:cxn>
              <a:cxn ang="0">
                <a:pos x="connsiteX9941" y="connsiteY9941"/>
              </a:cxn>
              <a:cxn ang="0">
                <a:pos x="connsiteX9942" y="connsiteY9942"/>
              </a:cxn>
              <a:cxn ang="0">
                <a:pos x="connsiteX9943" y="connsiteY9943"/>
              </a:cxn>
              <a:cxn ang="0">
                <a:pos x="connsiteX9944" y="connsiteY9944"/>
              </a:cxn>
              <a:cxn ang="0">
                <a:pos x="connsiteX9945" y="connsiteY9945"/>
              </a:cxn>
              <a:cxn ang="0">
                <a:pos x="connsiteX9946" y="connsiteY9946"/>
              </a:cxn>
              <a:cxn ang="0">
                <a:pos x="connsiteX9947" y="connsiteY9947"/>
              </a:cxn>
              <a:cxn ang="0">
                <a:pos x="connsiteX9948" y="connsiteY9948"/>
              </a:cxn>
              <a:cxn ang="0">
                <a:pos x="connsiteX9949" y="connsiteY9949"/>
              </a:cxn>
              <a:cxn ang="0">
                <a:pos x="connsiteX9950" y="connsiteY9950"/>
              </a:cxn>
              <a:cxn ang="0">
                <a:pos x="connsiteX9951" y="connsiteY9951"/>
              </a:cxn>
              <a:cxn ang="0">
                <a:pos x="connsiteX9952" y="connsiteY9952"/>
              </a:cxn>
              <a:cxn ang="0">
                <a:pos x="connsiteX9953" y="connsiteY9953"/>
              </a:cxn>
              <a:cxn ang="0">
                <a:pos x="connsiteX9954" y="connsiteY9954"/>
              </a:cxn>
              <a:cxn ang="0">
                <a:pos x="connsiteX9955" y="connsiteY9955"/>
              </a:cxn>
              <a:cxn ang="0">
                <a:pos x="connsiteX9956" y="connsiteY9956"/>
              </a:cxn>
              <a:cxn ang="0">
                <a:pos x="connsiteX9957" y="connsiteY9957"/>
              </a:cxn>
              <a:cxn ang="0">
                <a:pos x="connsiteX9958" y="connsiteY9958"/>
              </a:cxn>
              <a:cxn ang="0">
                <a:pos x="connsiteX9959" y="connsiteY9959"/>
              </a:cxn>
              <a:cxn ang="0">
                <a:pos x="connsiteX9960" y="connsiteY9960"/>
              </a:cxn>
              <a:cxn ang="0">
                <a:pos x="connsiteX9961" y="connsiteY9961"/>
              </a:cxn>
              <a:cxn ang="0">
                <a:pos x="connsiteX9962" y="connsiteY9962"/>
              </a:cxn>
              <a:cxn ang="0">
                <a:pos x="connsiteX9963" y="connsiteY9963"/>
              </a:cxn>
              <a:cxn ang="0">
                <a:pos x="connsiteX9964" y="connsiteY9964"/>
              </a:cxn>
              <a:cxn ang="0">
                <a:pos x="connsiteX9965" y="connsiteY9965"/>
              </a:cxn>
              <a:cxn ang="0">
                <a:pos x="connsiteX9966" y="connsiteY9966"/>
              </a:cxn>
              <a:cxn ang="0">
                <a:pos x="connsiteX9967" y="connsiteY9967"/>
              </a:cxn>
              <a:cxn ang="0">
                <a:pos x="connsiteX9968" y="connsiteY9968"/>
              </a:cxn>
              <a:cxn ang="0">
                <a:pos x="connsiteX9969" y="connsiteY9969"/>
              </a:cxn>
              <a:cxn ang="0">
                <a:pos x="connsiteX9970" y="connsiteY9970"/>
              </a:cxn>
              <a:cxn ang="0">
                <a:pos x="connsiteX9971" y="connsiteY9971"/>
              </a:cxn>
              <a:cxn ang="0">
                <a:pos x="connsiteX9972" y="connsiteY9972"/>
              </a:cxn>
              <a:cxn ang="0">
                <a:pos x="connsiteX9973" y="connsiteY9973"/>
              </a:cxn>
              <a:cxn ang="0">
                <a:pos x="connsiteX9974" y="connsiteY9974"/>
              </a:cxn>
              <a:cxn ang="0">
                <a:pos x="connsiteX9975" y="connsiteY9975"/>
              </a:cxn>
              <a:cxn ang="0">
                <a:pos x="connsiteX9976" y="connsiteY9976"/>
              </a:cxn>
              <a:cxn ang="0">
                <a:pos x="connsiteX9977" y="connsiteY9977"/>
              </a:cxn>
              <a:cxn ang="0">
                <a:pos x="connsiteX9978" y="connsiteY9978"/>
              </a:cxn>
              <a:cxn ang="0">
                <a:pos x="connsiteX9979" y="connsiteY9979"/>
              </a:cxn>
              <a:cxn ang="0">
                <a:pos x="connsiteX9980" y="connsiteY9980"/>
              </a:cxn>
              <a:cxn ang="0">
                <a:pos x="connsiteX9981" y="connsiteY9981"/>
              </a:cxn>
              <a:cxn ang="0">
                <a:pos x="connsiteX9982" y="connsiteY9982"/>
              </a:cxn>
              <a:cxn ang="0">
                <a:pos x="connsiteX9983" y="connsiteY9983"/>
              </a:cxn>
              <a:cxn ang="0">
                <a:pos x="connsiteX9984" y="connsiteY9984"/>
              </a:cxn>
              <a:cxn ang="0">
                <a:pos x="connsiteX9985" y="connsiteY9985"/>
              </a:cxn>
              <a:cxn ang="0">
                <a:pos x="connsiteX9986" y="connsiteY9986"/>
              </a:cxn>
              <a:cxn ang="0">
                <a:pos x="connsiteX9987" y="connsiteY9987"/>
              </a:cxn>
              <a:cxn ang="0">
                <a:pos x="connsiteX9988" y="connsiteY9988"/>
              </a:cxn>
              <a:cxn ang="0">
                <a:pos x="connsiteX9989" y="connsiteY9989"/>
              </a:cxn>
              <a:cxn ang="0">
                <a:pos x="connsiteX9990" y="connsiteY9990"/>
              </a:cxn>
              <a:cxn ang="0">
                <a:pos x="connsiteX9991" y="connsiteY9991"/>
              </a:cxn>
              <a:cxn ang="0">
                <a:pos x="connsiteX9992" y="connsiteY9992"/>
              </a:cxn>
              <a:cxn ang="0">
                <a:pos x="connsiteX9993" y="connsiteY9993"/>
              </a:cxn>
              <a:cxn ang="0">
                <a:pos x="connsiteX9994" y="connsiteY9994"/>
              </a:cxn>
              <a:cxn ang="0">
                <a:pos x="connsiteX9995" y="connsiteY9995"/>
              </a:cxn>
              <a:cxn ang="0">
                <a:pos x="connsiteX9996" y="connsiteY9996"/>
              </a:cxn>
              <a:cxn ang="0">
                <a:pos x="connsiteX9997" y="connsiteY9997"/>
              </a:cxn>
              <a:cxn ang="0">
                <a:pos x="connsiteX9998" y="connsiteY9998"/>
              </a:cxn>
              <a:cxn ang="0">
                <a:pos x="connsiteX9999" y="connsiteY9999"/>
              </a:cxn>
              <a:cxn ang="0">
                <a:pos x="connsiteX10000" y="connsiteY10000"/>
              </a:cxn>
              <a:cxn ang="0">
                <a:pos x="connsiteX10001" y="connsiteY10001"/>
              </a:cxn>
              <a:cxn ang="0">
                <a:pos x="connsiteX10002" y="connsiteY10002"/>
              </a:cxn>
              <a:cxn ang="0">
                <a:pos x="connsiteX10003" y="connsiteY10003"/>
              </a:cxn>
              <a:cxn ang="0">
                <a:pos x="connsiteX10004" y="connsiteY10004"/>
              </a:cxn>
              <a:cxn ang="0">
                <a:pos x="connsiteX10005" y="connsiteY10005"/>
              </a:cxn>
              <a:cxn ang="0">
                <a:pos x="connsiteX10006" y="connsiteY10006"/>
              </a:cxn>
              <a:cxn ang="0">
                <a:pos x="connsiteX10007" y="connsiteY10007"/>
              </a:cxn>
              <a:cxn ang="0">
                <a:pos x="connsiteX10008" y="connsiteY10008"/>
              </a:cxn>
              <a:cxn ang="0">
                <a:pos x="connsiteX10009" y="connsiteY10009"/>
              </a:cxn>
              <a:cxn ang="0">
                <a:pos x="connsiteX10010" y="connsiteY10010"/>
              </a:cxn>
              <a:cxn ang="0">
                <a:pos x="connsiteX10011" y="connsiteY10011"/>
              </a:cxn>
              <a:cxn ang="0">
                <a:pos x="connsiteX10012" y="connsiteY10012"/>
              </a:cxn>
              <a:cxn ang="0">
                <a:pos x="connsiteX10013" y="connsiteY10013"/>
              </a:cxn>
              <a:cxn ang="0">
                <a:pos x="connsiteX10014" y="connsiteY10014"/>
              </a:cxn>
              <a:cxn ang="0">
                <a:pos x="connsiteX10015" y="connsiteY10015"/>
              </a:cxn>
              <a:cxn ang="0">
                <a:pos x="connsiteX10016" y="connsiteY10016"/>
              </a:cxn>
              <a:cxn ang="0">
                <a:pos x="connsiteX10017" y="connsiteY10017"/>
              </a:cxn>
              <a:cxn ang="0">
                <a:pos x="connsiteX10018" y="connsiteY10018"/>
              </a:cxn>
              <a:cxn ang="0">
                <a:pos x="connsiteX10019" y="connsiteY10019"/>
              </a:cxn>
              <a:cxn ang="0">
                <a:pos x="connsiteX10020" y="connsiteY10020"/>
              </a:cxn>
              <a:cxn ang="0">
                <a:pos x="connsiteX10021" y="connsiteY10021"/>
              </a:cxn>
              <a:cxn ang="0">
                <a:pos x="connsiteX10022" y="connsiteY10022"/>
              </a:cxn>
              <a:cxn ang="0">
                <a:pos x="connsiteX10023" y="connsiteY10023"/>
              </a:cxn>
              <a:cxn ang="0">
                <a:pos x="connsiteX10024" y="connsiteY10024"/>
              </a:cxn>
              <a:cxn ang="0">
                <a:pos x="connsiteX10025" y="connsiteY10025"/>
              </a:cxn>
              <a:cxn ang="0">
                <a:pos x="connsiteX10026" y="connsiteY10026"/>
              </a:cxn>
              <a:cxn ang="0">
                <a:pos x="connsiteX10027" y="connsiteY10027"/>
              </a:cxn>
              <a:cxn ang="0">
                <a:pos x="connsiteX10028" y="connsiteY10028"/>
              </a:cxn>
              <a:cxn ang="0">
                <a:pos x="connsiteX10029" y="connsiteY10029"/>
              </a:cxn>
              <a:cxn ang="0">
                <a:pos x="connsiteX10030" y="connsiteY10030"/>
              </a:cxn>
              <a:cxn ang="0">
                <a:pos x="connsiteX10031" y="connsiteY10031"/>
              </a:cxn>
              <a:cxn ang="0">
                <a:pos x="connsiteX10032" y="connsiteY10032"/>
              </a:cxn>
              <a:cxn ang="0">
                <a:pos x="connsiteX10033" y="connsiteY10033"/>
              </a:cxn>
              <a:cxn ang="0">
                <a:pos x="connsiteX10034" y="connsiteY10034"/>
              </a:cxn>
              <a:cxn ang="0">
                <a:pos x="connsiteX10035" y="connsiteY10035"/>
              </a:cxn>
              <a:cxn ang="0">
                <a:pos x="connsiteX10036" y="connsiteY10036"/>
              </a:cxn>
              <a:cxn ang="0">
                <a:pos x="connsiteX10037" y="connsiteY10037"/>
              </a:cxn>
              <a:cxn ang="0">
                <a:pos x="connsiteX10038" y="connsiteY10038"/>
              </a:cxn>
              <a:cxn ang="0">
                <a:pos x="connsiteX10039" y="connsiteY10039"/>
              </a:cxn>
              <a:cxn ang="0">
                <a:pos x="connsiteX10040" y="connsiteY10040"/>
              </a:cxn>
              <a:cxn ang="0">
                <a:pos x="connsiteX10041" y="connsiteY10041"/>
              </a:cxn>
              <a:cxn ang="0">
                <a:pos x="connsiteX10042" y="connsiteY10042"/>
              </a:cxn>
              <a:cxn ang="0">
                <a:pos x="connsiteX10043" y="connsiteY10043"/>
              </a:cxn>
              <a:cxn ang="0">
                <a:pos x="connsiteX10044" y="connsiteY10044"/>
              </a:cxn>
              <a:cxn ang="0">
                <a:pos x="connsiteX10045" y="connsiteY10045"/>
              </a:cxn>
              <a:cxn ang="0">
                <a:pos x="connsiteX10046" y="connsiteY10046"/>
              </a:cxn>
              <a:cxn ang="0">
                <a:pos x="connsiteX10047" y="connsiteY10047"/>
              </a:cxn>
              <a:cxn ang="0">
                <a:pos x="connsiteX10048" y="connsiteY10048"/>
              </a:cxn>
              <a:cxn ang="0">
                <a:pos x="connsiteX10049" y="connsiteY10049"/>
              </a:cxn>
              <a:cxn ang="0">
                <a:pos x="connsiteX10050" y="connsiteY10050"/>
              </a:cxn>
              <a:cxn ang="0">
                <a:pos x="connsiteX10051" y="connsiteY10051"/>
              </a:cxn>
              <a:cxn ang="0">
                <a:pos x="connsiteX10052" y="connsiteY10052"/>
              </a:cxn>
              <a:cxn ang="0">
                <a:pos x="connsiteX10053" y="connsiteY10053"/>
              </a:cxn>
              <a:cxn ang="0">
                <a:pos x="connsiteX10054" y="connsiteY10054"/>
              </a:cxn>
              <a:cxn ang="0">
                <a:pos x="connsiteX10055" y="connsiteY10055"/>
              </a:cxn>
              <a:cxn ang="0">
                <a:pos x="connsiteX10056" y="connsiteY10056"/>
              </a:cxn>
              <a:cxn ang="0">
                <a:pos x="connsiteX10057" y="connsiteY10057"/>
              </a:cxn>
              <a:cxn ang="0">
                <a:pos x="connsiteX10058" y="connsiteY10058"/>
              </a:cxn>
              <a:cxn ang="0">
                <a:pos x="connsiteX10059" y="connsiteY10059"/>
              </a:cxn>
              <a:cxn ang="0">
                <a:pos x="connsiteX10060" y="connsiteY10060"/>
              </a:cxn>
              <a:cxn ang="0">
                <a:pos x="connsiteX10061" y="connsiteY10061"/>
              </a:cxn>
              <a:cxn ang="0">
                <a:pos x="connsiteX10062" y="connsiteY10062"/>
              </a:cxn>
              <a:cxn ang="0">
                <a:pos x="connsiteX10063" y="connsiteY10063"/>
              </a:cxn>
              <a:cxn ang="0">
                <a:pos x="connsiteX10064" y="connsiteY10064"/>
              </a:cxn>
              <a:cxn ang="0">
                <a:pos x="connsiteX10065" y="connsiteY10065"/>
              </a:cxn>
              <a:cxn ang="0">
                <a:pos x="connsiteX10066" y="connsiteY10066"/>
              </a:cxn>
              <a:cxn ang="0">
                <a:pos x="connsiteX10067" y="connsiteY10067"/>
              </a:cxn>
              <a:cxn ang="0">
                <a:pos x="connsiteX10068" y="connsiteY10068"/>
              </a:cxn>
              <a:cxn ang="0">
                <a:pos x="connsiteX10069" y="connsiteY10069"/>
              </a:cxn>
              <a:cxn ang="0">
                <a:pos x="connsiteX10070" y="connsiteY10070"/>
              </a:cxn>
              <a:cxn ang="0">
                <a:pos x="connsiteX10071" y="connsiteY10071"/>
              </a:cxn>
              <a:cxn ang="0">
                <a:pos x="connsiteX10072" y="connsiteY10072"/>
              </a:cxn>
              <a:cxn ang="0">
                <a:pos x="connsiteX10073" y="connsiteY10073"/>
              </a:cxn>
              <a:cxn ang="0">
                <a:pos x="connsiteX10074" y="connsiteY10074"/>
              </a:cxn>
              <a:cxn ang="0">
                <a:pos x="connsiteX10075" y="connsiteY10075"/>
              </a:cxn>
              <a:cxn ang="0">
                <a:pos x="connsiteX10076" y="connsiteY10076"/>
              </a:cxn>
              <a:cxn ang="0">
                <a:pos x="connsiteX10077" y="connsiteY10077"/>
              </a:cxn>
              <a:cxn ang="0">
                <a:pos x="connsiteX10078" y="connsiteY10078"/>
              </a:cxn>
              <a:cxn ang="0">
                <a:pos x="connsiteX10079" y="connsiteY10079"/>
              </a:cxn>
              <a:cxn ang="0">
                <a:pos x="connsiteX10080" y="connsiteY10080"/>
              </a:cxn>
              <a:cxn ang="0">
                <a:pos x="connsiteX10081" y="connsiteY10081"/>
              </a:cxn>
              <a:cxn ang="0">
                <a:pos x="connsiteX10082" y="connsiteY10082"/>
              </a:cxn>
              <a:cxn ang="0">
                <a:pos x="connsiteX10083" y="connsiteY10083"/>
              </a:cxn>
              <a:cxn ang="0">
                <a:pos x="connsiteX10084" y="connsiteY10084"/>
              </a:cxn>
              <a:cxn ang="0">
                <a:pos x="connsiteX10085" y="connsiteY10085"/>
              </a:cxn>
              <a:cxn ang="0">
                <a:pos x="connsiteX10086" y="connsiteY10086"/>
              </a:cxn>
              <a:cxn ang="0">
                <a:pos x="connsiteX10087" y="connsiteY10087"/>
              </a:cxn>
              <a:cxn ang="0">
                <a:pos x="connsiteX10088" y="connsiteY10088"/>
              </a:cxn>
              <a:cxn ang="0">
                <a:pos x="connsiteX10089" y="connsiteY10089"/>
              </a:cxn>
              <a:cxn ang="0">
                <a:pos x="connsiteX10090" y="connsiteY10090"/>
              </a:cxn>
              <a:cxn ang="0">
                <a:pos x="connsiteX10091" y="connsiteY10091"/>
              </a:cxn>
              <a:cxn ang="0">
                <a:pos x="connsiteX10092" y="connsiteY10092"/>
              </a:cxn>
              <a:cxn ang="0">
                <a:pos x="connsiteX10093" y="connsiteY10093"/>
              </a:cxn>
              <a:cxn ang="0">
                <a:pos x="connsiteX10094" y="connsiteY10094"/>
              </a:cxn>
              <a:cxn ang="0">
                <a:pos x="connsiteX10095" y="connsiteY10095"/>
              </a:cxn>
              <a:cxn ang="0">
                <a:pos x="connsiteX10096" y="connsiteY10096"/>
              </a:cxn>
              <a:cxn ang="0">
                <a:pos x="connsiteX10097" y="connsiteY10097"/>
              </a:cxn>
              <a:cxn ang="0">
                <a:pos x="connsiteX10098" y="connsiteY10098"/>
              </a:cxn>
              <a:cxn ang="0">
                <a:pos x="connsiteX10099" y="connsiteY10099"/>
              </a:cxn>
              <a:cxn ang="0">
                <a:pos x="connsiteX10100" y="connsiteY10100"/>
              </a:cxn>
              <a:cxn ang="0">
                <a:pos x="connsiteX10101" y="connsiteY10101"/>
              </a:cxn>
              <a:cxn ang="0">
                <a:pos x="connsiteX10102" y="connsiteY10102"/>
              </a:cxn>
              <a:cxn ang="0">
                <a:pos x="connsiteX10103" y="connsiteY10103"/>
              </a:cxn>
              <a:cxn ang="0">
                <a:pos x="connsiteX10104" y="connsiteY10104"/>
              </a:cxn>
              <a:cxn ang="0">
                <a:pos x="connsiteX10105" y="connsiteY10105"/>
              </a:cxn>
              <a:cxn ang="0">
                <a:pos x="connsiteX10106" y="connsiteY10106"/>
              </a:cxn>
              <a:cxn ang="0">
                <a:pos x="connsiteX10107" y="connsiteY10107"/>
              </a:cxn>
              <a:cxn ang="0">
                <a:pos x="connsiteX10108" y="connsiteY10108"/>
              </a:cxn>
              <a:cxn ang="0">
                <a:pos x="connsiteX10109" y="connsiteY10109"/>
              </a:cxn>
              <a:cxn ang="0">
                <a:pos x="connsiteX10110" y="connsiteY10110"/>
              </a:cxn>
              <a:cxn ang="0">
                <a:pos x="connsiteX10111" y="connsiteY10111"/>
              </a:cxn>
              <a:cxn ang="0">
                <a:pos x="connsiteX10112" y="connsiteY10112"/>
              </a:cxn>
              <a:cxn ang="0">
                <a:pos x="connsiteX10113" y="connsiteY10113"/>
              </a:cxn>
              <a:cxn ang="0">
                <a:pos x="connsiteX10114" y="connsiteY10114"/>
              </a:cxn>
              <a:cxn ang="0">
                <a:pos x="connsiteX10115" y="connsiteY10115"/>
              </a:cxn>
              <a:cxn ang="0">
                <a:pos x="connsiteX10116" y="connsiteY10116"/>
              </a:cxn>
              <a:cxn ang="0">
                <a:pos x="connsiteX10117" y="connsiteY10117"/>
              </a:cxn>
              <a:cxn ang="0">
                <a:pos x="connsiteX10118" y="connsiteY10118"/>
              </a:cxn>
              <a:cxn ang="0">
                <a:pos x="connsiteX10119" y="connsiteY10119"/>
              </a:cxn>
              <a:cxn ang="0">
                <a:pos x="connsiteX10120" y="connsiteY10120"/>
              </a:cxn>
              <a:cxn ang="0">
                <a:pos x="connsiteX10121" y="connsiteY10121"/>
              </a:cxn>
              <a:cxn ang="0">
                <a:pos x="connsiteX10122" y="connsiteY10122"/>
              </a:cxn>
              <a:cxn ang="0">
                <a:pos x="connsiteX10123" y="connsiteY10123"/>
              </a:cxn>
              <a:cxn ang="0">
                <a:pos x="connsiteX10124" y="connsiteY10124"/>
              </a:cxn>
              <a:cxn ang="0">
                <a:pos x="connsiteX10125" y="connsiteY10125"/>
              </a:cxn>
              <a:cxn ang="0">
                <a:pos x="connsiteX10126" y="connsiteY10126"/>
              </a:cxn>
              <a:cxn ang="0">
                <a:pos x="connsiteX10127" y="connsiteY10127"/>
              </a:cxn>
              <a:cxn ang="0">
                <a:pos x="connsiteX10128" y="connsiteY10128"/>
              </a:cxn>
              <a:cxn ang="0">
                <a:pos x="connsiteX10129" y="connsiteY10129"/>
              </a:cxn>
              <a:cxn ang="0">
                <a:pos x="connsiteX10130" y="connsiteY10130"/>
              </a:cxn>
              <a:cxn ang="0">
                <a:pos x="connsiteX10131" y="connsiteY10131"/>
              </a:cxn>
              <a:cxn ang="0">
                <a:pos x="connsiteX10132" y="connsiteY10132"/>
              </a:cxn>
              <a:cxn ang="0">
                <a:pos x="connsiteX10133" y="connsiteY10133"/>
              </a:cxn>
              <a:cxn ang="0">
                <a:pos x="connsiteX10134" y="connsiteY10134"/>
              </a:cxn>
              <a:cxn ang="0">
                <a:pos x="connsiteX10135" y="connsiteY10135"/>
              </a:cxn>
              <a:cxn ang="0">
                <a:pos x="connsiteX10136" y="connsiteY10136"/>
              </a:cxn>
              <a:cxn ang="0">
                <a:pos x="connsiteX10137" y="connsiteY10137"/>
              </a:cxn>
              <a:cxn ang="0">
                <a:pos x="connsiteX10138" y="connsiteY10138"/>
              </a:cxn>
              <a:cxn ang="0">
                <a:pos x="connsiteX10139" y="connsiteY10139"/>
              </a:cxn>
              <a:cxn ang="0">
                <a:pos x="connsiteX10140" y="connsiteY10140"/>
              </a:cxn>
              <a:cxn ang="0">
                <a:pos x="connsiteX10141" y="connsiteY10141"/>
              </a:cxn>
              <a:cxn ang="0">
                <a:pos x="connsiteX10142" y="connsiteY10142"/>
              </a:cxn>
              <a:cxn ang="0">
                <a:pos x="connsiteX10143" y="connsiteY10143"/>
              </a:cxn>
              <a:cxn ang="0">
                <a:pos x="connsiteX10144" y="connsiteY10144"/>
              </a:cxn>
              <a:cxn ang="0">
                <a:pos x="connsiteX10145" y="connsiteY10145"/>
              </a:cxn>
              <a:cxn ang="0">
                <a:pos x="connsiteX10146" y="connsiteY10146"/>
              </a:cxn>
              <a:cxn ang="0">
                <a:pos x="connsiteX10147" y="connsiteY10147"/>
              </a:cxn>
              <a:cxn ang="0">
                <a:pos x="connsiteX10148" y="connsiteY10148"/>
              </a:cxn>
              <a:cxn ang="0">
                <a:pos x="connsiteX10149" y="connsiteY10149"/>
              </a:cxn>
              <a:cxn ang="0">
                <a:pos x="connsiteX10150" y="connsiteY10150"/>
              </a:cxn>
              <a:cxn ang="0">
                <a:pos x="connsiteX10151" y="connsiteY10151"/>
              </a:cxn>
              <a:cxn ang="0">
                <a:pos x="connsiteX10152" y="connsiteY10152"/>
              </a:cxn>
              <a:cxn ang="0">
                <a:pos x="connsiteX10153" y="connsiteY10153"/>
              </a:cxn>
              <a:cxn ang="0">
                <a:pos x="connsiteX10154" y="connsiteY10154"/>
              </a:cxn>
              <a:cxn ang="0">
                <a:pos x="connsiteX10155" y="connsiteY10155"/>
              </a:cxn>
              <a:cxn ang="0">
                <a:pos x="connsiteX10156" y="connsiteY10156"/>
              </a:cxn>
              <a:cxn ang="0">
                <a:pos x="connsiteX10157" y="connsiteY10157"/>
              </a:cxn>
              <a:cxn ang="0">
                <a:pos x="connsiteX10158" y="connsiteY10158"/>
              </a:cxn>
              <a:cxn ang="0">
                <a:pos x="connsiteX10159" y="connsiteY10159"/>
              </a:cxn>
              <a:cxn ang="0">
                <a:pos x="connsiteX10160" y="connsiteY10160"/>
              </a:cxn>
              <a:cxn ang="0">
                <a:pos x="connsiteX10161" y="connsiteY10161"/>
              </a:cxn>
              <a:cxn ang="0">
                <a:pos x="connsiteX10162" y="connsiteY10162"/>
              </a:cxn>
              <a:cxn ang="0">
                <a:pos x="connsiteX10163" y="connsiteY10163"/>
              </a:cxn>
              <a:cxn ang="0">
                <a:pos x="connsiteX10164" y="connsiteY10164"/>
              </a:cxn>
              <a:cxn ang="0">
                <a:pos x="connsiteX10165" y="connsiteY10165"/>
              </a:cxn>
              <a:cxn ang="0">
                <a:pos x="connsiteX10166" y="connsiteY10166"/>
              </a:cxn>
              <a:cxn ang="0">
                <a:pos x="connsiteX10167" y="connsiteY10167"/>
              </a:cxn>
              <a:cxn ang="0">
                <a:pos x="connsiteX10168" y="connsiteY10168"/>
              </a:cxn>
              <a:cxn ang="0">
                <a:pos x="connsiteX10169" y="connsiteY10169"/>
              </a:cxn>
              <a:cxn ang="0">
                <a:pos x="connsiteX10170" y="connsiteY10170"/>
              </a:cxn>
              <a:cxn ang="0">
                <a:pos x="connsiteX10171" y="connsiteY10171"/>
              </a:cxn>
              <a:cxn ang="0">
                <a:pos x="connsiteX10172" y="connsiteY10172"/>
              </a:cxn>
              <a:cxn ang="0">
                <a:pos x="connsiteX10173" y="connsiteY10173"/>
              </a:cxn>
              <a:cxn ang="0">
                <a:pos x="connsiteX10174" y="connsiteY10174"/>
              </a:cxn>
              <a:cxn ang="0">
                <a:pos x="connsiteX10175" y="connsiteY10175"/>
              </a:cxn>
              <a:cxn ang="0">
                <a:pos x="connsiteX10176" y="connsiteY10176"/>
              </a:cxn>
              <a:cxn ang="0">
                <a:pos x="connsiteX10177" y="connsiteY10177"/>
              </a:cxn>
              <a:cxn ang="0">
                <a:pos x="connsiteX10178" y="connsiteY10178"/>
              </a:cxn>
              <a:cxn ang="0">
                <a:pos x="connsiteX10179" y="connsiteY10179"/>
              </a:cxn>
              <a:cxn ang="0">
                <a:pos x="connsiteX10180" y="connsiteY10180"/>
              </a:cxn>
              <a:cxn ang="0">
                <a:pos x="connsiteX10181" y="connsiteY10181"/>
              </a:cxn>
              <a:cxn ang="0">
                <a:pos x="connsiteX10182" y="connsiteY10182"/>
              </a:cxn>
              <a:cxn ang="0">
                <a:pos x="connsiteX10183" y="connsiteY10183"/>
              </a:cxn>
              <a:cxn ang="0">
                <a:pos x="connsiteX10184" y="connsiteY10184"/>
              </a:cxn>
              <a:cxn ang="0">
                <a:pos x="connsiteX10185" y="connsiteY10185"/>
              </a:cxn>
              <a:cxn ang="0">
                <a:pos x="connsiteX10186" y="connsiteY10186"/>
              </a:cxn>
              <a:cxn ang="0">
                <a:pos x="connsiteX10187" y="connsiteY10187"/>
              </a:cxn>
              <a:cxn ang="0">
                <a:pos x="connsiteX10188" y="connsiteY10188"/>
              </a:cxn>
              <a:cxn ang="0">
                <a:pos x="connsiteX10189" y="connsiteY10189"/>
              </a:cxn>
              <a:cxn ang="0">
                <a:pos x="connsiteX10190" y="connsiteY10190"/>
              </a:cxn>
              <a:cxn ang="0">
                <a:pos x="connsiteX10191" y="connsiteY10191"/>
              </a:cxn>
              <a:cxn ang="0">
                <a:pos x="connsiteX10192" y="connsiteY10192"/>
              </a:cxn>
              <a:cxn ang="0">
                <a:pos x="connsiteX10193" y="connsiteY10193"/>
              </a:cxn>
              <a:cxn ang="0">
                <a:pos x="connsiteX10194" y="connsiteY10194"/>
              </a:cxn>
              <a:cxn ang="0">
                <a:pos x="connsiteX10195" y="connsiteY10195"/>
              </a:cxn>
              <a:cxn ang="0">
                <a:pos x="connsiteX10196" y="connsiteY10196"/>
              </a:cxn>
              <a:cxn ang="0">
                <a:pos x="connsiteX10197" y="connsiteY10197"/>
              </a:cxn>
              <a:cxn ang="0">
                <a:pos x="connsiteX10198" y="connsiteY10198"/>
              </a:cxn>
              <a:cxn ang="0">
                <a:pos x="connsiteX10199" y="connsiteY10199"/>
              </a:cxn>
              <a:cxn ang="0">
                <a:pos x="connsiteX10200" y="connsiteY10200"/>
              </a:cxn>
              <a:cxn ang="0">
                <a:pos x="connsiteX10201" y="connsiteY10201"/>
              </a:cxn>
              <a:cxn ang="0">
                <a:pos x="connsiteX10202" y="connsiteY10202"/>
              </a:cxn>
              <a:cxn ang="0">
                <a:pos x="connsiteX10203" y="connsiteY10203"/>
              </a:cxn>
              <a:cxn ang="0">
                <a:pos x="connsiteX10204" y="connsiteY10204"/>
              </a:cxn>
              <a:cxn ang="0">
                <a:pos x="connsiteX10205" y="connsiteY10205"/>
              </a:cxn>
              <a:cxn ang="0">
                <a:pos x="connsiteX10206" y="connsiteY10206"/>
              </a:cxn>
              <a:cxn ang="0">
                <a:pos x="connsiteX10207" y="connsiteY10207"/>
              </a:cxn>
              <a:cxn ang="0">
                <a:pos x="connsiteX10208" y="connsiteY10208"/>
              </a:cxn>
              <a:cxn ang="0">
                <a:pos x="connsiteX10209" y="connsiteY10209"/>
              </a:cxn>
              <a:cxn ang="0">
                <a:pos x="connsiteX10210" y="connsiteY10210"/>
              </a:cxn>
              <a:cxn ang="0">
                <a:pos x="connsiteX10211" y="connsiteY10211"/>
              </a:cxn>
              <a:cxn ang="0">
                <a:pos x="connsiteX10212" y="connsiteY10212"/>
              </a:cxn>
              <a:cxn ang="0">
                <a:pos x="connsiteX10213" y="connsiteY10213"/>
              </a:cxn>
              <a:cxn ang="0">
                <a:pos x="connsiteX10214" y="connsiteY10214"/>
              </a:cxn>
              <a:cxn ang="0">
                <a:pos x="connsiteX10215" y="connsiteY10215"/>
              </a:cxn>
              <a:cxn ang="0">
                <a:pos x="connsiteX10216" y="connsiteY10216"/>
              </a:cxn>
              <a:cxn ang="0">
                <a:pos x="connsiteX10217" y="connsiteY10217"/>
              </a:cxn>
              <a:cxn ang="0">
                <a:pos x="connsiteX10218" y="connsiteY10218"/>
              </a:cxn>
              <a:cxn ang="0">
                <a:pos x="connsiteX10219" y="connsiteY10219"/>
              </a:cxn>
              <a:cxn ang="0">
                <a:pos x="connsiteX10220" y="connsiteY10220"/>
              </a:cxn>
              <a:cxn ang="0">
                <a:pos x="connsiteX10221" y="connsiteY10221"/>
              </a:cxn>
              <a:cxn ang="0">
                <a:pos x="connsiteX10222" y="connsiteY10222"/>
              </a:cxn>
              <a:cxn ang="0">
                <a:pos x="connsiteX10223" y="connsiteY10223"/>
              </a:cxn>
              <a:cxn ang="0">
                <a:pos x="connsiteX10224" y="connsiteY10224"/>
              </a:cxn>
              <a:cxn ang="0">
                <a:pos x="connsiteX10225" y="connsiteY10225"/>
              </a:cxn>
              <a:cxn ang="0">
                <a:pos x="connsiteX10226" y="connsiteY10226"/>
              </a:cxn>
              <a:cxn ang="0">
                <a:pos x="connsiteX10227" y="connsiteY10227"/>
              </a:cxn>
              <a:cxn ang="0">
                <a:pos x="connsiteX10228" y="connsiteY10228"/>
              </a:cxn>
              <a:cxn ang="0">
                <a:pos x="connsiteX10229" y="connsiteY10229"/>
              </a:cxn>
              <a:cxn ang="0">
                <a:pos x="connsiteX10230" y="connsiteY10230"/>
              </a:cxn>
              <a:cxn ang="0">
                <a:pos x="connsiteX10231" y="connsiteY10231"/>
              </a:cxn>
              <a:cxn ang="0">
                <a:pos x="connsiteX10232" y="connsiteY10232"/>
              </a:cxn>
              <a:cxn ang="0">
                <a:pos x="connsiteX10233" y="connsiteY10233"/>
              </a:cxn>
              <a:cxn ang="0">
                <a:pos x="connsiteX10234" y="connsiteY10234"/>
              </a:cxn>
              <a:cxn ang="0">
                <a:pos x="connsiteX10235" y="connsiteY10235"/>
              </a:cxn>
              <a:cxn ang="0">
                <a:pos x="connsiteX10236" y="connsiteY10236"/>
              </a:cxn>
              <a:cxn ang="0">
                <a:pos x="connsiteX10237" y="connsiteY10237"/>
              </a:cxn>
              <a:cxn ang="0">
                <a:pos x="connsiteX10238" y="connsiteY10238"/>
              </a:cxn>
              <a:cxn ang="0">
                <a:pos x="connsiteX10239" y="connsiteY10239"/>
              </a:cxn>
              <a:cxn ang="0">
                <a:pos x="connsiteX10240" y="connsiteY10240"/>
              </a:cxn>
              <a:cxn ang="0">
                <a:pos x="connsiteX10241" y="connsiteY10241"/>
              </a:cxn>
              <a:cxn ang="0">
                <a:pos x="connsiteX10242" y="connsiteY10242"/>
              </a:cxn>
              <a:cxn ang="0">
                <a:pos x="connsiteX10243" y="connsiteY10243"/>
              </a:cxn>
              <a:cxn ang="0">
                <a:pos x="connsiteX10244" y="connsiteY10244"/>
              </a:cxn>
              <a:cxn ang="0">
                <a:pos x="connsiteX10245" y="connsiteY10245"/>
              </a:cxn>
              <a:cxn ang="0">
                <a:pos x="connsiteX10246" y="connsiteY10246"/>
              </a:cxn>
              <a:cxn ang="0">
                <a:pos x="connsiteX10247" y="connsiteY10247"/>
              </a:cxn>
              <a:cxn ang="0">
                <a:pos x="connsiteX10248" y="connsiteY10248"/>
              </a:cxn>
              <a:cxn ang="0">
                <a:pos x="connsiteX10249" y="connsiteY10249"/>
              </a:cxn>
              <a:cxn ang="0">
                <a:pos x="connsiteX10250" y="connsiteY10250"/>
              </a:cxn>
              <a:cxn ang="0">
                <a:pos x="connsiteX10251" y="connsiteY10251"/>
              </a:cxn>
              <a:cxn ang="0">
                <a:pos x="connsiteX10252" y="connsiteY10252"/>
              </a:cxn>
              <a:cxn ang="0">
                <a:pos x="connsiteX10253" y="connsiteY10253"/>
              </a:cxn>
              <a:cxn ang="0">
                <a:pos x="connsiteX10254" y="connsiteY10254"/>
              </a:cxn>
              <a:cxn ang="0">
                <a:pos x="connsiteX10255" y="connsiteY10255"/>
              </a:cxn>
              <a:cxn ang="0">
                <a:pos x="connsiteX10256" y="connsiteY10256"/>
              </a:cxn>
              <a:cxn ang="0">
                <a:pos x="connsiteX10257" y="connsiteY10257"/>
              </a:cxn>
              <a:cxn ang="0">
                <a:pos x="connsiteX10258" y="connsiteY10258"/>
              </a:cxn>
              <a:cxn ang="0">
                <a:pos x="connsiteX10259" y="connsiteY10259"/>
              </a:cxn>
              <a:cxn ang="0">
                <a:pos x="connsiteX10260" y="connsiteY10260"/>
              </a:cxn>
              <a:cxn ang="0">
                <a:pos x="connsiteX10261" y="connsiteY10261"/>
              </a:cxn>
              <a:cxn ang="0">
                <a:pos x="connsiteX10262" y="connsiteY10262"/>
              </a:cxn>
              <a:cxn ang="0">
                <a:pos x="connsiteX10263" y="connsiteY10263"/>
              </a:cxn>
              <a:cxn ang="0">
                <a:pos x="connsiteX10264" y="connsiteY10264"/>
              </a:cxn>
              <a:cxn ang="0">
                <a:pos x="connsiteX10265" y="connsiteY10265"/>
              </a:cxn>
              <a:cxn ang="0">
                <a:pos x="connsiteX10266" y="connsiteY10266"/>
              </a:cxn>
              <a:cxn ang="0">
                <a:pos x="connsiteX10267" y="connsiteY10267"/>
              </a:cxn>
              <a:cxn ang="0">
                <a:pos x="connsiteX10268" y="connsiteY10268"/>
              </a:cxn>
              <a:cxn ang="0">
                <a:pos x="connsiteX10269" y="connsiteY10269"/>
              </a:cxn>
              <a:cxn ang="0">
                <a:pos x="connsiteX10270" y="connsiteY10270"/>
              </a:cxn>
              <a:cxn ang="0">
                <a:pos x="connsiteX10271" y="connsiteY10271"/>
              </a:cxn>
              <a:cxn ang="0">
                <a:pos x="connsiteX10272" y="connsiteY10272"/>
              </a:cxn>
              <a:cxn ang="0">
                <a:pos x="connsiteX10273" y="connsiteY10273"/>
              </a:cxn>
              <a:cxn ang="0">
                <a:pos x="connsiteX10274" y="connsiteY10274"/>
              </a:cxn>
              <a:cxn ang="0">
                <a:pos x="connsiteX10275" y="connsiteY10275"/>
              </a:cxn>
              <a:cxn ang="0">
                <a:pos x="connsiteX10276" y="connsiteY10276"/>
              </a:cxn>
              <a:cxn ang="0">
                <a:pos x="connsiteX10277" y="connsiteY10277"/>
              </a:cxn>
              <a:cxn ang="0">
                <a:pos x="connsiteX10278" y="connsiteY10278"/>
              </a:cxn>
              <a:cxn ang="0">
                <a:pos x="connsiteX10279" y="connsiteY10279"/>
              </a:cxn>
              <a:cxn ang="0">
                <a:pos x="connsiteX10280" y="connsiteY10280"/>
              </a:cxn>
              <a:cxn ang="0">
                <a:pos x="connsiteX10281" y="connsiteY10281"/>
              </a:cxn>
              <a:cxn ang="0">
                <a:pos x="connsiteX10282" y="connsiteY10282"/>
              </a:cxn>
              <a:cxn ang="0">
                <a:pos x="connsiteX10283" y="connsiteY10283"/>
              </a:cxn>
              <a:cxn ang="0">
                <a:pos x="connsiteX10284" y="connsiteY10284"/>
              </a:cxn>
              <a:cxn ang="0">
                <a:pos x="connsiteX10285" y="connsiteY10285"/>
              </a:cxn>
              <a:cxn ang="0">
                <a:pos x="connsiteX10286" y="connsiteY10286"/>
              </a:cxn>
              <a:cxn ang="0">
                <a:pos x="connsiteX10287" y="connsiteY10287"/>
              </a:cxn>
              <a:cxn ang="0">
                <a:pos x="connsiteX10288" y="connsiteY10288"/>
              </a:cxn>
              <a:cxn ang="0">
                <a:pos x="connsiteX10289" y="connsiteY10289"/>
              </a:cxn>
              <a:cxn ang="0">
                <a:pos x="connsiteX10290" y="connsiteY10290"/>
              </a:cxn>
              <a:cxn ang="0">
                <a:pos x="connsiteX10291" y="connsiteY10291"/>
              </a:cxn>
              <a:cxn ang="0">
                <a:pos x="connsiteX10292" y="connsiteY10292"/>
              </a:cxn>
              <a:cxn ang="0">
                <a:pos x="connsiteX10293" y="connsiteY10293"/>
              </a:cxn>
              <a:cxn ang="0">
                <a:pos x="connsiteX10294" y="connsiteY10294"/>
              </a:cxn>
              <a:cxn ang="0">
                <a:pos x="connsiteX10295" y="connsiteY10295"/>
              </a:cxn>
              <a:cxn ang="0">
                <a:pos x="connsiteX10296" y="connsiteY10296"/>
              </a:cxn>
              <a:cxn ang="0">
                <a:pos x="connsiteX10297" y="connsiteY10297"/>
              </a:cxn>
              <a:cxn ang="0">
                <a:pos x="connsiteX10298" y="connsiteY10298"/>
              </a:cxn>
              <a:cxn ang="0">
                <a:pos x="connsiteX10299" y="connsiteY10299"/>
              </a:cxn>
              <a:cxn ang="0">
                <a:pos x="connsiteX10300" y="connsiteY10300"/>
              </a:cxn>
              <a:cxn ang="0">
                <a:pos x="connsiteX10301" y="connsiteY10301"/>
              </a:cxn>
              <a:cxn ang="0">
                <a:pos x="connsiteX10302" y="connsiteY10302"/>
              </a:cxn>
              <a:cxn ang="0">
                <a:pos x="connsiteX10303" y="connsiteY10303"/>
              </a:cxn>
              <a:cxn ang="0">
                <a:pos x="connsiteX10304" y="connsiteY10304"/>
              </a:cxn>
              <a:cxn ang="0">
                <a:pos x="connsiteX10305" y="connsiteY10305"/>
              </a:cxn>
              <a:cxn ang="0">
                <a:pos x="connsiteX10306" y="connsiteY10306"/>
              </a:cxn>
              <a:cxn ang="0">
                <a:pos x="connsiteX10307" y="connsiteY10307"/>
              </a:cxn>
              <a:cxn ang="0">
                <a:pos x="connsiteX10308" y="connsiteY10308"/>
              </a:cxn>
              <a:cxn ang="0">
                <a:pos x="connsiteX10309" y="connsiteY10309"/>
              </a:cxn>
              <a:cxn ang="0">
                <a:pos x="connsiteX10310" y="connsiteY10310"/>
              </a:cxn>
              <a:cxn ang="0">
                <a:pos x="connsiteX10311" y="connsiteY10311"/>
              </a:cxn>
              <a:cxn ang="0">
                <a:pos x="connsiteX10312" y="connsiteY10312"/>
              </a:cxn>
              <a:cxn ang="0">
                <a:pos x="connsiteX10313" y="connsiteY10313"/>
              </a:cxn>
              <a:cxn ang="0">
                <a:pos x="connsiteX10314" y="connsiteY10314"/>
              </a:cxn>
              <a:cxn ang="0">
                <a:pos x="connsiteX10315" y="connsiteY10315"/>
              </a:cxn>
              <a:cxn ang="0">
                <a:pos x="connsiteX10316" y="connsiteY10316"/>
              </a:cxn>
              <a:cxn ang="0">
                <a:pos x="connsiteX10317" y="connsiteY10317"/>
              </a:cxn>
              <a:cxn ang="0">
                <a:pos x="connsiteX10318" y="connsiteY10318"/>
              </a:cxn>
              <a:cxn ang="0">
                <a:pos x="connsiteX10319" y="connsiteY10319"/>
              </a:cxn>
              <a:cxn ang="0">
                <a:pos x="connsiteX10320" y="connsiteY10320"/>
              </a:cxn>
              <a:cxn ang="0">
                <a:pos x="connsiteX10321" y="connsiteY10321"/>
              </a:cxn>
              <a:cxn ang="0">
                <a:pos x="connsiteX10322" y="connsiteY10322"/>
              </a:cxn>
              <a:cxn ang="0">
                <a:pos x="connsiteX10323" y="connsiteY10323"/>
              </a:cxn>
              <a:cxn ang="0">
                <a:pos x="connsiteX10324" y="connsiteY10324"/>
              </a:cxn>
              <a:cxn ang="0">
                <a:pos x="connsiteX10325" y="connsiteY10325"/>
              </a:cxn>
              <a:cxn ang="0">
                <a:pos x="connsiteX10326" y="connsiteY10326"/>
              </a:cxn>
              <a:cxn ang="0">
                <a:pos x="connsiteX10327" y="connsiteY10327"/>
              </a:cxn>
              <a:cxn ang="0">
                <a:pos x="connsiteX10328" y="connsiteY10328"/>
              </a:cxn>
              <a:cxn ang="0">
                <a:pos x="connsiteX10329" y="connsiteY10329"/>
              </a:cxn>
              <a:cxn ang="0">
                <a:pos x="connsiteX10330" y="connsiteY10330"/>
              </a:cxn>
              <a:cxn ang="0">
                <a:pos x="connsiteX10331" y="connsiteY10331"/>
              </a:cxn>
              <a:cxn ang="0">
                <a:pos x="connsiteX10332" y="connsiteY10332"/>
              </a:cxn>
              <a:cxn ang="0">
                <a:pos x="connsiteX10333" y="connsiteY10333"/>
              </a:cxn>
              <a:cxn ang="0">
                <a:pos x="connsiteX10334" y="connsiteY10334"/>
              </a:cxn>
              <a:cxn ang="0">
                <a:pos x="connsiteX10335" y="connsiteY10335"/>
              </a:cxn>
              <a:cxn ang="0">
                <a:pos x="connsiteX10336" y="connsiteY10336"/>
              </a:cxn>
              <a:cxn ang="0">
                <a:pos x="connsiteX10337" y="connsiteY10337"/>
              </a:cxn>
              <a:cxn ang="0">
                <a:pos x="connsiteX10338" y="connsiteY10338"/>
              </a:cxn>
              <a:cxn ang="0">
                <a:pos x="connsiteX10339" y="connsiteY10339"/>
              </a:cxn>
              <a:cxn ang="0">
                <a:pos x="connsiteX10340" y="connsiteY10340"/>
              </a:cxn>
              <a:cxn ang="0">
                <a:pos x="connsiteX10341" y="connsiteY10341"/>
              </a:cxn>
              <a:cxn ang="0">
                <a:pos x="connsiteX10342" y="connsiteY10342"/>
              </a:cxn>
              <a:cxn ang="0">
                <a:pos x="connsiteX10343" y="connsiteY10343"/>
              </a:cxn>
              <a:cxn ang="0">
                <a:pos x="connsiteX10344" y="connsiteY10344"/>
              </a:cxn>
              <a:cxn ang="0">
                <a:pos x="connsiteX10345" y="connsiteY10345"/>
              </a:cxn>
              <a:cxn ang="0">
                <a:pos x="connsiteX10346" y="connsiteY10346"/>
              </a:cxn>
              <a:cxn ang="0">
                <a:pos x="connsiteX10347" y="connsiteY10347"/>
              </a:cxn>
              <a:cxn ang="0">
                <a:pos x="connsiteX10348" y="connsiteY10348"/>
              </a:cxn>
              <a:cxn ang="0">
                <a:pos x="connsiteX10349" y="connsiteY10349"/>
              </a:cxn>
              <a:cxn ang="0">
                <a:pos x="connsiteX10350" y="connsiteY10350"/>
              </a:cxn>
              <a:cxn ang="0">
                <a:pos x="connsiteX10351" y="connsiteY10351"/>
              </a:cxn>
              <a:cxn ang="0">
                <a:pos x="connsiteX10352" y="connsiteY10352"/>
              </a:cxn>
              <a:cxn ang="0">
                <a:pos x="connsiteX10353" y="connsiteY10353"/>
              </a:cxn>
              <a:cxn ang="0">
                <a:pos x="connsiteX10354" y="connsiteY10354"/>
              </a:cxn>
              <a:cxn ang="0">
                <a:pos x="connsiteX10355" y="connsiteY10355"/>
              </a:cxn>
              <a:cxn ang="0">
                <a:pos x="connsiteX10356" y="connsiteY10356"/>
              </a:cxn>
              <a:cxn ang="0">
                <a:pos x="connsiteX10357" y="connsiteY10357"/>
              </a:cxn>
              <a:cxn ang="0">
                <a:pos x="connsiteX10358" y="connsiteY10358"/>
              </a:cxn>
              <a:cxn ang="0">
                <a:pos x="connsiteX10359" y="connsiteY10359"/>
              </a:cxn>
              <a:cxn ang="0">
                <a:pos x="connsiteX10360" y="connsiteY10360"/>
              </a:cxn>
              <a:cxn ang="0">
                <a:pos x="connsiteX10361" y="connsiteY10361"/>
              </a:cxn>
              <a:cxn ang="0">
                <a:pos x="connsiteX10362" y="connsiteY10362"/>
              </a:cxn>
              <a:cxn ang="0">
                <a:pos x="connsiteX10363" y="connsiteY10363"/>
              </a:cxn>
              <a:cxn ang="0">
                <a:pos x="connsiteX10364" y="connsiteY10364"/>
              </a:cxn>
              <a:cxn ang="0">
                <a:pos x="connsiteX10365" y="connsiteY10365"/>
              </a:cxn>
              <a:cxn ang="0">
                <a:pos x="connsiteX10366" y="connsiteY10366"/>
              </a:cxn>
              <a:cxn ang="0">
                <a:pos x="connsiteX10367" y="connsiteY10367"/>
              </a:cxn>
              <a:cxn ang="0">
                <a:pos x="connsiteX10368" y="connsiteY10368"/>
              </a:cxn>
              <a:cxn ang="0">
                <a:pos x="connsiteX10369" y="connsiteY10369"/>
              </a:cxn>
              <a:cxn ang="0">
                <a:pos x="connsiteX10370" y="connsiteY10370"/>
              </a:cxn>
              <a:cxn ang="0">
                <a:pos x="connsiteX10371" y="connsiteY10371"/>
              </a:cxn>
              <a:cxn ang="0">
                <a:pos x="connsiteX10372" y="connsiteY10372"/>
              </a:cxn>
              <a:cxn ang="0">
                <a:pos x="connsiteX10373" y="connsiteY10373"/>
              </a:cxn>
              <a:cxn ang="0">
                <a:pos x="connsiteX10374" y="connsiteY10374"/>
              </a:cxn>
              <a:cxn ang="0">
                <a:pos x="connsiteX10375" y="connsiteY10375"/>
              </a:cxn>
              <a:cxn ang="0">
                <a:pos x="connsiteX10376" y="connsiteY10376"/>
              </a:cxn>
              <a:cxn ang="0">
                <a:pos x="connsiteX10377" y="connsiteY10377"/>
              </a:cxn>
              <a:cxn ang="0">
                <a:pos x="connsiteX10378" y="connsiteY10378"/>
              </a:cxn>
              <a:cxn ang="0">
                <a:pos x="connsiteX10379" y="connsiteY10379"/>
              </a:cxn>
              <a:cxn ang="0">
                <a:pos x="connsiteX10380" y="connsiteY10380"/>
              </a:cxn>
              <a:cxn ang="0">
                <a:pos x="connsiteX10381" y="connsiteY10381"/>
              </a:cxn>
              <a:cxn ang="0">
                <a:pos x="connsiteX10382" y="connsiteY10382"/>
              </a:cxn>
              <a:cxn ang="0">
                <a:pos x="connsiteX10383" y="connsiteY10383"/>
              </a:cxn>
              <a:cxn ang="0">
                <a:pos x="connsiteX10384" y="connsiteY10384"/>
              </a:cxn>
              <a:cxn ang="0">
                <a:pos x="connsiteX10385" y="connsiteY10385"/>
              </a:cxn>
              <a:cxn ang="0">
                <a:pos x="connsiteX10386" y="connsiteY10386"/>
              </a:cxn>
              <a:cxn ang="0">
                <a:pos x="connsiteX10387" y="connsiteY10387"/>
              </a:cxn>
              <a:cxn ang="0">
                <a:pos x="connsiteX10388" y="connsiteY10388"/>
              </a:cxn>
              <a:cxn ang="0">
                <a:pos x="connsiteX10389" y="connsiteY10389"/>
              </a:cxn>
              <a:cxn ang="0">
                <a:pos x="connsiteX10390" y="connsiteY10390"/>
              </a:cxn>
              <a:cxn ang="0">
                <a:pos x="connsiteX10391" y="connsiteY10391"/>
              </a:cxn>
              <a:cxn ang="0">
                <a:pos x="connsiteX10392" y="connsiteY10392"/>
              </a:cxn>
              <a:cxn ang="0">
                <a:pos x="connsiteX10393" y="connsiteY10393"/>
              </a:cxn>
              <a:cxn ang="0">
                <a:pos x="connsiteX10394" y="connsiteY10394"/>
              </a:cxn>
              <a:cxn ang="0">
                <a:pos x="connsiteX10395" y="connsiteY10395"/>
              </a:cxn>
              <a:cxn ang="0">
                <a:pos x="connsiteX10396" y="connsiteY10396"/>
              </a:cxn>
              <a:cxn ang="0">
                <a:pos x="connsiteX10397" y="connsiteY10397"/>
              </a:cxn>
              <a:cxn ang="0">
                <a:pos x="connsiteX10398" y="connsiteY10398"/>
              </a:cxn>
              <a:cxn ang="0">
                <a:pos x="connsiteX10399" y="connsiteY10399"/>
              </a:cxn>
              <a:cxn ang="0">
                <a:pos x="connsiteX10400" y="connsiteY10400"/>
              </a:cxn>
              <a:cxn ang="0">
                <a:pos x="connsiteX10401" y="connsiteY10401"/>
              </a:cxn>
              <a:cxn ang="0">
                <a:pos x="connsiteX10402" y="connsiteY10402"/>
              </a:cxn>
              <a:cxn ang="0">
                <a:pos x="connsiteX10403" y="connsiteY10403"/>
              </a:cxn>
              <a:cxn ang="0">
                <a:pos x="connsiteX10404" y="connsiteY10404"/>
              </a:cxn>
              <a:cxn ang="0">
                <a:pos x="connsiteX10405" y="connsiteY10405"/>
              </a:cxn>
              <a:cxn ang="0">
                <a:pos x="connsiteX10406" y="connsiteY10406"/>
              </a:cxn>
              <a:cxn ang="0">
                <a:pos x="connsiteX10407" y="connsiteY10407"/>
              </a:cxn>
              <a:cxn ang="0">
                <a:pos x="connsiteX10408" y="connsiteY10408"/>
              </a:cxn>
              <a:cxn ang="0">
                <a:pos x="connsiteX10409" y="connsiteY10409"/>
              </a:cxn>
              <a:cxn ang="0">
                <a:pos x="connsiteX10410" y="connsiteY10410"/>
              </a:cxn>
              <a:cxn ang="0">
                <a:pos x="connsiteX10411" y="connsiteY10411"/>
              </a:cxn>
              <a:cxn ang="0">
                <a:pos x="connsiteX10412" y="connsiteY10412"/>
              </a:cxn>
              <a:cxn ang="0">
                <a:pos x="connsiteX10413" y="connsiteY10413"/>
              </a:cxn>
              <a:cxn ang="0">
                <a:pos x="connsiteX10414" y="connsiteY10414"/>
              </a:cxn>
              <a:cxn ang="0">
                <a:pos x="connsiteX10415" y="connsiteY10415"/>
              </a:cxn>
              <a:cxn ang="0">
                <a:pos x="connsiteX10416" y="connsiteY10416"/>
              </a:cxn>
              <a:cxn ang="0">
                <a:pos x="connsiteX10417" y="connsiteY10417"/>
              </a:cxn>
              <a:cxn ang="0">
                <a:pos x="connsiteX10418" y="connsiteY10418"/>
              </a:cxn>
              <a:cxn ang="0">
                <a:pos x="connsiteX10419" y="connsiteY10419"/>
              </a:cxn>
              <a:cxn ang="0">
                <a:pos x="connsiteX10420" y="connsiteY10420"/>
              </a:cxn>
              <a:cxn ang="0">
                <a:pos x="connsiteX10421" y="connsiteY10421"/>
              </a:cxn>
              <a:cxn ang="0">
                <a:pos x="connsiteX10422" y="connsiteY10422"/>
              </a:cxn>
              <a:cxn ang="0">
                <a:pos x="connsiteX10423" y="connsiteY10423"/>
              </a:cxn>
              <a:cxn ang="0">
                <a:pos x="connsiteX10424" y="connsiteY10424"/>
              </a:cxn>
              <a:cxn ang="0">
                <a:pos x="connsiteX10425" y="connsiteY10425"/>
              </a:cxn>
              <a:cxn ang="0">
                <a:pos x="connsiteX10426" y="connsiteY10426"/>
              </a:cxn>
              <a:cxn ang="0">
                <a:pos x="connsiteX10427" y="connsiteY10427"/>
              </a:cxn>
              <a:cxn ang="0">
                <a:pos x="connsiteX10428" y="connsiteY10428"/>
              </a:cxn>
              <a:cxn ang="0">
                <a:pos x="connsiteX10429" y="connsiteY10429"/>
              </a:cxn>
              <a:cxn ang="0">
                <a:pos x="connsiteX10430" y="connsiteY10430"/>
              </a:cxn>
              <a:cxn ang="0">
                <a:pos x="connsiteX10431" y="connsiteY10431"/>
              </a:cxn>
              <a:cxn ang="0">
                <a:pos x="connsiteX10432" y="connsiteY10432"/>
              </a:cxn>
              <a:cxn ang="0">
                <a:pos x="connsiteX10433" y="connsiteY10433"/>
              </a:cxn>
              <a:cxn ang="0">
                <a:pos x="connsiteX10434" y="connsiteY10434"/>
              </a:cxn>
              <a:cxn ang="0">
                <a:pos x="connsiteX10435" y="connsiteY10435"/>
              </a:cxn>
              <a:cxn ang="0">
                <a:pos x="connsiteX10436" y="connsiteY10436"/>
              </a:cxn>
              <a:cxn ang="0">
                <a:pos x="connsiteX10437" y="connsiteY10437"/>
              </a:cxn>
              <a:cxn ang="0">
                <a:pos x="connsiteX10438" y="connsiteY10438"/>
              </a:cxn>
              <a:cxn ang="0">
                <a:pos x="connsiteX10439" y="connsiteY10439"/>
              </a:cxn>
              <a:cxn ang="0">
                <a:pos x="connsiteX10440" y="connsiteY10440"/>
              </a:cxn>
              <a:cxn ang="0">
                <a:pos x="connsiteX10441" y="connsiteY10441"/>
              </a:cxn>
              <a:cxn ang="0">
                <a:pos x="connsiteX10442" y="connsiteY10442"/>
              </a:cxn>
              <a:cxn ang="0">
                <a:pos x="connsiteX10443" y="connsiteY10443"/>
              </a:cxn>
              <a:cxn ang="0">
                <a:pos x="connsiteX10444" y="connsiteY10444"/>
              </a:cxn>
              <a:cxn ang="0">
                <a:pos x="connsiteX10445" y="connsiteY10445"/>
              </a:cxn>
              <a:cxn ang="0">
                <a:pos x="connsiteX10446" y="connsiteY10446"/>
              </a:cxn>
              <a:cxn ang="0">
                <a:pos x="connsiteX10447" y="connsiteY10447"/>
              </a:cxn>
              <a:cxn ang="0">
                <a:pos x="connsiteX10448" y="connsiteY10448"/>
              </a:cxn>
              <a:cxn ang="0">
                <a:pos x="connsiteX10449" y="connsiteY10449"/>
              </a:cxn>
              <a:cxn ang="0">
                <a:pos x="connsiteX10450" y="connsiteY10450"/>
              </a:cxn>
              <a:cxn ang="0">
                <a:pos x="connsiteX10451" y="connsiteY10451"/>
              </a:cxn>
              <a:cxn ang="0">
                <a:pos x="connsiteX10452" y="connsiteY10452"/>
              </a:cxn>
              <a:cxn ang="0">
                <a:pos x="connsiteX10453" y="connsiteY10453"/>
              </a:cxn>
              <a:cxn ang="0">
                <a:pos x="connsiteX10454" y="connsiteY10454"/>
              </a:cxn>
              <a:cxn ang="0">
                <a:pos x="connsiteX10455" y="connsiteY10455"/>
              </a:cxn>
              <a:cxn ang="0">
                <a:pos x="connsiteX10456" y="connsiteY10456"/>
              </a:cxn>
              <a:cxn ang="0">
                <a:pos x="connsiteX10457" y="connsiteY10457"/>
              </a:cxn>
              <a:cxn ang="0">
                <a:pos x="connsiteX10458" y="connsiteY10458"/>
              </a:cxn>
              <a:cxn ang="0">
                <a:pos x="connsiteX10459" y="connsiteY10459"/>
              </a:cxn>
              <a:cxn ang="0">
                <a:pos x="connsiteX10460" y="connsiteY10460"/>
              </a:cxn>
              <a:cxn ang="0">
                <a:pos x="connsiteX10461" y="connsiteY10461"/>
              </a:cxn>
              <a:cxn ang="0">
                <a:pos x="connsiteX10462" y="connsiteY10462"/>
              </a:cxn>
              <a:cxn ang="0">
                <a:pos x="connsiteX10463" y="connsiteY10463"/>
              </a:cxn>
              <a:cxn ang="0">
                <a:pos x="connsiteX10464" y="connsiteY10464"/>
              </a:cxn>
              <a:cxn ang="0">
                <a:pos x="connsiteX10465" y="connsiteY10465"/>
              </a:cxn>
              <a:cxn ang="0">
                <a:pos x="connsiteX10466" y="connsiteY10466"/>
              </a:cxn>
              <a:cxn ang="0">
                <a:pos x="connsiteX10467" y="connsiteY10467"/>
              </a:cxn>
              <a:cxn ang="0">
                <a:pos x="connsiteX10468" y="connsiteY10468"/>
              </a:cxn>
              <a:cxn ang="0">
                <a:pos x="connsiteX10469" y="connsiteY10469"/>
              </a:cxn>
              <a:cxn ang="0">
                <a:pos x="connsiteX10470" y="connsiteY10470"/>
              </a:cxn>
              <a:cxn ang="0">
                <a:pos x="connsiteX10471" y="connsiteY10471"/>
              </a:cxn>
              <a:cxn ang="0">
                <a:pos x="connsiteX10472" y="connsiteY10472"/>
              </a:cxn>
              <a:cxn ang="0">
                <a:pos x="connsiteX10473" y="connsiteY10473"/>
              </a:cxn>
              <a:cxn ang="0">
                <a:pos x="connsiteX10474" y="connsiteY10474"/>
              </a:cxn>
              <a:cxn ang="0">
                <a:pos x="connsiteX10475" y="connsiteY10475"/>
              </a:cxn>
              <a:cxn ang="0">
                <a:pos x="connsiteX10476" y="connsiteY10476"/>
              </a:cxn>
              <a:cxn ang="0">
                <a:pos x="connsiteX10477" y="connsiteY10477"/>
              </a:cxn>
              <a:cxn ang="0">
                <a:pos x="connsiteX10478" y="connsiteY10478"/>
              </a:cxn>
              <a:cxn ang="0">
                <a:pos x="connsiteX10479" y="connsiteY10479"/>
              </a:cxn>
              <a:cxn ang="0">
                <a:pos x="connsiteX10480" y="connsiteY10480"/>
              </a:cxn>
              <a:cxn ang="0">
                <a:pos x="connsiteX10481" y="connsiteY10481"/>
              </a:cxn>
              <a:cxn ang="0">
                <a:pos x="connsiteX10482" y="connsiteY10482"/>
              </a:cxn>
              <a:cxn ang="0">
                <a:pos x="connsiteX10483" y="connsiteY10483"/>
              </a:cxn>
              <a:cxn ang="0">
                <a:pos x="connsiteX10484" y="connsiteY10484"/>
              </a:cxn>
              <a:cxn ang="0">
                <a:pos x="connsiteX10485" y="connsiteY10485"/>
              </a:cxn>
              <a:cxn ang="0">
                <a:pos x="connsiteX10486" y="connsiteY10486"/>
              </a:cxn>
              <a:cxn ang="0">
                <a:pos x="connsiteX10487" y="connsiteY10487"/>
              </a:cxn>
              <a:cxn ang="0">
                <a:pos x="connsiteX10488" y="connsiteY10488"/>
              </a:cxn>
              <a:cxn ang="0">
                <a:pos x="connsiteX10489" y="connsiteY10489"/>
              </a:cxn>
              <a:cxn ang="0">
                <a:pos x="connsiteX10490" y="connsiteY10490"/>
              </a:cxn>
              <a:cxn ang="0">
                <a:pos x="connsiteX10491" y="connsiteY10491"/>
              </a:cxn>
              <a:cxn ang="0">
                <a:pos x="connsiteX10492" y="connsiteY10492"/>
              </a:cxn>
              <a:cxn ang="0">
                <a:pos x="connsiteX10493" y="connsiteY10493"/>
              </a:cxn>
              <a:cxn ang="0">
                <a:pos x="connsiteX10494" y="connsiteY10494"/>
              </a:cxn>
              <a:cxn ang="0">
                <a:pos x="connsiteX10495" y="connsiteY10495"/>
              </a:cxn>
              <a:cxn ang="0">
                <a:pos x="connsiteX10496" y="connsiteY10496"/>
              </a:cxn>
              <a:cxn ang="0">
                <a:pos x="connsiteX10497" y="connsiteY10497"/>
              </a:cxn>
              <a:cxn ang="0">
                <a:pos x="connsiteX10498" y="connsiteY10498"/>
              </a:cxn>
              <a:cxn ang="0">
                <a:pos x="connsiteX10499" y="connsiteY10499"/>
              </a:cxn>
              <a:cxn ang="0">
                <a:pos x="connsiteX10500" y="connsiteY10500"/>
              </a:cxn>
              <a:cxn ang="0">
                <a:pos x="connsiteX10501" y="connsiteY10501"/>
              </a:cxn>
              <a:cxn ang="0">
                <a:pos x="connsiteX10502" y="connsiteY10502"/>
              </a:cxn>
              <a:cxn ang="0">
                <a:pos x="connsiteX10503" y="connsiteY10503"/>
              </a:cxn>
              <a:cxn ang="0">
                <a:pos x="connsiteX10504" y="connsiteY10504"/>
              </a:cxn>
              <a:cxn ang="0">
                <a:pos x="connsiteX10505" y="connsiteY10505"/>
              </a:cxn>
              <a:cxn ang="0">
                <a:pos x="connsiteX10506" y="connsiteY10506"/>
              </a:cxn>
              <a:cxn ang="0">
                <a:pos x="connsiteX10507" y="connsiteY10507"/>
              </a:cxn>
              <a:cxn ang="0">
                <a:pos x="connsiteX10508" y="connsiteY10508"/>
              </a:cxn>
              <a:cxn ang="0">
                <a:pos x="connsiteX10509" y="connsiteY10509"/>
              </a:cxn>
              <a:cxn ang="0">
                <a:pos x="connsiteX10510" y="connsiteY10510"/>
              </a:cxn>
              <a:cxn ang="0">
                <a:pos x="connsiteX10511" y="connsiteY10511"/>
              </a:cxn>
              <a:cxn ang="0">
                <a:pos x="connsiteX10512" y="connsiteY10512"/>
              </a:cxn>
              <a:cxn ang="0">
                <a:pos x="connsiteX10513" y="connsiteY10513"/>
              </a:cxn>
              <a:cxn ang="0">
                <a:pos x="connsiteX10514" y="connsiteY10514"/>
              </a:cxn>
              <a:cxn ang="0">
                <a:pos x="connsiteX10515" y="connsiteY10515"/>
              </a:cxn>
              <a:cxn ang="0">
                <a:pos x="connsiteX10516" y="connsiteY10516"/>
              </a:cxn>
              <a:cxn ang="0">
                <a:pos x="connsiteX10517" y="connsiteY10517"/>
              </a:cxn>
              <a:cxn ang="0">
                <a:pos x="connsiteX10518" y="connsiteY10518"/>
              </a:cxn>
              <a:cxn ang="0">
                <a:pos x="connsiteX10519" y="connsiteY10519"/>
              </a:cxn>
              <a:cxn ang="0">
                <a:pos x="connsiteX10520" y="connsiteY10520"/>
              </a:cxn>
              <a:cxn ang="0">
                <a:pos x="connsiteX10521" y="connsiteY10521"/>
              </a:cxn>
              <a:cxn ang="0">
                <a:pos x="connsiteX10522" y="connsiteY10522"/>
              </a:cxn>
              <a:cxn ang="0">
                <a:pos x="connsiteX10523" y="connsiteY10523"/>
              </a:cxn>
              <a:cxn ang="0">
                <a:pos x="connsiteX10524" y="connsiteY10524"/>
              </a:cxn>
              <a:cxn ang="0">
                <a:pos x="connsiteX10525" y="connsiteY10525"/>
              </a:cxn>
              <a:cxn ang="0">
                <a:pos x="connsiteX10526" y="connsiteY10526"/>
              </a:cxn>
              <a:cxn ang="0">
                <a:pos x="connsiteX10527" y="connsiteY10527"/>
              </a:cxn>
              <a:cxn ang="0">
                <a:pos x="connsiteX10528" y="connsiteY10528"/>
              </a:cxn>
              <a:cxn ang="0">
                <a:pos x="connsiteX10529" y="connsiteY10529"/>
              </a:cxn>
              <a:cxn ang="0">
                <a:pos x="connsiteX10530" y="connsiteY10530"/>
              </a:cxn>
              <a:cxn ang="0">
                <a:pos x="connsiteX10531" y="connsiteY10531"/>
              </a:cxn>
              <a:cxn ang="0">
                <a:pos x="connsiteX10532" y="connsiteY10532"/>
              </a:cxn>
              <a:cxn ang="0">
                <a:pos x="connsiteX10533" y="connsiteY10533"/>
              </a:cxn>
              <a:cxn ang="0">
                <a:pos x="connsiteX10534" y="connsiteY10534"/>
              </a:cxn>
              <a:cxn ang="0">
                <a:pos x="connsiteX10535" y="connsiteY10535"/>
              </a:cxn>
              <a:cxn ang="0">
                <a:pos x="connsiteX10536" y="connsiteY10536"/>
              </a:cxn>
              <a:cxn ang="0">
                <a:pos x="connsiteX10537" y="connsiteY10537"/>
              </a:cxn>
              <a:cxn ang="0">
                <a:pos x="connsiteX10538" y="connsiteY10538"/>
              </a:cxn>
              <a:cxn ang="0">
                <a:pos x="connsiteX10539" y="connsiteY10539"/>
              </a:cxn>
              <a:cxn ang="0">
                <a:pos x="connsiteX10540" y="connsiteY10540"/>
              </a:cxn>
              <a:cxn ang="0">
                <a:pos x="connsiteX10541" y="connsiteY10541"/>
              </a:cxn>
              <a:cxn ang="0">
                <a:pos x="connsiteX10542" y="connsiteY10542"/>
              </a:cxn>
              <a:cxn ang="0">
                <a:pos x="connsiteX10543" y="connsiteY10543"/>
              </a:cxn>
              <a:cxn ang="0">
                <a:pos x="connsiteX10544" y="connsiteY10544"/>
              </a:cxn>
              <a:cxn ang="0">
                <a:pos x="connsiteX10545" y="connsiteY10545"/>
              </a:cxn>
              <a:cxn ang="0">
                <a:pos x="connsiteX10546" y="connsiteY10546"/>
              </a:cxn>
              <a:cxn ang="0">
                <a:pos x="connsiteX10547" y="connsiteY10547"/>
              </a:cxn>
              <a:cxn ang="0">
                <a:pos x="connsiteX10548" y="connsiteY10548"/>
              </a:cxn>
              <a:cxn ang="0">
                <a:pos x="connsiteX10549" y="connsiteY10549"/>
              </a:cxn>
              <a:cxn ang="0">
                <a:pos x="connsiteX10550" y="connsiteY10550"/>
              </a:cxn>
              <a:cxn ang="0">
                <a:pos x="connsiteX10551" y="connsiteY10551"/>
              </a:cxn>
              <a:cxn ang="0">
                <a:pos x="connsiteX10552" y="connsiteY10552"/>
              </a:cxn>
              <a:cxn ang="0">
                <a:pos x="connsiteX10553" y="connsiteY10553"/>
              </a:cxn>
              <a:cxn ang="0">
                <a:pos x="connsiteX10554" y="connsiteY10554"/>
              </a:cxn>
              <a:cxn ang="0">
                <a:pos x="connsiteX10555" y="connsiteY10555"/>
              </a:cxn>
              <a:cxn ang="0">
                <a:pos x="connsiteX10556" y="connsiteY10556"/>
              </a:cxn>
              <a:cxn ang="0">
                <a:pos x="connsiteX10557" y="connsiteY10557"/>
              </a:cxn>
              <a:cxn ang="0">
                <a:pos x="connsiteX10558" y="connsiteY10558"/>
              </a:cxn>
              <a:cxn ang="0">
                <a:pos x="connsiteX10559" y="connsiteY10559"/>
              </a:cxn>
              <a:cxn ang="0">
                <a:pos x="connsiteX10560" y="connsiteY10560"/>
              </a:cxn>
              <a:cxn ang="0">
                <a:pos x="connsiteX10561" y="connsiteY10561"/>
              </a:cxn>
              <a:cxn ang="0">
                <a:pos x="connsiteX10562" y="connsiteY10562"/>
              </a:cxn>
              <a:cxn ang="0">
                <a:pos x="connsiteX10563" y="connsiteY10563"/>
              </a:cxn>
              <a:cxn ang="0">
                <a:pos x="connsiteX10564" y="connsiteY10564"/>
              </a:cxn>
              <a:cxn ang="0">
                <a:pos x="connsiteX10565" y="connsiteY10565"/>
              </a:cxn>
              <a:cxn ang="0">
                <a:pos x="connsiteX10566" y="connsiteY10566"/>
              </a:cxn>
              <a:cxn ang="0">
                <a:pos x="connsiteX10567" y="connsiteY10567"/>
              </a:cxn>
              <a:cxn ang="0">
                <a:pos x="connsiteX10568" y="connsiteY10568"/>
              </a:cxn>
              <a:cxn ang="0">
                <a:pos x="connsiteX10569" y="connsiteY10569"/>
              </a:cxn>
              <a:cxn ang="0">
                <a:pos x="connsiteX10570" y="connsiteY10570"/>
              </a:cxn>
              <a:cxn ang="0">
                <a:pos x="connsiteX10571" y="connsiteY10571"/>
              </a:cxn>
              <a:cxn ang="0">
                <a:pos x="connsiteX10572" y="connsiteY10572"/>
              </a:cxn>
              <a:cxn ang="0">
                <a:pos x="connsiteX10573" y="connsiteY10573"/>
              </a:cxn>
              <a:cxn ang="0">
                <a:pos x="connsiteX10574" y="connsiteY10574"/>
              </a:cxn>
              <a:cxn ang="0">
                <a:pos x="connsiteX10575" y="connsiteY10575"/>
              </a:cxn>
              <a:cxn ang="0">
                <a:pos x="connsiteX10576" y="connsiteY10576"/>
              </a:cxn>
              <a:cxn ang="0">
                <a:pos x="connsiteX10577" y="connsiteY10577"/>
              </a:cxn>
              <a:cxn ang="0">
                <a:pos x="connsiteX10578" y="connsiteY10578"/>
              </a:cxn>
              <a:cxn ang="0">
                <a:pos x="connsiteX10579" y="connsiteY10579"/>
              </a:cxn>
              <a:cxn ang="0">
                <a:pos x="connsiteX10580" y="connsiteY10580"/>
              </a:cxn>
              <a:cxn ang="0">
                <a:pos x="connsiteX10581" y="connsiteY10581"/>
              </a:cxn>
              <a:cxn ang="0">
                <a:pos x="connsiteX10582" y="connsiteY10582"/>
              </a:cxn>
              <a:cxn ang="0">
                <a:pos x="connsiteX10583" y="connsiteY10583"/>
              </a:cxn>
              <a:cxn ang="0">
                <a:pos x="connsiteX10584" y="connsiteY10584"/>
              </a:cxn>
              <a:cxn ang="0">
                <a:pos x="connsiteX10585" y="connsiteY10585"/>
              </a:cxn>
              <a:cxn ang="0">
                <a:pos x="connsiteX10586" y="connsiteY10586"/>
              </a:cxn>
              <a:cxn ang="0">
                <a:pos x="connsiteX10587" y="connsiteY10587"/>
              </a:cxn>
              <a:cxn ang="0">
                <a:pos x="connsiteX10588" y="connsiteY10588"/>
              </a:cxn>
              <a:cxn ang="0">
                <a:pos x="connsiteX10589" y="connsiteY10589"/>
              </a:cxn>
              <a:cxn ang="0">
                <a:pos x="connsiteX10590" y="connsiteY10590"/>
              </a:cxn>
              <a:cxn ang="0">
                <a:pos x="connsiteX10591" y="connsiteY10591"/>
              </a:cxn>
              <a:cxn ang="0">
                <a:pos x="connsiteX10592" y="connsiteY10592"/>
              </a:cxn>
              <a:cxn ang="0">
                <a:pos x="connsiteX10593" y="connsiteY10593"/>
              </a:cxn>
              <a:cxn ang="0">
                <a:pos x="connsiteX10594" y="connsiteY10594"/>
              </a:cxn>
              <a:cxn ang="0">
                <a:pos x="connsiteX10595" y="connsiteY10595"/>
              </a:cxn>
              <a:cxn ang="0">
                <a:pos x="connsiteX10596" y="connsiteY10596"/>
              </a:cxn>
              <a:cxn ang="0">
                <a:pos x="connsiteX10597" y="connsiteY10597"/>
              </a:cxn>
              <a:cxn ang="0">
                <a:pos x="connsiteX10598" y="connsiteY10598"/>
              </a:cxn>
              <a:cxn ang="0">
                <a:pos x="connsiteX10599" y="connsiteY10599"/>
              </a:cxn>
              <a:cxn ang="0">
                <a:pos x="connsiteX10600" y="connsiteY10600"/>
              </a:cxn>
              <a:cxn ang="0">
                <a:pos x="connsiteX10601" y="connsiteY10601"/>
              </a:cxn>
              <a:cxn ang="0">
                <a:pos x="connsiteX10602" y="connsiteY10602"/>
              </a:cxn>
              <a:cxn ang="0">
                <a:pos x="connsiteX10603" y="connsiteY10603"/>
              </a:cxn>
              <a:cxn ang="0">
                <a:pos x="connsiteX10604" y="connsiteY10604"/>
              </a:cxn>
              <a:cxn ang="0">
                <a:pos x="connsiteX10605" y="connsiteY10605"/>
              </a:cxn>
              <a:cxn ang="0">
                <a:pos x="connsiteX10606" y="connsiteY10606"/>
              </a:cxn>
              <a:cxn ang="0">
                <a:pos x="connsiteX10607" y="connsiteY10607"/>
              </a:cxn>
              <a:cxn ang="0">
                <a:pos x="connsiteX10608" y="connsiteY10608"/>
              </a:cxn>
              <a:cxn ang="0">
                <a:pos x="connsiteX10609" y="connsiteY10609"/>
              </a:cxn>
              <a:cxn ang="0">
                <a:pos x="connsiteX10610" y="connsiteY10610"/>
              </a:cxn>
              <a:cxn ang="0">
                <a:pos x="connsiteX10611" y="connsiteY10611"/>
              </a:cxn>
              <a:cxn ang="0">
                <a:pos x="connsiteX10612" y="connsiteY10612"/>
              </a:cxn>
              <a:cxn ang="0">
                <a:pos x="connsiteX10613" y="connsiteY10613"/>
              </a:cxn>
              <a:cxn ang="0">
                <a:pos x="connsiteX10614" y="connsiteY10614"/>
              </a:cxn>
              <a:cxn ang="0">
                <a:pos x="connsiteX10615" y="connsiteY10615"/>
              </a:cxn>
              <a:cxn ang="0">
                <a:pos x="connsiteX10616" y="connsiteY10616"/>
              </a:cxn>
              <a:cxn ang="0">
                <a:pos x="connsiteX10617" y="connsiteY10617"/>
              </a:cxn>
              <a:cxn ang="0">
                <a:pos x="connsiteX10618" y="connsiteY10618"/>
              </a:cxn>
              <a:cxn ang="0">
                <a:pos x="connsiteX10619" y="connsiteY10619"/>
              </a:cxn>
              <a:cxn ang="0">
                <a:pos x="connsiteX10620" y="connsiteY10620"/>
              </a:cxn>
              <a:cxn ang="0">
                <a:pos x="connsiteX10621" y="connsiteY10621"/>
              </a:cxn>
              <a:cxn ang="0">
                <a:pos x="connsiteX10622" y="connsiteY10622"/>
              </a:cxn>
              <a:cxn ang="0">
                <a:pos x="connsiteX10623" y="connsiteY10623"/>
              </a:cxn>
              <a:cxn ang="0">
                <a:pos x="connsiteX10624" y="connsiteY10624"/>
              </a:cxn>
              <a:cxn ang="0">
                <a:pos x="connsiteX10625" y="connsiteY10625"/>
              </a:cxn>
              <a:cxn ang="0">
                <a:pos x="connsiteX10626" y="connsiteY10626"/>
              </a:cxn>
              <a:cxn ang="0">
                <a:pos x="connsiteX10627" y="connsiteY10627"/>
              </a:cxn>
              <a:cxn ang="0">
                <a:pos x="connsiteX10628" y="connsiteY10628"/>
              </a:cxn>
              <a:cxn ang="0">
                <a:pos x="connsiteX10629" y="connsiteY10629"/>
              </a:cxn>
              <a:cxn ang="0">
                <a:pos x="connsiteX10630" y="connsiteY10630"/>
              </a:cxn>
              <a:cxn ang="0">
                <a:pos x="connsiteX10631" y="connsiteY10631"/>
              </a:cxn>
              <a:cxn ang="0">
                <a:pos x="connsiteX10632" y="connsiteY10632"/>
              </a:cxn>
              <a:cxn ang="0">
                <a:pos x="connsiteX10633" y="connsiteY10633"/>
              </a:cxn>
              <a:cxn ang="0">
                <a:pos x="connsiteX10634" y="connsiteY10634"/>
              </a:cxn>
              <a:cxn ang="0">
                <a:pos x="connsiteX10635" y="connsiteY10635"/>
              </a:cxn>
              <a:cxn ang="0">
                <a:pos x="connsiteX10636" y="connsiteY10636"/>
              </a:cxn>
              <a:cxn ang="0">
                <a:pos x="connsiteX10637" y="connsiteY10637"/>
              </a:cxn>
              <a:cxn ang="0">
                <a:pos x="connsiteX10638" y="connsiteY10638"/>
              </a:cxn>
              <a:cxn ang="0">
                <a:pos x="connsiteX10639" y="connsiteY10639"/>
              </a:cxn>
              <a:cxn ang="0">
                <a:pos x="connsiteX10640" y="connsiteY10640"/>
              </a:cxn>
              <a:cxn ang="0">
                <a:pos x="connsiteX10641" y="connsiteY10641"/>
              </a:cxn>
              <a:cxn ang="0">
                <a:pos x="connsiteX10642" y="connsiteY10642"/>
              </a:cxn>
              <a:cxn ang="0">
                <a:pos x="connsiteX10643" y="connsiteY10643"/>
              </a:cxn>
              <a:cxn ang="0">
                <a:pos x="connsiteX10644" y="connsiteY10644"/>
              </a:cxn>
              <a:cxn ang="0">
                <a:pos x="connsiteX10645" y="connsiteY10645"/>
              </a:cxn>
              <a:cxn ang="0">
                <a:pos x="connsiteX10646" y="connsiteY10646"/>
              </a:cxn>
              <a:cxn ang="0">
                <a:pos x="connsiteX10647" y="connsiteY10647"/>
              </a:cxn>
              <a:cxn ang="0">
                <a:pos x="connsiteX10648" y="connsiteY10648"/>
              </a:cxn>
              <a:cxn ang="0">
                <a:pos x="connsiteX10649" y="connsiteY10649"/>
              </a:cxn>
              <a:cxn ang="0">
                <a:pos x="connsiteX10650" y="connsiteY10650"/>
              </a:cxn>
              <a:cxn ang="0">
                <a:pos x="connsiteX10651" y="connsiteY10651"/>
              </a:cxn>
              <a:cxn ang="0">
                <a:pos x="connsiteX10652" y="connsiteY10652"/>
              </a:cxn>
              <a:cxn ang="0">
                <a:pos x="connsiteX10653" y="connsiteY10653"/>
              </a:cxn>
              <a:cxn ang="0">
                <a:pos x="connsiteX10654" y="connsiteY10654"/>
              </a:cxn>
              <a:cxn ang="0">
                <a:pos x="connsiteX10655" y="connsiteY10655"/>
              </a:cxn>
              <a:cxn ang="0">
                <a:pos x="connsiteX10656" y="connsiteY10656"/>
              </a:cxn>
              <a:cxn ang="0">
                <a:pos x="connsiteX10657" y="connsiteY10657"/>
              </a:cxn>
              <a:cxn ang="0">
                <a:pos x="connsiteX10658" y="connsiteY10658"/>
              </a:cxn>
              <a:cxn ang="0">
                <a:pos x="connsiteX10659" y="connsiteY10659"/>
              </a:cxn>
              <a:cxn ang="0">
                <a:pos x="connsiteX10660" y="connsiteY10660"/>
              </a:cxn>
              <a:cxn ang="0">
                <a:pos x="connsiteX10661" y="connsiteY10661"/>
              </a:cxn>
              <a:cxn ang="0">
                <a:pos x="connsiteX10662" y="connsiteY10662"/>
              </a:cxn>
              <a:cxn ang="0">
                <a:pos x="connsiteX10663" y="connsiteY10663"/>
              </a:cxn>
              <a:cxn ang="0">
                <a:pos x="connsiteX10664" y="connsiteY10664"/>
              </a:cxn>
              <a:cxn ang="0">
                <a:pos x="connsiteX10665" y="connsiteY10665"/>
              </a:cxn>
              <a:cxn ang="0">
                <a:pos x="connsiteX10666" y="connsiteY10666"/>
              </a:cxn>
              <a:cxn ang="0">
                <a:pos x="connsiteX10667" y="connsiteY10667"/>
              </a:cxn>
              <a:cxn ang="0">
                <a:pos x="connsiteX10668" y="connsiteY10668"/>
              </a:cxn>
              <a:cxn ang="0">
                <a:pos x="connsiteX10669" y="connsiteY10669"/>
              </a:cxn>
              <a:cxn ang="0">
                <a:pos x="connsiteX10670" y="connsiteY10670"/>
              </a:cxn>
              <a:cxn ang="0">
                <a:pos x="connsiteX10671" y="connsiteY10671"/>
              </a:cxn>
              <a:cxn ang="0">
                <a:pos x="connsiteX10672" y="connsiteY10672"/>
              </a:cxn>
              <a:cxn ang="0">
                <a:pos x="connsiteX10673" y="connsiteY10673"/>
              </a:cxn>
              <a:cxn ang="0">
                <a:pos x="connsiteX10674" y="connsiteY10674"/>
              </a:cxn>
              <a:cxn ang="0">
                <a:pos x="connsiteX10675" y="connsiteY10675"/>
              </a:cxn>
              <a:cxn ang="0">
                <a:pos x="connsiteX10676" y="connsiteY10676"/>
              </a:cxn>
              <a:cxn ang="0">
                <a:pos x="connsiteX10677" y="connsiteY10677"/>
              </a:cxn>
              <a:cxn ang="0">
                <a:pos x="connsiteX10678" y="connsiteY10678"/>
              </a:cxn>
              <a:cxn ang="0">
                <a:pos x="connsiteX10679" y="connsiteY10679"/>
              </a:cxn>
              <a:cxn ang="0">
                <a:pos x="connsiteX10680" y="connsiteY10680"/>
              </a:cxn>
              <a:cxn ang="0">
                <a:pos x="connsiteX10681" y="connsiteY10681"/>
              </a:cxn>
              <a:cxn ang="0">
                <a:pos x="connsiteX10682" y="connsiteY10682"/>
              </a:cxn>
              <a:cxn ang="0">
                <a:pos x="connsiteX10683" y="connsiteY10683"/>
              </a:cxn>
              <a:cxn ang="0">
                <a:pos x="connsiteX10684" y="connsiteY10684"/>
              </a:cxn>
              <a:cxn ang="0">
                <a:pos x="connsiteX10685" y="connsiteY10685"/>
              </a:cxn>
              <a:cxn ang="0">
                <a:pos x="connsiteX10686" y="connsiteY10686"/>
              </a:cxn>
              <a:cxn ang="0">
                <a:pos x="connsiteX10687" y="connsiteY10687"/>
              </a:cxn>
              <a:cxn ang="0">
                <a:pos x="connsiteX10688" y="connsiteY10688"/>
              </a:cxn>
              <a:cxn ang="0">
                <a:pos x="connsiteX10689" y="connsiteY10689"/>
              </a:cxn>
              <a:cxn ang="0">
                <a:pos x="connsiteX10690" y="connsiteY10690"/>
              </a:cxn>
              <a:cxn ang="0">
                <a:pos x="connsiteX10691" y="connsiteY10691"/>
              </a:cxn>
              <a:cxn ang="0">
                <a:pos x="connsiteX10692" y="connsiteY10692"/>
              </a:cxn>
              <a:cxn ang="0">
                <a:pos x="connsiteX10693" y="connsiteY10693"/>
              </a:cxn>
              <a:cxn ang="0">
                <a:pos x="connsiteX10694" y="connsiteY10694"/>
              </a:cxn>
              <a:cxn ang="0">
                <a:pos x="connsiteX10695" y="connsiteY10695"/>
              </a:cxn>
              <a:cxn ang="0">
                <a:pos x="connsiteX10696" y="connsiteY10696"/>
              </a:cxn>
              <a:cxn ang="0">
                <a:pos x="connsiteX10697" y="connsiteY10697"/>
              </a:cxn>
              <a:cxn ang="0">
                <a:pos x="connsiteX10698" y="connsiteY10698"/>
              </a:cxn>
              <a:cxn ang="0">
                <a:pos x="connsiteX10699" y="connsiteY10699"/>
              </a:cxn>
              <a:cxn ang="0">
                <a:pos x="connsiteX10700" y="connsiteY10700"/>
              </a:cxn>
              <a:cxn ang="0">
                <a:pos x="connsiteX10701" y="connsiteY10701"/>
              </a:cxn>
              <a:cxn ang="0">
                <a:pos x="connsiteX10702" y="connsiteY10702"/>
              </a:cxn>
              <a:cxn ang="0">
                <a:pos x="connsiteX10703" y="connsiteY10703"/>
              </a:cxn>
              <a:cxn ang="0">
                <a:pos x="connsiteX10704" y="connsiteY10704"/>
              </a:cxn>
              <a:cxn ang="0">
                <a:pos x="connsiteX10705" y="connsiteY10705"/>
              </a:cxn>
              <a:cxn ang="0">
                <a:pos x="connsiteX10706" y="connsiteY10706"/>
              </a:cxn>
              <a:cxn ang="0">
                <a:pos x="connsiteX10707" y="connsiteY10707"/>
              </a:cxn>
              <a:cxn ang="0">
                <a:pos x="connsiteX10708" y="connsiteY10708"/>
              </a:cxn>
              <a:cxn ang="0">
                <a:pos x="connsiteX10709" y="connsiteY10709"/>
              </a:cxn>
              <a:cxn ang="0">
                <a:pos x="connsiteX10710" y="connsiteY10710"/>
              </a:cxn>
              <a:cxn ang="0">
                <a:pos x="connsiteX10711" y="connsiteY10711"/>
              </a:cxn>
              <a:cxn ang="0">
                <a:pos x="connsiteX10712" y="connsiteY10712"/>
              </a:cxn>
              <a:cxn ang="0">
                <a:pos x="connsiteX10713" y="connsiteY10713"/>
              </a:cxn>
              <a:cxn ang="0">
                <a:pos x="connsiteX10714" y="connsiteY10714"/>
              </a:cxn>
              <a:cxn ang="0">
                <a:pos x="connsiteX10715" y="connsiteY10715"/>
              </a:cxn>
              <a:cxn ang="0">
                <a:pos x="connsiteX10716" y="connsiteY10716"/>
              </a:cxn>
              <a:cxn ang="0">
                <a:pos x="connsiteX10717" y="connsiteY10717"/>
              </a:cxn>
              <a:cxn ang="0">
                <a:pos x="connsiteX10718" y="connsiteY10718"/>
              </a:cxn>
              <a:cxn ang="0">
                <a:pos x="connsiteX10719" y="connsiteY10719"/>
              </a:cxn>
              <a:cxn ang="0">
                <a:pos x="connsiteX10720" y="connsiteY10720"/>
              </a:cxn>
              <a:cxn ang="0">
                <a:pos x="connsiteX10721" y="connsiteY10721"/>
              </a:cxn>
              <a:cxn ang="0">
                <a:pos x="connsiteX10722" y="connsiteY10722"/>
              </a:cxn>
              <a:cxn ang="0">
                <a:pos x="connsiteX10723" y="connsiteY10723"/>
              </a:cxn>
              <a:cxn ang="0">
                <a:pos x="connsiteX10724" y="connsiteY10724"/>
              </a:cxn>
              <a:cxn ang="0">
                <a:pos x="connsiteX10725" y="connsiteY10725"/>
              </a:cxn>
              <a:cxn ang="0">
                <a:pos x="connsiteX10726" y="connsiteY10726"/>
              </a:cxn>
              <a:cxn ang="0">
                <a:pos x="connsiteX10727" y="connsiteY10727"/>
              </a:cxn>
              <a:cxn ang="0">
                <a:pos x="connsiteX10728" y="connsiteY10728"/>
              </a:cxn>
              <a:cxn ang="0">
                <a:pos x="connsiteX10729" y="connsiteY10729"/>
              </a:cxn>
              <a:cxn ang="0">
                <a:pos x="connsiteX10730" y="connsiteY10730"/>
              </a:cxn>
              <a:cxn ang="0">
                <a:pos x="connsiteX10731" y="connsiteY10731"/>
              </a:cxn>
              <a:cxn ang="0">
                <a:pos x="connsiteX10732" y="connsiteY10732"/>
              </a:cxn>
              <a:cxn ang="0">
                <a:pos x="connsiteX10733" y="connsiteY10733"/>
              </a:cxn>
              <a:cxn ang="0">
                <a:pos x="connsiteX10734" y="connsiteY10734"/>
              </a:cxn>
              <a:cxn ang="0">
                <a:pos x="connsiteX10735" y="connsiteY10735"/>
              </a:cxn>
              <a:cxn ang="0">
                <a:pos x="connsiteX10736" y="connsiteY10736"/>
              </a:cxn>
              <a:cxn ang="0">
                <a:pos x="connsiteX10737" y="connsiteY10737"/>
              </a:cxn>
              <a:cxn ang="0">
                <a:pos x="connsiteX10738" y="connsiteY10738"/>
              </a:cxn>
              <a:cxn ang="0">
                <a:pos x="connsiteX10739" y="connsiteY10739"/>
              </a:cxn>
              <a:cxn ang="0">
                <a:pos x="connsiteX10740" y="connsiteY10740"/>
              </a:cxn>
              <a:cxn ang="0">
                <a:pos x="connsiteX10741" y="connsiteY10741"/>
              </a:cxn>
              <a:cxn ang="0">
                <a:pos x="connsiteX10742" y="connsiteY10742"/>
              </a:cxn>
              <a:cxn ang="0">
                <a:pos x="connsiteX10743" y="connsiteY10743"/>
              </a:cxn>
              <a:cxn ang="0">
                <a:pos x="connsiteX10744" y="connsiteY10744"/>
              </a:cxn>
              <a:cxn ang="0">
                <a:pos x="connsiteX10745" y="connsiteY10745"/>
              </a:cxn>
              <a:cxn ang="0">
                <a:pos x="connsiteX10746" y="connsiteY10746"/>
              </a:cxn>
              <a:cxn ang="0">
                <a:pos x="connsiteX10747" y="connsiteY10747"/>
              </a:cxn>
              <a:cxn ang="0">
                <a:pos x="connsiteX10748" y="connsiteY10748"/>
              </a:cxn>
              <a:cxn ang="0">
                <a:pos x="connsiteX10749" y="connsiteY10749"/>
              </a:cxn>
              <a:cxn ang="0">
                <a:pos x="connsiteX10750" y="connsiteY10750"/>
              </a:cxn>
              <a:cxn ang="0">
                <a:pos x="connsiteX10751" y="connsiteY10751"/>
              </a:cxn>
              <a:cxn ang="0">
                <a:pos x="connsiteX10752" y="connsiteY10752"/>
              </a:cxn>
              <a:cxn ang="0">
                <a:pos x="connsiteX10753" y="connsiteY10753"/>
              </a:cxn>
              <a:cxn ang="0">
                <a:pos x="connsiteX10754" y="connsiteY10754"/>
              </a:cxn>
              <a:cxn ang="0">
                <a:pos x="connsiteX10755" y="connsiteY10755"/>
              </a:cxn>
              <a:cxn ang="0">
                <a:pos x="connsiteX10756" y="connsiteY10756"/>
              </a:cxn>
              <a:cxn ang="0">
                <a:pos x="connsiteX10757" y="connsiteY10757"/>
              </a:cxn>
              <a:cxn ang="0">
                <a:pos x="connsiteX10758" y="connsiteY10758"/>
              </a:cxn>
              <a:cxn ang="0">
                <a:pos x="connsiteX10759" y="connsiteY10759"/>
              </a:cxn>
              <a:cxn ang="0">
                <a:pos x="connsiteX10760" y="connsiteY10760"/>
              </a:cxn>
              <a:cxn ang="0">
                <a:pos x="connsiteX10761" y="connsiteY10761"/>
              </a:cxn>
              <a:cxn ang="0">
                <a:pos x="connsiteX10762" y="connsiteY10762"/>
              </a:cxn>
              <a:cxn ang="0">
                <a:pos x="connsiteX10763" y="connsiteY10763"/>
              </a:cxn>
              <a:cxn ang="0">
                <a:pos x="connsiteX10764" y="connsiteY10764"/>
              </a:cxn>
              <a:cxn ang="0">
                <a:pos x="connsiteX10765" y="connsiteY10765"/>
              </a:cxn>
              <a:cxn ang="0">
                <a:pos x="connsiteX10766" y="connsiteY10766"/>
              </a:cxn>
              <a:cxn ang="0">
                <a:pos x="connsiteX10767" y="connsiteY10767"/>
              </a:cxn>
              <a:cxn ang="0">
                <a:pos x="connsiteX10768" y="connsiteY10768"/>
              </a:cxn>
              <a:cxn ang="0">
                <a:pos x="connsiteX10769" y="connsiteY10769"/>
              </a:cxn>
              <a:cxn ang="0">
                <a:pos x="connsiteX10770" y="connsiteY10770"/>
              </a:cxn>
              <a:cxn ang="0">
                <a:pos x="connsiteX10771" y="connsiteY10771"/>
              </a:cxn>
              <a:cxn ang="0">
                <a:pos x="connsiteX10772" y="connsiteY10772"/>
              </a:cxn>
              <a:cxn ang="0">
                <a:pos x="connsiteX10773" y="connsiteY10773"/>
              </a:cxn>
              <a:cxn ang="0">
                <a:pos x="connsiteX10774" y="connsiteY10774"/>
              </a:cxn>
              <a:cxn ang="0">
                <a:pos x="connsiteX10775" y="connsiteY10775"/>
              </a:cxn>
              <a:cxn ang="0">
                <a:pos x="connsiteX10776" y="connsiteY10776"/>
              </a:cxn>
              <a:cxn ang="0">
                <a:pos x="connsiteX10777" y="connsiteY10777"/>
              </a:cxn>
              <a:cxn ang="0">
                <a:pos x="connsiteX10778" y="connsiteY10778"/>
              </a:cxn>
              <a:cxn ang="0">
                <a:pos x="connsiteX10779" y="connsiteY10779"/>
              </a:cxn>
              <a:cxn ang="0">
                <a:pos x="connsiteX10780" y="connsiteY10780"/>
              </a:cxn>
              <a:cxn ang="0">
                <a:pos x="connsiteX10781" y="connsiteY10781"/>
              </a:cxn>
              <a:cxn ang="0">
                <a:pos x="connsiteX10782" y="connsiteY10782"/>
              </a:cxn>
              <a:cxn ang="0">
                <a:pos x="connsiteX10783" y="connsiteY10783"/>
              </a:cxn>
              <a:cxn ang="0">
                <a:pos x="connsiteX10784" y="connsiteY10784"/>
              </a:cxn>
              <a:cxn ang="0">
                <a:pos x="connsiteX10785" y="connsiteY10785"/>
              </a:cxn>
              <a:cxn ang="0">
                <a:pos x="connsiteX10786" y="connsiteY10786"/>
              </a:cxn>
              <a:cxn ang="0">
                <a:pos x="connsiteX10787" y="connsiteY10787"/>
              </a:cxn>
              <a:cxn ang="0">
                <a:pos x="connsiteX10788" y="connsiteY10788"/>
              </a:cxn>
              <a:cxn ang="0">
                <a:pos x="connsiteX10789" y="connsiteY10789"/>
              </a:cxn>
              <a:cxn ang="0">
                <a:pos x="connsiteX10790" y="connsiteY10790"/>
              </a:cxn>
              <a:cxn ang="0">
                <a:pos x="connsiteX10791" y="connsiteY10791"/>
              </a:cxn>
              <a:cxn ang="0">
                <a:pos x="connsiteX10792" y="connsiteY10792"/>
              </a:cxn>
              <a:cxn ang="0">
                <a:pos x="connsiteX10793" y="connsiteY10793"/>
              </a:cxn>
              <a:cxn ang="0">
                <a:pos x="connsiteX10794" y="connsiteY10794"/>
              </a:cxn>
              <a:cxn ang="0">
                <a:pos x="connsiteX10795" y="connsiteY10795"/>
              </a:cxn>
              <a:cxn ang="0">
                <a:pos x="connsiteX10796" y="connsiteY10796"/>
              </a:cxn>
              <a:cxn ang="0">
                <a:pos x="connsiteX10797" y="connsiteY10797"/>
              </a:cxn>
              <a:cxn ang="0">
                <a:pos x="connsiteX10798" y="connsiteY10798"/>
              </a:cxn>
              <a:cxn ang="0">
                <a:pos x="connsiteX10799" y="connsiteY10799"/>
              </a:cxn>
              <a:cxn ang="0">
                <a:pos x="connsiteX10800" y="connsiteY10800"/>
              </a:cxn>
              <a:cxn ang="0">
                <a:pos x="connsiteX10801" y="connsiteY10801"/>
              </a:cxn>
              <a:cxn ang="0">
                <a:pos x="connsiteX10802" y="connsiteY10802"/>
              </a:cxn>
              <a:cxn ang="0">
                <a:pos x="connsiteX10803" y="connsiteY10803"/>
              </a:cxn>
              <a:cxn ang="0">
                <a:pos x="connsiteX10804" y="connsiteY10804"/>
              </a:cxn>
              <a:cxn ang="0">
                <a:pos x="connsiteX10805" y="connsiteY10805"/>
              </a:cxn>
              <a:cxn ang="0">
                <a:pos x="connsiteX10806" y="connsiteY10806"/>
              </a:cxn>
              <a:cxn ang="0">
                <a:pos x="connsiteX10807" y="connsiteY10807"/>
              </a:cxn>
              <a:cxn ang="0">
                <a:pos x="connsiteX10808" y="connsiteY10808"/>
              </a:cxn>
              <a:cxn ang="0">
                <a:pos x="connsiteX10809" y="connsiteY10809"/>
              </a:cxn>
              <a:cxn ang="0">
                <a:pos x="connsiteX10810" y="connsiteY10810"/>
              </a:cxn>
              <a:cxn ang="0">
                <a:pos x="connsiteX10811" y="connsiteY10811"/>
              </a:cxn>
              <a:cxn ang="0">
                <a:pos x="connsiteX10812" y="connsiteY10812"/>
              </a:cxn>
              <a:cxn ang="0">
                <a:pos x="connsiteX10813" y="connsiteY10813"/>
              </a:cxn>
              <a:cxn ang="0">
                <a:pos x="connsiteX10814" y="connsiteY10814"/>
              </a:cxn>
              <a:cxn ang="0">
                <a:pos x="connsiteX10815" y="connsiteY10815"/>
              </a:cxn>
              <a:cxn ang="0">
                <a:pos x="connsiteX10816" y="connsiteY10816"/>
              </a:cxn>
              <a:cxn ang="0">
                <a:pos x="connsiteX10817" y="connsiteY10817"/>
              </a:cxn>
              <a:cxn ang="0">
                <a:pos x="connsiteX10818" y="connsiteY10818"/>
              </a:cxn>
              <a:cxn ang="0">
                <a:pos x="connsiteX10819" y="connsiteY10819"/>
              </a:cxn>
              <a:cxn ang="0">
                <a:pos x="connsiteX10820" y="connsiteY10820"/>
              </a:cxn>
              <a:cxn ang="0">
                <a:pos x="connsiteX10821" y="connsiteY10821"/>
              </a:cxn>
              <a:cxn ang="0">
                <a:pos x="connsiteX10822" y="connsiteY10822"/>
              </a:cxn>
              <a:cxn ang="0">
                <a:pos x="connsiteX10823" y="connsiteY10823"/>
              </a:cxn>
              <a:cxn ang="0">
                <a:pos x="connsiteX10824" y="connsiteY10824"/>
              </a:cxn>
              <a:cxn ang="0">
                <a:pos x="connsiteX10825" y="connsiteY10825"/>
              </a:cxn>
              <a:cxn ang="0">
                <a:pos x="connsiteX10826" y="connsiteY10826"/>
              </a:cxn>
              <a:cxn ang="0">
                <a:pos x="connsiteX10827" y="connsiteY10827"/>
              </a:cxn>
              <a:cxn ang="0">
                <a:pos x="connsiteX10828" y="connsiteY10828"/>
              </a:cxn>
              <a:cxn ang="0">
                <a:pos x="connsiteX10829" y="connsiteY10829"/>
              </a:cxn>
              <a:cxn ang="0">
                <a:pos x="connsiteX10830" y="connsiteY10830"/>
              </a:cxn>
              <a:cxn ang="0">
                <a:pos x="connsiteX10831" y="connsiteY10831"/>
              </a:cxn>
              <a:cxn ang="0">
                <a:pos x="connsiteX10832" y="connsiteY10832"/>
              </a:cxn>
              <a:cxn ang="0">
                <a:pos x="connsiteX10833" y="connsiteY10833"/>
              </a:cxn>
              <a:cxn ang="0">
                <a:pos x="connsiteX10834" y="connsiteY10834"/>
              </a:cxn>
              <a:cxn ang="0">
                <a:pos x="connsiteX10835" y="connsiteY10835"/>
              </a:cxn>
              <a:cxn ang="0">
                <a:pos x="connsiteX10836" y="connsiteY10836"/>
              </a:cxn>
              <a:cxn ang="0">
                <a:pos x="connsiteX10837" y="connsiteY10837"/>
              </a:cxn>
              <a:cxn ang="0">
                <a:pos x="connsiteX10838" y="connsiteY10838"/>
              </a:cxn>
              <a:cxn ang="0">
                <a:pos x="connsiteX10839" y="connsiteY10839"/>
              </a:cxn>
              <a:cxn ang="0">
                <a:pos x="connsiteX10840" y="connsiteY10840"/>
              </a:cxn>
              <a:cxn ang="0">
                <a:pos x="connsiteX10841" y="connsiteY10841"/>
              </a:cxn>
              <a:cxn ang="0">
                <a:pos x="connsiteX10842" y="connsiteY10842"/>
              </a:cxn>
              <a:cxn ang="0">
                <a:pos x="connsiteX10843" y="connsiteY10843"/>
              </a:cxn>
              <a:cxn ang="0">
                <a:pos x="connsiteX10844" y="connsiteY10844"/>
              </a:cxn>
              <a:cxn ang="0">
                <a:pos x="connsiteX10845" y="connsiteY10845"/>
              </a:cxn>
              <a:cxn ang="0">
                <a:pos x="connsiteX10846" y="connsiteY10846"/>
              </a:cxn>
              <a:cxn ang="0">
                <a:pos x="connsiteX10847" y="connsiteY10847"/>
              </a:cxn>
              <a:cxn ang="0">
                <a:pos x="connsiteX10848" y="connsiteY10848"/>
              </a:cxn>
              <a:cxn ang="0">
                <a:pos x="connsiteX10849" y="connsiteY10849"/>
              </a:cxn>
              <a:cxn ang="0">
                <a:pos x="connsiteX10850" y="connsiteY10850"/>
              </a:cxn>
              <a:cxn ang="0">
                <a:pos x="connsiteX10851" y="connsiteY10851"/>
              </a:cxn>
              <a:cxn ang="0">
                <a:pos x="connsiteX10852" y="connsiteY10852"/>
              </a:cxn>
              <a:cxn ang="0">
                <a:pos x="connsiteX10853" y="connsiteY10853"/>
              </a:cxn>
              <a:cxn ang="0">
                <a:pos x="connsiteX10854" y="connsiteY10854"/>
              </a:cxn>
              <a:cxn ang="0">
                <a:pos x="connsiteX10855" y="connsiteY10855"/>
              </a:cxn>
              <a:cxn ang="0">
                <a:pos x="connsiteX10856" y="connsiteY10856"/>
              </a:cxn>
              <a:cxn ang="0">
                <a:pos x="connsiteX10857" y="connsiteY10857"/>
              </a:cxn>
              <a:cxn ang="0">
                <a:pos x="connsiteX10858" y="connsiteY10858"/>
              </a:cxn>
              <a:cxn ang="0">
                <a:pos x="connsiteX10859" y="connsiteY10859"/>
              </a:cxn>
              <a:cxn ang="0">
                <a:pos x="connsiteX10860" y="connsiteY10860"/>
              </a:cxn>
              <a:cxn ang="0">
                <a:pos x="connsiteX10861" y="connsiteY10861"/>
              </a:cxn>
              <a:cxn ang="0">
                <a:pos x="connsiteX10862" y="connsiteY10862"/>
              </a:cxn>
              <a:cxn ang="0">
                <a:pos x="connsiteX10863" y="connsiteY10863"/>
              </a:cxn>
              <a:cxn ang="0">
                <a:pos x="connsiteX10864" y="connsiteY10864"/>
              </a:cxn>
              <a:cxn ang="0">
                <a:pos x="connsiteX10865" y="connsiteY10865"/>
              </a:cxn>
              <a:cxn ang="0">
                <a:pos x="connsiteX10866" y="connsiteY10866"/>
              </a:cxn>
              <a:cxn ang="0">
                <a:pos x="connsiteX10867" y="connsiteY10867"/>
              </a:cxn>
              <a:cxn ang="0">
                <a:pos x="connsiteX10868" y="connsiteY10868"/>
              </a:cxn>
              <a:cxn ang="0">
                <a:pos x="connsiteX10869" y="connsiteY10869"/>
              </a:cxn>
              <a:cxn ang="0">
                <a:pos x="connsiteX10870" y="connsiteY10870"/>
              </a:cxn>
              <a:cxn ang="0">
                <a:pos x="connsiteX10871" y="connsiteY10871"/>
              </a:cxn>
              <a:cxn ang="0">
                <a:pos x="connsiteX10872" y="connsiteY10872"/>
              </a:cxn>
              <a:cxn ang="0">
                <a:pos x="connsiteX10873" y="connsiteY10873"/>
              </a:cxn>
              <a:cxn ang="0">
                <a:pos x="connsiteX10874" y="connsiteY10874"/>
              </a:cxn>
              <a:cxn ang="0">
                <a:pos x="connsiteX10875" y="connsiteY10875"/>
              </a:cxn>
              <a:cxn ang="0">
                <a:pos x="connsiteX10876" y="connsiteY10876"/>
              </a:cxn>
              <a:cxn ang="0">
                <a:pos x="connsiteX10877" y="connsiteY10877"/>
              </a:cxn>
              <a:cxn ang="0">
                <a:pos x="connsiteX10878" y="connsiteY10878"/>
              </a:cxn>
              <a:cxn ang="0">
                <a:pos x="connsiteX10879" y="connsiteY10879"/>
              </a:cxn>
              <a:cxn ang="0">
                <a:pos x="connsiteX10880" y="connsiteY10880"/>
              </a:cxn>
              <a:cxn ang="0">
                <a:pos x="connsiteX10881" y="connsiteY10881"/>
              </a:cxn>
              <a:cxn ang="0">
                <a:pos x="connsiteX10882" y="connsiteY10882"/>
              </a:cxn>
              <a:cxn ang="0">
                <a:pos x="connsiteX10883" y="connsiteY10883"/>
              </a:cxn>
              <a:cxn ang="0">
                <a:pos x="connsiteX10884" y="connsiteY10884"/>
              </a:cxn>
              <a:cxn ang="0">
                <a:pos x="connsiteX10885" y="connsiteY10885"/>
              </a:cxn>
              <a:cxn ang="0">
                <a:pos x="connsiteX10886" y="connsiteY10886"/>
              </a:cxn>
              <a:cxn ang="0">
                <a:pos x="connsiteX10887" y="connsiteY10887"/>
              </a:cxn>
              <a:cxn ang="0">
                <a:pos x="connsiteX10888" y="connsiteY10888"/>
              </a:cxn>
              <a:cxn ang="0">
                <a:pos x="connsiteX10889" y="connsiteY10889"/>
              </a:cxn>
              <a:cxn ang="0">
                <a:pos x="connsiteX10890" y="connsiteY10890"/>
              </a:cxn>
              <a:cxn ang="0">
                <a:pos x="connsiteX10891" y="connsiteY10891"/>
              </a:cxn>
              <a:cxn ang="0">
                <a:pos x="connsiteX10892" y="connsiteY10892"/>
              </a:cxn>
              <a:cxn ang="0">
                <a:pos x="connsiteX10893" y="connsiteY10893"/>
              </a:cxn>
              <a:cxn ang="0">
                <a:pos x="connsiteX10894" y="connsiteY10894"/>
              </a:cxn>
              <a:cxn ang="0">
                <a:pos x="connsiteX10895" y="connsiteY10895"/>
              </a:cxn>
              <a:cxn ang="0">
                <a:pos x="connsiteX10896" y="connsiteY10896"/>
              </a:cxn>
              <a:cxn ang="0">
                <a:pos x="connsiteX10897" y="connsiteY10897"/>
              </a:cxn>
              <a:cxn ang="0">
                <a:pos x="connsiteX10898" y="connsiteY10898"/>
              </a:cxn>
              <a:cxn ang="0">
                <a:pos x="connsiteX10899" y="connsiteY10899"/>
              </a:cxn>
              <a:cxn ang="0">
                <a:pos x="connsiteX10900" y="connsiteY10900"/>
              </a:cxn>
              <a:cxn ang="0">
                <a:pos x="connsiteX10901" y="connsiteY10901"/>
              </a:cxn>
              <a:cxn ang="0">
                <a:pos x="connsiteX10902" y="connsiteY10902"/>
              </a:cxn>
              <a:cxn ang="0">
                <a:pos x="connsiteX10903" y="connsiteY10903"/>
              </a:cxn>
              <a:cxn ang="0">
                <a:pos x="connsiteX10904" y="connsiteY10904"/>
              </a:cxn>
              <a:cxn ang="0">
                <a:pos x="connsiteX10905" y="connsiteY10905"/>
              </a:cxn>
              <a:cxn ang="0">
                <a:pos x="connsiteX10906" y="connsiteY10906"/>
              </a:cxn>
              <a:cxn ang="0">
                <a:pos x="connsiteX10907" y="connsiteY10907"/>
              </a:cxn>
              <a:cxn ang="0">
                <a:pos x="connsiteX10908" y="connsiteY10908"/>
              </a:cxn>
              <a:cxn ang="0">
                <a:pos x="connsiteX10909" y="connsiteY10909"/>
              </a:cxn>
              <a:cxn ang="0">
                <a:pos x="connsiteX10910" y="connsiteY10910"/>
              </a:cxn>
              <a:cxn ang="0">
                <a:pos x="connsiteX10911" y="connsiteY10911"/>
              </a:cxn>
              <a:cxn ang="0">
                <a:pos x="connsiteX10912" y="connsiteY10912"/>
              </a:cxn>
              <a:cxn ang="0">
                <a:pos x="connsiteX10913" y="connsiteY10913"/>
              </a:cxn>
              <a:cxn ang="0">
                <a:pos x="connsiteX10914" y="connsiteY10914"/>
              </a:cxn>
              <a:cxn ang="0">
                <a:pos x="connsiteX10915" y="connsiteY10915"/>
              </a:cxn>
              <a:cxn ang="0">
                <a:pos x="connsiteX10916" y="connsiteY10916"/>
              </a:cxn>
              <a:cxn ang="0">
                <a:pos x="connsiteX10917" y="connsiteY10917"/>
              </a:cxn>
              <a:cxn ang="0">
                <a:pos x="connsiteX10918" y="connsiteY10918"/>
              </a:cxn>
              <a:cxn ang="0">
                <a:pos x="connsiteX10919" y="connsiteY10919"/>
              </a:cxn>
              <a:cxn ang="0">
                <a:pos x="connsiteX10920" y="connsiteY10920"/>
              </a:cxn>
              <a:cxn ang="0">
                <a:pos x="connsiteX10921" y="connsiteY10921"/>
              </a:cxn>
              <a:cxn ang="0">
                <a:pos x="connsiteX10922" y="connsiteY10922"/>
              </a:cxn>
              <a:cxn ang="0">
                <a:pos x="connsiteX10923" y="connsiteY10923"/>
              </a:cxn>
              <a:cxn ang="0">
                <a:pos x="connsiteX10924" y="connsiteY10924"/>
              </a:cxn>
              <a:cxn ang="0">
                <a:pos x="connsiteX10925" y="connsiteY10925"/>
              </a:cxn>
              <a:cxn ang="0">
                <a:pos x="connsiteX10926" y="connsiteY10926"/>
              </a:cxn>
              <a:cxn ang="0">
                <a:pos x="connsiteX10927" y="connsiteY10927"/>
              </a:cxn>
              <a:cxn ang="0">
                <a:pos x="connsiteX10928" y="connsiteY10928"/>
              </a:cxn>
              <a:cxn ang="0">
                <a:pos x="connsiteX10929" y="connsiteY10929"/>
              </a:cxn>
              <a:cxn ang="0">
                <a:pos x="connsiteX10930" y="connsiteY10930"/>
              </a:cxn>
              <a:cxn ang="0">
                <a:pos x="connsiteX10931" y="connsiteY10931"/>
              </a:cxn>
              <a:cxn ang="0">
                <a:pos x="connsiteX10932" y="connsiteY10932"/>
              </a:cxn>
              <a:cxn ang="0">
                <a:pos x="connsiteX10933" y="connsiteY10933"/>
              </a:cxn>
              <a:cxn ang="0">
                <a:pos x="connsiteX10934" y="connsiteY10934"/>
              </a:cxn>
              <a:cxn ang="0">
                <a:pos x="connsiteX10935" y="connsiteY10935"/>
              </a:cxn>
              <a:cxn ang="0">
                <a:pos x="connsiteX10936" y="connsiteY10936"/>
              </a:cxn>
              <a:cxn ang="0">
                <a:pos x="connsiteX10937" y="connsiteY10937"/>
              </a:cxn>
              <a:cxn ang="0">
                <a:pos x="connsiteX10938" y="connsiteY10938"/>
              </a:cxn>
              <a:cxn ang="0">
                <a:pos x="connsiteX10939" y="connsiteY10939"/>
              </a:cxn>
              <a:cxn ang="0">
                <a:pos x="connsiteX10940" y="connsiteY10940"/>
              </a:cxn>
              <a:cxn ang="0">
                <a:pos x="connsiteX10941" y="connsiteY10941"/>
              </a:cxn>
              <a:cxn ang="0">
                <a:pos x="connsiteX10942" y="connsiteY10942"/>
              </a:cxn>
              <a:cxn ang="0">
                <a:pos x="connsiteX10943" y="connsiteY10943"/>
              </a:cxn>
              <a:cxn ang="0">
                <a:pos x="connsiteX10944" y="connsiteY10944"/>
              </a:cxn>
              <a:cxn ang="0">
                <a:pos x="connsiteX10945" y="connsiteY10945"/>
              </a:cxn>
              <a:cxn ang="0">
                <a:pos x="connsiteX10946" y="connsiteY10946"/>
              </a:cxn>
              <a:cxn ang="0">
                <a:pos x="connsiteX10947" y="connsiteY10947"/>
              </a:cxn>
              <a:cxn ang="0">
                <a:pos x="connsiteX10948" y="connsiteY10948"/>
              </a:cxn>
              <a:cxn ang="0">
                <a:pos x="connsiteX10949" y="connsiteY10949"/>
              </a:cxn>
              <a:cxn ang="0">
                <a:pos x="connsiteX10950" y="connsiteY10950"/>
              </a:cxn>
              <a:cxn ang="0">
                <a:pos x="connsiteX10951" y="connsiteY10951"/>
              </a:cxn>
              <a:cxn ang="0">
                <a:pos x="connsiteX10952" y="connsiteY10952"/>
              </a:cxn>
              <a:cxn ang="0">
                <a:pos x="connsiteX10953" y="connsiteY10953"/>
              </a:cxn>
              <a:cxn ang="0">
                <a:pos x="connsiteX10954" y="connsiteY10954"/>
              </a:cxn>
              <a:cxn ang="0">
                <a:pos x="connsiteX10955" y="connsiteY10955"/>
              </a:cxn>
              <a:cxn ang="0">
                <a:pos x="connsiteX10956" y="connsiteY10956"/>
              </a:cxn>
              <a:cxn ang="0">
                <a:pos x="connsiteX10957" y="connsiteY10957"/>
              </a:cxn>
              <a:cxn ang="0">
                <a:pos x="connsiteX10958" y="connsiteY10958"/>
              </a:cxn>
              <a:cxn ang="0">
                <a:pos x="connsiteX10959" y="connsiteY10959"/>
              </a:cxn>
              <a:cxn ang="0">
                <a:pos x="connsiteX10960" y="connsiteY10960"/>
              </a:cxn>
              <a:cxn ang="0">
                <a:pos x="connsiteX10961" y="connsiteY10961"/>
              </a:cxn>
              <a:cxn ang="0">
                <a:pos x="connsiteX10962" y="connsiteY10962"/>
              </a:cxn>
              <a:cxn ang="0">
                <a:pos x="connsiteX10963" y="connsiteY10963"/>
              </a:cxn>
              <a:cxn ang="0">
                <a:pos x="connsiteX10964" y="connsiteY10964"/>
              </a:cxn>
              <a:cxn ang="0">
                <a:pos x="connsiteX10965" y="connsiteY10965"/>
              </a:cxn>
              <a:cxn ang="0">
                <a:pos x="connsiteX10966" y="connsiteY10966"/>
              </a:cxn>
              <a:cxn ang="0">
                <a:pos x="connsiteX10967" y="connsiteY10967"/>
              </a:cxn>
              <a:cxn ang="0">
                <a:pos x="connsiteX10968" y="connsiteY10968"/>
              </a:cxn>
              <a:cxn ang="0">
                <a:pos x="connsiteX10969" y="connsiteY10969"/>
              </a:cxn>
              <a:cxn ang="0">
                <a:pos x="connsiteX10970" y="connsiteY10970"/>
              </a:cxn>
              <a:cxn ang="0">
                <a:pos x="connsiteX10971" y="connsiteY10971"/>
              </a:cxn>
              <a:cxn ang="0">
                <a:pos x="connsiteX10972" y="connsiteY10972"/>
              </a:cxn>
              <a:cxn ang="0">
                <a:pos x="connsiteX10973" y="connsiteY10973"/>
              </a:cxn>
              <a:cxn ang="0">
                <a:pos x="connsiteX10974" y="connsiteY10974"/>
              </a:cxn>
              <a:cxn ang="0">
                <a:pos x="connsiteX10975" y="connsiteY10975"/>
              </a:cxn>
              <a:cxn ang="0">
                <a:pos x="connsiteX10976" y="connsiteY10976"/>
              </a:cxn>
              <a:cxn ang="0">
                <a:pos x="connsiteX10977" y="connsiteY10977"/>
              </a:cxn>
              <a:cxn ang="0">
                <a:pos x="connsiteX10978" y="connsiteY10978"/>
              </a:cxn>
              <a:cxn ang="0">
                <a:pos x="connsiteX10979" y="connsiteY10979"/>
              </a:cxn>
              <a:cxn ang="0">
                <a:pos x="connsiteX10980" y="connsiteY10980"/>
              </a:cxn>
              <a:cxn ang="0">
                <a:pos x="connsiteX10981" y="connsiteY10981"/>
              </a:cxn>
              <a:cxn ang="0">
                <a:pos x="connsiteX10982" y="connsiteY10982"/>
              </a:cxn>
              <a:cxn ang="0">
                <a:pos x="connsiteX10983" y="connsiteY10983"/>
              </a:cxn>
              <a:cxn ang="0">
                <a:pos x="connsiteX10984" y="connsiteY10984"/>
              </a:cxn>
              <a:cxn ang="0">
                <a:pos x="connsiteX10985" y="connsiteY10985"/>
              </a:cxn>
              <a:cxn ang="0">
                <a:pos x="connsiteX10986" y="connsiteY10986"/>
              </a:cxn>
              <a:cxn ang="0">
                <a:pos x="connsiteX10987" y="connsiteY10987"/>
              </a:cxn>
              <a:cxn ang="0">
                <a:pos x="connsiteX10988" y="connsiteY10988"/>
              </a:cxn>
              <a:cxn ang="0">
                <a:pos x="connsiteX10989" y="connsiteY10989"/>
              </a:cxn>
              <a:cxn ang="0">
                <a:pos x="connsiteX10990" y="connsiteY10990"/>
              </a:cxn>
              <a:cxn ang="0">
                <a:pos x="connsiteX10991" y="connsiteY10991"/>
              </a:cxn>
              <a:cxn ang="0">
                <a:pos x="connsiteX10992" y="connsiteY10992"/>
              </a:cxn>
              <a:cxn ang="0">
                <a:pos x="connsiteX10993" y="connsiteY10993"/>
              </a:cxn>
              <a:cxn ang="0">
                <a:pos x="connsiteX10994" y="connsiteY10994"/>
              </a:cxn>
              <a:cxn ang="0">
                <a:pos x="connsiteX10995" y="connsiteY10995"/>
              </a:cxn>
              <a:cxn ang="0">
                <a:pos x="connsiteX10996" y="connsiteY10996"/>
              </a:cxn>
              <a:cxn ang="0">
                <a:pos x="connsiteX10997" y="connsiteY10997"/>
              </a:cxn>
              <a:cxn ang="0">
                <a:pos x="connsiteX10998" y="connsiteY10998"/>
              </a:cxn>
              <a:cxn ang="0">
                <a:pos x="connsiteX10999" y="connsiteY10999"/>
              </a:cxn>
              <a:cxn ang="0">
                <a:pos x="connsiteX11000" y="connsiteY11000"/>
              </a:cxn>
              <a:cxn ang="0">
                <a:pos x="connsiteX11001" y="connsiteY11001"/>
              </a:cxn>
              <a:cxn ang="0">
                <a:pos x="connsiteX11002" y="connsiteY11002"/>
              </a:cxn>
              <a:cxn ang="0">
                <a:pos x="connsiteX11003" y="connsiteY11003"/>
              </a:cxn>
              <a:cxn ang="0">
                <a:pos x="connsiteX11004" y="connsiteY11004"/>
              </a:cxn>
              <a:cxn ang="0">
                <a:pos x="connsiteX11005" y="connsiteY11005"/>
              </a:cxn>
              <a:cxn ang="0">
                <a:pos x="connsiteX11006" y="connsiteY11006"/>
              </a:cxn>
              <a:cxn ang="0">
                <a:pos x="connsiteX11007" y="connsiteY11007"/>
              </a:cxn>
              <a:cxn ang="0">
                <a:pos x="connsiteX11008" y="connsiteY11008"/>
              </a:cxn>
              <a:cxn ang="0">
                <a:pos x="connsiteX11009" y="connsiteY11009"/>
              </a:cxn>
              <a:cxn ang="0">
                <a:pos x="connsiteX11010" y="connsiteY11010"/>
              </a:cxn>
              <a:cxn ang="0">
                <a:pos x="connsiteX11011" y="connsiteY11011"/>
              </a:cxn>
              <a:cxn ang="0">
                <a:pos x="connsiteX11012" y="connsiteY11012"/>
              </a:cxn>
              <a:cxn ang="0">
                <a:pos x="connsiteX11013" y="connsiteY11013"/>
              </a:cxn>
              <a:cxn ang="0">
                <a:pos x="connsiteX11014" y="connsiteY11014"/>
              </a:cxn>
              <a:cxn ang="0">
                <a:pos x="connsiteX11015" y="connsiteY11015"/>
              </a:cxn>
              <a:cxn ang="0">
                <a:pos x="connsiteX11016" y="connsiteY11016"/>
              </a:cxn>
              <a:cxn ang="0">
                <a:pos x="connsiteX11017" y="connsiteY11017"/>
              </a:cxn>
              <a:cxn ang="0">
                <a:pos x="connsiteX11018" y="connsiteY11018"/>
              </a:cxn>
              <a:cxn ang="0">
                <a:pos x="connsiteX11019" y="connsiteY11019"/>
              </a:cxn>
              <a:cxn ang="0">
                <a:pos x="connsiteX11020" y="connsiteY11020"/>
              </a:cxn>
              <a:cxn ang="0">
                <a:pos x="connsiteX11021" y="connsiteY11021"/>
              </a:cxn>
              <a:cxn ang="0">
                <a:pos x="connsiteX11022" y="connsiteY11022"/>
              </a:cxn>
              <a:cxn ang="0">
                <a:pos x="connsiteX11023" y="connsiteY11023"/>
              </a:cxn>
              <a:cxn ang="0">
                <a:pos x="connsiteX11024" y="connsiteY11024"/>
              </a:cxn>
              <a:cxn ang="0">
                <a:pos x="connsiteX11025" y="connsiteY11025"/>
              </a:cxn>
              <a:cxn ang="0">
                <a:pos x="connsiteX11026" y="connsiteY11026"/>
              </a:cxn>
              <a:cxn ang="0">
                <a:pos x="connsiteX11027" y="connsiteY11027"/>
              </a:cxn>
              <a:cxn ang="0">
                <a:pos x="connsiteX11028" y="connsiteY11028"/>
              </a:cxn>
              <a:cxn ang="0">
                <a:pos x="connsiteX11029" y="connsiteY11029"/>
              </a:cxn>
              <a:cxn ang="0">
                <a:pos x="connsiteX11030" y="connsiteY11030"/>
              </a:cxn>
              <a:cxn ang="0">
                <a:pos x="connsiteX11031" y="connsiteY11031"/>
              </a:cxn>
              <a:cxn ang="0">
                <a:pos x="connsiteX11032" y="connsiteY11032"/>
              </a:cxn>
              <a:cxn ang="0">
                <a:pos x="connsiteX11033" y="connsiteY11033"/>
              </a:cxn>
              <a:cxn ang="0">
                <a:pos x="connsiteX11034" y="connsiteY11034"/>
              </a:cxn>
              <a:cxn ang="0">
                <a:pos x="connsiteX11035" y="connsiteY11035"/>
              </a:cxn>
              <a:cxn ang="0">
                <a:pos x="connsiteX11036" y="connsiteY11036"/>
              </a:cxn>
              <a:cxn ang="0">
                <a:pos x="connsiteX11037" y="connsiteY11037"/>
              </a:cxn>
              <a:cxn ang="0">
                <a:pos x="connsiteX11038" y="connsiteY11038"/>
              </a:cxn>
              <a:cxn ang="0">
                <a:pos x="connsiteX11039" y="connsiteY11039"/>
              </a:cxn>
              <a:cxn ang="0">
                <a:pos x="connsiteX11040" y="connsiteY11040"/>
              </a:cxn>
              <a:cxn ang="0">
                <a:pos x="connsiteX11041" y="connsiteY11041"/>
              </a:cxn>
              <a:cxn ang="0">
                <a:pos x="connsiteX11042" y="connsiteY11042"/>
              </a:cxn>
              <a:cxn ang="0">
                <a:pos x="connsiteX11043" y="connsiteY11043"/>
              </a:cxn>
              <a:cxn ang="0">
                <a:pos x="connsiteX11044" y="connsiteY11044"/>
              </a:cxn>
              <a:cxn ang="0">
                <a:pos x="connsiteX11045" y="connsiteY11045"/>
              </a:cxn>
              <a:cxn ang="0">
                <a:pos x="connsiteX11046" y="connsiteY11046"/>
              </a:cxn>
              <a:cxn ang="0">
                <a:pos x="connsiteX11047" y="connsiteY11047"/>
              </a:cxn>
              <a:cxn ang="0">
                <a:pos x="connsiteX11048" y="connsiteY11048"/>
              </a:cxn>
              <a:cxn ang="0">
                <a:pos x="connsiteX11049" y="connsiteY11049"/>
              </a:cxn>
              <a:cxn ang="0">
                <a:pos x="connsiteX11050" y="connsiteY11050"/>
              </a:cxn>
              <a:cxn ang="0">
                <a:pos x="connsiteX11051" y="connsiteY11051"/>
              </a:cxn>
              <a:cxn ang="0">
                <a:pos x="connsiteX11052" y="connsiteY11052"/>
              </a:cxn>
              <a:cxn ang="0">
                <a:pos x="connsiteX11053" y="connsiteY11053"/>
              </a:cxn>
              <a:cxn ang="0">
                <a:pos x="connsiteX11054" y="connsiteY11054"/>
              </a:cxn>
              <a:cxn ang="0">
                <a:pos x="connsiteX11055" y="connsiteY11055"/>
              </a:cxn>
              <a:cxn ang="0">
                <a:pos x="connsiteX11056" y="connsiteY11056"/>
              </a:cxn>
              <a:cxn ang="0">
                <a:pos x="connsiteX11057" y="connsiteY11057"/>
              </a:cxn>
              <a:cxn ang="0">
                <a:pos x="connsiteX11058" y="connsiteY11058"/>
              </a:cxn>
              <a:cxn ang="0">
                <a:pos x="connsiteX11059" y="connsiteY11059"/>
              </a:cxn>
              <a:cxn ang="0">
                <a:pos x="connsiteX11060" y="connsiteY11060"/>
              </a:cxn>
              <a:cxn ang="0">
                <a:pos x="connsiteX11061" y="connsiteY11061"/>
              </a:cxn>
              <a:cxn ang="0">
                <a:pos x="connsiteX11062" y="connsiteY11062"/>
              </a:cxn>
              <a:cxn ang="0">
                <a:pos x="connsiteX11063" y="connsiteY11063"/>
              </a:cxn>
              <a:cxn ang="0">
                <a:pos x="connsiteX11064" y="connsiteY11064"/>
              </a:cxn>
              <a:cxn ang="0">
                <a:pos x="connsiteX11065" y="connsiteY11065"/>
              </a:cxn>
              <a:cxn ang="0">
                <a:pos x="connsiteX11066" y="connsiteY11066"/>
              </a:cxn>
              <a:cxn ang="0">
                <a:pos x="connsiteX11067" y="connsiteY11067"/>
              </a:cxn>
              <a:cxn ang="0">
                <a:pos x="connsiteX11068" y="connsiteY11068"/>
              </a:cxn>
              <a:cxn ang="0">
                <a:pos x="connsiteX11069" y="connsiteY11069"/>
              </a:cxn>
              <a:cxn ang="0">
                <a:pos x="connsiteX11070" y="connsiteY11070"/>
              </a:cxn>
              <a:cxn ang="0">
                <a:pos x="connsiteX11071" y="connsiteY11071"/>
              </a:cxn>
              <a:cxn ang="0">
                <a:pos x="connsiteX11072" y="connsiteY11072"/>
              </a:cxn>
              <a:cxn ang="0">
                <a:pos x="connsiteX11073" y="connsiteY11073"/>
              </a:cxn>
              <a:cxn ang="0">
                <a:pos x="connsiteX11074" y="connsiteY11074"/>
              </a:cxn>
              <a:cxn ang="0">
                <a:pos x="connsiteX11075" y="connsiteY11075"/>
              </a:cxn>
              <a:cxn ang="0">
                <a:pos x="connsiteX11076" y="connsiteY11076"/>
              </a:cxn>
              <a:cxn ang="0">
                <a:pos x="connsiteX11077" y="connsiteY11077"/>
              </a:cxn>
              <a:cxn ang="0">
                <a:pos x="connsiteX11078" y="connsiteY11078"/>
              </a:cxn>
              <a:cxn ang="0">
                <a:pos x="connsiteX11079" y="connsiteY11079"/>
              </a:cxn>
              <a:cxn ang="0">
                <a:pos x="connsiteX11080" y="connsiteY11080"/>
              </a:cxn>
              <a:cxn ang="0">
                <a:pos x="connsiteX11081" y="connsiteY11081"/>
              </a:cxn>
              <a:cxn ang="0">
                <a:pos x="connsiteX11082" y="connsiteY11082"/>
              </a:cxn>
              <a:cxn ang="0">
                <a:pos x="connsiteX11083" y="connsiteY11083"/>
              </a:cxn>
              <a:cxn ang="0">
                <a:pos x="connsiteX11084" y="connsiteY11084"/>
              </a:cxn>
              <a:cxn ang="0">
                <a:pos x="connsiteX11085" y="connsiteY11085"/>
              </a:cxn>
              <a:cxn ang="0">
                <a:pos x="connsiteX11086" y="connsiteY11086"/>
              </a:cxn>
              <a:cxn ang="0">
                <a:pos x="connsiteX11087" y="connsiteY11087"/>
              </a:cxn>
              <a:cxn ang="0">
                <a:pos x="connsiteX11088" y="connsiteY11088"/>
              </a:cxn>
              <a:cxn ang="0">
                <a:pos x="connsiteX11089" y="connsiteY11089"/>
              </a:cxn>
              <a:cxn ang="0">
                <a:pos x="connsiteX11090" y="connsiteY11090"/>
              </a:cxn>
              <a:cxn ang="0">
                <a:pos x="connsiteX11091" y="connsiteY11091"/>
              </a:cxn>
              <a:cxn ang="0">
                <a:pos x="connsiteX11092" y="connsiteY11092"/>
              </a:cxn>
              <a:cxn ang="0">
                <a:pos x="connsiteX11093" y="connsiteY11093"/>
              </a:cxn>
              <a:cxn ang="0">
                <a:pos x="connsiteX11094" y="connsiteY11094"/>
              </a:cxn>
              <a:cxn ang="0">
                <a:pos x="connsiteX11095" y="connsiteY11095"/>
              </a:cxn>
              <a:cxn ang="0">
                <a:pos x="connsiteX11096" y="connsiteY11096"/>
              </a:cxn>
              <a:cxn ang="0">
                <a:pos x="connsiteX11097" y="connsiteY11097"/>
              </a:cxn>
              <a:cxn ang="0">
                <a:pos x="connsiteX11098" y="connsiteY11098"/>
              </a:cxn>
              <a:cxn ang="0">
                <a:pos x="connsiteX11099" y="connsiteY11099"/>
              </a:cxn>
              <a:cxn ang="0">
                <a:pos x="connsiteX11100" y="connsiteY11100"/>
              </a:cxn>
              <a:cxn ang="0">
                <a:pos x="connsiteX11101" y="connsiteY11101"/>
              </a:cxn>
              <a:cxn ang="0">
                <a:pos x="connsiteX11102" y="connsiteY11102"/>
              </a:cxn>
              <a:cxn ang="0">
                <a:pos x="connsiteX11103" y="connsiteY11103"/>
              </a:cxn>
              <a:cxn ang="0">
                <a:pos x="connsiteX11104" y="connsiteY11104"/>
              </a:cxn>
              <a:cxn ang="0">
                <a:pos x="connsiteX11105" y="connsiteY11105"/>
              </a:cxn>
              <a:cxn ang="0">
                <a:pos x="connsiteX11106" y="connsiteY11106"/>
              </a:cxn>
              <a:cxn ang="0">
                <a:pos x="connsiteX11107" y="connsiteY11107"/>
              </a:cxn>
              <a:cxn ang="0">
                <a:pos x="connsiteX11108" y="connsiteY11108"/>
              </a:cxn>
              <a:cxn ang="0">
                <a:pos x="connsiteX11109" y="connsiteY11109"/>
              </a:cxn>
              <a:cxn ang="0">
                <a:pos x="connsiteX11110" y="connsiteY11110"/>
              </a:cxn>
              <a:cxn ang="0">
                <a:pos x="connsiteX11111" y="connsiteY11111"/>
              </a:cxn>
              <a:cxn ang="0">
                <a:pos x="connsiteX11112" y="connsiteY11112"/>
              </a:cxn>
              <a:cxn ang="0">
                <a:pos x="connsiteX11113" y="connsiteY11113"/>
              </a:cxn>
              <a:cxn ang="0">
                <a:pos x="connsiteX11114" y="connsiteY11114"/>
              </a:cxn>
              <a:cxn ang="0">
                <a:pos x="connsiteX11115" y="connsiteY11115"/>
              </a:cxn>
              <a:cxn ang="0">
                <a:pos x="connsiteX11116" y="connsiteY11116"/>
              </a:cxn>
              <a:cxn ang="0">
                <a:pos x="connsiteX11117" y="connsiteY11117"/>
              </a:cxn>
              <a:cxn ang="0">
                <a:pos x="connsiteX11118" y="connsiteY11118"/>
              </a:cxn>
              <a:cxn ang="0">
                <a:pos x="connsiteX11119" y="connsiteY11119"/>
              </a:cxn>
              <a:cxn ang="0">
                <a:pos x="connsiteX11120" y="connsiteY11120"/>
              </a:cxn>
              <a:cxn ang="0">
                <a:pos x="connsiteX11121" y="connsiteY11121"/>
              </a:cxn>
              <a:cxn ang="0">
                <a:pos x="connsiteX11122" y="connsiteY11122"/>
              </a:cxn>
              <a:cxn ang="0">
                <a:pos x="connsiteX11123" y="connsiteY11123"/>
              </a:cxn>
              <a:cxn ang="0">
                <a:pos x="connsiteX11124" y="connsiteY11124"/>
              </a:cxn>
              <a:cxn ang="0">
                <a:pos x="connsiteX11125" y="connsiteY11125"/>
              </a:cxn>
              <a:cxn ang="0">
                <a:pos x="connsiteX11126" y="connsiteY11126"/>
              </a:cxn>
              <a:cxn ang="0">
                <a:pos x="connsiteX11127" y="connsiteY11127"/>
              </a:cxn>
              <a:cxn ang="0">
                <a:pos x="connsiteX11128" y="connsiteY11128"/>
              </a:cxn>
              <a:cxn ang="0">
                <a:pos x="connsiteX11129" y="connsiteY11129"/>
              </a:cxn>
              <a:cxn ang="0">
                <a:pos x="connsiteX11130" y="connsiteY11130"/>
              </a:cxn>
              <a:cxn ang="0">
                <a:pos x="connsiteX11131" y="connsiteY11131"/>
              </a:cxn>
              <a:cxn ang="0">
                <a:pos x="connsiteX11132" y="connsiteY11132"/>
              </a:cxn>
              <a:cxn ang="0">
                <a:pos x="connsiteX11133" y="connsiteY11133"/>
              </a:cxn>
              <a:cxn ang="0">
                <a:pos x="connsiteX11134" y="connsiteY11134"/>
              </a:cxn>
              <a:cxn ang="0">
                <a:pos x="connsiteX11135" y="connsiteY11135"/>
              </a:cxn>
              <a:cxn ang="0">
                <a:pos x="connsiteX11136" y="connsiteY11136"/>
              </a:cxn>
              <a:cxn ang="0">
                <a:pos x="connsiteX11137" y="connsiteY11137"/>
              </a:cxn>
              <a:cxn ang="0">
                <a:pos x="connsiteX11138" y="connsiteY11138"/>
              </a:cxn>
              <a:cxn ang="0">
                <a:pos x="connsiteX11139" y="connsiteY11139"/>
              </a:cxn>
              <a:cxn ang="0">
                <a:pos x="connsiteX11140" y="connsiteY11140"/>
              </a:cxn>
              <a:cxn ang="0">
                <a:pos x="connsiteX11141" y="connsiteY11141"/>
              </a:cxn>
              <a:cxn ang="0">
                <a:pos x="connsiteX11142" y="connsiteY11142"/>
              </a:cxn>
              <a:cxn ang="0">
                <a:pos x="connsiteX11143" y="connsiteY11143"/>
              </a:cxn>
              <a:cxn ang="0">
                <a:pos x="connsiteX11144" y="connsiteY11144"/>
              </a:cxn>
              <a:cxn ang="0">
                <a:pos x="connsiteX11145" y="connsiteY11145"/>
              </a:cxn>
              <a:cxn ang="0">
                <a:pos x="connsiteX11146" y="connsiteY11146"/>
              </a:cxn>
              <a:cxn ang="0">
                <a:pos x="connsiteX11147" y="connsiteY11147"/>
              </a:cxn>
              <a:cxn ang="0">
                <a:pos x="connsiteX11148" y="connsiteY11148"/>
              </a:cxn>
              <a:cxn ang="0">
                <a:pos x="connsiteX11149" y="connsiteY11149"/>
              </a:cxn>
              <a:cxn ang="0">
                <a:pos x="connsiteX11150" y="connsiteY11150"/>
              </a:cxn>
              <a:cxn ang="0">
                <a:pos x="connsiteX11151" y="connsiteY11151"/>
              </a:cxn>
              <a:cxn ang="0">
                <a:pos x="connsiteX11152" y="connsiteY11152"/>
              </a:cxn>
              <a:cxn ang="0">
                <a:pos x="connsiteX11153" y="connsiteY11153"/>
              </a:cxn>
              <a:cxn ang="0">
                <a:pos x="connsiteX11154" y="connsiteY11154"/>
              </a:cxn>
              <a:cxn ang="0">
                <a:pos x="connsiteX11155" y="connsiteY11155"/>
              </a:cxn>
              <a:cxn ang="0">
                <a:pos x="connsiteX11156" y="connsiteY11156"/>
              </a:cxn>
              <a:cxn ang="0">
                <a:pos x="connsiteX11157" y="connsiteY11157"/>
              </a:cxn>
              <a:cxn ang="0">
                <a:pos x="connsiteX11158" y="connsiteY11158"/>
              </a:cxn>
              <a:cxn ang="0">
                <a:pos x="connsiteX11159" y="connsiteY11159"/>
              </a:cxn>
              <a:cxn ang="0">
                <a:pos x="connsiteX11160" y="connsiteY11160"/>
              </a:cxn>
              <a:cxn ang="0">
                <a:pos x="connsiteX11161" y="connsiteY11161"/>
              </a:cxn>
              <a:cxn ang="0">
                <a:pos x="connsiteX11162" y="connsiteY11162"/>
              </a:cxn>
              <a:cxn ang="0">
                <a:pos x="connsiteX11163" y="connsiteY11163"/>
              </a:cxn>
              <a:cxn ang="0">
                <a:pos x="connsiteX11164" y="connsiteY11164"/>
              </a:cxn>
              <a:cxn ang="0">
                <a:pos x="connsiteX11165" y="connsiteY11165"/>
              </a:cxn>
              <a:cxn ang="0">
                <a:pos x="connsiteX11166" y="connsiteY11166"/>
              </a:cxn>
              <a:cxn ang="0">
                <a:pos x="connsiteX11167" y="connsiteY11167"/>
              </a:cxn>
              <a:cxn ang="0">
                <a:pos x="connsiteX11168" y="connsiteY11168"/>
              </a:cxn>
              <a:cxn ang="0">
                <a:pos x="connsiteX11169" y="connsiteY11169"/>
              </a:cxn>
              <a:cxn ang="0">
                <a:pos x="connsiteX11170" y="connsiteY11170"/>
              </a:cxn>
              <a:cxn ang="0">
                <a:pos x="connsiteX11171" y="connsiteY11171"/>
              </a:cxn>
              <a:cxn ang="0">
                <a:pos x="connsiteX11172" y="connsiteY11172"/>
              </a:cxn>
              <a:cxn ang="0">
                <a:pos x="connsiteX11173" y="connsiteY11173"/>
              </a:cxn>
              <a:cxn ang="0">
                <a:pos x="connsiteX11174" y="connsiteY11174"/>
              </a:cxn>
              <a:cxn ang="0">
                <a:pos x="connsiteX11175" y="connsiteY11175"/>
              </a:cxn>
              <a:cxn ang="0">
                <a:pos x="connsiteX11176" y="connsiteY11176"/>
              </a:cxn>
              <a:cxn ang="0">
                <a:pos x="connsiteX11177" y="connsiteY11177"/>
              </a:cxn>
              <a:cxn ang="0">
                <a:pos x="connsiteX11178" y="connsiteY11178"/>
              </a:cxn>
              <a:cxn ang="0">
                <a:pos x="connsiteX11179" y="connsiteY11179"/>
              </a:cxn>
              <a:cxn ang="0">
                <a:pos x="connsiteX11180" y="connsiteY11180"/>
              </a:cxn>
              <a:cxn ang="0">
                <a:pos x="connsiteX11181" y="connsiteY11181"/>
              </a:cxn>
              <a:cxn ang="0">
                <a:pos x="connsiteX11182" y="connsiteY11182"/>
              </a:cxn>
              <a:cxn ang="0">
                <a:pos x="connsiteX11183" y="connsiteY11183"/>
              </a:cxn>
              <a:cxn ang="0">
                <a:pos x="connsiteX11184" y="connsiteY11184"/>
              </a:cxn>
              <a:cxn ang="0">
                <a:pos x="connsiteX11185" y="connsiteY11185"/>
              </a:cxn>
              <a:cxn ang="0">
                <a:pos x="connsiteX11186" y="connsiteY11186"/>
              </a:cxn>
              <a:cxn ang="0">
                <a:pos x="connsiteX11187" y="connsiteY11187"/>
              </a:cxn>
              <a:cxn ang="0">
                <a:pos x="connsiteX11188" y="connsiteY11188"/>
              </a:cxn>
              <a:cxn ang="0">
                <a:pos x="connsiteX11189" y="connsiteY11189"/>
              </a:cxn>
              <a:cxn ang="0">
                <a:pos x="connsiteX11190" y="connsiteY11190"/>
              </a:cxn>
              <a:cxn ang="0">
                <a:pos x="connsiteX11191" y="connsiteY11191"/>
              </a:cxn>
              <a:cxn ang="0">
                <a:pos x="connsiteX11192" y="connsiteY11192"/>
              </a:cxn>
              <a:cxn ang="0">
                <a:pos x="connsiteX11193" y="connsiteY11193"/>
              </a:cxn>
              <a:cxn ang="0">
                <a:pos x="connsiteX11194" y="connsiteY11194"/>
              </a:cxn>
              <a:cxn ang="0">
                <a:pos x="connsiteX11195" y="connsiteY11195"/>
              </a:cxn>
              <a:cxn ang="0">
                <a:pos x="connsiteX11196" y="connsiteY11196"/>
              </a:cxn>
              <a:cxn ang="0">
                <a:pos x="connsiteX11197" y="connsiteY11197"/>
              </a:cxn>
              <a:cxn ang="0">
                <a:pos x="connsiteX11198" y="connsiteY11198"/>
              </a:cxn>
              <a:cxn ang="0">
                <a:pos x="connsiteX11199" y="connsiteY11199"/>
              </a:cxn>
              <a:cxn ang="0">
                <a:pos x="connsiteX11200" y="connsiteY11200"/>
              </a:cxn>
              <a:cxn ang="0">
                <a:pos x="connsiteX11201" y="connsiteY11201"/>
              </a:cxn>
              <a:cxn ang="0">
                <a:pos x="connsiteX11202" y="connsiteY11202"/>
              </a:cxn>
              <a:cxn ang="0">
                <a:pos x="connsiteX11203" y="connsiteY11203"/>
              </a:cxn>
              <a:cxn ang="0">
                <a:pos x="connsiteX11204" y="connsiteY11204"/>
              </a:cxn>
              <a:cxn ang="0">
                <a:pos x="connsiteX11205" y="connsiteY11205"/>
              </a:cxn>
              <a:cxn ang="0">
                <a:pos x="connsiteX11206" y="connsiteY11206"/>
              </a:cxn>
              <a:cxn ang="0">
                <a:pos x="connsiteX11207" y="connsiteY11207"/>
              </a:cxn>
              <a:cxn ang="0">
                <a:pos x="connsiteX11208" y="connsiteY11208"/>
              </a:cxn>
              <a:cxn ang="0">
                <a:pos x="connsiteX11209" y="connsiteY11209"/>
              </a:cxn>
              <a:cxn ang="0">
                <a:pos x="connsiteX11210" y="connsiteY11210"/>
              </a:cxn>
              <a:cxn ang="0">
                <a:pos x="connsiteX11211" y="connsiteY11211"/>
              </a:cxn>
              <a:cxn ang="0">
                <a:pos x="connsiteX11212" y="connsiteY11212"/>
              </a:cxn>
              <a:cxn ang="0">
                <a:pos x="connsiteX11213" y="connsiteY11213"/>
              </a:cxn>
              <a:cxn ang="0">
                <a:pos x="connsiteX11214" y="connsiteY11214"/>
              </a:cxn>
              <a:cxn ang="0">
                <a:pos x="connsiteX11215" y="connsiteY11215"/>
              </a:cxn>
              <a:cxn ang="0">
                <a:pos x="connsiteX11216" y="connsiteY11216"/>
              </a:cxn>
              <a:cxn ang="0">
                <a:pos x="connsiteX11217" y="connsiteY11217"/>
              </a:cxn>
              <a:cxn ang="0">
                <a:pos x="connsiteX11218" y="connsiteY11218"/>
              </a:cxn>
              <a:cxn ang="0">
                <a:pos x="connsiteX11219" y="connsiteY11219"/>
              </a:cxn>
              <a:cxn ang="0">
                <a:pos x="connsiteX11220" y="connsiteY11220"/>
              </a:cxn>
              <a:cxn ang="0">
                <a:pos x="connsiteX11221" y="connsiteY11221"/>
              </a:cxn>
              <a:cxn ang="0">
                <a:pos x="connsiteX11222" y="connsiteY11222"/>
              </a:cxn>
              <a:cxn ang="0">
                <a:pos x="connsiteX11223" y="connsiteY11223"/>
              </a:cxn>
              <a:cxn ang="0">
                <a:pos x="connsiteX11224" y="connsiteY11224"/>
              </a:cxn>
              <a:cxn ang="0">
                <a:pos x="connsiteX11225" y="connsiteY11225"/>
              </a:cxn>
              <a:cxn ang="0">
                <a:pos x="connsiteX11226" y="connsiteY11226"/>
              </a:cxn>
              <a:cxn ang="0">
                <a:pos x="connsiteX11227" y="connsiteY11227"/>
              </a:cxn>
              <a:cxn ang="0">
                <a:pos x="connsiteX11228" y="connsiteY11228"/>
              </a:cxn>
              <a:cxn ang="0">
                <a:pos x="connsiteX11229" y="connsiteY11229"/>
              </a:cxn>
              <a:cxn ang="0">
                <a:pos x="connsiteX11230" y="connsiteY11230"/>
              </a:cxn>
              <a:cxn ang="0">
                <a:pos x="connsiteX11231" y="connsiteY11231"/>
              </a:cxn>
              <a:cxn ang="0">
                <a:pos x="connsiteX11232" y="connsiteY11232"/>
              </a:cxn>
              <a:cxn ang="0">
                <a:pos x="connsiteX11233" y="connsiteY11233"/>
              </a:cxn>
              <a:cxn ang="0">
                <a:pos x="connsiteX11234" y="connsiteY11234"/>
              </a:cxn>
              <a:cxn ang="0">
                <a:pos x="connsiteX11235" y="connsiteY11235"/>
              </a:cxn>
              <a:cxn ang="0">
                <a:pos x="connsiteX11236" y="connsiteY11236"/>
              </a:cxn>
              <a:cxn ang="0">
                <a:pos x="connsiteX11237" y="connsiteY11237"/>
              </a:cxn>
              <a:cxn ang="0">
                <a:pos x="connsiteX11238" y="connsiteY11238"/>
              </a:cxn>
              <a:cxn ang="0">
                <a:pos x="connsiteX11239" y="connsiteY11239"/>
              </a:cxn>
              <a:cxn ang="0">
                <a:pos x="connsiteX11240" y="connsiteY11240"/>
              </a:cxn>
              <a:cxn ang="0">
                <a:pos x="connsiteX11241" y="connsiteY11241"/>
              </a:cxn>
              <a:cxn ang="0">
                <a:pos x="connsiteX11242" y="connsiteY11242"/>
              </a:cxn>
              <a:cxn ang="0">
                <a:pos x="connsiteX11243" y="connsiteY11243"/>
              </a:cxn>
              <a:cxn ang="0">
                <a:pos x="connsiteX11244" y="connsiteY11244"/>
              </a:cxn>
              <a:cxn ang="0">
                <a:pos x="connsiteX11245" y="connsiteY11245"/>
              </a:cxn>
              <a:cxn ang="0">
                <a:pos x="connsiteX11246" y="connsiteY11246"/>
              </a:cxn>
              <a:cxn ang="0">
                <a:pos x="connsiteX11247" y="connsiteY11247"/>
              </a:cxn>
              <a:cxn ang="0">
                <a:pos x="connsiteX11248" y="connsiteY11248"/>
              </a:cxn>
              <a:cxn ang="0">
                <a:pos x="connsiteX11249" y="connsiteY11249"/>
              </a:cxn>
              <a:cxn ang="0">
                <a:pos x="connsiteX11250" y="connsiteY11250"/>
              </a:cxn>
              <a:cxn ang="0">
                <a:pos x="connsiteX11251" y="connsiteY11251"/>
              </a:cxn>
              <a:cxn ang="0">
                <a:pos x="connsiteX11252" y="connsiteY11252"/>
              </a:cxn>
              <a:cxn ang="0">
                <a:pos x="connsiteX11253" y="connsiteY11253"/>
              </a:cxn>
              <a:cxn ang="0">
                <a:pos x="connsiteX11254" y="connsiteY11254"/>
              </a:cxn>
              <a:cxn ang="0">
                <a:pos x="connsiteX11255" y="connsiteY11255"/>
              </a:cxn>
              <a:cxn ang="0">
                <a:pos x="connsiteX11256" y="connsiteY11256"/>
              </a:cxn>
              <a:cxn ang="0">
                <a:pos x="connsiteX11257" y="connsiteY11257"/>
              </a:cxn>
              <a:cxn ang="0">
                <a:pos x="connsiteX11258" y="connsiteY11258"/>
              </a:cxn>
              <a:cxn ang="0">
                <a:pos x="connsiteX11259" y="connsiteY11259"/>
              </a:cxn>
              <a:cxn ang="0">
                <a:pos x="connsiteX11260" y="connsiteY11260"/>
              </a:cxn>
              <a:cxn ang="0">
                <a:pos x="connsiteX11261" y="connsiteY11261"/>
              </a:cxn>
              <a:cxn ang="0">
                <a:pos x="connsiteX11262" y="connsiteY11262"/>
              </a:cxn>
              <a:cxn ang="0">
                <a:pos x="connsiteX11263" y="connsiteY11263"/>
              </a:cxn>
              <a:cxn ang="0">
                <a:pos x="connsiteX11264" y="connsiteY11264"/>
              </a:cxn>
              <a:cxn ang="0">
                <a:pos x="connsiteX11265" y="connsiteY11265"/>
              </a:cxn>
              <a:cxn ang="0">
                <a:pos x="connsiteX11266" y="connsiteY11266"/>
              </a:cxn>
              <a:cxn ang="0">
                <a:pos x="connsiteX11267" y="connsiteY11267"/>
              </a:cxn>
              <a:cxn ang="0">
                <a:pos x="connsiteX11268" y="connsiteY11268"/>
              </a:cxn>
              <a:cxn ang="0">
                <a:pos x="connsiteX11269" y="connsiteY11269"/>
              </a:cxn>
              <a:cxn ang="0">
                <a:pos x="connsiteX11270" y="connsiteY11270"/>
              </a:cxn>
              <a:cxn ang="0">
                <a:pos x="connsiteX11271" y="connsiteY11271"/>
              </a:cxn>
              <a:cxn ang="0">
                <a:pos x="connsiteX11272" y="connsiteY11272"/>
              </a:cxn>
              <a:cxn ang="0">
                <a:pos x="connsiteX11273" y="connsiteY11273"/>
              </a:cxn>
              <a:cxn ang="0">
                <a:pos x="connsiteX11274" y="connsiteY11274"/>
              </a:cxn>
              <a:cxn ang="0">
                <a:pos x="connsiteX11275" y="connsiteY11275"/>
              </a:cxn>
              <a:cxn ang="0">
                <a:pos x="connsiteX11276" y="connsiteY11276"/>
              </a:cxn>
              <a:cxn ang="0">
                <a:pos x="connsiteX11277" y="connsiteY11277"/>
              </a:cxn>
              <a:cxn ang="0">
                <a:pos x="connsiteX11278" y="connsiteY11278"/>
              </a:cxn>
              <a:cxn ang="0">
                <a:pos x="connsiteX11279" y="connsiteY11279"/>
              </a:cxn>
              <a:cxn ang="0">
                <a:pos x="connsiteX11280" y="connsiteY11280"/>
              </a:cxn>
              <a:cxn ang="0">
                <a:pos x="connsiteX11281" y="connsiteY11281"/>
              </a:cxn>
              <a:cxn ang="0">
                <a:pos x="connsiteX11282" y="connsiteY11282"/>
              </a:cxn>
              <a:cxn ang="0">
                <a:pos x="connsiteX11283" y="connsiteY11283"/>
              </a:cxn>
              <a:cxn ang="0">
                <a:pos x="connsiteX11284" y="connsiteY11284"/>
              </a:cxn>
              <a:cxn ang="0">
                <a:pos x="connsiteX11285" y="connsiteY11285"/>
              </a:cxn>
              <a:cxn ang="0">
                <a:pos x="connsiteX11286" y="connsiteY11286"/>
              </a:cxn>
              <a:cxn ang="0">
                <a:pos x="connsiteX11287" y="connsiteY11287"/>
              </a:cxn>
              <a:cxn ang="0">
                <a:pos x="connsiteX11288" y="connsiteY11288"/>
              </a:cxn>
              <a:cxn ang="0">
                <a:pos x="connsiteX11289" y="connsiteY11289"/>
              </a:cxn>
              <a:cxn ang="0">
                <a:pos x="connsiteX11290" y="connsiteY11290"/>
              </a:cxn>
              <a:cxn ang="0">
                <a:pos x="connsiteX11291" y="connsiteY11291"/>
              </a:cxn>
              <a:cxn ang="0">
                <a:pos x="connsiteX11292" y="connsiteY11292"/>
              </a:cxn>
              <a:cxn ang="0">
                <a:pos x="connsiteX11293" y="connsiteY11293"/>
              </a:cxn>
              <a:cxn ang="0">
                <a:pos x="connsiteX11294" y="connsiteY11294"/>
              </a:cxn>
              <a:cxn ang="0">
                <a:pos x="connsiteX11295" y="connsiteY11295"/>
              </a:cxn>
              <a:cxn ang="0">
                <a:pos x="connsiteX11296" y="connsiteY11296"/>
              </a:cxn>
              <a:cxn ang="0">
                <a:pos x="connsiteX11297" y="connsiteY11297"/>
              </a:cxn>
              <a:cxn ang="0">
                <a:pos x="connsiteX11298" y="connsiteY11298"/>
              </a:cxn>
              <a:cxn ang="0">
                <a:pos x="connsiteX11299" y="connsiteY11299"/>
              </a:cxn>
              <a:cxn ang="0">
                <a:pos x="connsiteX11300" y="connsiteY11300"/>
              </a:cxn>
              <a:cxn ang="0">
                <a:pos x="connsiteX11301" y="connsiteY11301"/>
              </a:cxn>
              <a:cxn ang="0">
                <a:pos x="connsiteX11302" y="connsiteY11302"/>
              </a:cxn>
              <a:cxn ang="0">
                <a:pos x="connsiteX11303" y="connsiteY11303"/>
              </a:cxn>
              <a:cxn ang="0">
                <a:pos x="connsiteX11304" y="connsiteY11304"/>
              </a:cxn>
              <a:cxn ang="0">
                <a:pos x="connsiteX11305" y="connsiteY11305"/>
              </a:cxn>
              <a:cxn ang="0">
                <a:pos x="connsiteX11306" y="connsiteY11306"/>
              </a:cxn>
              <a:cxn ang="0">
                <a:pos x="connsiteX11307" y="connsiteY11307"/>
              </a:cxn>
              <a:cxn ang="0">
                <a:pos x="connsiteX11308" y="connsiteY11308"/>
              </a:cxn>
              <a:cxn ang="0">
                <a:pos x="connsiteX11309" y="connsiteY11309"/>
              </a:cxn>
              <a:cxn ang="0">
                <a:pos x="connsiteX11310" y="connsiteY11310"/>
              </a:cxn>
              <a:cxn ang="0">
                <a:pos x="connsiteX11311" y="connsiteY11311"/>
              </a:cxn>
              <a:cxn ang="0">
                <a:pos x="connsiteX11312" y="connsiteY11312"/>
              </a:cxn>
              <a:cxn ang="0">
                <a:pos x="connsiteX11313" y="connsiteY11313"/>
              </a:cxn>
              <a:cxn ang="0">
                <a:pos x="connsiteX11314" y="connsiteY11314"/>
              </a:cxn>
              <a:cxn ang="0">
                <a:pos x="connsiteX11315" y="connsiteY11315"/>
              </a:cxn>
              <a:cxn ang="0">
                <a:pos x="connsiteX11316" y="connsiteY11316"/>
              </a:cxn>
              <a:cxn ang="0">
                <a:pos x="connsiteX11317" y="connsiteY11317"/>
              </a:cxn>
              <a:cxn ang="0">
                <a:pos x="connsiteX11318" y="connsiteY11318"/>
              </a:cxn>
              <a:cxn ang="0">
                <a:pos x="connsiteX11319" y="connsiteY11319"/>
              </a:cxn>
              <a:cxn ang="0">
                <a:pos x="connsiteX11320" y="connsiteY11320"/>
              </a:cxn>
              <a:cxn ang="0">
                <a:pos x="connsiteX11321" y="connsiteY11321"/>
              </a:cxn>
              <a:cxn ang="0">
                <a:pos x="connsiteX11322" y="connsiteY11322"/>
              </a:cxn>
              <a:cxn ang="0">
                <a:pos x="connsiteX11323" y="connsiteY11323"/>
              </a:cxn>
              <a:cxn ang="0">
                <a:pos x="connsiteX11324" y="connsiteY11324"/>
              </a:cxn>
              <a:cxn ang="0">
                <a:pos x="connsiteX11325" y="connsiteY11325"/>
              </a:cxn>
              <a:cxn ang="0">
                <a:pos x="connsiteX11326" y="connsiteY11326"/>
              </a:cxn>
              <a:cxn ang="0">
                <a:pos x="connsiteX11327" y="connsiteY11327"/>
              </a:cxn>
              <a:cxn ang="0">
                <a:pos x="connsiteX11328" y="connsiteY11328"/>
              </a:cxn>
              <a:cxn ang="0">
                <a:pos x="connsiteX11329" y="connsiteY11329"/>
              </a:cxn>
              <a:cxn ang="0">
                <a:pos x="connsiteX11330" y="connsiteY11330"/>
              </a:cxn>
              <a:cxn ang="0">
                <a:pos x="connsiteX11331" y="connsiteY11331"/>
              </a:cxn>
              <a:cxn ang="0">
                <a:pos x="connsiteX11332" y="connsiteY11332"/>
              </a:cxn>
              <a:cxn ang="0">
                <a:pos x="connsiteX11333" y="connsiteY11333"/>
              </a:cxn>
              <a:cxn ang="0">
                <a:pos x="connsiteX11334" y="connsiteY11334"/>
              </a:cxn>
              <a:cxn ang="0">
                <a:pos x="connsiteX11335" y="connsiteY11335"/>
              </a:cxn>
              <a:cxn ang="0">
                <a:pos x="connsiteX11336" y="connsiteY11336"/>
              </a:cxn>
              <a:cxn ang="0">
                <a:pos x="connsiteX11337" y="connsiteY11337"/>
              </a:cxn>
              <a:cxn ang="0">
                <a:pos x="connsiteX11338" y="connsiteY11338"/>
              </a:cxn>
              <a:cxn ang="0">
                <a:pos x="connsiteX11339" y="connsiteY11339"/>
              </a:cxn>
              <a:cxn ang="0">
                <a:pos x="connsiteX11340" y="connsiteY11340"/>
              </a:cxn>
              <a:cxn ang="0">
                <a:pos x="connsiteX11341" y="connsiteY11341"/>
              </a:cxn>
              <a:cxn ang="0">
                <a:pos x="connsiteX11342" y="connsiteY11342"/>
              </a:cxn>
              <a:cxn ang="0">
                <a:pos x="connsiteX11343" y="connsiteY11343"/>
              </a:cxn>
              <a:cxn ang="0">
                <a:pos x="connsiteX11344" y="connsiteY11344"/>
              </a:cxn>
              <a:cxn ang="0">
                <a:pos x="connsiteX11345" y="connsiteY11345"/>
              </a:cxn>
              <a:cxn ang="0">
                <a:pos x="connsiteX11346" y="connsiteY11346"/>
              </a:cxn>
              <a:cxn ang="0">
                <a:pos x="connsiteX11347" y="connsiteY11347"/>
              </a:cxn>
              <a:cxn ang="0">
                <a:pos x="connsiteX11348" y="connsiteY11348"/>
              </a:cxn>
              <a:cxn ang="0">
                <a:pos x="connsiteX11349" y="connsiteY11349"/>
              </a:cxn>
              <a:cxn ang="0">
                <a:pos x="connsiteX11350" y="connsiteY11350"/>
              </a:cxn>
              <a:cxn ang="0">
                <a:pos x="connsiteX11351" y="connsiteY11351"/>
              </a:cxn>
              <a:cxn ang="0">
                <a:pos x="connsiteX11352" y="connsiteY11352"/>
              </a:cxn>
              <a:cxn ang="0">
                <a:pos x="connsiteX11353" y="connsiteY11353"/>
              </a:cxn>
              <a:cxn ang="0">
                <a:pos x="connsiteX11354" y="connsiteY11354"/>
              </a:cxn>
              <a:cxn ang="0">
                <a:pos x="connsiteX11355" y="connsiteY11355"/>
              </a:cxn>
              <a:cxn ang="0">
                <a:pos x="connsiteX11356" y="connsiteY11356"/>
              </a:cxn>
              <a:cxn ang="0">
                <a:pos x="connsiteX11357" y="connsiteY11357"/>
              </a:cxn>
              <a:cxn ang="0">
                <a:pos x="connsiteX11358" y="connsiteY11358"/>
              </a:cxn>
              <a:cxn ang="0">
                <a:pos x="connsiteX11359" y="connsiteY11359"/>
              </a:cxn>
              <a:cxn ang="0">
                <a:pos x="connsiteX11360" y="connsiteY11360"/>
              </a:cxn>
              <a:cxn ang="0">
                <a:pos x="connsiteX11361" y="connsiteY11361"/>
              </a:cxn>
              <a:cxn ang="0">
                <a:pos x="connsiteX11362" y="connsiteY11362"/>
              </a:cxn>
              <a:cxn ang="0">
                <a:pos x="connsiteX11363" y="connsiteY11363"/>
              </a:cxn>
              <a:cxn ang="0">
                <a:pos x="connsiteX11364" y="connsiteY11364"/>
              </a:cxn>
              <a:cxn ang="0">
                <a:pos x="connsiteX11365" y="connsiteY11365"/>
              </a:cxn>
              <a:cxn ang="0">
                <a:pos x="connsiteX11366" y="connsiteY11366"/>
              </a:cxn>
              <a:cxn ang="0">
                <a:pos x="connsiteX11367" y="connsiteY11367"/>
              </a:cxn>
              <a:cxn ang="0">
                <a:pos x="connsiteX11368" y="connsiteY11368"/>
              </a:cxn>
              <a:cxn ang="0">
                <a:pos x="connsiteX11369" y="connsiteY11369"/>
              </a:cxn>
              <a:cxn ang="0">
                <a:pos x="connsiteX11370" y="connsiteY11370"/>
              </a:cxn>
              <a:cxn ang="0">
                <a:pos x="connsiteX11371" y="connsiteY11371"/>
              </a:cxn>
              <a:cxn ang="0">
                <a:pos x="connsiteX11372" y="connsiteY11372"/>
              </a:cxn>
              <a:cxn ang="0">
                <a:pos x="connsiteX11373" y="connsiteY11373"/>
              </a:cxn>
              <a:cxn ang="0">
                <a:pos x="connsiteX11374" y="connsiteY11374"/>
              </a:cxn>
              <a:cxn ang="0">
                <a:pos x="connsiteX11375" y="connsiteY11375"/>
              </a:cxn>
              <a:cxn ang="0">
                <a:pos x="connsiteX11376" y="connsiteY11376"/>
              </a:cxn>
              <a:cxn ang="0">
                <a:pos x="connsiteX11377" y="connsiteY11377"/>
              </a:cxn>
              <a:cxn ang="0">
                <a:pos x="connsiteX11378" y="connsiteY11378"/>
              </a:cxn>
              <a:cxn ang="0">
                <a:pos x="connsiteX11379" y="connsiteY11379"/>
              </a:cxn>
              <a:cxn ang="0">
                <a:pos x="connsiteX11380" y="connsiteY11380"/>
              </a:cxn>
              <a:cxn ang="0">
                <a:pos x="connsiteX11381" y="connsiteY11381"/>
              </a:cxn>
              <a:cxn ang="0">
                <a:pos x="connsiteX11382" y="connsiteY11382"/>
              </a:cxn>
              <a:cxn ang="0">
                <a:pos x="connsiteX11383" y="connsiteY11383"/>
              </a:cxn>
              <a:cxn ang="0">
                <a:pos x="connsiteX11384" y="connsiteY11384"/>
              </a:cxn>
              <a:cxn ang="0">
                <a:pos x="connsiteX11385" y="connsiteY11385"/>
              </a:cxn>
              <a:cxn ang="0">
                <a:pos x="connsiteX11386" y="connsiteY11386"/>
              </a:cxn>
              <a:cxn ang="0">
                <a:pos x="connsiteX11387" y="connsiteY11387"/>
              </a:cxn>
              <a:cxn ang="0">
                <a:pos x="connsiteX11388" y="connsiteY11388"/>
              </a:cxn>
              <a:cxn ang="0">
                <a:pos x="connsiteX11389" y="connsiteY11389"/>
              </a:cxn>
              <a:cxn ang="0">
                <a:pos x="connsiteX11390" y="connsiteY11390"/>
              </a:cxn>
              <a:cxn ang="0">
                <a:pos x="connsiteX11391" y="connsiteY11391"/>
              </a:cxn>
              <a:cxn ang="0">
                <a:pos x="connsiteX11392" y="connsiteY11392"/>
              </a:cxn>
              <a:cxn ang="0">
                <a:pos x="connsiteX11393" y="connsiteY11393"/>
              </a:cxn>
              <a:cxn ang="0">
                <a:pos x="connsiteX11394" y="connsiteY11394"/>
              </a:cxn>
              <a:cxn ang="0">
                <a:pos x="connsiteX11395" y="connsiteY11395"/>
              </a:cxn>
              <a:cxn ang="0">
                <a:pos x="connsiteX11396" y="connsiteY11396"/>
              </a:cxn>
              <a:cxn ang="0">
                <a:pos x="connsiteX11397" y="connsiteY11397"/>
              </a:cxn>
              <a:cxn ang="0">
                <a:pos x="connsiteX11398" y="connsiteY11398"/>
              </a:cxn>
              <a:cxn ang="0">
                <a:pos x="connsiteX11399" y="connsiteY11399"/>
              </a:cxn>
              <a:cxn ang="0">
                <a:pos x="connsiteX11400" y="connsiteY11400"/>
              </a:cxn>
              <a:cxn ang="0">
                <a:pos x="connsiteX11401" y="connsiteY11401"/>
              </a:cxn>
              <a:cxn ang="0">
                <a:pos x="connsiteX11402" y="connsiteY11402"/>
              </a:cxn>
              <a:cxn ang="0">
                <a:pos x="connsiteX11403" y="connsiteY11403"/>
              </a:cxn>
              <a:cxn ang="0">
                <a:pos x="connsiteX11404" y="connsiteY11404"/>
              </a:cxn>
              <a:cxn ang="0">
                <a:pos x="connsiteX11405" y="connsiteY11405"/>
              </a:cxn>
              <a:cxn ang="0">
                <a:pos x="connsiteX11406" y="connsiteY11406"/>
              </a:cxn>
              <a:cxn ang="0">
                <a:pos x="connsiteX11407" y="connsiteY11407"/>
              </a:cxn>
              <a:cxn ang="0">
                <a:pos x="connsiteX11408" y="connsiteY11408"/>
              </a:cxn>
              <a:cxn ang="0">
                <a:pos x="connsiteX11409" y="connsiteY11409"/>
              </a:cxn>
              <a:cxn ang="0">
                <a:pos x="connsiteX11410" y="connsiteY11410"/>
              </a:cxn>
              <a:cxn ang="0">
                <a:pos x="connsiteX11411" y="connsiteY11411"/>
              </a:cxn>
              <a:cxn ang="0">
                <a:pos x="connsiteX11412" y="connsiteY11412"/>
              </a:cxn>
              <a:cxn ang="0">
                <a:pos x="connsiteX11413" y="connsiteY11413"/>
              </a:cxn>
              <a:cxn ang="0">
                <a:pos x="connsiteX11414" y="connsiteY11414"/>
              </a:cxn>
              <a:cxn ang="0">
                <a:pos x="connsiteX11415" y="connsiteY11415"/>
              </a:cxn>
              <a:cxn ang="0">
                <a:pos x="connsiteX11416" y="connsiteY11416"/>
              </a:cxn>
              <a:cxn ang="0">
                <a:pos x="connsiteX11417" y="connsiteY11417"/>
              </a:cxn>
              <a:cxn ang="0">
                <a:pos x="connsiteX11418" y="connsiteY11418"/>
              </a:cxn>
              <a:cxn ang="0">
                <a:pos x="connsiteX11419" y="connsiteY11419"/>
              </a:cxn>
              <a:cxn ang="0">
                <a:pos x="connsiteX11420" y="connsiteY11420"/>
              </a:cxn>
              <a:cxn ang="0">
                <a:pos x="connsiteX11421" y="connsiteY11421"/>
              </a:cxn>
              <a:cxn ang="0">
                <a:pos x="connsiteX11422" y="connsiteY11422"/>
              </a:cxn>
              <a:cxn ang="0">
                <a:pos x="connsiteX11423" y="connsiteY11423"/>
              </a:cxn>
              <a:cxn ang="0">
                <a:pos x="connsiteX11424" y="connsiteY11424"/>
              </a:cxn>
              <a:cxn ang="0">
                <a:pos x="connsiteX11425" y="connsiteY11425"/>
              </a:cxn>
              <a:cxn ang="0">
                <a:pos x="connsiteX11426" y="connsiteY11426"/>
              </a:cxn>
              <a:cxn ang="0">
                <a:pos x="connsiteX11427" y="connsiteY11427"/>
              </a:cxn>
              <a:cxn ang="0">
                <a:pos x="connsiteX11428" y="connsiteY11428"/>
              </a:cxn>
              <a:cxn ang="0">
                <a:pos x="connsiteX11429" y="connsiteY11429"/>
              </a:cxn>
              <a:cxn ang="0">
                <a:pos x="connsiteX11430" y="connsiteY11430"/>
              </a:cxn>
              <a:cxn ang="0">
                <a:pos x="connsiteX11431" y="connsiteY11431"/>
              </a:cxn>
              <a:cxn ang="0">
                <a:pos x="connsiteX11432" y="connsiteY11432"/>
              </a:cxn>
              <a:cxn ang="0">
                <a:pos x="connsiteX11433" y="connsiteY11433"/>
              </a:cxn>
              <a:cxn ang="0">
                <a:pos x="connsiteX11434" y="connsiteY11434"/>
              </a:cxn>
              <a:cxn ang="0">
                <a:pos x="connsiteX11435" y="connsiteY11435"/>
              </a:cxn>
              <a:cxn ang="0">
                <a:pos x="connsiteX11436" y="connsiteY11436"/>
              </a:cxn>
              <a:cxn ang="0">
                <a:pos x="connsiteX11437" y="connsiteY11437"/>
              </a:cxn>
              <a:cxn ang="0">
                <a:pos x="connsiteX11438" y="connsiteY11438"/>
              </a:cxn>
              <a:cxn ang="0">
                <a:pos x="connsiteX11439" y="connsiteY11439"/>
              </a:cxn>
              <a:cxn ang="0">
                <a:pos x="connsiteX11440" y="connsiteY11440"/>
              </a:cxn>
              <a:cxn ang="0">
                <a:pos x="connsiteX11441" y="connsiteY11441"/>
              </a:cxn>
              <a:cxn ang="0">
                <a:pos x="connsiteX11442" y="connsiteY11442"/>
              </a:cxn>
              <a:cxn ang="0">
                <a:pos x="connsiteX11443" y="connsiteY11443"/>
              </a:cxn>
              <a:cxn ang="0">
                <a:pos x="connsiteX11444" y="connsiteY11444"/>
              </a:cxn>
              <a:cxn ang="0">
                <a:pos x="connsiteX11445" y="connsiteY11445"/>
              </a:cxn>
              <a:cxn ang="0">
                <a:pos x="connsiteX11446" y="connsiteY11446"/>
              </a:cxn>
              <a:cxn ang="0">
                <a:pos x="connsiteX11447" y="connsiteY11447"/>
              </a:cxn>
              <a:cxn ang="0">
                <a:pos x="connsiteX11448" y="connsiteY11448"/>
              </a:cxn>
              <a:cxn ang="0">
                <a:pos x="connsiteX11449" y="connsiteY11449"/>
              </a:cxn>
              <a:cxn ang="0">
                <a:pos x="connsiteX11450" y="connsiteY11450"/>
              </a:cxn>
              <a:cxn ang="0">
                <a:pos x="connsiteX11451" y="connsiteY11451"/>
              </a:cxn>
              <a:cxn ang="0">
                <a:pos x="connsiteX11452" y="connsiteY11452"/>
              </a:cxn>
              <a:cxn ang="0">
                <a:pos x="connsiteX11453" y="connsiteY11453"/>
              </a:cxn>
              <a:cxn ang="0">
                <a:pos x="connsiteX11454" y="connsiteY11454"/>
              </a:cxn>
              <a:cxn ang="0">
                <a:pos x="connsiteX11455" y="connsiteY11455"/>
              </a:cxn>
              <a:cxn ang="0">
                <a:pos x="connsiteX11456" y="connsiteY11456"/>
              </a:cxn>
              <a:cxn ang="0">
                <a:pos x="connsiteX11457" y="connsiteY11457"/>
              </a:cxn>
              <a:cxn ang="0">
                <a:pos x="connsiteX11458" y="connsiteY11458"/>
              </a:cxn>
              <a:cxn ang="0">
                <a:pos x="connsiteX11459" y="connsiteY11459"/>
              </a:cxn>
              <a:cxn ang="0">
                <a:pos x="connsiteX11460" y="connsiteY11460"/>
              </a:cxn>
              <a:cxn ang="0">
                <a:pos x="connsiteX11461" y="connsiteY11461"/>
              </a:cxn>
              <a:cxn ang="0">
                <a:pos x="connsiteX11462" y="connsiteY11462"/>
              </a:cxn>
              <a:cxn ang="0">
                <a:pos x="connsiteX11463" y="connsiteY11463"/>
              </a:cxn>
              <a:cxn ang="0">
                <a:pos x="connsiteX11464" y="connsiteY11464"/>
              </a:cxn>
              <a:cxn ang="0">
                <a:pos x="connsiteX11465" y="connsiteY11465"/>
              </a:cxn>
              <a:cxn ang="0">
                <a:pos x="connsiteX11466" y="connsiteY11466"/>
              </a:cxn>
              <a:cxn ang="0">
                <a:pos x="connsiteX11467" y="connsiteY11467"/>
              </a:cxn>
              <a:cxn ang="0">
                <a:pos x="connsiteX11468" y="connsiteY11468"/>
              </a:cxn>
              <a:cxn ang="0">
                <a:pos x="connsiteX11469" y="connsiteY11469"/>
              </a:cxn>
              <a:cxn ang="0">
                <a:pos x="connsiteX11470" y="connsiteY11470"/>
              </a:cxn>
              <a:cxn ang="0">
                <a:pos x="connsiteX11471" y="connsiteY11471"/>
              </a:cxn>
              <a:cxn ang="0">
                <a:pos x="connsiteX11472" y="connsiteY11472"/>
              </a:cxn>
              <a:cxn ang="0">
                <a:pos x="connsiteX11473" y="connsiteY11473"/>
              </a:cxn>
              <a:cxn ang="0">
                <a:pos x="connsiteX11474" y="connsiteY11474"/>
              </a:cxn>
              <a:cxn ang="0">
                <a:pos x="connsiteX11475" y="connsiteY11475"/>
              </a:cxn>
              <a:cxn ang="0">
                <a:pos x="connsiteX11476" y="connsiteY11476"/>
              </a:cxn>
              <a:cxn ang="0">
                <a:pos x="connsiteX11477" y="connsiteY11477"/>
              </a:cxn>
              <a:cxn ang="0">
                <a:pos x="connsiteX11478" y="connsiteY11478"/>
              </a:cxn>
              <a:cxn ang="0">
                <a:pos x="connsiteX11479" y="connsiteY11479"/>
              </a:cxn>
              <a:cxn ang="0">
                <a:pos x="connsiteX11480" y="connsiteY11480"/>
              </a:cxn>
              <a:cxn ang="0">
                <a:pos x="connsiteX11481" y="connsiteY11481"/>
              </a:cxn>
              <a:cxn ang="0">
                <a:pos x="connsiteX11482" y="connsiteY11482"/>
              </a:cxn>
              <a:cxn ang="0">
                <a:pos x="connsiteX11483" y="connsiteY11483"/>
              </a:cxn>
              <a:cxn ang="0">
                <a:pos x="connsiteX11484" y="connsiteY11484"/>
              </a:cxn>
              <a:cxn ang="0">
                <a:pos x="connsiteX11485" y="connsiteY11485"/>
              </a:cxn>
              <a:cxn ang="0">
                <a:pos x="connsiteX11486" y="connsiteY11486"/>
              </a:cxn>
              <a:cxn ang="0">
                <a:pos x="connsiteX11487" y="connsiteY11487"/>
              </a:cxn>
              <a:cxn ang="0">
                <a:pos x="connsiteX11488" y="connsiteY11488"/>
              </a:cxn>
              <a:cxn ang="0">
                <a:pos x="connsiteX11489" y="connsiteY11489"/>
              </a:cxn>
              <a:cxn ang="0">
                <a:pos x="connsiteX11490" y="connsiteY11490"/>
              </a:cxn>
              <a:cxn ang="0">
                <a:pos x="connsiteX11491" y="connsiteY11491"/>
              </a:cxn>
              <a:cxn ang="0">
                <a:pos x="connsiteX11492" y="connsiteY11492"/>
              </a:cxn>
              <a:cxn ang="0">
                <a:pos x="connsiteX11493" y="connsiteY11493"/>
              </a:cxn>
              <a:cxn ang="0">
                <a:pos x="connsiteX11494" y="connsiteY11494"/>
              </a:cxn>
              <a:cxn ang="0">
                <a:pos x="connsiteX11495" y="connsiteY11495"/>
              </a:cxn>
              <a:cxn ang="0">
                <a:pos x="connsiteX11496" y="connsiteY11496"/>
              </a:cxn>
              <a:cxn ang="0">
                <a:pos x="connsiteX11497" y="connsiteY11497"/>
              </a:cxn>
              <a:cxn ang="0">
                <a:pos x="connsiteX11498" y="connsiteY11498"/>
              </a:cxn>
              <a:cxn ang="0">
                <a:pos x="connsiteX11499" y="connsiteY11499"/>
              </a:cxn>
              <a:cxn ang="0">
                <a:pos x="connsiteX11500" y="connsiteY11500"/>
              </a:cxn>
              <a:cxn ang="0">
                <a:pos x="connsiteX11501" y="connsiteY11501"/>
              </a:cxn>
              <a:cxn ang="0">
                <a:pos x="connsiteX11502" y="connsiteY11502"/>
              </a:cxn>
              <a:cxn ang="0">
                <a:pos x="connsiteX11503" y="connsiteY11503"/>
              </a:cxn>
              <a:cxn ang="0">
                <a:pos x="connsiteX11504" y="connsiteY11504"/>
              </a:cxn>
              <a:cxn ang="0">
                <a:pos x="connsiteX11505" y="connsiteY11505"/>
              </a:cxn>
              <a:cxn ang="0">
                <a:pos x="connsiteX11506" y="connsiteY11506"/>
              </a:cxn>
              <a:cxn ang="0">
                <a:pos x="connsiteX11507" y="connsiteY11507"/>
              </a:cxn>
              <a:cxn ang="0">
                <a:pos x="connsiteX11508" y="connsiteY11508"/>
              </a:cxn>
              <a:cxn ang="0">
                <a:pos x="connsiteX11509" y="connsiteY11509"/>
              </a:cxn>
              <a:cxn ang="0">
                <a:pos x="connsiteX11510" y="connsiteY11510"/>
              </a:cxn>
              <a:cxn ang="0">
                <a:pos x="connsiteX11511" y="connsiteY11511"/>
              </a:cxn>
              <a:cxn ang="0">
                <a:pos x="connsiteX11512" y="connsiteY11512"/>
              </a:cxn>
              <a:cxn ang="0">
                <a:pos x="connsiteX11513" y="connsiteY11513"/>
              </a:cxn>
              <a:cxn ang="0">
                <a:pos x="connsiteX11514" y="connsiteY11514"/>
              </a:cxn>
              <a:cxn ang="0">
                <a:pos x="connsiteX11515" y="connsiteY11515"/>
              </a:cxn>
              <a:cxn ang="0">
                <a:pos x="connsiteX11516" y="connsiteY11516"/>
              </a:cxn>
              <a:cxn ang="0">
                <a:pos x="connsiteX11517" y="connsiteY11517"/>
              </a:cxn>
              <a:cxn ang="0">
                <a:pos x="connsiteX11518" y="connsiteY11518"/>
              </a:cxn>
              <a:cxn ang="0">
                <a:pos x="connsiteX11519" y="connsiteY11519"/>
              </a:cxn>
              <a:cxn ang="0">
                <a:pos x="connsiteX11520" y="connsiteY11520"/>
              </a:cxn>
              <a:cxn ang="0">
                <a:pos x="connsiteX11521" y="connsiteY11521"/>
              </a:cxn>
              <a:cxn ang="0">
                <a:pos x="connsiteX11522" y="connsiteY11522"/>
              </a:cxn>
              <a:cxn ang="0">
                <a:pos x="connsiteX11523" y="connsiteY11523"/>
              </a:cxn>
              <a:cxn ang="0">
                <a:pos x="connsiteX11524" y="connsiteY11524"/>
              </a:cxn>
              <a:cxn ang="0">
                <a:pos x="connsiteX11525" y="connsiteY11525"/>
              </a:cxn>
              <a:cxn ang="0">
                <a:pos x="connsiteX11526" y="connsiteY11526"/>
              </a:cxn>
              <a:cxn ang="0">
                <a:pos x="connsiteX11527" y="connsiteY11527"/>
              </a:cxn>
              <a:cxn ang="0">
                <a:pos x="connsiteX11528" y="connsiteY11528"/>
              </a:cxn>
              <a:cxn ang="0">
                <a:pos x="connsiteX11529" y="connsiteY11529"/>
              </a:cxn>
              <a:cxn ang="0">
                <a:pos x="connsiteX11530" y="connsiteY11530"/>
              </a:cxn>
              <a:cxn ang="0">
                <a:pos x="connsiteX11531" y="connsiteY11531"/>
              </a:cxn>
              <a:cxn ang="0">
                <a:pos x="connsiteX11532" y="connsiteY11532"/>
              </a:cxn>
              <a:cxn ang="0">
                <a:pos x="connsiteX11533" y="connsiteY11533"/>
              </a:cxn>
              <a:cxn ang="0">
                <a:pos x="connsiteX11534" y="connsiteY11534"/>
              </a:cxn>
              <a:cxn ang="0">
                <a:pos x="connsiteX11535" y="connsiteY11535"/>
              </a:cxn>
              <a:cxn ang="0">
                <a:pos x="connsiteX11536" y="connsiteY11536"/>
              </a:cxn>
              <a:cxn ang="0">
                <a:pos x="connsiteX11537" y="connsiteY11537"/>
              </a:cxn>
              <a:cxn ang="0">
                <a:pos x="connsiteX11538" y="connsiteY11538"/>
              </a:cxn>
              <a:cxn ang="0">
                <a:pos x="connsiteX11539" y="connsiteY11539"/>
              </a:cxn>
              <a:cxn ang="0">
                <a:pos x="connsiteX11540" y="connsiteY11540"/>
              </a:cxn>
              <a:cxn ang="0">
                <a:pos x="connsiteX11541" y="connsiteY11541"/>
              </a:cxn>
              <a:cxn ang="0">
                <a:pos x="connsiteX11542" y="connsiteY11542"/>
              </a:cxn>
              <a:cxn ang="0">
                <a:pos x="connsiteX11543" y="connsiteY11543"/>
              </a:cxn>
              <a:cxn ang="0">
                <a:pos x="connsiteX11544" y="connsiteY11544"/>
              </a:cxn>
              <a:cxn ang="0">
                <a:pos x="connsiteX11545" y="connsiteY11545"/>
              </a:cxn>
              <a:cxn ang="0">
                <a:pos x="connsiteX11546" y="connsiteY11546"/>
              </a:cxn>
              <a:cxn ang="0">
                <a:pos x="connsiteX11547" y="connsiteY11547"/>
              </a:cxn>
              <a:cxn ang="0">
                <a:pos x="connsiteX11548" y="connsiteY11548"/>
              </a:cxn>
              <a:cxn ang="0">
                <a:pos x="connsiteX11549" y="connsiteY11549"/>
              </a:cxn>
              <a:cxn ang="0">
                <a:pos x="connsiteX11550" y="connsiteY11550"/>
              </a:cxn>
              <a:cxn ang="0">
                <a:pos x="connsiteX11551" y="connsiteY11551"/>
              </a:cxn>
              <a:cxn ang="0">
                <a:pos x="connsiteX11552" y="connsiteY11552"/>
              </a:cxn>
              <a:cxn ang="0">
                <a:pos x="connsiteX11553" y="connsiteY11553"/>
              </a:cxn>
              <a:cxn ang="0">
                <a:pos x="connsiteX11554" y="connsiteY11554"/>
              </a:cxn>
              <a:cxn ang="0">
                <a:pos x="connsiteX11555" y="connsiteY11555"/>
              </a:cxn>
              <a:cxn ang="0">
                <a:pos x="connsiteX11556" y="connsiteY11556"/>
              </a:cxn>
              <a:cxn ang="0">
                <a:pos x="connsiteX11557" y="connsiteY11557"/>
              </a:cxn>
              <a:cxn ang="0">
                <a:pos x="connsiteX11558" y="connsiteY11558"/>
              </a:cxn>
              <a:cxn ang="0">
                <a:pos x="connsiteX11559" y="connsiteY11559"/>
              </a:cxn>
              <a:cxn ang="0">
                <a:pos x="connsiteX11560" y="connsiteY11560"/>
              </a:cxn>
              <a:cxn ang="0">
                <a:pos x="connsiteX11561" y="connsiteY11561"/>
              </a:cxn>
              <a:cxn ang="0">
                <a:pos x="connsiteX11562" y="connsiteY11562"/>
              </a:cxn>
              <a:cxn ang="0">
                <a:pos x="connsiteX11563" y="connsiteY11563"/>
              </a:cxn>
              <a:cxn ang="0">
                <a:pos x="connsiteX11564" y="connsiteY11564"/>
              </a:cxn>
              <a:cxn ang="0">
                <a:pos x="connsiteX11565" y="connsiteY11565"/>
              </a:cxn>
              <a:cxn ang="0">
                <a:pos x="connsiteX11566" y="connsiteY11566"/>
              </a:cxn>
              <a:cxn ang="0">
                <a:pos x="connsiteX11567" y="connsiteY11567"/>
              </a:cxn>
              <a:cxn ang="0">
                <a:pos x="connsiteX11568" y="connsiteY11568"/>
              </a:cxn>
              <a:cxn ang="0">
                <a:pos x="connsiteX11569" y="connsiteY11569"/>
              </a:cxn>
              <a:cxn ang="0">
                <a:pos x="connsiteX11570" y="connsiteY11570"/>
              </a:cxn>
              <a:cxn ang="0">
                <a:pos x="connsiteX11571" y="connsiteY11571"/>
              </a:cxn>
              <a:cxn ang="0">
                <a:pos x="connsiteX11572" y="connsiteY11572"/>
              </a:cxn>
              <a:cxn ang="0">
                <a:pos x="connsiteX11573" y="connsiteY11573"/>
              </a:cxn>
              <a:cxn ang="0">
                <a:pos x="connsiteX11574" y="connsiteY11574"/>
              </a:cxn>
              <a:cxn ang="0">
                <a:pos x="connsiteX11575" y="connsiteY11575"/>
              </a:cxn>
              <a:cxn ang="0">
                <a:pos x="connsiteX11576" y="connsiteY11576"/>
              </a:cxn>
              <a:cxn ang="0">
                <a:pos x="connsiteX11577" y="connsiteY11577"/>
              </a:cxn>
              <a:cxn ang="0">
                <a:pos x="connsiteX11578" y="connsiteY11578"/>
              </a:cxn>
              <a:cxn ang="0">
                <a:pos x="connsiteX11579" y="connsiteY11579"/>
              </a:cxn>
              <a:cxn ang="0">
                <a:pos x="connsiteX11580" y="connsiteY11580"/>
              </a:cxn>
              <a:cxn ang="0">
                <a:pos x="connsiteX11581" y="connsiteY11581"/>
              </a:cxn>
              <a:cxn ang="0">
                <a:pos x="connsiteX11582" y="connsiteY11582"/>
              </a:cxn>
              <a:cxn ang="0">
                <a:pos x="connsiteX11583" y="connsiteY11583"/>
              </a:cxn>
              <a:cxn ang="0">
                <a:pos x="connsiteX11584" y="connsiteY11584"/>
              </a:cxn>
              <a:cxn ang="0">
                <a:pos x="connsiteX11585" y="connsiteY11585"/>
              </a:cxn>
              <a:cxn ang="0">
                <a:pos x="connsiteX11586" y="connsiteY11586"/>
              </a:cxn>
              <a:cxn ang="0">
                <a:pos x="connsiteX11587" y="connsiteY11587"/>
              </a:cxn>
              <a:cxn ang="0">
                <a:pos x="connsiteX11588" y="connsiteY11588"/>
              </a:cxn>
              <a:cxn ang="0">
                <a:pos x="connsiteX11589" y="connsiteY11589"/>
              </a:cxn>
              <a:cxn ang="0">
                <a:pos x="connsiteX11590" y="connsiteY11590"/>
              </a:cxn>
              <a:cxn ang="0">
                <a:pos x="connsiteX11591" y="connsiteY11591"/>
              </a:cxn>
              <a:cxn ang="0">
                <a:pos x="connsiteX11592" y="connsiteY11592"/>
              </a:cxn>
              <a:cxn ang="0">
                <a:pos x="connsiteX11593" y="connsiteY11593"/>
              </a:cxn>
              <a:cxn ang="0">
                <a:pos x="connsiteX11594" y="connsiteY11594"/>
              </a:cxn>
              <a:cxn ang="0">
                <a:pos x="connsiteX11595" y="connsiteY11595"/>
              </a:cxn>
              <a:cxn ang="0">
                <a:pos x="connsiteX11596" y="connsiteY11596"/>
              </a:cxn>
              <a:cxn ang="0">
                <a:pos x="connsiteX11597" y="connsiteY11597"/>
              </a:cxn>
              <a:cxn ang="0">
                <a:pos x="connsiteX11598" y="connsiteY11598"/>
              </a:cxn>
              <a:cxn ang="0">
                <a:pos x="connsiteX11599" y="connsiteY11599"/>
              </a:cxn>
              <a:cxn ang="0">
                <a:pos x="connsiteX11600" y="connsiteY11600"/>
              </a:cxn>
              <a:cxn ang="0">
                <a:pos x="connsiteX11601" y="connsiteY11601"/>
              </a:cxn>
              <a:cxn ang="0">
                <a:pos x="connsiteX11602" y="connsiteY11602"/>
              </a:cxn>
              <a:cxn ang="0">
                <a:pos x="connsiteX11603" y="connsiteY11603"/>
              </a:cxn>
              <a:cxn ang="0">
                <a:pos x="connsiteX11604" y="connsiteY11604"/>
              </a:cxn>
              <a:cxn ang="0">
                <a:pos x="connsiteX11605" y="connsiteY11605"/>
              </a:cxn>
              <a:cxn ang="0">
                <a:pos x="connsiteX11606" y="connsiteY11606"/>
              </a:cxn>
              <a:cxn ang="0">
                <a:pos x="connsiteX11607" y="connsiteY11607"/>
              </a:cxn>
              <a:cxn ang="0">
                <a:pos x="connsiteX11608" y="connsiteY11608"/>
              </a:cxn>
              <a:cxn ang="0">
                <a:pos x="connsiteX11609" y="connsiteY11609"/>
              </a:cxn>
              <a:cxn ang="0">
                <a:pos x="connsiteX11610" y="connsiteY11610"/>
              </a:cxn>
              <a:cxn ang="0">
                <a:pos x="connsiteX11611" y="connsiteY11611"/>
              </a:cxn>
              <a:cxn ang="0">
                <a:pos x="connsiteX11612" y="connsiteY11612"/>
              </a:cxn>
              <a:cxn ang="0">
                <a:pos x="connsiteX11613" y="connsiteY11613"/>
              </a:cxn>
              <a:cxn ang="0">
                <a:pos x="connsiteX11614" y="connsiteY11614"/>
              </a:cxn>
              <a:cxn ang="0">
                <a:pos x="connsiteX11615" y="connsiteY11615"/>
              </a:cxn>
              <a:cxn ang="0">
                <a:pos x="connsiteX11616" y="connsiteY11616"/>
              </a:cxn>
              <a:cxn ang="0">
                <a:pos x="connsiteX11617" y="connsiteY11617"/>
              </a:cxn>
              <a:cxn ang="0">
                <a:pos x="connsiteX11618" y="connsiteY11618"/>
              </a:cxn>
              <a:cxn ang="0">
                <a:pos x="connsiteX11619" y="connsiteY11619"/>
              </a:cxn>
              <a:cxn ang="0">
                <a:pos x="connsiteX11620" y="connsiteY11620"/>
              </a:cxn>
              <a:cxn ang="0">
                <a:pos x="connsiteX11621" y="connsiteY11621"/>
              </a:cxn>
              <a:cxn ang="0">
                <a:pos x="connsiteX11622" y="connsiteY11622"/>
              </a:cxn>
              <a:cxn ang="0">
                <a:pos x="connsiteX11623" y="connsiteY11623"/>
              </a:cxn>
              <a:cxn ang="0">
                <a:pos x="connsiteX11624" y="connsiteY11624"/>
              </a:cxn>
              <a:cxn ang="0">
                <a:pos x="connsiteX11625" y="connsiteY11625"/>
              </a:cxn>
              <a:cxn ang="0">
                <a:pos x="connsiteX11626" y="connsiteY11626"/>
              </a:cxn>
              <a:cxn ang="0">
                <a:pos x="connsiteX11627" y="connsiteY11627"/>
              </a:cxn>
              <a:cxn ang="0">
                <a:pos x="connsiteX11628" y="connsiteY11628"/>
              </a:cxn>
              <a:cxn ang="0">
                <a:pos x="connsiteX11629" y="connsiteY11629"/>
              </a:cxn>
              <a:cxn ang="0">
                <a:pos x="connsiteX11630" y="connsiteY11630"/>
              </a:cxn>
              <a:cxn ang="0">
                <a:pos x="connsiteX11631" y="connsiteY11631"/>
              </a:cxn>
              <a:cxn ang="0">
                <a:pos x="connsiteX11632" y="connsiteY11632"/>
              </a:cxn>
              <a:cxn ang="0">
                <a:pos x="connsiteX11633" y="connsiteY11633"/>
              </a:cxn>
              <a:cxn ang="0">
                <a:pos x="connsiteX11634" y="connsiteY11634"/>
              </a:cxn>
              <a:cxn ang="0">
                <a:pos x="connsiteX11635" y="connsiteY11635"/>
              </a:cxn>
              <a:cxn ang="0">
                <a:pos x="connsiteX11636" y="connsiteY11636"/>
              </a:cxn>
              <a:cxn ang="0">
                <a:pos x="connsiteX11637" y="connsiteY11637"/>
              </a:cxn>
              <a:cxn ang="0">
                <a:pos x="connsiteX11638" y="connsiteY11638"/>
              </a:cxn>
              <a:cxn ang="0">
                <a:pos x="connsiteX11639" y="connsiteY11639"/>
              </a:cxn>
              <a:cxn ang="0">
                <a:pos x="connsiteX11640" y="connsiteY11640"/>
              </a:cxn>
              <a:cxn ang="0">
                <a:pos x="connsiteX11641" y="connsiteY11641"/>
              </a:cxn>
              <a:cxn ang="0">
                <a:pos x="connsiteX11642" y="connsiteY11642"/>
              </a:cxn>
              <a:cxn ang="0">
                <a:pos x="connsiteX11643" y="connsiteY11643"/>
              </a:cxn>
              <a:cxn ang="0">
                <a:pos x="connsiteX11644" y="connsiteY11644"/>
              </a:cxn>
              <a:cxn ang="0">
                <a:pos x="connsiteX11645" y="connsiteY11645"/>
              </a:cxn>
              <a:cxn ang="0">
                <a:pos x="connsiteX11646" y="connsiteY11646"/>
              </a:cxn>
              <a:cxn ang="0">
                <a:pos x="connsiteX11647" y="connsiteY11647"/>
              </a:cxn>
              <a:cxn ang="0">
                <a:pos x="connsiteX11648" y="connsiteY11648"/>
              </a:cxn>
              <a:cxn ang="0">
                <a:pos x="connsiteX11649" y="connsiteY11649"/>
              </a:cxn>
              <a:cxn ang="0">
                <a:pos x="connsiteX11650" y="connsiteY11650"/>
              </a:cxn>
              <a:cxn ang="0">
                <a:pos x="connsiteX11651" y="connsiteY11651"/>
              </a:cxn>
              <a:cxn ang="0">
                <a:pos x="connsiteX11652" y="connsiteY11652"/>
              </a:cxn>
              <a:cxn ang="0">
                <a:pos x="connsiteX11653" y="connsiteY11653"/>
              </a:cxn>
              <a:cxn ang="0">
                <a:pos x="connsiteX11654" y="connsiteY11654"/>
              </a:cxn>
              <a:cxn ang="0">
                <a:pos x="connsiteX11655" y="connsiteY11655"/>
              </a:cxn>
              <a:cxn ang="0">
                <a:pos x="connsiteX11656" y="connsiteY11656"/>
              </a:cxn>
              <a:cxn ang="0">
                <a:pos x="connsiteX11657" y="connsiteY11657"/>
              </a:cxn>
              <a:cxn ang="0">
                <a:pos x="connsiteX11658" y="connsiteY11658"/>
              </a:cxn>
              <a:cxn ang="0">
                <a:pos x="connsiteX11659" y="connsiteY11659"/>
              </a:cxn>
              <a:cxn ang="0">
                <a:pos x="connsiteX11660" y="connsiteY11660"/>
              </a:cxn>
              <a:cxn ang="0">
                <a:pos x="connsiteX11661" y="connsiteY11661"/>
              </a:cxn>
              <a:cxn ang="0">
                <a:pos x="connsiteX11662" y="connsiteY11662"/>
              </a:cxn>
              <a:cxn ang="0">
                <a:pos x="connsiteX11663" y="connsiteY11663"/>
              </a:cxn>
              <a:cxn ang="0">
                <a:pos x="connsiteX11664" y="connsiteY11664"/>
              </a:cxn>
              <a:cxn ang="0">
                <a:pos x="connsiteX11665" y="connsiteY11665"/>
              </a:cxn>
              <a:cxn ang="0">
                <a:pos x="connsiteX11666" y="connsiteY11666"/>
              </a:cxn>
              <a:cxn ang="0">
                <a:pos x="connsiteX11667" y="connsiteY11667"/>
              </a:cxn>
              <a:cxn ang="0">
                <a:pos x="connsiteX11668" y="connsiteY11668"/>
              </a:cxn>
              <a:cxn ang="0">
                <a:pos x="connsiteX11669" y="connsiteY11669"/>
              </a:cxn>
              <a:cxn ang="0">
                <a:pos x="connsiteX11670" y="connsiteY11670"/>
              </a:cxn>
              <a:cxn ang="0">
                <a:pos x="connsiteX11671" y="connsiteY11671"/>
              </a:cxn>
              <a:cxn ang="0">
                <a:pos x="connsiteX11672" y="connsiteY11672"/>
              </a:cxn>
              <a:cxn ang="0">
                <a:pos x="connsiteX11673" y="connsiteY11673"/>
              </a:cxn>
              <a:cxn ang="0">
                <a:pos x="connsiteX11674" y="connsiteY11674"/>
              </a:cxn>
              <a:cxn ang="0">
                <a:pos x="connsiteX11675" y="connsiteY11675"/>
              </a:cxn>
              <a:cxn ang="0">
                <a:pos x="connsiteX11676" y="connsiteY11676"/>
              </a:cxn>
              <a:cxn ang="0">
                <a:pos x="connsiteX11677" y="connsiteY11677"/>
              </a:cxn>
              <a:cxn ang="0">
                <a:pos x="connsiteX11678" y="connsiteY11678"/>
              </a:cxn>
              <a:cxn ang="0">
                <a:pos x="connsiteX11679" y="connsiteY11679"/>
              </a:cxn>
              <a:cxn ang="0">
                <a:pos x="connsiteX11680" y="connsiteY11680"/>
              </a:cxn>
              <a:cxn ang="0">
                <a:pos x="connsiteX11681" y="connsiteY11681"/>
              </a:cxn>
              <a:cxn ang="0">
                <a:pos x="connsiteX11682" y="connsiteY11682"/>
              </a:cxn>
              <a:cxn ang="0">
                <a:pos x="connsiteX11683" y="connsiteY11683"/>
              </a:cxn>
              <a:cxn ang="0">
                <a:pos x="connsiteX11684" y="connsiteY11684"/>
              </a:cxn>
              <a:cxn ang="0">
                <a:pos x="connsiteX11685" y="connsiteY11685"/>
              </a:cxn>
              <a:cxn ang="0">
                <a:pos x="connsiteX11686" y="connsiteY11686"/>
              </a:cxn>
              <a:cxn ang="0">
                <a:pos x="connsiteX11687" y="connsiteY11687"/>
              </a:cxn>
              <a:cxn ang="0">
                <a:pos x="connsiteX11688" y="connsiteY11688"/>
              </a:cxn>
              <a:cxn ang="0">
                <a:pos x="connsiteX11689" y="connsiteY11689"/>
              </a:cxn>
              <a:cxn ang="0">
                <a:pos x="connsiteX11690" y="connsiteY11690"/>
              </a:cxn>
              <a:cxn ang="0">
                <a:pos x="connsiteX11691" y="connsiteY11691"/>
              </a:cxn>
              <a:cxn ang="0">
                <a:pos x="connsiteX11692" y="connsiteY11692"/>
              </a:cxn>
              <a:cxn ang="0">
                <a:pos x="connsiteX11693" y="connsiteY11693"/>
              </a:cxn>
              <a:cxn ang="0">
                <a:pos x="connsiteX11694" y="connsiteY11694"/>
              </a:cxn>
              <a:cxn ang="0">
                <a:pos x="connsiteX11695" y="connsiteY11695"/>
              </a:cxn>
              <a:cxn ang="0">
                <a:pos x="connsiteX11696" y="connsiteY11696"/>
              </a:cxn>
              <a:cxn ang="0">
                <a:pos x="connsiteX11697" y="connsiteY11697"/>
              </a:cxn>
              <a:cxn ang="0">
                <a:pos x="connsiteX11698" y="connsiteY11698"/>
              </a:cxn>
              <a:cxn ang="0">
                <a:pos x="connsiteX11699" y="connsiteY11699"/>
              </a:cxn>
              <a:cxn ang="0">
                <a:pos x="connsiteX11700" y="connsiteY11700"/>
              </a:cxn>
              <a:cxn ang="0">
                <a:pos x="connsiteX11701" y="connsiteY11701"/>
              </a:cxn>
              <a:cxn ang="0">
                <a:pos x="connsiteX11702" y="connsiteY11702"/>
              </a:cxn>
              <a:cxn ang="0">
                <a:pos x="connsiteX11703" y="connsiteY11703"/>
              </a:cxn>
              <a:cxn ang="0">
                <a:pos x="connsiteX11704" y="connsiteY11704"/>
              </a:cxn>
              <a:cxn ang="0">
                <a:pos x="connsiteX11705" y="connsiteY11705"/>
              </a:cxn>
              <a:cxn ang="0">
                <a:pos x="connsiteX11706" y="connsiteY11706"/>
              </a:cxn>
              <a:cxn ang="0">
                <a:pos x="connsiteX11707" y="connsiteY11707"/>
              </a:cxn>
              <a:cxn ang="0">
                <a:pos x="connsiteX11708" y="connsiteY11708"/>
              </a:cxn>
              <a:cxn ang="0">
                <a:pos x="connsiteX11709" y="connsiteY11709"/>
              </a:cxn>
              <a:cxn ang="0">
                <a:pos x="connsiteX11710" y="connsiteY11710"/>
              </a:cxn>
              <a:cxn ang="0">
                <a:pos x="connsiteX11711" y="connsiteY11711"/>
              </a:cxn>
              <a:cxn ang="0">
                <a:pos x="connsiteX11712" y="connsiteY11712"/>
              </a:cxn>
              <a:cxn ang="0">
                <a:pos x="connsiteX11713" y="connsiteY11713"/>
              </a:cxn>
              <a:cxn ang="0">
                <a:pos x="connsiteX11714" y="connsiteY11714"/>
              </a:cxn>
              <a:cxn ang="0">
                <a:pos x="connsiteX11715" y="connsiteY11715"/>
              </a:cxn>
              <a:cxn ang="0">
                <a:pos x="connsiteX11716" y="connsiteY11716"/>
              </a:cxn>
              <a:cxn ang="0">
                <a:pos x="connsiteX11717" y="connsiteY11717"/>
              </a:cxn>
              <a:cxn ang="0">
                <a:pos x="connsiteX11718" y="connsiteY11718"/>
              </a:cxn>
              <a:cxn ang="0">
                <a:pos x="connsiteX11719" y="connsiteY11719"/>
              </a:cxn>
              <a:cxn ang="0">
                <a:pos x="connsiteX11720" y="connsiteY11720"/>
              </a:cxn>
              <a:cxn ang="0">
                <a:pos x="connsiteX11721" y="connsiteY11721"/>
              </a:cxn>
              <a:cxn ang="0">
                <a:pos x="connsiteX11722" y="connsiteY11722"/>
              </a:cxn>
              <a:cxn ang="0">
                <a:pos x="connsiteX11723" y="connsiteY11723"/>
              </a:cxn>
              <a:cxn ang="0">
                <a:pos x="connsiteX11724" y="connsiteY11724"/>
              </a:cxn>
              <a:cxn ang="0">
                <a:pos x="connsiteX11725" y="connsiteY11725"/>
              </a:cxn>
              <a:cxn ang="0">
                <a:pos x="connsiteX11726" y="connsiteY11726"/>
              </a:cxn>
              <a:cxn ang="0">
                <a:pos x="connsiteX11727" y="connsiteY11727"/>
              </a:cxn>
              <a:cxn ang="0">
                <a:pos x="connsiteX11728" y="connsiteY11728"/>
              </a:cxn>
              <a:cxn ang="0">
                <a:pos x="connsiteX11729" y="connsiteY11729"/>
              </a:cxn>
              <a:cxn ang="0">
                <a:pos x="connsiteX11730" y="connsiteY11730"/>
              </a:cxn>
              <a:cxn ang="0">
                <a:pos x="connsiteX11731" y="connsiteY11731"/>
              </a:cxn>
              <a:cxn ang="0">
                <a:pos x="connsiteX11732" y="connsiteY11732"/>
              </a:cxn>
              <a:cxn ang="0">
                <a:pos x="connsiteX11733" y="connsiteY11733"/>
              </a:cxn>
              <a:cxn ang="0">
                <a:pos x="connsiteX11734" y="connsiteY11734"/>
              </a:cxn>
              <a:cxn ang="0">
                <a:pos x="connsiteX11735" y="connsiteY11735"/>
              </a:cxn>
              <a:cxn ang="0">
                <a:pos x="connsiteX11736" y="connsiteY11736"/>
              </a:cxn>
              <a:cxn ang="0">
                <a:pos x="connsiteX11737" y="connsiteY11737"/>
              </a:cxn>
              <a:cxn ang="0">
                <a:pos x="connsiteX11738" y="connsiteY11738"/>
              </a:cxn>
              <a:cxn ang="0">
                <a:pos x="connsiteX11739" y="connsiteY11739"/>
              </a:cxn>
              <a:cxn ang="0">
                <a:pos x="connsiteX11740" y="connsiteY11740"/>
              </a:cxn>
              <a:cxn ang="0">
                <a:pos x="connsiteX11741" y="connsiteY11741"/>
              </a:cxn>
              <a:cxn ang="0">
                <a:pos x="connsiteX11742" y="connsiteY11742"/>
              </a:cxn>
              <a:cxn ang="0">
                <a:pos x="connsiteX11743" y="connsiteY11743"/>
              </a:cxn>
              <a:cxn ang="0">
                <a:pos x="connsiteX11744" y="connsiteY11744"/>
              </a:cxn>
              <a:cxn ang="0">
                <a:pos x="connsiteX11745" y="connsiteY11745"/>
              </a:cxn>
              <a:cxn ang="0">
                <a:pos x="connsiteX11746" y="connsiteY11746"/>
              </a:cxn>
              <a:cxn ang="0">
                <a:pos x="connsiteX11747" y="connsiteY11747"/>
              </a:cxn>
              <a:cxn ang="0">
                <a:pos x="connsiteX11748" y="connsiteY11748"/>
              </a:cxn>
              <a:cxn ang="0">
                <a:pos x="connsiteX11749" y="connsiteY11749"/>
              </a:cxn>
              <a:cxn ang="0">
                <a:pos x="connsiteX11750" y="connsiteY11750"/>
              </a:cxn>
              <a:cxn ang="0">
                <a:pos x="connsiteX11751" y="connsiteY11751"/>
              </a:cxn>
              <a:cxn ang="0">
                <a:pos x="connsiteX11752" y="connsiteY11752"/>
              </a:cxn>
              <a:cxn ang="0">
                <a:pos x="connsiteX11753" y="connsiteY11753"/>
              </a:cxn>
              <a:cxn ang="0">
                <a:pos x="connsiteX11754" y="connsiteY11754"/>
              </a:cxn>
              <a:cxn ang="0">
                <a:pos x="connsiteX11755" y="connsiteY11755"/>
              </a:cxn>
              <a:cxn ang="0">
                <a:pos x="connsiteX11756" y="connsiteY11756"/>
              </a:cxn>
              <a:cxn ang="0">
                <a:pos x="connsiteX11757" y="connsiteY11757"/>
              </a:cxn>
              <a:cxn ang="0">
                <a:pos x="connsiteX11758" y="connsiteY11758"/>
              </a:cxn>
              <a:cxn ang="0">
                <a:pos x="connsiteX11759" y="connsiteY11759"/>
              </a:cxn>
              <a:cxn ang="0">
                <a:pos x="connsiteX11760" y="connsiteY11760"/>
              </a:cxn>
              <a:cxn ang="0">
                <a:pos x="connsiteX11761" y="connsiteY11761"/>
              </a:cxn>
              <a:cxn ang="0">
                <a:pos x="connsiteX11762" y="connsiteY11762"/>
              </a:cxn>
              <a:cxn ang="0">
                <a:pos x="connsiteX11763" y="connsiteY11763"/>
              </a:cxn>
              <a:cxn ang="0">
                <a:pos x="connsiteX11764" y="connsiteY11764"/>
              </a:cxn>
              <a:cxn ang="0">
                <a:pos x="connsiteX11765" y="connsiteY11765"/>
              </a:cxn>
              <a:cxn ang="0">
                <a:pos x="connsiteX11766" y="connsiteY11766"/>
              </a:cxn>
              <a:cxn ang="0">
                <a:pos x="connsiteX11767" y="connsiteY11767"/>
              </a:cxn>
              <a:cxn ang="0">
                <a:pos x="connsiteX11768" y="connsiteY11768"/>
              </a:cxn>
              <a:cxn ang="0">
                <a:pos x="connsiteX11769" y="connsiteY11769"/>
              </a:cxn>
              <a:cxn ang="0">
                <a:pos x="connsiteX11770" y="connsiteY11770"/>
              </a:cxn>
              <a:cxn ang="0">
                <a:pos x="connsiteX11771" y="connsiteY11771"/>
              </a:cxn>
              <a:cxn ang="0">
                <a:pos x="connsiteX11772" y="connsiteY11772"/>
              </a:cxn>
              <a:cxn ang="0">
                <a:pos x="connsiteX11773" y="connsiteY11773"/>
              </a:cxn>
              <a:cxn ang="0">
                <a:pos x="connsiteX11774" y="connsiteY11774"/>
              </a:cxn>
              <a:cxn ang="0">
                <a:pos x="connsiteX11775" y="connsiteY11775"/>
              </a:cxn>
              <a:cxn ang="0">
                <a:pos x="connsiteX11776" y="connsiteY11776"/>
              </a:cxn>
              <a:cxn ang="0">
                <a:pos x="connsiteX11777" y="connsiteY11777"/>
              </a:cxn>
              <a:cxn ang="0">
                <a:pos x="connsiteX11778" y="connsiteY11778"/>
              </a:cxn>
              <a:cxn ang="0">
                <a:pos x="connsiteX11779" y="connsiteY11779"/>
              </a:cxn>
              <a:cxn ang="0">
                <a:pos x="connsiteX11780" y="connsiteY11780"/>
              </a:cxn>
              <a:cxn ang="0">
                <a:pos x="connsiteX11781" y="connsiteY11781"/>
              </a:cxn>
              <a:cxn ang="0">
                <a:pos x="connsiteX11782" y="connsiteY11782"/>
              </a:cxn>
              <a:cxn ang="0">
                <a:pos x="connsiteX11783" y="connsiteY11783"/>
              </a:cxn>
              <a:cxn ang="0">
                <a:pos x="connsiteX11784" y="connsiteY11784"/>
              </a:cxn>
              <a:cxn ang="0">
                <a:pos x="connsiteX11785" y="connsiteY11785"/>
              </a:cxn>
              <a:cxn ang="0">
                <a:pos x="connsiteX11786" y="connsiteY11786"/>
              </a:cxn>
              <a:cxn ang="0">
                <a:pos x="connsiteX11787" y="connsiteY11787"/>
              </a:cxn>
              <a:cxn ang="0">
                <a:pos x="connsiteX11788" y="connsiteY11788"/>
              </a:cxn>
              <a:cxn ang="0">
                <a:pos x="connsiteX11789" y="connsiteY11789"/>
              </a:cxn>
              <a:cxn ang="0">
                <a:pos x="connsiteX11790" y="connsiteY11790"/>
              </a:cxn>
              <a:cxn ang="0">
                <a:pos x="connsiteX11791" y="connsiteY11791"/>
              </a:cxn>
              <a:cxn ang="0">
                <a:pos x="connsiteX11792" y="connsiteY11792"/>
              </a:cxn>
              <a:cxn ang="0">
                <a:pos x="connsiteX11793" y="connsiteY11793"/>
              </a:cxn>
              <a:cxn ang="0">
                <a:pos x="connsiteX11794" y="connsiteY11794"/>
              </a:cxn>
              <a:cxn ang="0">
                <a:pos x="connsiteX11795" y="connsiteY11795"/>
              </a:cxn>
              <a:cxn ang="0">
                <a:pos x="connsiteX11796" y="connsiteY11796"/>
              </a:cxn>
              <a:cxn ang="0">
                <a:pos x="connsiteX11797" y="connsiteY11797"/>
              </a:cxn>
              <a:cxn ang="0">
                <a:pos x="connsiteX11798" y="connsiteY11798"/>
              </a:cxn>
              <a:cxn ang="0">
                <a:pos x="connsiteX11799" y="connsiteY11799"/>
              </a:cxn>
              <a:cxn ang="0">
                <a:pos x="connsiteX11800" y="connsiteY11800"/>
              </a:cxn>
              <a:cxn ang="0">
                <a:pos x="connsiteX11801" y="connsiteY11801"/>
              </a:cxn>
              <a:cxn ang="0">
                <a:pos x="connsiteX11802" y="connsiteY11802"/>
              </a:cxn>
              <a:cxn ang="0">
                <a:pos x="connsiteX11803" y="connsiteY11803"/>
              </a:cxn>
              <a:cxn ang="0">
                <a:pos x="connsiteX11804" y="connsiteY11804"/>
              </a:cxn>
              <a:cxn ang="0">
                <a:pos x="connsiteX11805" y="connsiteY11805"/>
              </a:cxn>
              <a:cxn ang="0">
                <a:pos x="connsiteX11806" y="connsiteY11806"/>
              </a:cxn>
              <a:cxn ang="0">
                <a:pos x="connsiteX11807" y="connsiteY11807"/>
              </a:cxn>
              <a:cxn ang="0">
                <a:pos x="connsiteX11808" y="connsiteY11808"/>
              </a:cxn>
              <a:cxn ang="0">
                <a:pos x="connsiteX11809" y="connsiteY11809"/>
              </a:cxn>
              <a:cxn ang="0">
                <a:pos x="connsiteX11810" y="connsiteY11810"/>
              </a:cxn>
              <a:cxn ang="0">
                <a:pos x="connsiteX11811" y="connsiteY11811"/>
              </a:cxn>
              <a:cxn ang="0">
                <a:pos x="connsiteX11812" y="connsiteY11812"/>
              </a:cxn>
              <a:cxn ang="0">
                <a:pos x="connsiteX11813" y="connsiteY11813"/>
              </a:cxn>
              <a:cxn ang="0">
                <a:pos x="connsiteX11814" y="connsiteY11814"/>
              </a:cxn>
              <a:cxn ang="0">
                <a:pos x="connsiteX11815" y="connsiteY11815"/>
              </a:cxn>
              <a:cxn ang="0">
                <a:pos x="connsiteX11816" y="connsiteY11816"/>
              </a:cxn>
              <a:cxn ang="0">
                <a:pos x="connsiteX11817" y="connsiteY11817"/>
              </a:cxn>
              <a:cxn ang="0">
                <a:pos x="connsiteX11818" y="connsiteY11818"/>
              </a:cxn>
              <a:cxn ang="0">
                <a:pos x="connsiteX11819" y="connsiteY11819"/>
              </a:cxn>
              <a:cxn ang="0">
                <a:pos x="connsiteX11820" y="connsiteY11820"/>
              </a:cxn>
              <a:cxn ang="0">
                <a:pos x="connsiteX11821" y="connsiteY11821"/>
              </a:cxn>
              <a:cxn ang="0">
                <a:pos x="connsiteX11822" y="connsiteY11822"/>
              </a:cxn>
              <a:cxn ang="0">
                <a:pos x="connsiteX11823" y="connsiteY11823"/>
              </a:cxn>
              <a:cxn ang="0">
                <a:pos x="connsiteX11824" y="connsiteY11824"/>
              </a:cxn>
              <a:cxn ang="0">
                <a:pos x="connsiteX11825" y="connsiteY11825"/>
              </a:cxn>
              <a:cxn ang="0">
                <a:pos x="connsiteX11826" y="connsiteY11826"/>
              </a:cxn>
              <a:cxn ang="0">
                <a:pos x="connsiteX11827" y="connsiteY11827"/>
              </a:cxn>
              <a:cxn ang="0">
                <a:pos x="connsiteX11828" y="connsiteY11828"/>
              </a:cxn>
              <a:cxn ang="0">
                <a:pos x="connsiteX11829" y="connsiteY11829"/>
              </a:cxn>
              <a:cxn ang="0">
                <a:pos x="connsiteX11830" y="connsiteY11830"/>
              </a:cxn>
              <a:cxn ang="0">
                <a:pos x="connsiteX11831" y="connsiteY11831"/>
              </a:cxn>
              <a:cxn ang="0">
                <a:pos x="connsiteX11832" y="connsiteY11832"/>
              </a:cxn>
              <a:cxn ang="0">
                <a:pos x="connsiteX11833" y="connsiteY11833"/>
              </a:cxn>
              <a:cxn ang="0">
                <a:pos x="connsiteX11834" y="connsiteY11834"/>
              </a:cxn>
              <a:cxn ang="0">
                <a:pos x="connsiteX11835" y="connsiteY11835"/>
              </a:cxn>
              <a:cxn ang="0">
                <a:pos x="connsiteX11836" y="connsiteY11836"/>
              </a:cxn>
              <a:cxn ang="0">
                <a:pos x="connsiteX11837" y="connsiteY11837"/>
              </a:cxn>
              <a:cxn ang="0">
                <a:pos x="connsiteX11838" y="connsiteY11838"/>
              </a:cxn>
              <a:cxn ang="0">
                <a:pos x="connsiteX11839" y="connsiteY11839"/>
              </a:cxn>
              <a:cxn ang="0">
                <a:pos x="connsiteX11840" y="connsiteY11840"/>
              </a:cxn>
              <a:cxn ang="0">
                <a:pos x="connsiteX11841" y="connsiteY11841"/>
              </a:cxn>
              <a:cxn ang="0">
                <a:pos x="connsiteX11842" y="connsiteY11842"/>
              </a:cxn>
              <a:cxn ang="0">
                <a:pos x="connsiteX11843" y="connsiteY11843"/>
              </a:cxn>
              <a:cxn ang="0">
                <a:pos x="connsiteX11844" y="connsiteY11844"/>
              </a:cxn>
              <a:cxn ang="0">
                <a:pos x="connsiteX11845" y="connsiteY11845"/>
              </a:cxn>
              <a:cxn ang="0">
                <a:pos x="connsiteX11846" y="connsiteY11846"/>
              </a:cxn>
              <a:cxn ang="0">
                <a:pos x="connsiteX11847" y="connsiteY11847"/>
              </a:cxn>
              <a:cxn ang="0">
                <a:pos x="connsiteX11848" y="connsiteY11848"/>
              </a:cxn>
              <a:cxn ang="0">
                <a:pos x="connsiteX11849" y="connsiteY11849"/>
              </a:cxn>
              <a:cxn ang="0">
                <a:pos x="connsiteX11850" y="connsiteY11850"/>
              </a:cxn>
              <a:cxn ang="0">
                <a:pos x="connsiteX11851" y="connsiteY11851"/>
              </a:cxn>
              <a:cxn ang="0">
                <a:pos x="connsiteX11852" y="connsiteY11852"/>
              </a:cxn>
              <a:cxn ang="0">
                <a:pos x="connsiteX11853" y="connsiteY11853"/>
              </a:cxn>
              <a:cxn ang="0">
                <a:pos x="connsiteX11854" y="connsiteY11854"/>
              </a:cxn>
              <a:cxn ang="0">
                <a:pos x="connsiteX11855" y="connsiteY11855"/>
              </a:cxn>
              <a:cxn ang="0">
                <a:pos x="connsiteX11856" y="connsiteY11856"/>
              </a:cxn>
              <a:cxn ang="0">
                <a:pos x="connsiteX11857" y="connsiteY11857"/>
              </a:cxn>
              <a:cxn ang="0">
                <a:pos x="connsiteX11858" y="connsiteY11858"/>
              </a:cxn>
              <a:cxn ang="0">
                <a:pos x="connsiteX11859" y="connsiteY11859"/>
              </a:cxn>
              <a:cxn ang="0">
                <a:pos x="connsiteX11860" y="connsiteY11860"/>
              </a:cxn>
              <a:cxn ang="0">
                <a:pos x="connsiteX11861" y="connsiteY11861"/>
              </a:cxn>
              <a:cxn ang="0">
                <a:pos x="connsiteX11862" y="connsiteY11862"/>
              </a:cxn>
              <a:cxn ang="0">
                <a:pos x="connsiteX11863" y="connsiteY11863"/>
              </a:cxn>
              <a:cxn ang="0">
                <a:pos x="connsiteX11864" y="connsiteY11864"/>
              </a:cxn>
              <a:cxn ang="0">
                <a:pos x="connsiteX11865" y="connsiteY11865"/>
              </a:cxn>
              <a:cxn ang="0">
                <a:pos x="connsiteX11866" y="connsiteY11866"/>
              </a:cxn>
              <a:cxn ang="0">
                <a:pos x="connsiteX11867" y="connsiteY11867"/>
              </a:cxn>
              <a:cxn ang="0">
                <a:pos x="connsiteX11868" y="connsiteY11868"/>
              </a:cxn>
              <a:cxn ang="0">
                <a:pos x="connsiteX11869" y="connsiteY11869"/>
              </a:cxn>
              <a:cxn ang="0">
                <a:pos x="connsiteX11870" y="connsiteY11870"/>
              </a:cxn>
              <a:cxn ang="0">
                <a:pos x="connsiteX11871" y="connsiteY11871"/>
              </a:cxn>
              <a:cxn ang="0">
                <a:pos x="connsiteX11872" y="connsiteY11872"/>
              </a:cxn>
              <a:cxn ang="0">
                <a:pos x="connsiteX11873" y="connsiteY11873"/>
              </a:cxn>
              <a:cxn ang="0">
                <a:pos x="connsiteX11874" y="connsiteY11874"/>
              </a:cxn>
              <a:cxn ang="0">
                <a:pos x="connsiteX11875" y="connsiteY11875"/>
              </a:cxn>
              <a:cxn ang="0">
                <a:pos x="connsiteX11876" y="connsiteY11876"/>
              </a:cxn>
              <a:cxn ang="0">
                <a:pos x="connsiteX11877" y="connsiteY11877"/>
              </a:cxn>
              <a:cxn ang="0">
                <a:pos x="connsiteX11878" y="connsiteY11878"/>
              </a:cxn>
              <a:cxn ang="0">
                <a:pos x="connsiteX11879" y="connsiteY11879"/>
              </a:cxn>
              <a:cxn ang="0">
                <a:pos x="connsiteX11880" y="connsiteY11880"/>
              </a:cxn>
              <a:cxn ang="0">
                <a:pos x="connsiteX11881" y="connsiteY11881"/>
              </a:cxn>
              <a:cxn ang="0">
                <a:pos x="connsiteX11882" y="connsiteY11882"/>
              </a:cxn>
              <a:cxn ang="0">
                <a:pos x="connsiteX11883" y="connsiteY11883"/>
              </a:cxn>
              <a:cxn ang="0">
                <a:pos x="connsiteX11884" y="connsiteY11884"/>
              </a:cxn>
              <a:cxn ang="0">
                <a:pos x="connsiteX11885" y="connsiteY11885"/>
              </a:cxn>
              <a:cxn ang="0">
                <a:pos x="connsiteX11886" y="connsiteY11886"/>
              </a:cxn>
              <a:cxn ang="0">
                <a:pos x="connsiteX11887" y="connsiteY11887"/>
              </a:cxn>
              <a:cxn ang="0">
                <a:pos x="connsiteX11888" y="connsiteY11888"/>
              </a:cxn>
              <a:cxn ang="0">
                <a:pos x="connsiteX11889" y="connsiteY11889"/>
              </a:cxn>
              <a:cxn ang="0">
                <a:pos x="connsiteX11890" y="connsiteY11890"/>
              </a:cxn>
              <a:cxn ang="0">
                <a:pos x="connsiteX11891" y="connsiteY11891"/>
              </a:cxn>
              <a:cxn ang="0">
                <a:pos x="connsiteX11892" y="connsiteY11892"/>
              </a:cxn>
              <a:cxn ang="0">
                <a:pos x="connsiteX11893" y="connsiteY11893"/>
              </a:cxn>
              <a:cxn ang="0">
                <a:pos x="connsiteX11894" y="connsiteY11894"/>
              </a:cxn>
              <a:cxn ang="0">
                <a:pos x="connsiteX11895" y="connsiteY11895"/>
              </a:cxn>
              <a:cxn ang="0">
                <a:pos x="connsiteX11896" y="connsiteY11896"/>
              </a:cxn>
              <a:cxn ang="0">
                <a:pos x="connsiteX11897" y="connsiteY11897"/>
              </a:cxn>
              <a:cxn ang="0">
                <a:pos x="connsiteX11898" y="connsiteY11898"/>
              </a:cxn>
              <a:cxn ang="0">
                <a:pos x="connsiteX11899" y="connsiteY11899"/>
              </a:cxn>
              <a:cxn ang="0">
                <a:pos x="connsiteX11900" y="connsiteY11900"/>
              </a:cxn>
              <a:cxn ang="0">
                <a:pos x="connsiteX11901" y="connsiteY11901"/>
              </a:cxn>
              <a:cxn ang="0">
                <a:pos x="connsiteX11902" y="connsiteY11902"/>
              </a:cxn>
              <a:cxn ang="0">
                <a:pos x="connsiteX11903" y="connsiteY11903"/>
              </a:cxn>
              <a:cxn ang="0">
                <a:pos x="connsiteX11904" y="connsiteY11904"/>
              </a:cxn>
              <a:cxn ang="0">
                <a:pos x="connsiteX11905" y="connsiteY11905"/>
              </a:cxn>
              <a:cxn ang="0">
                <a:pos x="connsiteX11906" y="connsiteY11906"/>
              </a:cxn>
              <a:cxn ang="0">
                <a:pos x="connsiteX11907" y="connsiteY11907"/>
              </a:cxn>
              <a:cxn ang="0">
                <a:pos x="connsiteX11908" y="connsiteY11908"/>
              </a:cxn>
              <a:cxn ang="0">
                <a:pos x="connsiteX11909" y="connsiteY11909"/>
              </a:cxn>
              <a:cxn ang="0">
                <a:pos x="connsiteX11910" y="connsiteY11910"/>
              </a:cxn>
              <a:cxn ang="0">
                <a:pos x="connsiteX11911" y="connsiteY11911"/>
              </a:cxn>
              <a:cxn ang="0">
                <a:pos x="connsiteX11912" y="connsiteY11912"/>
              </a:cxn>
              <a:cxn ang="0">
                <a:pos x="connsiteX11913" y="connsiteY11913"/>
              </a:cxn>
              <a:cxn ang="0">
                <a:pos x="connsiteX11914" y="connsiteY11914"/>
              </a:cxn>
              <a:cxn ang="0">
                <a:pos x="connsiteX11915" y="connsiteY11915"/>
              </a:cxn>
              <a:cxn ang="0">
                <a:pos x="connsiteX11916" y="connsiteY11916"/>
              </a:cxn>
              <a:cxn ang="0">
                <a:pos x="connsiteX11917" y="connsiteY11917"/>
              </a:cxn>
              <a:cxn ang="0">
                <a:pos x="connsiteX11918" y="connsiteY11918"/>
              </a:cxn>
              <a:cxn ang="0">
                <a:pos x="connsiteX11919" y="connsiteY11919"/>
              </a:cxn>
              <a:cxn ang="0">
                <a:pos x="connsiteX11920" y="connsiteY11920"/>
              </a:cxn>
              <a:cxn ang="0">
                <a:pos x="connsiteX11921" y="connsiteY11921"/>
              </a:cxn>
              <a:cxn ang="0">
                <a:pos x="connsiteX11922" y="connsiteY11922"/>
              </a:cxn>
              <a:cxn ang="0">
                <a:pos x="connsiteX11923" y="connsiteY11923"/>
              </a:cxn>
              <a:cxn ang="0">
                <a:pos x="connsiteX11924" y="connsiteY11924"/>
              </a:cxn>
              <a:cxn ang="0">
                <a:pos x="connsiteX11925" y="connsiteY11925"/>
              </a:cxn>
              <a:cxn ang="0">
                <a:pos x="connsiteX11926" y="connsiteY11926"/>
              </a:cxn>
              <a:cxn ang="0">
                <a:pos x="connsiteX11927" y="connsiteY11927"/>
              </a:cxn>
              <a:cxn ang="0">
                <a:pos x="connsiteX11928" y="connsiteY11928"/>
              </a:cxn>
              <a:cxn ang="0">
                <a:pos x="connsiteX11929" y="connsiteY11929"/>
              </a:cxn>
              <a:cxn ang="0">
                <a:pos x="connsiteX11930" y="connsiteY11930"/>
              </a:cxn>
              <a:cxn ang="0">
                <a:pos x="connsiteX11931" y="connsiteY11931"/>
              </a:cxn>
              <a:cxn ang="0">
                <a:pos x="connsiteX11932" y="connsiteY11932"/>
              </a:cxn>
              <a:cxn ang="0">
                <a:pos x="connsiteX11933" y="connsiteY11933"/>
              </a:cxn>
              <a:cxn ang="0">
                <a:pos x="connsiteX11934" y="connsiteY11934"/>
              </a:cxn>
              <a:cxn ang="0">
                <a:pos x="connsiteX11935" y="connsiteY11935"/>
              </a:cxn>
              <a:cxn ang="0">
                <a:pos x="connsiteX11936" y="connsiteY11936"/>
              </a:cxn>
              <a:cxn ang="0">
                <a:pos x="connsiteX11937" y="connsiteY11937"/>
              </a:cxn>
              <a:cxn ang="0">
                <a:pos x="connsiteX11938" y="connsiteY11938"/>
              </a:cxn>
              <a:cxn ang="0">
                <a:pos x="connsiteX11939" y="connsiteY11939"/>
              </a:cxn>
              <a:cxn ang="0">
                <a:pos x="connsiteX11940" y="connsiteY11940"/>
              </a:cxn>
              <a:cxn ang="0">
                <a:pos x="connsiteX11941" y="connsiteY11941"/>
              </a:cxn>
              <a:cxn ang="0">
                <a:pos x="connsiteX11942" y="connsiteY11942"/>
              </a:cxn>
              <a:cxn ang="0">
                <a:pos x="connsiteX11943" y="connsiteY11943"/>
              </a:cxn>
              <a:cxn ang="0">
                <a:pos x="connsiteX11944" y="connsiteY11944"/>
              </a:cxn>
              <a:cxn ang="0">
                <a:pos x="connsiteX11945" y="connsiteY11945"/>
              </a:cxn>
              <a:cxn ang="0">
                <a:pos x="connsiteX11946" y="connsiteY11946"/>
              </a:cxn>
              <a:cxn ang="0">
                <a:pos x="connsiteX11947" y="connsiteY11947"/>
              </a:cxn>
              <a:cxn ang="0">
                <a:pos x="connsiteX11948" y="connsiteY11948"/>
              </a:cxn>
              <a:cxn ang="0">
                <a:pos x="connsiteX11949" y="connsiteY11949"/>
              </a:cxn>
              <a:cxn ang="0">
                <a:pos x="connsiteX11950" y="connsiteY11950"/>
              </a:cxn>
              <a:cxn ang="0">
                <a:pos x="connsiteX11951" y="connsiteY11951"/>
              </a:cxn>
              <a:cxn ang="0">
                <a:pos x="connsiteX11952" y="connsiteY11952"/>
              </a:cxn>
              <a:cxn ang="0">
                <a:pos x="connsiteX11953" y="connsiteY11953"/>
              </a:cxn>
              <a:cxn ang="0">
                <a:pos x="connsiteX11954" y="connsiteY11954"/>
              </a:cxn>
              <a:cxn ang="0">
                <a:pos x="connsiteX11955" y="connsiteY11955"/>
              </a:cxn>
              <a:cxn ang="0">
                <a:pos x="connsiteX11956" y="connsiteY11956"/>
              </a:cxn>
              <a:cxn ang="0">
                <a:pos x="connsiteX11957" y="connsiteY11957"/>
              </a:cxn>
              <a:cxn ang="0">
                <a:pos x="connsiteX11958" y="connsiteY11958"/>
              </a:cxn>
              <a:cxn ang="0">
                <a:pos x="connsiteX11959" y="connsiteY11959"/>
              </a:cxn>
              <a:cxn ang="0">
                <a:pos x="connsiteX11960" y="connsiteY11960"/>
              </a:cxn>
              <a:cxn ang="0">
                <a:pos x="connsiteX11961" y="connsiteY11961"/>
              </a:cxn>
              <a:cxn ang="0">
                <a:pos x="connsiteX11962" y="connsiteY11962"/>
              </a:cxn>
              <a:cxn ang="0">
                <a:pos x="connsiteX11963" y="connsiteY11963"/>
              </a:cxn>
              <a:cxn ang="0">
                <a:pos x="connsiteX11964" y="connsiteY11964"/>
              </a:cxn>
              <a:cxn ang="0">
                <a:pos x="connsiteX11965" y="connsiteY11965"/>
              </a:cxn>
              <a:cxn ang="0">
                <a:pos x="connsiteX11966" y="connsiteY11966"/>
              </a:cxn>
              <a:cxn ang="0">
                <a:pos x="connsiteX11967" y="connsiteY11967"/>
              </a:cxn>
              <a:cxn ang="0">
                <a:pos x="connsiteX11968" y="connsiteY11968"/>
              </a:cxn>
              <a:cxn ang="0">
                <a:pos x="connsiteX11969" y="connsiteY11969"/>
              </a:cxn>
              <a:cxn ang="0">
                <a:pos x="connsiteX11970" y="connsiteY11970"/>
              </a:cxn>
              <a:cxn ang="0">
                <a:pos x="connsiteX11971" y="connsiteY11971"/>
              </a:cxn>
              <a:cxn ang="0">
                <a:pos x="connsiteX11972" y="connsiteY11972"/>
              </a:cxn>
              <a:cxn ang="0">
                <a:pos x="connsiteX11973" y="connsiteY11973"/>
              </a:cxn>
              <a:cxn ang="0">
                <a:pos x="connsiteX11974" y="connsiteY11974"/>
              </a:cxn>
              <a:cxn ang="0">
                <a:pos x="connsiteX11975" y="connsiteY11975"/>
              </a:cxn>
              <a:cxn ang="0">
                <a:pos x="connsiteX11976" y="connsiteY11976"/>
              </a:cxn>
              <a:cxn ang="0">
                <a:pos x="connsiteX11977" y="connsiteY11977"/>
              </a:cxn>
              <a:cxn ang="0">
                <a:pos x="connsiteX11978" y="connsiteY11978"/>
              </a:cxn>
              <a:cxn ang="0">
                <a:pos x="connsiteX11979" y="connsiteY11979"/>
              </a:cxn>
              <a:cxn ang="0">
                <a:pos x="connsiteX11980" y="connsiteY11980"/>
              </a:cxn>
              <a:cxn ang="0">
                <a:pos x="connsiteX11981" y="connsiteY11981"/>
              </a:cxn>
              <a:cxn ang="0">
                <a:pos x="connsiteX11982" y="connsiteY11982"/>
              </a:cxn>
              <a:cxn ang="0">
                <a:pos x="connsiteX11983" y="connsiteY11983"/>
              </a:cxn>
              <a:cxn ang="0">
                <a:pos x="connsiteX11984" y="connsiteY11984"/>
              </a:cxn>
              <a:cxn ang="0">
                <a:pos x="connsiteX11985" y="connsiteY11985"/>
              </a:cxn>
              <a:cxn ang="0">
                <a:pos x="connsiteX11986" y="connsiteY11986"/>
              </a:cxn>
              <a:cxn ang="0">
                <a:pos x="connsiteX11987" y="connsiteY11987"/>
              </a:cxn>
              <a:cxn ang="0">
                <a:pos x="connsiteX11988" y="connsiteY11988"/>
              </a:cxn>
              <a:cxn ang="0">
                <a:pos x="connsiteX11989" y="connsiteY11989"/>
              </a:cxn>
              <a:cxn ang="0">
                <a:pos x="connsiteX11990" y="connsiteY11990"/>
              </a:cxn>
              <a:cxn ang="0">
                <a:pos x="connsiteX11991" y="connsiteY11991"/>
              </a:cxn>
              <a:cxn ang="0">
                <a:pos x="connsiteX11992" y="connsiteY11992"/>
              </a:cxn>
              <a:cxn ang="0">
                <a:pos x="connsiteX11993" y="connsiteY11993"/>
              </a:cxn>
              <a:cxn ang="0">
                <a:pos x="connsiteX11994" y="connsiteY11994"/>
              </a:cxn>
              <a:cxn ang="0">
                <a:pos x="connsiteX11995" y="connsiteY11995"/>
              </a:cxn>
              <a:cxn ang="0">
                <a:pos x="connsiteX11996" y="connsiteY11996"/>
              </a:cxn>
              <a:cxn ang="0">
                <a:pos x="connsiteX11997" y="connsiteY11997"/>
              </a:cxn>
              <a:cxn ang="0">
                <a:pos x="connsiteX11998" y="connsiteY11998"/>
              </a:cxn>
              <a:cxn ang="0">
                <a:pos x="connsiteX11999" y="connsiteY11999"/>
              </a:cxn>
              <a:cxn ang="0">
                <a:pos x="connsiteX12000" y="connsiteY12000"/>
              </a:cxn>
              <a:cxn ang="0">
                <a:pos x="connsiteX12001" y="connsiteY12001"/>
              </a:cxn>
              <a:cxn ang="0">
                <a:pos x="connsiteX12002" y="connsiteY12002"/>
              </a:cxn>
              <a:cxn ang="0">
                <a:pos x="connsiteX12003" y="connsiteY12003"/>
              </a:cxn>
              <a:cxn ang="0">
                <a:pos x="connsiteX12004" y="connsiteY12004"/>
              </a:cxn>
              <a:cxn ang="0">
                <a:pos x="connsiteX12005" y="connsiteY12005"/>
              </a:cxn>
              <a:cxn ang="0">
                <a:pos x="connsiteX12006" y="connsiteY12006"/>
              </a:cxn>
              <a:cxn ang="0">
                <a:pos x="connsiteX12007" y="connsiteY12007"/>
              </a:cxn>
              <a:cxn ang="0">
                <a:pos x="connsiteX12008" y="connsiteY12008"/>
              </a:cxn>
              <a:cxn ang="0">
                <a:pos x="connsiteX12009" y="connsiteY12009"/>
              </a:cxn>
              <a:cxn ang="0">
                <a:pos x="connsiteX12010" y="connsiteY12010"/>
              </a:cxn>
              <a:cxn ang="0">
                <a:pos x="connsiteX12011" y="connsiteY12011"/>
              </a:cxn>
              <a:cxn ang="0">
                <a:pos x="connsiteX12012" y="connsiteY12012"/>
              </a:cxn>
              <a:cxn ang="0">
                <a:pos x="connsiteX12013" y="connsiteY12013"/>
              </a:cxn>
              <a:cxn ang="0">
                <a:pos x="connsiteX12014" y="connsiteY12014"/>
              </a:cxn>
              <a:cxn ang="0">
                <a:pos x="connsiteX12015" y="connsiteY12015"/>
              </a:cxn>
              <a:cxn ang="0">
                <a:pos x="connsiteX12016" y="connsiteY12016"/>
              </a:cxn>
              <a:cxn ang="0">
                <a:pos x="connsiteX12017" y="connsiteY12017"/>
              </a:cxn>
              <a:cxn ang="0">
                <a:pos x="connsiteX12018" y="connsiteY12018"/>
              </a:cxn>
              <a:cxn ang="0">
                <a:pos x="connsiteX12019" y="connsiteY12019"/>
              </a:cxn>
              <a:cxn ang="0">
                <a:pos x="connsiteX12020" y="connsiteY12020"/>
              </a:cxn>
              <a:cxn ang="0">
                <a:pos x="connsiteX12021" y="connsiteY12021"/>
              </a:cxn>
              <a:cxn ang="0">
                <a:pos x="connsiteX12022" y="connsiteY12022"/>
              </a:cxn>
              <a:cxn ang="0">
                <a:pos x="connsiteX12023" y="connsiteY12023"/>
              </a:cxn>
              <a:cxn ang="0">
                <a:pos x="connsiteX12024" y="connsiteY12024"/>
              </a:cxn>
              <a:cxn ang="0">
                <a:pos x="connsiteX12025" y="connsiteY12025"/>
              </a:cxn>
              <a:cxn ang="0">
                <a:pos x="connsiteX12026" y="connsiteY12026"/>
              </a:cxn>
              <a:cxn ang="0">
                <a:pos x="connsiteX12027" y="connsiteY12027"/>
              </a:cxn>
              <a:cxn ang="0">
                <a:pos x="connsiteX12028" y="connsiteY12028"/>
              </a:cxn>
              <a:cxn ang="0">
                <a:pos x="connsiteX12029" y="connsiteY12029"/>
              </a:cxn>
              <a:cxn ang="0">
                <a:pos x="connsiteX12030" y="connsiteY12030"/>
              </a:cxn>
              <a:cxn ang="0">
                <a:pos x="connsiteX12031" y="connsiteY12031"/>
              </a:cxn>
              <a:cxn ang="0">
                <a:pos x="connsiteX12032" y="connsiteY12032"/>
              </a:cxn>
              <a:cxn ang="0">
                <a:pos x="connsiteX12033" y="connsiteY12033"/>
              </a:cxn>
              <a:cxn ang="0">
                <a:pos x="connsiteX12034" y="connsiteY12034"/>
              </a:cxn>
              <a:cxn ang="0">
                <a:pos x="connsiteX12035" y="connsiteY12035"/>
              </a:cxn>
              <a:cxn ang="0">
                <a:pos x="connsiteX12036" y="connsiteY12036"/>
              </a:cxn>
              <a:cxn ang="0">
                <a:pos x="connsiteX12037" y="connsiteY12037"/>
              </a:cxn>
              <a:cxn ang="0">
                <a:pos x="connsiteX12038" y="connsiteY12038"/>
              </a:cxn>
              <a:cxn ang="0">
                <a:pos x="connsiteX12039" y="connsiteY12039"/>
              </a:cxn>
              <a:cxn ang="0">
                <a:pos x="connsiteX12040" y="connsiteY12040"/>
              </a:cxn>
              <a:cxn ang="0">
                <a:pos x="connsiteX12041" y="connsiteY12041"/>
              </a:cxn>
              <a:cxn ang="0">
                <a:pos x="connsiteX12042" y="connsiteY12042"/>
              </a:cxn>
              <a:cxn ang="0">
                <a:pos x="connsiteX12043" y="connsiteY12043"/>
              </a:cxn>
              <a:cxn ang="0">
                <a:pos x="connsiteX12044" y="connsiteY12044"/>
              </a:cxn>
              <a:cxn ang="0">
                <a:pos x="connsiteX12045" y="connsiteY12045"/>
              </a:cxn>
              <a:cxn ang="0">
                <a:pos x="connsiteX12046" y="connsiteY12046"/>
              </a:cxn>
              <a:cxn ang="0">
                <a:pos x="connsiteX12047" y="connsiteY12047"/>
              </a:cxn>
              <a:cxn ang="0">
                <a:pos x="connsiteX12048" y="connsiteY12048"/>
              </a:cxn>
              <a:cxn ang="0">
                <a:pos x="connsiteX12049" y="connsiteY12049"/>
              </a:cxn>
              <a:cxn ang="0">
                <a:pos x="connsiteX12050" y="connsiteY12050"/>
              </a:cxn>
              <a:cxn ang="0">
                <a:pos x="connsiteX12051" y="connsiteY12051"/>
              </a:cxn>
              <a:cxn ang="0">
                <a:pos x="connsiteX12052" y="connsiteY12052"/>
              </a:cxn>
              <a:cxn ang="0">
                <a:pos x="connsiteX12053" y="connsiteY12053"/>
              </a:cxn>
              <a:cxn ang="0">
                <a:pos x="connsiteX12054" y="connsiteY12054"/>
              </a:cxn>
              <a:cxn ang="0">
                <a:pos x="connsiteX12055" y="connsiteY12055"/>
              </a:cxn>
              <a:cxn ang="0">
                <a:pos x="connsiteX12056" y="connsiteY12056"/>
              </a:cxn>
              <a:cxn ang="0">
                <a:pos x="connsiteX12057" y="connsiteY12057"/>
              </a:cxn>
              <a:cxn ang="0">
                <a:pos x="connsiteX12058" y="connsiteY12058"/>
              </a:cxn>
              <a:cxn ang="0">
                <a:pos x="connsiteX12059" y="connsiteY12059"/>
              </a:cxn>
              <a:cxn ang="0">
                <a:pos x="connsiteX12060" y="connsiteY12060"/>
              </a:cxn>
              <a:cxn ang="0">
                <a:pos x="connsiteX12061" y="connsiteY12061"/>
              </a:cxn>
              <a:cxn ang="0">
                <a:pos x="connsiteX12062" y="connsiteY12062"/>
              </a:cxn>
              <a:cxn ang="0">
                <a:pos x="connsiteX12063" y="connsiteY12063"/>
              </a:cxn>
              <a:cxn ang="0">
                <a:pos x="connsiteX12064" y="connsiteY12064"/>
              </a:cxn>
              <a:cxn ang="0">
                <a:pos x="connsiteX12065" y="connsiteY12065"/>
              </a:cxn>
              <a:cxn ang="0">
                <a:pos x="connsiteX12066" y="connsiteY12066"/>
              </a:cxn>
              <a:cxn ang="0">
                <a:pos x="connsiteX12067" y="connsiteY12067"/>
              </a:cxn>
              <a:cxn ang="0">
                <a:pos x="connsiteX12068" y="connsiteY12068"/>
              </a:cxn>
              <a:cxn ang="0">
                <a:pos x="connsiteX12069" y="connsiteY12069"/>
              </a:cxn>
              <a:cxn ang="0">
                <a:pos x="connsiteX12070" y="connsiteY12070"/>
              </a:cxn>
              <a:cxn ang="0">
                <a:pos x="connsiteX12071" y="connsiteY12071"/>
              </a:cxn>
              <a:cxn ang="0">
                <a:pos x="connsiteX12072" y="connsiteY12072"/>
              </a:cxn>
              <a:cxn ang="0">
                <a:pos x="connsiteX12073" y="connsiteY12073"/>
              </a:cxn>
              <a:cxn ang="0">
                <a:pos x="connsiteX12074" y="connsiteY12074"/>
              </a:cxn>
              <a:cxn ang="0">
                <a:pos x="connsiteX12075" y="connsiteY12075"/>
              </a:cxn>
              <a:cxn ang="0">
                <a:pos x="connsiteX12076" y="connsiteY12076"/>
              </a:cxn>
              <a:cxn ang="0">
                <a:pos x="connsiteX12077" y="connsiteY12077"/>
              </a:cxn>
              <a:cxn ang="0">
                <a:pos x="connsiteX12078" y="connsiteY12078"/>
              </a:cxn>
              <a:cxn ang="0">
                <a:pos x="connsiteX12079" y="connsiteY12079"/>
              </a:cxn>
              <a:cxn ang="0">
                <a:pos x="connsiteX12080" y="connsiteY12080"/>
              </a:cxn>
              <a:cxn ang="0">
                <a:pos x="connsiteX12081" y="connsiteY12081"/>
              </a:cxn>
              <a:cxn ang="0">
                <a:pos x="connsiteX12082" y="connsiteY12082"/>
              </a:cxn>
              <a:cxn ang="0">
                <a:pos x="connsiteX12083" y="connsiteY12083"/>
              </a:cxn>
              <a:cxn ang="0">
                <a:pos x="connsiteX12084" y="connsiteY12084"/>
              </a:cxn>
              <a:cxn ang="0">
                <a:pos x="connsiteX12085" y="connsiteY12085"/>
              </a:cxn>
              <a:cxn ang="0">
                <a:pos x="connsiteX12086" y="connsiteY12086"/>
              </a:cxn>
              <a:cxn ang="0">
                <a:pos x="connsiteX12087" y="connsiteY12087"/>
              </a:cxn>
              <a:cxn ang="0">
                <a:pos x="connsiteX12088" y="connsiteY12088"/>
              </a:cxn>
              <a:cxn ang="0">
                <a:pos x="connsiteX12089" y="connsiteY12089"/>
              </a:cxn>
              <a:cxn ang="0">
                <a:pos x="connsiteX12090" y="connsiteY12090"/>
              </a:cxn>
              <a:cxn ang="0">
                <a:pos x="connsiteX12091" y="connsiteY12091"/>
              </a:cxn>
              <a:cxn ang="0">
                <a:pos x="connsiteX12092" y="connsiteY12092"/>
              </a:cxn>
              <a:cxn ang="0">
                <a:pos x="connsiteX12093" y="connsiteY12093"/>
              </a:cxn>
              <a:cxn ang="0">
                <a:pos x="connsiteX12094" y="connsiteY12094"/>
              </a:cxn>
              <a:cxn ang="0">
                <a:pos x="connsiteX12095" y="connsiteY12095"/>
              </a:cxn>
              <a:cxn ang="0">
                <a:pos x="connsiteX12096" y="connsiteY12096"/>
              </a:cxn>
              <a:cxn ang="0">
                <a:pos x="connsiteX12097" y="connsiteY12097"/>
              </a:cxn>
              <a:cxn ang="0">
                <a:pos x="connsiteX12098" y="connsiteY12098"/>
              </a:cxn>
              <a:cxn ang="0">
                <a:pos x="connsiteX12099" y="connsiteY12099"/>
              </a:cxn>
              <a:cxn ang="0">
                <a:pos x="connsiteX12100" y="connsiteY12100"/>
              </a:cxn>
              <a:cxn ang="0">
                <a:pos x="connsiteX12101" y="connsiteY12101"/>
              </a:cxn>
              <a:cxn ang="0">
                <a:pos x="connsiteX12102" y="connsiteY12102"/>
              </a:cxn>
              <a:cxn ang="0">
                <a:pos x="connsiteX12103" y="connsiteY12103"/>
              </a:cxn>
              <a:cxn ang="0">
                <a:pos x="connsiteX12104" y="connsiteY12104"/>
              </a:cxn>
              <a:cxn ang="0">
                <a:pos x="connsiteX12105" y="connsiteY12105"/>
              </a:cxn>
              <a:cxn ang="0">
                <a:pos x="connsiteX12106" y="connsiteY12106"/>
              </a:cxn>
              <a:cxn ang="0">
                <a:pos x="connsiteX12107" y="connsiteY12107"/>
              </a:cxn>
              <a:cxn ang="0">
                <a:pos x="connsiteX12108" y="connsiteY12108"/>
              </a:cxn>
              <a:cxn ang="0">
                <a:pos x="connsiteX12109" y="connsiteY12109"/>
              </a:cxn>
              <a:cxn ang="0">
                <a:pos x="connsiteX12110" y="connsiteY12110"/>
              </a:cxn>
              <a:cxn ang="0">
                <a:pos x="connsiteX12111" y="connsiteY12111"/>
              </a:cxn>
              <a:cxn ang="0">
                <a:pos x="connsiteX12112" y="connsiteY12112"/>
              </a:cxn>
              <a:cxn ang="0">
                <a:pos x="connsiteX12113" y="connsiteY12113"/>
              </a:cxn>
              <a:cxn ang="0">
                <a:pos x="connsiteX12114" y="connsiteY12114"/>
              </a:cxn>
              <a:cxn ang="0">
                <a:pos x="connsiteX12115" y="connsiteY12115"/>
              </a:cxn>
              <a:cxn ang="0">
                <a:pos x="connsiteX12116" y="connsiteY12116"/>
              </a:cxn>
              <a:cxn ang="0">
                <a:pos x="connsiteX12117" y="connsiteY12117"/>
              </a:cxn>
              <a:cxn ang="0">
                <a:pos x="connsiteX12118" y="connsiteY12118"/>
              </a:cxn>
              <a:cxn ang="0">
                <a:pos x="connsiteX12119" y="connsiteY12119"/>
              </a:cxn>
              <a:cxn ang="0">
                <a:pos x="connsiteX12120" y="connsiteY12120"/>
              </a:cxn>
              <a:cxn ang="0">
                <a:pos x="connsiteX12121" y="connsiteY12121"/>
              </a:cxn>
              <a:cxn ang="0">
                <a:pos x="connsiteX12122" y="connsiteY12122"/>
              </a:cxn>
              <a:cxn ang="0">
                <a:pos x="connsiteX12123" y="connsiteY12123"/>
              </a:cxn>
              <a:cxn ang="0">
                <a:pos x="connsiteX12124" y="connsiteY12124"/>
              </a:cxn>
              <a:cxn ang="0">
                <a:pos x="connsiteX12125" y="connsiteY12125"/>
              </a:cxn>
              <a:cxn ang="0">
                <a:pos x="connsiteX12126" y="connsiteY12126"/>
              </a:cxn>
              <a:cxn ang="0">
                <a:pos x="connsiteX12127" y="connsiteY12127"/>
              </a:cxn>
              <a:cxn ang="0">
                <a:pos x="connsiteX12128" y="connsiteY12128"/>
              </a:cxn>
              <a:cxn ang="0">
                <a:pos x="connsiteX12129" y="connsiteY12129"/>
              </a:cxn>
              <a:cxn ang="0">
                <a:pos x="connsiteX12130" y="connsiteY12130"/>
              </a:cxn>
              <a:cxn ang="0">
                <a:pos x="connsiteX12131" y="connsiteY12131"/>
              </a:cxn>
              <a:cxn ang="0">
                <a:pos x="connsiteX12132" y="connsiteY12132"/>
              </a:cxn>
              <a:cxn ang="0">
                <a:pos x="connsiteX12133" y="connsiteY12133"/>
              </a:cxn>
              <a:cxn ang="0">
                <a:pos x="connsiteX12134" y="connsiteY12134"/>
              </a:cxn>
              <a:cxn ang="0">
                <a:pos x="connsiteX12135" y="connsiteY12135"/>
              </a:cxn>
              <a:cxn ang="0">
                <a:pos x="connsiteX12136" y="connsiteY12136"/>
              </a:cxn>
              <a:cxn ang="0">
                <a:pos x="connsiteX12137" y="connsiteY12137"/>
              </a:cxn>
              <a:cxn ang="0">
                <a:pos x="connsiteX12138" y="connsiteY12138"/>
              </a:cxn>
              <a:cxn ang="0">
                <a:pos x="connsiteX12139" y="connsiteY12139"/>
              </a:cxn>
              <a:cxn ang="0">
                <a:pos x="connsiteX12140" y="connsiteY12140"/>
              </a:cxn>
              <a:cxn ang="0">
                <a:pos x="connsiteX12141" y="connsiteY12141"/>
              </a:cxn>
              <a:cxn ang="0">
                <a:pos x="connsiteX12142" y="connsiteY12142"/>
              </a:cxn>
              <a:cxn ang="0">
                <a:pos x="connsiteX12143" y="connsiteY12143"/>
              </a:cxn>
              <a:cxn ang="0">
                <a:pos x="connsiteX12144" y="connsiteY12144"/>
              </a:cxn>
              <a:cxn ang="0">
                <a:pos x="connsiteX12145" y="connsiteY12145"/>
              </a:cxn>
              <a:cxn ang="0">
                <a:pos x="connsiteX12146" y="connsiteY12146"/>
              </a:cxn>
              <a:cxn ang="0">
                <a:pos x="connsiteX12147" y="connsiteY12147"/>
              </a:cxn>
              <a:cxn ang="0">
                <a:pos x="connsiteX12148" y="connsiteY12148"/>
              </a:cxn>
              <a:cxn ang="0">
                <a:pos x="connsiteX12149" y="connsiteY12149"/>
              </a:cxn>
              <a:cxn ang="0">
                <a:pos x="connsiteX12150" y="connsiteY12150"/>
              </a:cxn>
              <a:cxn ang="0">
                <a:pos x="connsiteX12151" y="connsiteY12151"/>
              </a:cxn>
              <a:cxn ang="0">
                <a:pos x="connsiteX12152" y="connsiteY12152"/>
              </a:cxn>
              <a:cxn ang="0">
                <a:pos x="connsiteX12153" y="connsiteY12153"/>
              </a:cxn>
              <a:cxn ang="0">
                <a:pos x="connsiteX12154" y="connsiteY12154"/>
              </a:cxn>
              <a:cxn ang="0">
                <a:pos x="connsiteX12155" y="connsiteY12155"/>
              </a:cxn>
              <a:cxn ang="0">
                <a:pos x="connsiteX12156" y="connsiteY12156"/>
              </a:cxn>
              <a:cxn ang="0">
                <a:pos x="connsiteX12157" y="connsiteY12157"/>
              </a:cxn>
              <a:cxn ang="0">
                <a:pos x="connsiteX12158" y="connsiteY12158"/>
              </a:cxn>
              <a:cxn ang="0">
                <a:pos x="connsiteX12159" y="connsiteY12159"/>
              </a:cxn>
              <a:cxn ang="0">
                <a:pos x="connsiteX12160" y="connsiteY12160"/>
              </a:cxn>
              <a:cxn ang="0">
                <a:pos x="connsiteX12161" y="connsiteY12161"/>
              </a:cxn>
              <a:cxn ang="0">
                <a:pos x="connsiteX12162" y="connsiteY12162"/>
              </a:cxn>
              <a:cxn ang="0">
                <a:pos x="connsiteX12163" y="connsiteY12163"/>
              </a:cxn>
              <a:cxn ang="0">
                <a:pos x="connsiteX12164" y="connsiteY12164"/>
              </a:cxn>
              <a:cxn ang="0">
                <a:pos x="connsiteX12165" y="connsiteY12165"/>
              </a:cxn>
              <a:cxn ang="0">
                <a:pos x="connsiteX12166" y="connsiteY12166"/>
              </a:cxn>
              <a:cxn ang="0">
                <a:pos x="connsiteX12167" y="connsiteY12167"/>
              </a:cxn>
              <a:cxn ang="0">
                <a:pos x="connsiteX12168" y="connsiteY12168"/>
              </a:cxn>
              <a:cxn ang="0">
                <a:pos x="connsiteX12169" y="connsiteY12169"/>
              </a:cxn>
              <a:cxn ang="0">
                <a:pos x="connsiteX12170" y="connsiteY12170"/>
              </a:cxn>
              <a:cxn ang="0">
                <a:pos x="connsiteX12171" y="connsiteY12171"/>
              </a:cxn>
              <a:cxn ang="0">
                <a:pos x="connsiteX12172" y="connsiteY12172"/>
              </a:cxn>
              <a:cxn ang="0">
                <a:pos x="connsiteX12173" y="connsiteY12173"/>
              </a:cxn>
              <a:cxn ang="0">
                <a:pos x="connsiteX12174" y="connsiteY12174"/>
              </a:cxn>
              <a:cxn ang="0">
                <a:pos x="connsiteX12175" y="connsiteY12175"/>
              </a:cxn>
              <a:cxn ang="0">
                <a:pos x="connsiteX12176" y="connsiteY12176"/>
              </a:cxn>
              <a:cxn ang="0">
                <a:pos x="connsiteX12177" y="connsiteY12177"/>
              </a:cxn>
              <a:cxn ang="0">
                <a:pos x="connsiteX12178" y="connsiteY12178"/>
              </a:cxn>
              <a:cxn ang="0">
                <a:pos x="connsiteX12179" y="connsiteY12179"/>
              </a:cxn>
              <a:cxn ang="0">
                <a:pos x="connsiteX12180" y="connsiteY12180"/>
              </a:cxn>
              <a:cxn ang="0">
                <a:pos x="connsiteX12181" y="connsiteY12181"/>
              </a:cxn>
              <a:cxn ang="0">
                <a:pos x="connsiteX12182" y="connsiteY12182"/>
              </a:cxn>
              <a:cxn ang="0">
                <a:pos x="connsiteX12183" y="connsiteY12183"/>
              </a:cxn>
              <a:cxn ang="0">
                <a:pos x="connsiteX12184" y="connsiteY12184"/>
              </a:cxn>
              <a:cxn ang="0">
                <a:pos x="connsiteX12185" y="connsiteY12185"/>
              </a:cxn>
              <a:cxn ang="0">
                <a:pos x="connsiteX12186" y="connsiteY12186"/>
              </a:cxn>
              <a:cxn ang="0">
                <a:pos x="connsiteX12187" y="connsiteY12187"/>
              </a:cxn>
              <a:cxn ang="0">
                <a:pos x="connsiteX12188" y="connsiteY12188"/>
              </a:cxn>
              <a:cxn ang="0">
                <a:pos x="connsiteX12189" y="connsiteY12189"/>
              </a:cxn>
              <a:cxn ang="0">
                <a:pos x="connsiteX12190" y="connsiteY12190"/>
              </a:cxn>
              <a:cxn ang="0">
                <a:pos x="connsiteX12191" y="connsiteY12191"/>
              </a:cxn>
              <a:cxn ang="0">
                <a:pos x="connsiteX12192" y="connsiteY12192"/>
              </a:cxn>
              <a:cxn ang="0">
                <a:pos x="connsiteX12193" y="connsiteY12193"/>
              </a:cxn>
              <a:cxn ang="0">
                <a:pos x="connsiteX12194" y="connsiteY12194"/>
              </a:cxn>
              <a:cxn ang="0">
                <a:pos x="connsiteX12195" y="connsiteY12195"/>
              </a:cxn>
              <a:cxn ang="0">
                <a:pos x="connsiteX12196" y="connsiteY12196"/>
              </a:cxn>
              <a:cxn ang="0">
                <a:pos x="connsiteX12197" y="connsiteY12197"/>
              </a:cxn>
              <a:cxn ang="0">
                <a:pos x="connsiteX12198" y="connsiteY12198"/>
              </a:cxn>
              <a:cxn ang="0">
                <a:pos x="connsiteX12199" y="connsiteY12199"/>
              </a:cxn>
              <a:cxn ang="0">
                <a:pos x="connsiteX12200" y="connsiteY12200"/>
              </a:cxn>
              <a:cxn ang="0">
                <a:pos x="connsiteX12201" y="connsiteY12201"/>
              </a:cxn>
              <a:cxn ang="0">
                <a:pos x="connsiteX12202" y="connsiteY12202"/>
              </a:cxn>
              <a:cxn ang="0">
                <a:pos x="connsiteX12203" y="connsiteY12203"/>
              </a:cxn>
              <a:cxn ang="0">
                <a:pos x="connsiteX12204" y="connsiteY12204"/>
              </a:cxn>
              <a:cxn ang="0">
                <a:pos x="connsiteX12205" y="connsiteY12205"/>
              </a:cxn>
              <a:cxn ang="0">
                <a:pos x="connsiteX12206" y="connsiteY12206"/>
              </a:cxn>
              <a:cxn ang="0">
                <a:pos x="connsiteX12207" y="connsiteY12207"/>
              </a:cxn>
              <a:cxn ang="0">
                <a:pos x="connsiteX12208" y="connsiteY12208"/>
              </a:cxn>
              <a:cxn ang="0">
                <a:pos x="connsiteX12209" y="connsiteY12209"/>
              </a:cxn>
              <a:cxn ang="0">
                <a:pos x="connsiteX12210" y="connsiteY12210"/>
              </a:cxn>
              <a:cxn ang="0">
                <a:pos x="connsiteX12211" y="connsiteY12211"/>
              </a:cxn>
              <a:cxn ang="0">
                <a:pos x="connsiteX12212" y="connsiteY12212"/>
              </a:cxn>
              <a:cxn ang="0">
                <a:pos x="connsiteX12213" y="connsiteY12213"/>
              </a:cxn>
              <a:cxn ang="0">
                <a:pos x="connsiteX12214" y="connsiteY12214"/>
              </a:cxn>
              <a:cxn ang="0">
                <a:pos x="connsiteX12215" y="connsiteY12215"/>
              </a:cxn>
              <a:cxn ang="0">
                <a:pos x="connsiteX12216" y="connsiteY12216"/>
              </a:cxn>
              <a:cxn ang="0">
                <a:pos x="connsiteX12217" y="connsiteY12217"/>
              </a:cxn>
              <a:cxn ang="0">
                <a:pos x="connsiteX12218" y="connsiteY12218"/>
              </a:cxn>
              <a:cxn ang="0">
                <a:pos x="connsiteX12219" y="connsiteY12219"/>
              </a:cxn>
              <a:cxn ang="0">
                <a:pos x="connsiteX12220" y="connsiteY12220"/>
              </a:cxn>
              <a:cxn ang="0">
                <a:pos x="connsiteX12221" y="connsiteY12221"/>
              </a:cxn>
              <a:cxn ang="0">
                <a:pos x="connsiteX12222" y="connsiteY12222"/>
              </a:cxn>
              <a:cxn ang="0">
                <a:pos x="connsiteX12223" y="connsiteY12223"/>
              </a:cxn>
              <a:cxn ang="0">
                <a:pos x="connsiteX12224" y="connsiteY12224"/>
              </a:cxn>
              <a:cxn ang="0">
                <a:pos x="connsiteX12225" y="connsiteY12225"/>
              </a:cxn>
              <a:cxn ang="0">
                <a:pos x="connsiteX12226" y="connsiteY12226"/>
              </a:cxn>
              <a:cxn ang="0">
                <a:pos x="connsiteX12227" y="connsiteY12227"/>
              </a:cxn>
              <a:cxn ang="0">
                <a:pos x="connsiteX12228" y="connsiteY12228"/>
              </a:cxn>
              <a:cxn ang="0">
                <a:pos x="connsiteX12229" y="connsiteY12229"/>
              </a:cxn>
              <a:cxn ang="0">
                <a:pos x="connsiteX12230" y="connsiteY12230"/>
              </a:cxn>
              <a:cxn ang="0">
                <a:pos x="connsiteX12231" y="connsiteY12231"/>
              </a:cxn>
              <a:cxn ang="0">
                <a:pos x="connsiteX12232" y="connsiteY12232"/>
              </a:cxn>
              <a:cxn ang="0">
                <a:pos x="connsiteX12233" y="connsiteY12233"/>
              </a:cxn>
              <a:cxn ang="0">
                <a:pos x="connsiteX12234" y="connsiteY12234"/>
              </a:cxn>
              <a:cxn ang="0">
                <a:pos x="connsiteX12235" y="connsiteY12235"/>
              </a:cxn>
              <a:cxn ang="0">
                <a:pos x="connsiteX12236" y="connsiteY12236"/>
              </a:cxn>
              <a:cxn ang="0">
                <a:pos x="connsiteX12237" y="connsiteY12237"/>
              </a:cxn>
              <a:cxn ang="0">
                <a:pos x="connsiteX12238" y="connsiteY12238"/>
              </a:cxn>
              <a:cxn ang="0">
                <a:pos x="connsiteX12239" y="connsiteY12239"/>
              </a:cxn>
              <a:cxn ang="0">
                <a:pos x="connsiteX12240" y="connsiteY12240"/>
              </a:cxn>
              <a:cxn ang="0">
                <a:pos x="connsiteX12241" y="connsiteY12241"/>
              </a:cxn>
              <a:cxn ang="0">
                <a:pos x="connsiteX12242" y="connsiteY12242"/>
              </a:cxn>
              <a:cxn ang="0">
                <a:pos x="connsiteX12243" y="connsiteY12243"/>
              </a:cxn>
              <a:cxn ang="0">
                <a:pos x="connsiteX12244" y="connsiteY12244"/>
              </a:cxn>
              <a:cxn ang="0">
                <a:pos x="connsiteX12245" y="connsiteY12245"/>
              </a:cxn>
              <a:cxn ang="0">
                <a:pos x="connsiteX12246" y="connsiteY12246"/>
              </a:cxn>
              <a:cxn ang="0">
                <a:pos x="connsiteX12247" y="connsiteY12247"/>
              </a:cxn>
              <a:cxn ang="0">
                <a:pos x="connsiteX12248" y="connsiteY12248"/>
              </a:cxn>
              <a:cxn ang="0">
                <a:pos x="connsiteX12249" y="connsiteY12249"/>
              </a:cxn>
              <a:cxn ang="0">
                <a:pos x="connsiteX12250" y="connsiteY12250"/>
              </a:cxn>
              <a:cxn ang="0">
                <a:pos x="connsiteX12251" y="connsiteY12251"/>
              </a:cxn>
              <a:cxn ang="0">
                <a:pos x="connsiteX12252" y="connsiteY12252"/>
              </a:cxn>
              <a:cxn ang="0">
                <a:pos x="connsiteX12253" y="connsiteY12253"/>
              </a:cxn>
              <a:cxn ang="0">
                <a:pos x="connsiteX12254" y="connsiteY12254"/>
              </a:cxn>
              <a:cxn ang="0">
                <a:pos x="connsiteX12255" y="connsiteY12255"/>
              </a:cxn>
              <a:cxn ang="0">
                <a:pos x="connsiteX12256" y="connsiteY12256"/>
              </a:cxn>
              <a:cxn ang="0">
                <a:pos x="connsiteX12257" y="connsiteY12257"/>
              </a:cxn>
              <a:cxn ang="0">
                <a:pos x="connsiteX12258" y="connsiteY12258"/>
              </a:cxn>
              <a:cxn ang="0">
                <a:pos x="connsiteX12259" y="connsiteY12259"/>
              </a:cxn>
              <a:cxn ang="0">
                <a:pos x="connsiteX12260" y="connsiteY12260"/>
              </a:cxn>
              <a:cxn ang="0">
                <a:pos x="connsiteX12261" y="connsiteY12261"/>
              </a:cxn>
              <a:cxn ang="0">
                <a:pos x="connsiteX12262" y="connsiteY12262"/>
              </a:cxn>
              <a:cxn ang="0">
                <a:pos x="connsiteX12263" y="connsiteY12263"/>
              </a:cxn>
              <a:cxn ang="0">
                <a:pos x="connsiteX12264" y="connsiteY12264"/>
              </a:cxn>
              <a:cxn ang="0">
                <a:pos x="connsiteX12265" y="connsiteY12265"/>
              </a:cxn>
              <a:cxn ang="0">
                <a:pos x="connsiteX12266" y="connsiteY12266"/>
              </a:cxn>
              <a:cxn ang="0">
                <a:pos x="connsiteX12267" y="connsiteY12267"/>
              </a:cxn>
              <a:cxn ang="0">
                <a:pos x="connsiteX12268" y="connsiteY12268"/>
              </a:cxn>
              <a:cxn ang="0">
                <a:pos x="connsiteX12269" y="connsiteY12269"/>
              </a:cxn>
              <a:cxn ang="0">
                <a:pos x="connsiteX12270" y="connsiteY12270"/>
              </a:cxn>
              <a:cxn ang="0">
                <a:pos x="connsiteX12271" y="connsiteY12271"/>
              </a:cxn>
              <a:cxn ang="0">
                <a:pos x="connsiteX12272" y="connsiteY12272"/>
              </a:cxn>
              <a:cxn ang="0">
                <a:pos x="connsiteX12273" y="connsiteY12273"/>
              </a:cxn>
              <a:cxn ang="0">
                <a:pos x="connsiteX12274" y="connsiteY12274"/>
              </a:cxn>
              <a:cxn ang="0">
                <a:pos x="connsiteX12275" y="connsiteY12275"/>
              </a:cxn>
              <a:cxn ang="0">
                <a:pos x="connsiteX12276" y="connsiteY12276"/>
              </a:cxn>
              <a:cxn ang="0">
                <a:pos x="connsiteX12277" y="connsiteY12277"/>
              </a:cxn>
              <a:cxn ang="0">
                <a:pos x="connsiteX12278" y="connsiteY12278"/>
              </a:cxn>
              <a:cxn ang="0">
                <a:pos x="connsiteX12279" y="connsiteY12279"/>
              </a:cxn>
              <a:cxn ang="0">
                <a:pos x="connsiteX12280" y="connsiteY12280"/>
              </a:cxn>
              <a:cxn ang="0">
                <a:pos x="connsiteX12281" y="connsiteY12281"/>
              </a:cxn>
              <a:cxn ang="0">
                <a:pos x="connsiteX12282" y="connsiteY12282"/>
              </a:cxn>
              <a:cxn ang="0">
                <a:pos x="connsiteX12283" y="connsiteY12283"/>
              </a:cxn>
              <a:cxn ang="0">
                <a:pos x="connsiteX12284" y="connsiteY12284"/>
              </a:cxn>
              <a:cxn ang="0">
                <a:pos x="connsiteX12285" y="connsiteY12285"/>
              </a:cxn>
              <a:cxn ang="0">
                <a:pos x="connsiteX12286" y="connsiteY12286"/>
              </a:cxn>
              <a:cxn ang="0">
                <a:pos x="connsiteX12287" y="connsiteY12287"/>
              </a:cxn>
              <a:cxn ang="0">
                <a:pos x="connsiteX12288" y="connsiteY12288"/>
              </a:cxn>
              <a:cxn ang="0">
                <a:pos x="connsiteX12289" y="connsiteY12289"/>
              </a:cxn>
              <a:cxn ang="0">
                <a:pos x="connsiteX12290" y="connsiteY12290"/>
              </a:cxn>
              <a:cxn ang="0">
                <a:pos x="connsiteX12291" y="connsiteY12291"/>
              </a:cxn>
              <a:cxn ang="0">
                <a:pos x="connsiteX12292" y="connsiteY12292"/>
              </a:cxn>
              <a:cxn ang="0">
                <a:pos x="connsiteX12293" y="connsiteY12293"/>
              </a:cxn>
              <a:cxn ang="0">
                <a:pos x="connsiteX12294" y="connsiteY12294"/>
              </a:cxn>
              <a:cxn ang="0">
                <a:pos x="connsiteX12295" y="connsiteY12295"/>
              </a:cxn>
              <a:cxn ang="0">
                <a:pos x="connsiteX12296" y="connsiteY12296"/>
              </a:cxn>
              <a:cxn ang="0">
                <a:pos x="connsiteX12297" y="connsiteY12297"/>
              </a:cxn>
              <a:cxn ang="0">
                <a:pos x="connsiteX12298" y="connsiteY12298"/>
              </a:cxn>
              <a:cxn ang="0">
                <a:pos x="connsiteX12299" y="connsiteY12299"/>
              </a:cxn>
              <a:cxn ang="0">
                <a:pos x="connsiteX12300" y="connsiteY12300"/>
              </a:cxn>
              <a:cxn ang="0">
                <a:pos x="connsiteX12301" y="connsiteY12301"/>
              </a:cxn>
              <a:cxn ang="0">
                <a:pos x="connsiteX12302" y="connsiteY12302"/>
              </a:cxn>
              <a:cxn ang="0">
                <a:pos x="connsiteX12303" y="connsiteY12303"/>
              </a:cxn>
              <a:cxn ang="0">
                <a:pos x="connsiteX12304" y="connsiteY12304"/>
              </a:cxn>
              <a:cxn ang="0">
                <a:pos x="connsiteX12305" y="connsiteY12305"/>
              </a:cxn>
              <a:cxn ang="0">
                <a:pos x="connsiteX12306" y="connsiteY12306"/>
              </a:cxn>
              <a:cxn ang="0">
                <a:pos x="connsiteX12307" y="connsiteY12307"/>
              </a:cxn>
              <a:cxn ang="0">
                <a:pos x="connsiteX12308" y="connsiteY12308"/>
              </a:cxn>
              <a:cxn ang="0">
                <a:pos x="connsiteX12309" y="connsiteY12309"/>
              </a:cxn>
              <a:cxn ang="0">
                <a:pos x="connsiteX12310" y="connsiteY12310"/>
              </a:cxn>
              <a:cxn ang="0">
                <a:pos x="connsiteX12311" y="connsiteY12311"/>
              </a:cxn>
              <a:cxn ang="0">
                <a:pos x="connsiteX12312" y="connsiteY12312"/>
              </a:cxn>
              <a:cxn ang="0">
                <a:pos x="connsiteX12313" y="connsiteY12313"/>
              </a:cxn>
              <a:cxn ang="0">
                <a:pos x="connsiteX12314" y="connsiteY12314"/>
              </a:cxn>
              <a:cxn ang="0">
                <a:pos x="connsiteX12315" y="connsiteY12315"/>
              </a:cxn>
              <a:cxn ang="0">
                <a:pos x="connsiteX12316" y="connsiteY12316"/>
              </a:cxn>
              <a:cxn ang="0">
                <a:pos x="connsiteX12317" y="connsiteY12317"/>
              </a:cxn>
              <a:cxn ang="0">
                <a:pos x="connsiteX12318" y="connsiteY12318"/>
              </a:cxn>
              <a:cxn ang="0">
                <a:pos x="connsiteX12319" y="connsiteY12319"/>
              </a:cxn>
              <a:cxn ang="0">
                <a:pos x="connsiteX12320" y="connsiteY12320"/>
              </a:cxn>
              <a:cxn ang="0">
                <a:pos x="connsiteX12321" y="connsiteY12321"/>
              </a:cxn>
              <a:cxn ang="0">
                <a:pos x="connsiteX12322" y="connsiteY12322"/>
              </a:cxn>
              <a:cxn ang="0">
                <a:pos x="connsiteX12323" y="connsiteY12323"/>
              </a:cxn>
              <a:cxn ang="0">
                <a:pos x="connsiteX12324" y="connsiteY12324"/>
              </a:cxn>
              <a:cxn ang="0">
                <a:pos x="connsiteX12325" y="connsiteY12325"/>
              </a:cxn>
              <a:cxn ang="0">
                <a:pos x="connsiteX12326" y="connsiteY12326"/>
              </a:cxn>
              <a:cxn ang="0">
                <a:pos x="connsiteX12327" y="connsiteY12327"/>
              </a:cxn>
              <a:cxn ang="0">
                <a:pos x="connsiteX12328" y="connsiteY12328"/>
              </a:cxn>
              <a:cxn ang="0">
                <a:pos x="connsiteX12329" y="connsiteY12329"/>
              </a:cxn>
              <a:cxn ang="0">
                <a:pos x="connsiteX12330" y="connsiteY12330"/>
              </a:cxn>
              <a:cxn ang="0">
                <a:pos x="connsiteX12331" y="connsiteY12331"/>
              </a:cxn>
              <a:cxn ang="0">
                <a:pos x="connsiteX12332" y="connsiteY12332"/>
              </a:cxn>
              <a:cxn ang="0">
                <a:pos x="connsiteX12333" y="connsiteY12333"/>
              </a:cxn>
              <a:cxn ang="0">
                <a:pos x="connsiteX12334" y="connsiteY12334"/>
              </a:cxn>
              <a:cxn ang="0">
                <a:pos x="connsiteX12335" y="connsiteY12335"/>
              </a:cxn>
              <a:cxn ang="0">
                <a:pos x="connsiteX12336" y="connsiteY12336"/>
              </a:cxn>
              <a:cxn ang="0">
                <a:pos x="connsiteX12337" y="connsiteY12337"/>
              </a:cxn>
              <a:cxn ang="0">
                <a:pos x="connsiteX12338" y="connsiteY12338"/>
              </a:cxn>
              <a:cxn ang="0">
                <a:pos x="connsiteX12339" y="connsiteY12339"/>
              </a:cxn>
              <a:cxn ang="0">
                <a:pos x="connsiteX12340" y="connsiteY12340"/>
              </a:cxn>
              <a:cxn ang="0">
                <a:pos x="connsiteX12341" y="connsiteY12341"/>
              </a:cxn>
              <a:cxn ang="0">
                <a:pos x="connsiteX12342" y="connsiteY12342"/>
              </a:cxn>
              <a:cxn ang="0">
                <a:pos x="connsiteX12343" y="connsiteY12343"/>
              </a:cxn>
              <a:cxn ang="0">
                <a:pos x="connsiteX12344" y="connsiteY12344"/>
              </a:cxn>
              <a:cxn ang="0">
                <a:pos x="connsiteX12345" y="connsiteY12345"/>
              </a:cxn>
              <a:cxn ang="0">
                <a:pos x="connsiteX12346" y="connsiteY12346"/>
              </a:cxn>
              <a:cxn ang="0">
                <a:pos x="connsiteX12347" y="connsiteY12347"/>
              </a:cxn>
              <a:cxn ang="0">
                <a:pos x="connsiteX12348" y="connsiteY12348"/>
              </a:cxn>
              <a:cxn ang="0">
                <a:pos x="connsiteX12349" y="connsiteY12349"/>
              </a:cxn>
              <a:cxn ang="0">
                <a:pos x="connsiteX12350" y="connsiteY12350"/>
              </a:cxn>
              <a:cxn ang="0">
                <a:pos x="connsiteX12351" y="connsiteY12351"/>
              </a:cxn>
              <a:cxn ang="0">
                <a:pos x="connsiteX12352" y="connsiteY12352"/>
              </a:cxn>
              <a:cxn ang="0">
                <a:pos x="connsiteX12353" y="connsiteY12353"/>
              </a:cxn>
              <a:cxn ang="0">
                <a:pos x="connsiteX12354" y="connsiteY12354"/>
              </a:cxn>
              <a:cxn ang="0">
                <a:pos x="connsiteX12355" y="connsiteY12355"/>
              </a:cxn>
              <a:cxn ang="0">
                <a:pos x="connsiteX12356" y="connsiteY12356"/>
              </a:cxn>
              <a:cxn ang="0">
                <a:pos x="connsiteX12357" y="connsiteY12357"/>
              </a:cxn>
              <a:cxn ang="0">
                <a:pos x="connsiteX12358" y="connsiteY12358"/>
              </a:cxn>
              <a:cxn ang="0">
                <a:pos x="connsiteX12359" y="connsiteY12359"/>
              </a:cxn>
              <a:cxn ang="0">
                <a:pos x="connsiteX12360" y="connsiteY12360"/>
              </a:cxn>
              <a:cxn ang="0">
                <a:pos x="connsiteX12361" y="connsiteY12361"/>
              </a:cxn>
              <a:cxn ang="0">
                <a:pos x="connsiteX12362" y="connsiteY12362"/>
              </a:cxn>
              <a:cxn ang="0">
                <a:pos x="connsiteX12363" y="connsiteY12363"/>
              </a:cxn>
              <a:cxn ang="0">
                <a:pos x="connsiteX12364" y="connsiteY12364"/>
              </a:cxn>
              <a:cxn ang="0">
                <a:pos x="connsiteX12365" y="connsiteY12365"/>
              </a:cxn>
              <a:cxn ang="0">
                <a:pos x="connsiteX12366" y="connsiteY12366"/>
              </a:cxn>
              <a:cxn ang="0">
                <a:pos x="connsiteX12367" y="connsiteY12367"/>
              </a:cxn>
              <a:cxn ang="0">
                <a:pos x="connsiteX12368" y="connsiteY12368"/>
              </a:cxn>
              <a:cxn ang="0">
                <a:pos x="connsiteX12369" y="connsiteY12369"/>
              </a:cxn>
              <a:cxn ang="0">
                <a:pos x="connsiteX12370" y="connsiteY12370"/>
              </a:cxn>
              <a:cxn ang="0">
                <a:pos x="connsiteX12371" y="connsiteY12371"/>
              </a:cxn>
              <a:cxn ang="0">
                <a:pos x="connsiteX12372" y="connsiteY12372"/>
              </a:cxn>
              <a:cxn ang="0">
                <a:pos x="connsiteX12373" y="connsiteY12373"/>
              </a:cxn>
              <a:cxn ang="0">
                <a:pos x="connsiteX12374" y="connsiteY12374"/>
              </a:cxn>
              <a:cxn ang="0">
                <a:pos x="connsiteX12375" y="connsiteY12375"/>
              </a:cxn>
              <a:cxn ang="0">
                <a:pos x="connsiteX12376" y="connsiteY12376"/>
              </a:cxn>
              <a:cxn ang="0">
                <a:pos x="connsiteX12377" y="connsiteY12377"/>
              </a:cxn>
              <a:cxn ang="0">
                <a:pos x="connsiteX12378" y="connsiteY12378"/>
              </a:cxn>
              <a:cxn ang="0">
                <a:pos x="connsiteX12379" y="connsiteY12379"/>
              </a:cxn>
              <a:cxn ang="0">
                <a:pos x="connsiteX12380" y="connsiteY12380"/>
              </a:cxn>
              <a:cxn ang="0">
                <a:pos x="connsiteX12381" y="connsiteY12381"/>
              </a:cxn>
              <a:cxn ang="0">
                <a:pos x="connsiteX12382" y="connsiteY12382"/>
              </a:cxn>
              <a:cxn ang="0">
                <a:pos x="connsiteX12383" y="connsiteY12383"/>
              </a:cxn>
              <a:cxn ang="0">
                <a:pos x="connsiteX12384" y="connsiteY12384"/>
              </a:cxn>
              <a:cxn ang="0">
                <a:pos x="connsiteX12385" y="connsiteY12385"/>
              </a:cxn>
              <a:cxn ang="0">
                <a:pos x="connsiteX12386" y="connsiteY12386"/>
              </a:cxn>
              <a:cxn ang="0">
                <a:pos x="connsiteX12387" y="connsiteY12387"/>
              </a:cxn>
              <a:cxn ang="0">
                <a:pos x="connsiteX12388" y="connsiteY12388"/>
              </a:cxn>
              <a:cxn ang="0">
                <a:pos x="connsiteX12389" y="connsiteY12389"/>
              </a:cxn>
              <a:cxn ang="0">
                <a:pos x="connsiteX12390" y="connsiteY12390"/>
              </a:cxn>
              <a:cxn ang="0">
                <a:pos x="connsiteX12391" y="connsiteY12391"/>
              </a:cxn>
              <a:cxn ang="0">
                <a:pos x="connsiteX12392" y="connsiteY12392"/>
              </a:cxn>
              <a:cxn ang="0">
                <a:pos x="connsiteX12393" y="connsiteY12393"/>
              </a:cxn>
              <a:cxn ang="0">
                <a:pos x="connsiteX12394" y="connsiteY12394"/>
              </a:cxn>
              <a:cxn ang="0">
                <a:pos x="connsiteX12395" y="connsiteY12395"/>
              </a:cxn>
              <a:cxn ang="0">
                <a:pos x="connsiteX12396" y="connsiteY12396"/>
              </a:cxn>
              <a:cxn ang="0">
                <a:pos x="connsiteX12397" y="connsiteY12397"/>
              </a:cxn>
              <a:cxn ang="0">
                <a:pos x="connsiteX12398" y="connsiteY12398"/>
              </a:cxn>
              <a:cxn ang="0">
                <a:pos x="connsiteX12399" y="connsiteY12399"/>
              </a:cxn>
              <a:cxn ang="0">
                <a:pos x="connsiteX12400" y="connsiteY12400"/>
              </a:cxn>
              <a:cxn ang="0">
                <a:pos x="connsiteX12401" y="connsiteY12401"/>
              </a:cxn>
              <a:cxn ang="0">
                <a:pos x="connsiteX12402" y="connsiteY12402"/>
              </a:cxn>
              <a:cxn ang="0">
                <a:pos x="connsiteX12403" y="connsiteY12403"/>
              </a:cxn>
              <a:cxn ang="0">
                <a:pos x="connsiteX12404" y="connsiteY12404"/>
              </a:cxn>
              <a:cxn ang="0">
                <a:pos x="connsiteX12405" y="connsiteY12405"/>
              </a:cxn>
              <a:cxn ang="0">
                <a:pos x="connsiteX12406" y="connsiteY12406"/>
              </a:cxn>
              <a:cxn ang="0">
                <a:pos x="connsiteX12407" y="connsiteY12407"/>
              </a:cxn>
              <a:cxn ang="0">
                <a:pos x="connsiteX12408" y="connsiteY12408"/>
              </a:cxn>
              <a:cxn ang="0">
                <a:pos x="connsiteX12409" y="connsiteY12409"/>
              </a:cxn>
              <a:cxn ang="0">
                <a:pos x="connsiteX12410" y="connsiteY12410"/>
              </a:cxn>
              <a:cxn ang="0">
                <a:pos x="connsiteX12411" y="connsiteY12411"/>
              </a:cxn>
              <a:cxn ang="0">
                <a:pos x="connsiteX12412" y="connsiteY12412"/>
              </a:cxn>
              <a:cxn ang="0">
                <a:pos x="connsiteX12413" y="connsiteY12413"/>
              </a:cxn>
              <a:cxn ang="0">
                <a:pos x="connsiteX12414" y="connsiteY12414"/>
              </a:cxn>
              <a:cxn ang="0">
                <a:pos x="connsiteX12415" y="connsiteY12415"/>
              </a:cxn>
              <a:cxn ang="0">
                <a:pos x="connsiteX12416" y="connsiteY12416"/>
              </a:cxn>
              <a:cxn ang="0">
                <a:pos x="connsiteX12417" y="connsiteY12417"/>
              </a:cxn>
              <a:cxn ang="0">
                <a:pos x="connsiteX12418" y="connsiteY12418"/>
              </a:cxn>
              <a:cxn ang="0">
                <a:pos x="connsiteX12419" y="connsiteY12419"/>
              </a:cxn>
              <a:cxn ang="0">
                <a:pos x="connsiteX12420" y="connsiteY12420"/>
              </a:cxn>
              <a:cxn ang="0">
                <a:pos x="connsiteX12421" y="connsiteY12421"/>
              </a:cxn>
              <a:cxn ang="0">
                <a:pos x="connsiteX12422" y="connsiteY12422"/>
              </a:cxn>
              <a:cxn ang="0">
                <a:pos x="connsiteX12423" y="connsiteY12423"/>
              </a:cxn>
              <a:cxn ang="0">
                <a:pos x="connsiteX12424" y="connsiteY12424"/>
              </a:cxn>
              <a:cxn ang="0">
                <a:pos x="connsiteX12425" y="connsiteY12425"/>
              </a:cxn>
              <a:cxn ang="0">
                <a:pos x="connsiteX12426" y="connsiteY12426"/>
              </a:cxn>
              <a:cxn ang="0">
                <a:pos x="connsiteX12427" y="connsiteY12427"/>
              </a:cxn>
              <a:cxn ang="0">
                <a:pos x="connsiteX12428" y="connsiteY12428"/>
              </a:cxn>
              <a:cxn ang="0">
                <a:pos x="connsiteX12429" y="connsiteY12429"/>
              </a:cxn>
              <a:cxn ang="0">
                <a:pos x="connsiteX12430" y="connsiteY12430"/>
              </a:cxn>
              <a:cxn ang="0">
                <a:pos x="connsiteX12431" y="connsiteY12431"/>
              </a:cxn>
              <a:cxn ang="0">
                <a:pos x="connsiteX12432" y="connsiteY12432"/>
              </a:cxn>
              <a:cxn ang="0">
                <a:pos x="connsiteX12433" y="connsiteY12433"/>
              </a:cxn>
              <a:cxn ang="0">
                <a:pos x="connsiteX12434" y="connsiteY12434"/>
              </a:cxn>
              <a:cxn ang="0">
                <a:pos x="connsiteX12435" y="connsiteY12435"/>
              </a:cxn>
              <a:cxn ang="0">
                <a:pos x="connsiteX12436" y="connsiteY12436"/>
              </a:cxn>
              <a:cxn ang="0">
                <a:pos x="connsiteX12437" y="connsiteY12437"/>
              </a:cxn>
              <a:cxn ang="0">
                <a:pos x="connsiteX12438" y="connsiteY12438"/>
              </a:cxn>
              <a:cxn ang="0">
                <a:pos x="connsiteX12439" y="connsiteY12439"/>
              </a:cxn>
              <a:cxn ang="0">
                <a:pos x="connsiteX12440" y="connsiteY12440"/>
              </a:cxn>
              <a:cxn ang="0">
                <a:pos x="connsiteX12441" y="connsiteY12441"/>
              </a:cxn>
              <a:cxn ang="0">
                <a:pos x="connsiteX12442" y="connsiteY12442"/>
              </a:cxn>
              <a:cxn ang="0">
                <a:pos x="connsiteX12443" y="connsiteY12443"/>
              </a:cxn>
              <a:cxn ang="0">
                <a:pos x="connsiteX12444" y="connsiteY12444"/>
              </a:cxn>
              <a:cxn ang="0">
                <a:pos x="connsiteX12445" y="connsiteY12445"/>
              </a:cxn>
              <a:cxn ang="0">
                <a:pos x="connsiteX12446" y="connsiteY12446"/>
              </a:cxn>
              <a:cxn ang="0">
                <a:pos x="connsiteX12447" y="connsiteY12447"/>
              </a:cxn>
              <a:cxn ang="0">
                <a:pos x="connsiteX12448" y="connsiteY12448"/>
              </a:cxn>
              <a:cxn ang="0">
                <a:pos x="connsiteX12449" y="connsiteY12449"/>
              </a:cxn>
              <a:cxn ang="0">
                <a:pos x="connsiteX12450" y="connsiteY12450"/>
              </a:cxn>
              <a:cxn ang="0">
                <a:pos x="connsiteX12451" y="connsiteY12451"/>
              </a:cxn>
              <a:cxn ang="0">
                <a:pos x="connsiteX12452" y="connsiteY12452"/>
              </a:cxn>
              <a:cxn ang="0">
                <a:pos x="connsiteX12453" y="connsiteY12453"/>
              </a:cxn>
              <a:cxn ang="0">
                <a:pos x="connsiteX12454" y="connsiteY12454"/>
              </a:cxn>
              <a:cxn ang="0">
                <a:pos x="connsiteX12455" y="connsiteY12455"/>
              </a:cxn>
              <a:cxn ang="0">
                <a:pos x="connsiteX12456" y="connsiteY12456"/>
              </a:cxn>
              <a:cxn ang="0">
                <a:pos x="connsiteX12457" y="connsiteY12457"/>
              </a:cxn>
              <a:cxn ang="0">
                <a:pos x="connsiteX12458" y="connsiteY12458"/>
              </a:cxn>
              <a:cxn ang="0">
                <a:pos x="connsiteX12459" y="connsiteY12459"/>
              </a:cxn>
              <a:cxn ang="0">
                <a:pos x="connsiteX12460" y="connsiteY12460"/>
              </a:cxn>
              <a:cxn ang="0">
                <a:pos x="connsiteX12461" y="connsiteY12461"/>
              </a:cxn>
              <a:cxn ang="0">
                <a:pos x="connsiteX12462" y="connsiteY12462"/>
              </a:cxn>
              <a:cxn ang="0">
                <a:pos x="connsiteX12463" y="connsiteY12463"/>
              </a:cxn>
              <a:cxn ang="0">
                <a:pos x="connsiteX12464" y="connsiteY12464"/>
              </a:cxn>
              <a:cxn ang="0">
                <a:pos x="connsiteX12465" y="connsiteY12465"/>
              </a:cxn>
              <a:cxn ang="0">
                <a:pos x="connsiteX12466" y="connsiteY12466"/>
              </a:cxn>
              <a:cxn ang="0">
                <a:pos x="connsiteX12467" y="connsiteY12467"/>
              </a:cxn>
              <a:cxn ang="0">
                <a:pos x="connsiteX12468" y="connsiteY12468"/>
              </a:cxn>
              <a:cxn ang="0">
                <a:pos x="connsiteX12469" y="connsiteY12469"/>
              </a:cxn>
              <a:cxn ang="0">
                <a:pos x="connsiteX12470" y="connsiteY12470"/>
              </a:cxn>
              <a:cxn ang="0">
                <a:pos x="connsiteX12471" y="connsiteY12471"/>
              </a:cxn>
              <a:cxn ang="0">
                <a:pos x="connsiteX12472" y="connsiteY12472"/>
              </a:cxn>
              <a:cxn ang="0">
                <a:pos x="connsiteX12473" y="connsiteY12473"/>
              </a:cxn>
              <a:cxn ang="0">
                <a:pos x="connsiteX12474" y="connsiteY12474"/>
              </a:cxn>
              <a:cxn ang="0">
                <a:pos x="connsiteX12475" y="connsiteY12475"/>
              </a:cxn>
              <a:cxn ang="0">
                <a:pos x="connsiteX12476" y="connsiteY12476"/>
              </a:cxn>
              <a:cxn ang="0">
                <a:pos x="connsiteX12477" y="connsiteY12477"/>
              </a:cxn>
              <a:cxn ang="0">
                <a:pos x="connsiteX12478" y="connsiteY12478"/>
              </a:cxn>
              <a:cxn ang="0">
                <a:pos x="connsiteX12479" y="connsiteY12479"/>
              </a:cxn>
              <a:cxn ang="0">
                <a:pos x="connsiteX12480" y="connsiteY12480"/>
              </a:cxn>
              <a:cxn ang="0">
                <a:pos x="connsiteX12481" y="connsiteY12481"/>
              </a:cxn>
              <a:cxn ang="0">
                <a:pos x="connsiteX12482" y="connsiteY12482"/>
              </a:cxn>
              <a:cxn ang="0">
                <a:pos x="connsiteX12483" y="connsiteY12483"/>
              </a:cxn>
              <a:cxn ang="0">
                <a:pos x="connsiteX12484" y="connsiteY12484"/>
              </a:cxn>
              <a:cxn ang="0">
                <a:pos x="connsiteX12485" y="connsiteY12485"/>
              </a:cxn>
              <a:cxn ang="0">
                <a:pos x="connsiteX12486" y="connsiteY12486"/>
              </a:cxn>
              <a:cxn ang="0">
                <a:pos x="connsiteX12487" y="connsiteY12487"/>
              </a:cxn>
              <a:cxn ang="0">
                <a:pos x="connsiteX12488" y="connsiteY12488"/>
              </a:cxn>
              <a:cxn ang="0">
                <a:pos x="connsiteX12489" y="connsiteY12489"/>
              </a:cxn>
              <a:cxn ang="0">
                <a:pos x="connsiteX12490" y="connsiteY12490"/>
              </a:cxn>
              <a:cxn ang="0">
                <a:pos x="connsiteX12491" y="connsiteY12491"/>
              </a:cxn>
              <a:cxn ang="0">
                <a:pos x="connsiteX12492" y="connsiteY12492"/>
              </a:cxn>
              <a:cxn ang="0">
                <a:pos x="connsiteX12493" y="connsiteY12493"/>
              </a:cxn>
              <a:cxn ang="0">
                <a:pos x="connsiteX12494" y="connsiteY12494"/>
              </a:cxn>
              <a:cxn ang="0">
                <a:pos x="connsiteX12495" y="connsiteY12495"/>
              </a:cxn>
              <a:cxn ang="0">
                <a:pos x="connsiteX12496" y="connsiteY12496"/>
              </a:cxn>
              <a:cxn ang="0">
                <a:pos x="connsiteX12497" y="connsiteY12497"/>
              </a:cxn>
              <a:cxn ang="0">
                <a:pos x="connsiteX12498" y="connsiteY12498"/>
              </a:cxn>
              <a:cxn ang="0">
                <a:pos x="connsiteX12499" y="connsiteY12499"/>
              </a:cxn>
              <a:cxn ang="0">
                <a:pos x="connsiteX12500" y="connsiteY12500"/>
              </a:cxn>
              <a:cxn ang="0">
                <a:pos x="connsiteX12501" y="connsiteY12501"/>
              </a:cxn>
              <a:cxn ang="0">
                <a:pos x="connsiteX12502" y="connsiteY12502"/>
              </a:cxn>
              <a:cxn ang="0">
                <a:pos x="connsiteX12503" y="connsiteY12503"/>
              </a:cxn>
              <a:cxn ang="0">
                <a:pos x="connsiteX12504" y="connsiteY12504"/>
              </a:cxn>
              <a:cxn ang="0">
                <a:pos x="connsiteX12505" y="connsiteY12505"/>
              </a:cxn>
              <a:cxn ang="0">
                <a:pos x="connsiteX12506" y="connsiteY12506"/>
              </a:cxn>
              <a:cxn ang="0">
                <a:pos x="connsiteX12507" y="connsiteY12507"/>
              </a:cxn>
              <a:cxn ang="0">
                <a:pos x="connsiteX12508" y="connsiteY12508"/>
              </a:cxn>
              <a:cxn ang="0">
                <a:pos x="connsiteX12509" y="connsiteY12509"/>
              </a:cxn>
              <a:cxn ang="0">
                <a:pos x="connsiteX12510" y="connsiteY12510"/>
              </a:cxn>
              <a:cxn ang="0">
                <a:pos x="connsiteX12511" y="connsiteY12511"/>
              </a:cxn>
              <a:cxn ang="0">
                <a:pos x="connsiteX12512" y="connsiteY12512"/>
              </a:cxn>
              <a:cxn ang="0">
                <a:pos x="connsiteX12513" y="connsiteY12513"/>
              </a:cxn>
              <a:cxn ang="0">
                <a:pos x="connsiteX12514" y="connsiteY12514"/>
              </a:cxn>
              <a:cxn ang="0">
                <a:pos x="connsiteX12515" y="connsiteY12515"/>
              </a:cxn>
              <a:cxn ang="0">
                <a:pos x="connsiteX12516" y="connsiteY12516"/>
              </a:cxn>
              <a:cxn ang="0">
                <a:pos x="connsiteX12517" y="connsiteY12517"/>
              </a:cxn>
              <a:cxn ang="0">
                <a:pos x="connsiteX12518" y="connsiteY12518"/>
              </a:cxn>
              <a:cxn ang="0">
                <a:pos x="connsiteX12519" y="connsiteY12519"/>
              </a:cxn>
              <a:cxn ang="0">
                <a:pos x="connsiteX12520" y="connsiteY12520"/>
              </a:cxn>
              <a:cxn ang="0">
                <a:pos x="connsiteX12521" y="connsiteY12521"/>
              </a:cxn>
              <a:cxn ang="0">
                <a:pos x="connsiteX12522" y="connsiteY12522"/>
              </a:cxn>
              <a:cxn ang="0">
                <a:pos x="connsiteX12523" y="connsiteY12523"/>
              </a:cxn>
              <a:cxn ang="0">
                <a:pos x="connsiteX12524" y="connsiteY12524"/>
              </a:cxn>
              <a:cxn ang="0">
                <a:pos x="connsiteX12525" y="connsiteY12525"/>
              </a:cxn>
              <a:cxn ang="0">
                <a:pos x="connsiteX12526" y="connsiteY12526"/>
              </a:cxn>
              <a:cxn ang="0">
                <a:pos x="connsiteX12527" y="connsiteY12527"/>
              </a:cxn>
              <a:cxn ang="0">
                <a:pos x="connsiteX12528" y="connsiteY12528"/>
              </a:cxn>
              <a:cxn ang="0">
                <a:pos x="connsiteX12529" y="connsiteY12529"/>
              </a:cxn>
              <a:cxn ang="0">
                <a:pos x="connsiteX12530" y="connsiteY12530"/>
              </a:cxn>
              <a:cxn ang="0">
                <a:pos x="connsiteX12531" y="connsiteY12531"/>
              </a:cxn>
              <a:cxn ang="0">
                <a:pos x="connsiteX12532" y="connsiteY12532"/>
              </a:cxn>
              <a:cxn ang="0">
                <a:pos x="connsiteX12533" y="connsiteY12533"/>
              </a:cxn>
              <a:cxn ang="0">
                <a:pos x="connsiteX12534" y="connsiteY12534"/>
              </a:cxn>
              <a:cxn ang="0">
                <a:pos x="connsiteX12535" y="connsiteY12535"/>
              </a:cxn>
              <a:cxn ang="0">
                <a:pos x="connsiteX12536" y="connsiteY12536"/>
              </a:cxn>
              <a:cxn ang="0">
                <a:pos x="connsiteX12537" y="connsiteY12537"/>
              </a:cxn>
              <a:cxn ang="0">
                <a:pos x="connsiteX12538" y="connsiteY12538"/>
              </a:cxn>
              <a:cxn ang="0">
                <a:pos x="connsiteX12539" y="connsiteY12539"/>
              </a:cxn>
              <a:cxn ang="0">
                <a:pos x="connsiteX12540" y="connsiteY12540"/>
              </a:cxn>
              <a:cxn ang="0">
                <a:pos x="connsiteX12541" y="connsiteY12541"/>
              </a:cxn>
              <a:cxn ang="0">
                <a:pos x="connsiteX12542" y="connsiteY12542"/>
              </a:cxn>
              <a:cxn ang="0">
                <a:pos x="connsiteX12543" y="connsiteY12543"/>
              </a:cxn>
              <a:cxn ang="0">
                <a:pos x="connsiteX12544" y="connsiteY12544"/>
              </a:cxn>
              <a:cxn ang="0">
                <a:pos x="connsiteX12545" y="connsiteY12545"/>
              </a:cxn>
              <a:cxn ang="0">
                <a:pos x="connsiteX12546" y="connsiteY12546"/>
              </a:cxn>
              <a:cxn ang="0">
                <a:pos x="connsiteX12547" y="connsiteY12547"/>
              </a:cxn>
              <a:cxn ang="0">
                <a:pos x="connsiteX12548" y="connsiteY12548"/>
              </a:cxn>
              <a:cxn ang="0">
                <a:pos x="connsiteX12549" y="connsiteY12549"/>
              </a:cxn>
              <a:cxn ang="0">
                <a:pos x="connsiteX12550" y="connsiteY12550"/>
              </a:cxn>
              <a:cxn ang="0">
                <a:pos x="connsiteX12551" y="connsiteY12551"/>
              </a:cxn>
              <a:cxn ang="0">
                <a:pos x="connsiteX12552" y="connsiteY12552"/>
              </a:cxn>
              <a:cxn ang="0">
                <a:pos x="connsiteX12553" y="connsiteY12553"/>
              </a:cxn>
              <a:cxn ang="0">
                <a:pos x="connsiteX12554" y="connsiteY12554"/>
              </a:cxn>
              <a:cxn ang="0">
                <a:pos x="connsiteX12555" y="connsiteY12555"/>
              </a:cxn>
              <a:cxn ang="0">
                <a:pos x="connsiteX12556" y="connsiteY12556"/>
              </a:cxn>
              <a:cxn ang="0">
                <a:pos x="connsiteX12557" y="connsiteY12557"/>
              </a:cxn>
              <a:cxn ang="0">
                <a:pos x="connsiteX12558" y="connsiteY12558"/>
              </a:cxn>
              <a:cxn ang="0">
                <a:pos x="connsiteX12559" y="connsiteY12559"/>
              </a:cxn>
              <a:cxn ang="0">
                <a:pos x="connsiteX12560" y="connsiteY12560"/>
              </a:cxn>
              <a:cxn ang="0">
                <a:pos x="connsiteX12561" y="connsiteY12561"/>
              </a:cxn>
              <a:cxn ang="0">
                <a:pos x="connsiteX12562" y="connsiteY12562"/>
              </a:cxn>
              <a:cxn ang="0">
                <a:pos x="connsiteX12563" y="connsiteY12563"/>
              </a:cxn>
              <a:cxn ang="0">
                <a:pos x="connsiteX12564" y="connsiteY12564"/>
              </a:cxn>
              <a:cxn ang="0">
                <a:pos x="connsiteX12565" y="connsiteY12565"/>
              </a:cxn>
              <a:cxn ang="0">
                <a:pos x="connsiteX12566" y="connsiteY12566"/>
              </a:cxn>
              <a:cxn ang="0">
                <a:pos x="connsiteX12567" y="connsiteY12567"/>
              </a:cxn>
              <a:cxn ang="0">
                <a:pos x="connsiteX12568" y="connsiteY12568"/>
              </a:cxn>
              <a:cxn ang="0">
                <a:pos x="connsiteX12569" y="connsiteY12569"/>
              </a:cxn>
              <a:cxn ang="0">
                <a:pos x="connsiteX12570" y="connsiteY12570"/>
              </a:cxn>
              <a:cxn ang="0">
                <a:pos x="connsiteX12571" y="connsiteY12571"/>
              </a:cxn>
              <a:cxn ang="0">
                <a:pos x="connsiteX12572" y="connsiteY12572"/>
              </a:cxn>
              <a:cxn ang="0">
                <a:pos x="connsiteX12573" y="connsiteY12573"/>
              </a:cxn>
              <a:cxn ang="0">
                <a:pos x="connsiteX12574" y="connsiteY12574"/>
              </a:cxn>
              <a:cxn ang="0">
                <a:pos x="connsiteX12575" y="connsiteY12575"/>
              </a:cxn>
              <a:cxn ang="0">
                <a:pos x="connsiteX12576" y="connsiteY12576"/>
              </a:cxn>
              <a:cxn ang="0">
                <a:pos x="connsiteX12577" y="connsiteY12577"/>
              </a:cxn>
              <a:cxn ang="0">
                <a:pos x="connsiteX12578" y="connsiteY12578"/>
              </a:cxn>
              <a:cxn ang="0">
                <a:pos x="connsiteX12579" y="connsiteY12579"/>
              </a:cxn>
              <a:cxn ang="0">
                <a:pos x="connsiteX12580" y="connsiteY12580"/>
              </a:cxn>
              <a:cxn ang="0">
                <a:pos x="connsiteX12581" y="connsiteY12581"/>
              </a:cxn>
              <a:cxn ang="0">
                <a:pos x="connsiteX12582" y="connsiteY12582"/>
              </a:cxn>
              <a:cxn ang="0">
                <a:pos x="connsiteX12583" y="connsiteY12583"/>
              </a:cxn>
              <a:cxn ang="0">
                <a:pos x="connsiteX12584" y="connsiteY12584"/>
              </a:cxn>
              <a:cxn ang="0">
                <a:pos x="connsiteX12585" y="connsiteY12585"/>
              </a:cxn>
              <a:cxn ang="0">
                <a:pos x="connsiteX12586" y="connsiteY12586"/>
              </a:cxn>
              <a:cxn ang="0">
                <a:pos x="connsiteX12587" y="connsiteY12587"/>
              </a:cxn>
              <a:cxn ang="0">
                <a:pos x="connsiteX12588" y="connsiteY12588"/>
              </a:cxn>
              <a:cxn ang="0">
                <a:pos x="connsiteX12589" y="connsiteY12589"/>
              </a:cxn>
              <a:cxn ang="0">
                <a:pos x="connsiteX12590" y="connsiteY12590"/>
              </a:cxn>
              <a:cxn ang="0">
                <a:pos x="connsiteX12591" y="connsiteY12591"/>
              </a:cxn>
              <a:cxn ang="0">
                <a:pos x="connsiteX12592" y="connsiteY12592"/>
              </a:cxn>
              <a:cxn ang="0">
                <a:pos x="connsiteX12593" y="connsiteY12593"/>
              </a:cxn>
              <a:cxn ang="0">
                <a:pos x="connsiteX12594" y="connsiteY12594"/>
              </a:cxn>
              <a:cxn ang="0">
                <a:pos x="connsiteX12595" y="connsiteY12595"/>
              </a:cxn>
              <a:cxn ang="0">
                <a:pos x="connsiteX12596" y="connsiteY12596"/>
              </a:cxn>
              <a:cxn ang="0">
                <a:pos x="connsiteX12597" y="connsiteY12597"/>
              </a:cxn>
              <a:cxn ang="0">
                <a:pos x="connsiteX12598" y="connsiteY12598"/>
              </a:cxn>
              <a:cxn ang="0">
                <a:pos x="connsiteX12599" y="connsiteY12599"/>
              </a:cxn>
              <a:cxn ang="0">
                <a:pos x="connsiteX12600" y="connsiteY12600"/>
              </a:cxn>
              <a:cxn ang="0">
                <a:pos x="connsiteX12601" y="connsiteY12601"/>
              </a:cxn>
              <a:cxn ang="0">
                <a:pos x="connsiteX12602" y="connsiteY12602"/>
              </a:cxn>
              <a:cxn ang="0">
                <a:pos x="connsiteX12603" y="connsiteY12603"/>
              </a:cxn>
              <a:cxn ang="0">
                <a:pos x="connsiteX12604" y="connsiteY12604"/>
              </a:cxn>
              <a:cxn ang="0">
                <a:pos x="connsiteX12605" y="connsiteY12605"/>
              </a:cxn>
              <a:cxn ang="0">
                <a:pos x="connsiteX12606" y="connsiteY12606"/>
              </a:cxn>
              <a:cxn ang="0">
                <a:pos x="connsiteX12607" y="connsiteY12607"/>
              </a:cxn>
              <a:cxn ang="0">
                <a:pos x="connsiteX12608" y="connsiteY12608"/>
              </a:cxn>
              <a:cxn ang="0">
                <a:pos x="connsiteX12609" y="connsiteY12609"/>
              </a:cxn>
              <a:cxn ang="0">
                <a:pos x="connsiteX12610" y="connsiteY12610"/>
              </a:cxn>
              <a:cxn ang="0">
                <a:pos x="connsiteX12611" y="connsiteY12611"/>
              </a:cxn>
              <a:cxn ang="0">
                <a:pos x="connsiteX12612" y="connsiteY12612"/>
              </a:cxn>
              <a:cxn ang="0">
                <a:pos x="connsiteX12613" y="connsiteY12613"/>
              </a:cxn>
              <a:cxn ang="0">
                <a:pos x="connsiteX12614" y="connsiteY12614"/>
              </a:cxn>
              <a:cxn ang="0">
                <a:pos x="connsiteX12615" y="connsiteY12615"/>
              </a:cxn>
              <a:cxn ang="0">
                <a:pos x="connsiteX12616" y="connsiteY12616"/>
              </a:cxn>
              <a:cxn ang="0">
                <a:pos x="connsiteX12617" y="connsiteY12617"/>
              </a:cxn>
              <a:cxn ang="0">
                <a:pos x="connsiteX12618" y="connsiteY12618"/>
              </a:cxn>
              <a:cxn ang="0">
                <a:pos x="connsiteX12619" y="connsiteY12619"/>
              </a:cxn>
              <a:cxn ang="0">
                <a:pos x="connsiteX12620" y="connsiteY12620"/>
              </a:cxn>
              <a:cxn ang="0">
                <a:pos x="connsiteX12621" y="connsiteY12621"/>
              </a:cxn>
              <a:cxn ang="0">
                <a:pos x="connsiteX12622" y="connsiteY12622"/>
              </a:cxn>
              <a:cxn ang="0">
                <a:pos x="connsiteX12623" y="connsiteY12623"/>
              </a:cxn>
              <a:cxn ang="0">
                <a:pos x="connsiteX12624" y="connsiteY12624"/>
              </a:cxn>
              <a:cxn ang="0">
                <a:pos x="connsiteX12625" y="connsiteY12625"/>
              </a:cxn>
              <a:cxn ang="0">
                <a:pos x="connsiteX12626" y="connsiteY12626"/>
              </a:cxn>
              <a:cxn ang="0">
                <a:pos x="connsiteX12627" y="connsiteY12627"/>
              </a:cxn>
              <a:cxn ang="0">
                <a:pos x="connsiteX12628" y="connsiteY12628"/>
              </a:cxn>
              <a:cxn ang="0">
                <a:pos x="connsiteX12629" y="connsiteY12629"/>
              </a:cxn>
              <a:cxn ang="0">
                <a:pos x="connsiteX12630" y="connsiteY12630"/>
              </a:cxn>
              <a:cxn ang="0">
                <a:pos x="connsiteX12631" y="connsiteY12631"/>
              </a:cxn>
              <a:cxn ang="0">
                <a:pos x="connsiteX12632" y="connsiteY12632"/>
              </a:cxn>
              <a:cxn ang="0">
                <a:pos x="connsiteX12633" y="connsiteY12633"/>
              </a:cxn>
              <a:cxn ang="0">
                <a:pos x="connsiteX12634" y="connsiteY12634"/>
              </a:cxn>
              <a:cxn ang="0">
                <a:pos x="connsiteX12635" y="connsiteY12635"/>
              </a:cxn>
              <a:cxn ang="0">
                <a:pos x="connsiteX12636" y="connsiteY12636"/>
              </a:cxn>
              <a:cxn ang="0">
                <a:pos x="connsiteX12637" y="connsiteY12637"/>
              </a:cxn>
              <a:cxn ang="0">
                <a:pos x="connsiteX12638" y="connsiteY12638"/>
              </a:cxn>
              <a:cxn ang="0">
                <a:pos x="connsiteX12639" y="connsiteY12639"/>
              </a:cxn>
              <a:cxn ang="0">
                <a:pos x="connsiteX12640" y="connsiteY12640"/>
              </a:cxn>
              <a:cxn ang="0">
                <a:pos x="connsiteX12641" y="connsiteY12641"/>
              </a:cxn>
              <a:cxn ang="0">
                <a:pos x="connsiteX12642" y="connsiteY12642"/>
              </a:cxn>
              <a:cxn ang="0">
                <a:pos x="connsiteX12643" y="connsiteY12643"/>
              </a:cxn>
              <a:cxn ang="0">
                <a:pos x="connsiteX12644" y="connsiteY12644"/>
              </a:cxn>
              <a:cxn ang="0">
                <a:pos x="connsiteX12645" y="connsiteY12645"/>
              </a:cxn>
              <a:cxn ang="0">
                <a:pos x="connsiteX12646" y="connsiteY12646"/>
              </a:cxn>
              <a:cxn ang="0">
                <a:pos x="connsiteX12647" y="connsiteY12647"/>
              </a:cxn>
              <a:cxn ang="0">
                <a:pos x="connsiteX12648" y="connsiteY12648"/>
              </a:cxn>
              <a:cxn ang="0">
                <a:pos x="connsiteX12649" y="connsiteY12649"/>
              </a:cxn>
              <a:cxn ang="0">
                <a:pos x="connsiteX12650" y="connsiteY12650"/>
              </a:cxn>
              <a:cxn ang="0">
                <a:pos x="connsiteX12651" y="connsiteY12651"/>
              </a:cxn>
              <a:cxn ang="0">
                <a:pos x="connsiteX12652" y="connsiteY12652"/>
              </a:cxn>
              <a:cxn ang="0">
                <a:pos x="connsiteX12653" y="connsiteY12653"/>
              </a:cxn>
              <a:cxn ang="0">
                <a:pos x="connsiteX12654" y="connsiteY12654"/>
              </a:cxn>
              <a:cxn ang="0">
                <a:pos x="connsiteX12655" y="connsiteY12655"/>
              </a:cxn>
              <a:cxn ang="0">
                <a:pos x="connsiteX12656" y="connsiteY12656"/>
              </a:cxn>
              <a:cxn ang="0">
                <a:pos x="connsiteX12657" y="connsiteY12657"/>
              </a:cxn>
              <a:cxn ang="0">
                <a:pos x="connsiteX12658" y="connsiteY12658"/>
              </a:cxn>
              <a:cxn ang="0">
                <a:pos x="connsiteX12659" y="connsiteY12659"/>
              </a:cxn>
              <a:cxn ang="0">
                <a:pos x="connsiteX12660" y="connsiteY12660"/>
              </a:cxn>
              <a:cxn ang="0">
                <a:pos x="connsiteX12661" y="connsiteY12661"/>
              </a:cxn>
              <a:cxn ang="0">
                <a:pos x="connsiteX12662" y="connsiteY12662"/>
              </a:cxn>
              <a:cxn ang="0">
                <a:pos x="connsiteX12663" y="connsiteY12663"/>
              </a:cxn>
              <a:cxn ang="0">
                <a:pos x="connsiteX12664" y="connsiteY12664"/>
              </a:cxn>
              <a:cxn ang="0">
                <a:pos x="connsiteX12665" y="connsiteY12665"/>
              </a:cxn>
              <a:cxn ang="0">
                <a:pos x="connsiteX12666" y="connsiteY12666"/>
              </a:cxn>
              <a:cxn ang="0">
                <a:pos x="connsiteX12667" y="connsiteY12667"/>
              </a:cxn>
              <a:cxn ang="0">
                <a:pos x="connsiteX12668" y="connsiteY12668"/>
              </a:cxn>
              <a:cxn ang="0">
                <a:pos x="connsiteX12669" y="connsiteY12669"/>
              </a:cxn>
              <a:cxn ang="0">
                <a:pos x="connsiteX12670" y="connsiteY12670"/>
              </a:cxn>
              <a:cxn ang="0">
                <a:pos x="connsiteX12671" y="connsiteY12671"/>
              </a:cxn>
              <a:cxn ang="0">
                <a:pos x="connsiteX12672" y="connsiteY12672"/>
              </a:cxn>
              <a:cxn ang="0">
                <a:pos x="connsiteX12673" y="connsiteY12673"/>
              </a:cxn>
              <a:cxn ang="0">
                <a:pos x="connsiteX12674" y="connsiteY12674"/>
              </a:cxn>
              <a:cxn ang="0">
                <a:pos x="connsiteX12675" y="connsiteY12675"/>
              </a:cxn>
              <a:cxn ang="0">
                <a:pos x="connsiteX12676" y="connsiteY12676"/>
              </a:cxn>
              <a:cxn ang="0">
                <a:pos x="connsiteX12677" y="connsiteY12677"/>
              </a:cxn>
              <a:cxn ang="0">
                <a:pos x="connsiteX12678" y="connsiteY12678"/>
              </a:cxn>
              <a:cxn ang="0">
                <a:pos x="connsiteX12679" y="connsiteY12679"/>
              </a:cxn>
              <a:cxn ang="0">
                <a:pos x="connsiteX12680" y="connsiteY12680"/>
              </a:cxn>
              <a:cxn ang="0">
                <a:pos x="connsiteX12681" y="connsiteY12681"/>
              </a:cxn>
              <a:cxn ang="0">
                <a:pos x="connsiteX12682" y="connsiteY12682"/>
              </a:cxn>
              <a:cxn ang="0">
                <a:pos x="connsiteX12683" y="connsiteY12683"/>
              </a:cxn>
              <a:cxn ang="0">
                <a:pos x="connsiteX12684" y="connsiteY12684"/>
              </a:cxn>
              <a:cxn ang="0">
                <a:pos x="connsiteX12685" y="connsiteY12685"/>
              </a:cxn>
              <a:cxn ang="0">
                <a:pos x="connsiteX12686" y="connsiteY12686"/>
              </a:cxn>
              <a:cxn ang="0">
                <a:pos x="connsiteX12687" y="connsiteY12687"/>
              </a:cxn>
              <a:cxn ang="0">
                <a:pos x="connsiteX12688" y="connsiteY12688"/>
              </a:cxn>
              <a:cxn ang="0">
                <a:pos x="connsiteX12689" y="connsiteY12689"/>
              </a:cxn>
              <a:cxn ang="0">
                <a:pos x="connsiteX12690" y="connsiteY12690"/>
              </a:cxn>
              <a:cxn ang="0">
                <a:pos x="connsiteX12691" y="connsiteY12691"/>
              </a:cxn>
              <a:cxn ang="0">
                <a:pos x="connsiteX12692" y="connsiteY12692"/>
              </a:cxn>
              <a:cxn ang="0">
                <a:pos x="connsiteX12693" y="connsiteY12693"/>
              </a:cxn>
              <a:cxn ang="0">
                <a:pos x="connsiteX12694" y="connsiteY12694"/>
              </a:cxn>
              <a:cxn ang="0">
                <a:pos x="connsiteX12695" y="connsiteY12695"/>
              </a:cxn>
              <a:cxn ang="0">
                <a:pos x="connsiteX12696" y="connsiteY12696"/>
              </a:cxn>
              <a:cxn ang="0">
                <a:pos x="connsiteX12697" y="connsiteY12697"/>
              </a:cxn>
              <a:cxn ang="0">
                <a:pos x="connsiteX12698" y="connsiteY12698"/>
              </a:cxn>
              <a:cxn ang="0">
                <a:pos x="connsiteX12699" y="connsiteY12699"/>
              </a:cxn>
              <a:cxn ang="0">
                <a:pos x="connsiteX12700" y="connsiteY12700"/>
              </a:cxn>
              <a:cxn ang="0">
                <a:pos x="connsiteX12701" y="connsiteY12701"/>
              </a:cxn>
              <a:cxn ang="0">
                <a:pos x="connsiteX12702" y="connsiteY12702"/>
              </a:cxn>
              <a:cxn ang="0">
                <a:pos x="connsiteX12703" y="connsiteY12703"/>
              </a:cxn>
              <a:cxn ang="0">
                <a:pos x="connsiteX12704" y="connsiteY12704"/>
              </a:cxn>
              <a:cxn ang="0">
                <a:pos x="connsiteX12705" y="connsiteY12705"/>
              </a:cxn>
              <a:cxn ang="0">
                <a:pos x="connsiteX12706" y="connsiteY12706"/>
              </a:cxn>
              <a:cxn ang="0">
                <a:pos x="connsiteX12707" y="connsiteY12707"/>
              </a:cxn>
              <a:cxn ang="0">
                <a:pos x="connsiteX12708" y="connsiteY12708"/>
              </a:cxn>
              <a:cxn ang="0">
                <a:pos x="connsiteX12709" y="connsiteY12709"/>
              </a:cxn>
              <a:cxn ang="0">
                <a:pos x="connsiteX12710" y="connsiteY12710"/>
              </a:cxn>
              <a:cxn ang="0">
                <a:pos x="connsiteX12711" y="connsiteY12711"/>
              </a:cxn>
              <a:cxn ang="0">
                <a:pos x="connsiteX12712" y="connsiteY12712"/>
              </a:cxn>
              <a:cxn ang="0">
                <a:pos x="connsiteX12713" y="connsiteY12713"/>
              </a:cxn>
              <a:cxn ang="0">
                <a:pos x="connsiteX12714" y="connsiteY12714"/>
              </a:cxn>
              <a:cxn ang="0">
                <a:pos x="connsiteX12715" y="connsiteY12715"/>
              </a:cxn>
              <a:cxn ang="0">
                <a:pos x="connsiteX12716" y="connsiteY12716"/>
              </a:cxn>
              <a:cxn ang="0">
                <a:pos x="connsiteX12717" y="connsiteY12717"/>
              </a:cxn>
              <a:cxn ang="0">
                <a:pos x="connsiteX12718" y="connsiteY12718"/>
              </a:cxn>
              <a:cxn ang="0">
                <a:pos x="connsiteX12719" y="connsiteY12719"/>
              </a:cxn>
              <a:cxn ang="0">
                <a:pos x="connsiteX12720" y="connsiteY12720"/>
              </a:cxn>
              <a:cxn ang="0">
                <a:pos x="connsiteX12721" y="connsiteY12721"/>
              </a:cxn>
              <a:cxn ang="0">
                <a:pos x="connsiteX12722" y="connsiteY12722"/>
              </a:cxn>
              <a:cxn ang="0">
                <a:pos x="connsiteX12723" y="connsiteY12723"/>
              </a:cxn>
              <a:cxn ang="0">
                <a:pos x="connsiteX12724" y="connsiteY12724"/>
              </a:cxn>
              <a:cxn ang="0">
                <a:pos x="connsiteX12725" y="connsiteY12725"/>
              </a:cxn>
              <a:cxn ang="0">
                <a:pos x="connsiteX12726" y="connsiteY12726"/>
              </a:cxn>
              <a:cxn ang="0">
                <a:pos x="connsiteX12727" y="connsiteY12727"/>
              </a:cxn>
              <a:cxn ang="0">
                <a:pos x="connsiteX12728" y="connsiteY12728"/>
              </a:cxn>
              <a:cxn ang="0">
                <a:pos x="connsiteX12729" y="connsiteY12729"/>
              </a:cxn>
              <a:cxn ang="0">
                <a:pos x="connsiteX12730" y="connsiteY12730"/>
              </a:cxn>
              <a:cxn ang="0">
                <a:pos x="connsiteX12731" y="connsiteY12731"/>
              </a:cxn>
              <a:cxn ang="0">
                <a:pos x="connsiteX12732" y="connsiteY12732"/>
              </a:cxn>
              <a:cxn ang="0">
                <a:pos x="connsiteX12733" y="connsiteY12733"/>
              </a:cxn>
              <a:cxn ang="0">
                <a:pos x="connsiteX12734" y="connsiteY12734"/>
              </a:cxn>
              <a:cxn ang="0">
                <a:pos x="connsiteX12735" y="connsiteY12735"/>
              </a:cxn>
              <a:cxn ang="0">
                <a:pos x="connsiteX12736" y="connsiteY12736"/>
              </a:cxn>
              <a:cxn ang="0">
                <a:pos x="connsiteX12737" y="connsiteY12737"/>
              </a:cxn>
              <a:cxn ang="0">
                <a:pos x="connsiteX12738" y="connsiteY12738"/>
              </a:cxn>
              <a:cxn ang="0">
                <a:pos x="connsiteX12739" y="connsiteY12739"/>
              </a:cxn>
              <a:cxn ang="0">
                <a:pos x="connsiteX12740" y="connsiteY12740"/>
              </a:cxn>
              <a:cxn ang="0">
                <a:pos x="connsiteX12741" y="connsiteY12741"/>
              </a:cxn>
              <a:cxn ang="0">
                <a:pos x="connsiteX12742" y="connsiteY12742"/>
              </a:cxn>
              <a:cxn ang="0">
                <a:pos x="connsiteX12743" y="connsiteY12743"/>
              </a:cxn>
              <a:cxn ang="0">
                <a:pos x="connsiteX12744" y="connsiteY12744"/>
              </a:cxn>
              <a:cxn ang="0">
                <a:pos x="connsiteX12745" y="connsiteY12745"/>
              </a:cxn>
              <a:cxn ang="0">
                <a:pos x="connsiteX12746" y="connsiteY12746"/>
              </a:cxn>
              <a:cxn ang="0">
                <a:pos x="connsiteX12747" y="connsiteY12747"/>
              </a:cxn>
              <a:cxn ang="0">
                <a:pos x="connsiteX12748" y="connsiteY12748"/>
              </a:cxn>
              <a:cxn ang="0">
                <a:pos x="connsiteX12749" y="connsiteY12749"/>
              </a:cxn>
              <a:cxn ang="0">
                <a:pos x="connsiteX12750" y="connsiteY12750"/>
              </a:cxn>
              <a:cxn ang="0">
                <a:pos x="connsiteX12751" y="connsiteY12751"/>
              </a:cxn>
              <a:cxn ang="0">
                <a:pos x="connsiteX12752" y="connsiteY12752"/>
              </a:cxn>
              <a:cxn ang="0">
                <a:pos x="connsiteX12753" y="connsiteY12753"/>
              </a:cxn>
              <a:cxn ang="0">
                <a:pos x="connsiteX12754" y="connsiteY12754"/>
              </a:cxn>
              <a:cxn ang="0">
                <a:pos x="connsiteX12755" y="connsiteY12755"/>
              </a:cxn>
              <a:cxn ang="0">
                <a:pos x="connsiteX12756" y="connsiteY12756"/>
              </a:cxn>
              <a:cxn ang="0">
                <a:pos x="connsiteX12757" y="connsiteY12757"/>
              </a:cxn>
              <a:cxn ang="0">
                <a:pos x="connsiteX12758" y="connsiteY12758"/>
              </a:cxn>
              <a:cxn ang="0">
                <a:pos x="connsiteX12759" y="connsiteY12759"/>
              </a:cxn>
              <a:cxn ang="0">
                <a:pos x="connsiteX12760" y="connsiteY12760"/>
              </a:cxn>
              <a:cxn ang="0">
                <a:pos x="connsiteX12761" y="connsiteY12761"/>
              </a:cxn>
              <a:cxn ang="0">
                <a:pos x="connsiteX12762" y="connsiteY12762"/>
              </a:cxn>
              <a:cxn ang="0">
                <a:pos x="connsiteX12763" y="connsiteY12763"/>
              </a:cxn>
              <a:cxn ang="0">
                <a:pos x="connsiteX12764" y="connsiteY12764"/>
              </a:cxn>
              <a:cxn ang="0">
                <a:pos x="connsiteX12765" y="connsiteY12765"/>
              </a:cxn>
              <a:cxn ang="0">
                <a:pos x="connsiteX12766" y="connsiteY12766"/>
              </a:cxn>
              <a:cxn ang="0">
                <a:pos x="connsiteX12767" y="connsiteY12767"/>
              </a:cxn>
              <a:cxn ang="0">
                <a:pos x="connsiteX12768" y="connsiteY12768"/>
              </a:cxn>
              <a:cxn ang="0">
                <a:pos x="connsiteX12769" y="connsiteY12769"/>
              </a:cxn>
              <a:cxn ang="0">
                <a:pos x="connsiteX12770" y="connsiteY12770"/>
              </a:cxn>
              <a:cxn ang="0">
                <a:pos x="connsiteX12771" y="connsiteY12771"/>
              </a:cxn>
              <a:cxn ang="0">
                <a:pos x="connsiteX12772" y="connsiteY12772"/>
              </a:cxn>
              <a:cxn ang="0">
                <a:pos x="connsiteX12773" y="connsiteY12773"/>
              </a:cxn>
              <a:cxn ang="0">
                <a:pos x="connsiteX12774" y="connsiteY12774"/>
              </a:cxn>
              <a:cxn ang="0">
                <a:pos x="connsiteX12775" y="connsiteY12775"/>
              </a:cxn>
              <a:cxn ang="0">
                <a:pos x="connsiteX12776" y="connsiteY12776"/>
              </a:cxn>
              <a:cxn ang="0">
                <a:pos x="connsiteX12777" y="connsiteY12777"/>
              </a:cxn>
              <a:cxn ang="0">
                <a:pos x="connsiteX12778" y="connsiteY12778"/>
              </a:cxn>
              <a:cxn ang="0">
                <a:pos x="connsiteX12779" y="connsiteY12779"/>
              </a:cxn>
              <a:cxn ang="0">
                <a:pos x="connsiteX12780" y="connsiteY12780"/>
              </a:cxn>
              <a:cxn ang="0">
                <a:pos x="connsiteX12781" y="connsiteY12781"/>
              </a:cxn>
              <a:cxn ang="0">
                <a:pos x="connsiteX12782" y="connsiteY12782"/>
              </a:cxn>
              <a:cxn ang="0">
                <a:pos x="connsiteX12783" y="connsiteY12783"/>
              </a:cxn>
              <a:cxn ang="0">
                <a:pos x="connsiteX12784" y="connsiteY12784"/>
              </a:cxn>
              <a:cxn ang="0">
                <a:pos x="connsiteX12785" y="connsiteY12785"/>
              </a:cxn>
              <a:cxn ang="0">
                <a:pos x="connsiteX12786" y="connsiteY12786"/>
              </a:cxn>
              <a:cxn ang="0">
                <a:pos x="connsiteX12787" y="connsiteY12787"/>
              </a:cxn>
              <a:cxn ang="0">
                <a:pos x="connsiteX12788" y="connsiteY12788"/>
              </a:cxn>
              <a:cxn ang="0">
                <a:pos x="connsiteX12789" y="connsiteY12789"/>
              </a:cxn>
              <a:cxn ang="0">
                <a:pos x="connsiteX12790" y="connsiteY12790"/>
              </a:cxn>
              <a:cxn ang="0">
                <a:pos x="connsiteX12791" y="connsiteY12791"/>
              </a:cxn>
              <a:cxn ang="0">
                <a:pos x="connsiteX12792" y="connsiteY12792"/>
              </a:cxn>
              <a:cxn ang="0">
                <a:pos x="connsiteX12793" y="connsiteY12793"/>
              </a:cxn>
              <a:cxn ang="0">
                <a:pos x="connsiteX12794" y="connsiteY12794"/>
              </a:cxn>
              <a:cxn ang="0">
                <a:pos x="connsiteX12795" y="connsiteY12795"/>
              </a:cxn>
              <a:cxn ang="0">
                <a:pos x="connsiteX12796" y="connsiteY12796"/>
              </a:cxn>
              <a:cxn ang="0">
                <a:pos x="connsiteX12797" y="connsiteY12797"/>
              </a:cxn>
              <a:cxn ang="0">
                <a:pos x="connsiteX12798" y="connsiteY12798"/>
              </a:cxn>
              <a:cxn ang="0">
                <a:pos x="connsiteX12799" y="connsiteY12799"/>
              </a:cxn>
              <a:cxn ang="0">
                <a:pos x="connsiteX12800" y="connsiteY12800"/>
              </a:cxn>
              <a:cxn ang="0">
                <a:pos x="connsiteX12801" y="connsiteY12801"/>
              </a:cxn>
              <a:cxn ang="0">
                <a:pos x="connsiteX12802" y="connsiteY12802"/>
              </a:cxn>
              <a:cxn ang="0">
                <a:pos x="connsiteX12803" y="connsiteY12803"/>
              </a:cxn>
              <a:cxn ang="0">
                <a:pos x="connsiteX12804" y="connsiteY12804"/>
              </a:cxn>
              <a:cxn ang="0">
                <a:pos x="connsiteX12805" y="connsiteY12805"/>
              </a:cxn>
              <a:cxn ang="0">
                <a:pos x="connsiteX12806" y="connsiteY12806"/>
              </a:cxn>
              <a:cxn ang="0">
                <a:pos x="connsiteX12807" y="connsiteY12807"/>
              </a:cxn>
              <a:cxn ang="0">
                <a:pos x="connsiteX12808" y="connsiteY12808"/>
              </a:cxn>
              <a:cxn ang="0">
                <a:pos x="connsiteX12809" y="connsiteY12809"/>
              </a:cxn>
              <a:cxn ang="0">
                <a:pos x="connsiteX12810" y="connsiteY12810"/>
              </a:cxn>
              <a:cxn ang="0">
                <a:pos x="connsiteX12811" y="connsiteY12811"/>
              </a:cxn>
              <a:cxn ang="0">
                <a:pos x="connsiteX12812" y="connsiteY12812"/>
              </a:cxn>
              <a:cxn ang="0">
                <a:pos x="connsiteX12813" y="connsiteY12813"/>
              </a:cxn>
              <a:cxn ang="0">
                <a:pos x="connsiteX12814" y="connsiteY12814"/>
              </a:cxn>
              <a:cxn ang="0">
                <a:pos x="connsiteX12815" y="connsiteY12815"/>
              </a:cxn>
              <a:cxn ang="0">
                <a:pos x="connsiteX12816" y="connsiteY12816"/>
              </a:cxn>
              <a:cxn ang="0">
                <a:pos x="connsiteX12817" y="connsiteY12817"/>
              </a:cxn>
              <a:cxn ang="0">
                <a:pos x="connsiteX12818" y="connsiteY12818"/>
              </a:cxn>
              <a:cxn ang="0">
                <a:pos x="connsiteX12819" y="connsiteY12819"/>
              </a:cxn>
              <a:cxn ang="0">
                <a:pos x="connsiteX12820" y="connsiteY12820"/>
              </a:cxn>
              <a:cxn ang="0">
                <a:pos x="connsiteX12821" y="connsiteY12821"/>
              </a:cxn>
              <a:cxn ang="0">
                <a:pos x="connsiteX12822" y="connsiteY12822"/>
              </a:cxn>
              <a:cxn ang="0">
                <a:pos x="connsiteX12823" y="connsiteY12823"/>
              </a:cxn>
              <a:cxn ang="0">
                <a:pos x="connsiteX12824" y="connsiteY12824"/>
              </a:cxn>
              <a:cxn ang="0">
                <a:pos x="connsiteX12825" y="connsiteY12825"/>
              </a:cxn>
              <a:cxn ang="0">
                <a:pos x="connsiteX12826" y="connsiteY12826"/>
              </a:cxn>
              <a:cxn ang="0">
                <a:pos x="connsiteX12827" y="connsiteY12827"/>
              </a:cxn>
              <a:cxn ang="0">
                <a:pos x="connsiteX12828" y="connsiteY12828"/>
              </a:cxn>
              <a:cxn ang="0">
                <a:pos x="connsiteX12829" y="connsiteY12829"/>
              </a:cxn>
              <a:cxn ang="0">
                <a:pos x="connsiteX12830" y="connsiteY12830"/>
              </a:cxn>
              <a:cxn ang="0">
                <a:pos x="connsiteX12831" y="connsiteY12831"/>
              </a:cxn>
              <a:cxn ang="0">
                <a:pos x="connsiteX12832" y="connsiteY12832"/>
              </a:cxn>
              <a:cxn ang="0">
                <a:pos x="connsiteX12833" y="connsiteY12833"/>
              </a:cxn>
              <a:cxn ang="0">
                <a:pos x="connsiteX12834" y="connsiteY12834"/>
              </a:cxn>
              <a:cxn ang="0">
                <a:pos x="connsiteX12835" y="connsiteY12835"/>
              </a:cxn>
              <a:cxn ang="0">
                <a:pos x="connsiteX12836" y="connsiteY12836"/>
              </a:cxn>
              <a:cxn ang="0">
                <a:pos x="connsiteX12837" y="connsiteY12837"/>
              </a:cxn>
              <a:cxn ang="0">
                <a:pos x="connsiteX12838" y="connsiteY12838"/>
              </a:cxn>
              <a:cxn ang="0">
                <a:pos x="connsiteX12839" y="connsiteY12839"/>
              </a:cxn>
              <a:cxn ang="0">
                <a:pos x="connsiteX12840" y="connsiteY12840"/>
              </a:cxn>
              <a:cxn ang="0">
                <a:pos x="connsiteX12841" y="connsiteY12841"/>
              </a:cxn>
              <a:cxn ang="0">
                <a:pos x="connsiteX12842" y="connsiteY12842"/>
              </a:cxn>
              <a:cxn ang="0">
                <a:pos x="connsiteX12843" y="connsiteY12843"/>
              </a:cxn>
              <a:cxn ang="0">
                <a:pos x="connsiteX12844" y="connsiteY12844"/>
              </a:cxn>
              <a:cxn ang="0">
                <a:pos x="connsiteX12845" y="connsiteY12845"/>
              </a:cxn>
              <a:cxn ang="0">
                <a:pos x="connsiteX12846" y="connsiteY12846"/>
              </a:cxn>
              <a:cxn ang="0">
                <a:pos x="connsiteX12847" y="connsiteY12847"/>
              </a:cxn>
              <a:cxn ang="0">
                <a:pos x="connsiteX12848" y="connsiteY12848"/>
              </a:cxn>
              <a:cxn ang="0">
                <a:pos x="connsiteX12849" y="connsiteY12849"/>
              </a:cxn>
              <a:cxn ang="0">
                <a:pos x="connsiteX12850" y="connsiteY12850"/>
              </a:cxn>
              <a:cxn ang="0">
                <a:pos x="connsiteX12851" y="connsiteY12851"/>
              </a:cxn>
              <a:cxn ang="0">
                <a:pos x="connsiteX12852" y="connsiteY12852"/>
              </a:cxn>
              <a:cxn ang="0">
                <a:pos x="connsiteX12853" y="connsiteY12853"/>
              </a:cxn>
              <a:cxn ang="0">
                <a:pos x="connsiteX12854" y="connsiteY12854"/>
              </a:cxn>
              <a:cxn ang="0">
                <a:pos x="connsiteX12855" y="connsiteY12855"/>
              </a:cxn>
              <a:cxn ang="0">
                <a:pos x="connsiteX12856" y="connsiteY12856"/>
              </a:cxn>
              <a:cxn ang="0">
                <a:pos x="connsiteX12857" y="connsiteY12857"/>
              </a:cxn>
              <a:cxn ang="0">
                <a:pos x="connsiteX12858" y="connsiteY12858"/>
              </a:cxn>
              <a:cxn ang="0">
                <a:pos x="connsiteX12859" y="connsiteY12859"/>
              </a:cxn>
              <a:cxn ang="0">
                <a:pos x="connsiteX12860" y="connsiteY12860"/>
              </a:cxn>
              <a:cxn ang="0">
                <a:pos x="connsiteX12861" y="connsiteY12861"/>
              </a:cxn>
              <a:cxn ang="0">
                <a:pos x="connsiteX12862" y="connsiteY12862"/>
              </a:cxn>
              <a:cxn ang="0">
                <a:pos x="connsiteX12863" y="connsiteY12863"/>
              </a:cxn>
              <a:cxn ang="0">
                <a:pos x="connsiteX12864" y="connsiteY12864"/>
              </a:cxn>
              <a:cxn ang="0">
                <a:pos x="connsiteX12865" y="connsiteY12865"/>
              </a:cxn>
              <a:cxn ang="0">
                <a:pos x="connsiteX12866" y="connsiteY12866"/>
              </a:cxn>
              <a:cxn ang="0">
                <a:pos x="connsiteX12867" y="connsiteY12867"/>
              </a:cxn>
              <a:cxn ang="0">
                <a:pos x="connsiteX12868" y="connsiteY12868"/>
              </a:cxn>
              <a:cxn ang="0">
                <a:pos x="connsiteX12869" y="connsiteY12869"/>
              </a:cxn>
              <a:cxn ang="0">
                <a:pos x="connsiteX12870" y="connsiteY12870"/>
              </a:cxn>
              <a:cxn ang="0">
                <a:pos x="connsiteX12871" y="connsiteY12871"/>
              </a:cxn>
              <a:cxn ang="0">
                <a:pos x="connsiteX12872" y="connsiteY12872"/>
              </a:cxn>
              <a:cxn ang="0">
                <a:pos x="connsiteX12873" y="connsiteY12873"/>
              </a:cxn>
              <a:cxn ang="0">
                <a:pos x="connsiteX12874" y="connsiteY12874"/>
              </a:cxn>
              <a:cxn ang="0">
                <a:pos x="connsiteX12875" y="connsiteY12875"/>
              </a:cxn>
              <a:cxn ang="0">
                <a:pos x="connsiteX12876" y="connsiteY12876"/>
              </a:cxn>
              <a:cxn ang="0">
                <a:pos x="connsiteX12877" y="connsiteY12877"/>
              </a:cxn>
              <a:cxn ang="0">
                <a:pos x="connsiteX12878" y="connsiteY12878"/>
              </a:cxn>
              <a:cxn ang="0">
                <a:pos x="connsiteX12879" y="connsiteY12879"/>
              </a:cxn>
              <a:cxn ang="0">
                <a:pos x="connsiteX12880" y="connsiteY12880"/>
              </a:cxn>
              <a:cxn ang="0">
                <a:pos x="connsiteX12881" y="connsiteY12881"/>
              </a:cxn>
              <a:cxn ang="0">
                <a:pos x="connsiteX12882" y="connsiteY12882"/>
              </a:cxn>
              <a:cxn ang="0">
                <a:pos x="connsiteX12883" y="connsiteY12883"/>
              </a:cxn>
              <a:cxn ang="0">
                <a:pos x="connsiteX12884" y="connsiteY12884"/>
              </a:cxn>
              <a:cxn ang="0">
                <a:pos x="connsiteX12885" y="connsiteY12885"/>
              </a:cxn>
              <a:cxn ang="0">
                <a:pos x="connsiteX12886" y="connsiteY12886"/>
              </a:cxn>
              <a:cxn ang="0">
                <a:pos x="connsiteX12887" y="connsiteY12887"/>
              </a:cxn>
              <a:cxn ang="0">
                <a:pos x="connsiteX12888" y="connsiteY12888"/>
              </a:cxn>
              <a:cxn ang="0">
                <a:pos x="connsiteX12889" y="connsiteY12889"/>
              </a:cxn>
              <a:cxn ang="0">
                <a:pos x="connsiteX12890" y="connsiteY12890"/>
              </a:cxn>
              <a:cxn ang="0">
                <a:pos x="connsiteX12891" y="connsiteY12891"/>
              </a:cxn>
              <a:cxn ang="0">
                <a:pos x="connsiteX12892" y="connsiteY12892"/>
              </a:cxn>
              <a:cxn ang="0">
                <a:pos x="connsiteX12893" y="connsiteY12893"/>
              </a:cxn>
              <a:cxn ang="0">
                <a:pos x="connsiteX12894" y="connsiteY12894"/>
              </a:cxn>
              <a:cxn ang="0">
                <a:pos x="connsiteX12895" y="connsiteY12895"/>
              </a:cxn>
              <a:cxn ang="0">
                <a:pos x="connsiteX12896" y="connsiteY12896"/>
              </a:cxn>
              <a:cxn ang="0">
                <a:pos x="connsiteX12897" y="connsiteY12897"/>
              </a:cxn>
              <a:cxn ang="0">
                <a:pos x="connsiteX12898" y="connsiteY12898"/>
              </a:cxn>
              <a:cxn ang="0">
                <a:pos x="connsiteX12899" y="connsiteY12899"/>
              </a:cxn>
              <a:cxn ang="0">
                <a:pos x="connsiteX12900" y="connsiteY12900"/>
              </a:cxn>
              <a:cxn ang="0">
                <a:pos x="connsiteX12901" y="connsiteY12901"/>
              </a:cxn>
              <a:cxn ang="0">
                <a:pos x="connsiteX12902" y="connsiteY12902"/>
              </a:cxn>
              <a:cxn ang="0">
                <a:pos x="connsiteX12903" y="connsiteY12903"/>
              </a:cxn>
              <a:cxn ang="0">
                <a:pos x="connsiteX12904" y="connsiteY12904"/>
              </a:cxn>
              <a:cxn ang="0">
                <a:pos x="connsiteX12905" y="connsiteY12905"/>
              </a:cxn>
              <a:cxn ang="0">
                <a:pos x="connsiteX12906" y="connsiteY12906"/>
              </a:cxn>
              <a:cxn ang="0">
                <a:pos x="connsiteX12907" y="connsiteY12907"/>
              </a:cxn>
              <a:cxn ang="0">
                <a:pos x="connsiteX12908" y="connsiteY12908"/>
              </a:cxn>
              <a:cxn ang="0">
                <a:pos x="connsiteX12909" y="connsiteY12909"/>
              </a:cxn>
              <a:cxn ang="0">
                <a:pos x="connsiteX12910" y="connsiteY12910"/>
              </a:cxn>
              <a:cxn ang="0">
                <a:pos x="connsiteX12911" y="connsiteY12911"/>
              </a:cxn>
              <a:cxn ang="0">
                <a:pos x="connsiteX12912" y="connsiteY12912"/>
              </a:cxn>
              <a:cxn ang="0">
                <a:pos x="connsiteX12913" y="connsiteY12913"/>
              </a:cxn>
              <a:cxn ang="0">
                <a:pos x="connsiteX12914" y="connsiteY12914"/>
              </a:cxn>
              <a:cxn ang="0">
                <a:pos x="connsiteX12915" y="connsiteY12915"/>
              </a:cxn>
              <a:cxn ang="0">
                <a:pos x="connsiteX12916" y="connsiteY12916"/>
              </a:cxn>
              <a:cxn ang="0">
                <a:pos x="connsiteX12917" y="connsiteY12917"/>
              </a:cxn>
              <a:cxn ang="0">
                <a:pos x="connsiteX12918" y="connsiteY12918"/>
              </a:cxn>
              <a:cxn ang="0">
                <a:pos x="connsiteX12919" y="connsiteY12919"/>
              </a:cxn>
              <a:cxn ang="0">
                <a:pos x="connsiteX12920" y="connsiteY12920"/>
              </a:cxn>
              <a:cxn ang="0">
                <a:pos x="connsiteX12921" y="connsiteY12921"/>
              </a:cxn>
              <a:cxn ang="0">
                <a:pos x="connsiteX12922" y="connsiteY12922"/>
              </a:cxn>
              <a:cxn ang="0">
                <a:pos x="connsiteX12923" y="connsiteY12923"/>
              </a:cxn>
              <a:cxn ang="0">
                <a:pos x="connsiteX12924" y="connsiteY12924"/>
              </a:cxn>
              <a:cxn ang="0">
                <a:pos x="connsiteX12925" y="connsiteY12925"/>
              </a:cxn>
              <a:cxn ang="0">
                <a:pos x="connsiteX12926" y="connsiteY12926"/>
              </a:cxn>
              <a:cxn ang="0">
                <a:pos x="connsiteX12927" y="connsiteY12927"/>
              </a:cxn>
              <a:cxn ang="0">
                <a:pos x="connsiteX12928" y="connsiteY12928"/>
              </a:cxn>
              <a:cxn ang="0">
                <a:pos x="connsiteX12929" y="connsiteY12929"/>
              </a:cxn>
              <a:cxn ang="0">
                <a:pos x="connsiteX12930" y="connsiteY12930"/>
              </a:cxn>
              <a:cxn ang="0">
                <a:pos x="connsiteX12931" y="connsiteY12931"/>
              </a:cxn>
              <a:cxn ang="0">
                <a:pos x="connsiteX12932" y="connsiteY12932"/>
              </a:cxn>
              <a:cxn ang="0">
                <a:pos x="connsiteX12933" y="connsiteY12933"/>
              </a:cxn>
              <a:cxn ang="0">
                <a:pos x="connsiteX12934" y="connsiteY12934"/>
              </a:cxn>
              <a:cxn ang="0">
                <a:pos x="connsiteX12935" y="connsiteY12935"/>
              </a:cxn>
              <a:cxn ang="0">
                <a:pos x="connsiteX12936" y="connsiteY12936"/>
              </a:cxn>
              <a:cxn ang="0">
                <a:pos x="connsiteX12937" y="connsiteY12937"/>
              </a:cxn>
              <a:cxn ang="0">
                <a:pos x="connsiteX12938" y="connsiteY12938"/>
              </a:cxn>
              <a:cxn ang="0">
                <a:pos x="connsiteX12939" y="connsiteY12939"/>
              </a:cxn>
              <a:cxn ang="0">
                <a:pos x="connsiteX12940" y="connsiteY12940"/>
              </a:cxn>
              <a:cxn ang="0">
                <a:pos x="connsiteX12941" y="connsiteY12941"/>
              </a:cxn>
              <a:cxn ang="0">
                <a:pos x="connsiteX12942" y="connsiteY12942"/>
              </a:cxn>
              <a:cxn ang="0">
                <a:pos x="connsiteX12943" y="connsiteY12943"/>
              </a:cxn>
              <a:cxn ang="0">
                <a:pos x="connsiteX12944" y="connsiteY12944"/>
              </a:cxn>
              <a:cxn ang="0">
                <a:pos x="connsiteX12945" y="connsiteY12945"/>
              </a:cxn>
              <a:cxn ang="0">
                <a:pos x="connsiteX12946" y="connsiteY12946"/>
              </a:cxn>
              <a:cxn ang="0">
                <a:pos x="connsiteX12947" y="connsiteY12947"/>
              </a:cxn>
              <a:cxn ang="0">
                <a:pos x="connsiteX12948" y="connsiteY12948"/>
              </a:cxn>
              <a:cxn ang="0">
                <a:pos x="connsiteX12949" y="connsiteY12949"/>
              </a:cxn>
              <a:cxn ang="0">
                <a:pos x="connsiteX12950" y="connsiteY12950"/>
              </a:cxn>
              <a:cxn ang="0">
                <a:pos x="connsiteX12951" y="connsiteY12951"/>
              </a:cxn>
              <a:cxn ang="0">
                <a:pos x="connsiteX12952" y="connsiteY12952"/>
              </a:cxn>
              <a:cxn ang="0">
                <a:pos x="connsiteX12953" y="connsiteY12953"/>
              </a:cxn>
              <a:cxn ang="0">
                <a:pos x="connsiteX12954" y="connsiteY12954"/>
              </a:cxn>
              <a:cxn ang="0">
                <a:pos x="connsiteX12955" y="connsiteY12955"/>
              </a:cxn>
              <a:cxn ang="0">
                <a:pos x="connsiteX12956" y="connsiteY12956"/>
              </a:cxn>
              <a:cxn ang="0">
                <a:pos x="connsiteX12957" y="connsiteY12957"/>
              </a:cxn>
              <a:cxn ang="0">
                <a:pos x="connsiteX12958" y="connsiteY12958"/>
              </a:cxn>
              <a:cxn ang="0">
                <a:pos x="connsiteX12959" y="connsiteY12959"/>
              </a:cxn>
              <a:cxn ang="0">
                <a:pos x="connsiteX12960" y="connsiteY12960"/>
              </a:cxn>
              <a:cxn ang="0">
                <a:pos x="connsiteX12961" y="connsiteY12961"/>
              </a:cxn>
              <a:cxn ang="0">
                <a:pos x="connsiteX12962" y="connsiteY12962"/>
              </a:cxn>
              <a:cxn ang="0">
                <a:pos x="connsiteX12963" y="connsiteY12963"/>
              </a:cxn>
              <a:cxn ang="0">
                <a:pos x="connsiteX12964" y="connsiteY12964"/>
              </a:cxn>
              <a:cxn ang="0">
                <a:pos x="connsiteX12965" y="connsiteY12965"/>
              </a:cxn>
              <a:cxn ang="0">
                <a:pos x="connsiteX12966" y="connsiteY12966"/>
              </a:cxn>
              <a:cxn ang="0">
                <a:pos x="connsiteX12967" y="connsiteY12967"/>
              </a:cxn>
              <a:cxn ang="0">
                <a:pos x="connsiteX12968" y="connsiteY12968"/>
              </a:cxn>
              <a:cxn ang="0">
                <a:pos x="connsiteX12969" y="connsiteY12969"/>
              </a:cxn>
              <a:cxn ang="0">
                <a:pos x="connsiteX12970" y="connsiteY12970"/>
              </a:cxn>
              <a:cxn ang="0">
                <a:pos x="connsiteX12971" y="connsiteY12971"/>
              </a:cxn>
              <a:cxn ang="0">
                <a:pos x="connsiteX12972" y="connsiteY12972"/>
              </a:cxn>
              <a:cxn ang="0">
                <a:pos x="connsiteX12973" y="connsiteY12973"/>
              </a:cxn>
              <a:cxn ang="0">
                <a:pos x="connsiteX12974" y="connsiteY12974"/>
              </a:cxn>
              <a:cxn ang="0">
                <a:pos x="connsiteX12975" y="connsiteY12975"/>
              </a:cxn>
              <a:cxn ang="0">
                <a:pos x="connsiteX12976" y="connsiteY12976"/>
              </a:cxn>
              <a:cxn ang="0">
                <a:pos x="connsiteX12977" y="connsiteY12977"/>
              </a:cxn>
              <a:cxn ang="0">
                <a:pos x="connsiteX12978" y="connsiteY12978"/>
              </a:cxn>
              <a:cxn ang="0">
                <a:pos x="connsiteX12979" y="connsiteY12979"/>
              </a:cxn>
              <a:cxn ang="0">
                <a:pos x="connsiteX12980" y="connsiteY12980"/>
              </a:cxn>
              <a:cxn ang="0">
                <a:pos x="connsiteX12981" y="connsiteY12981"/>
              </a:cxn>
              <a:cxn ang="0">
                <a:pos x="connsiteX12982" y="connsiteY12982"/>
              </a:cxn>
              <a:cxn ang="0">
                <a:pos x="connsiteX12983" y="connsiteY12983"/>
              </a:cxn>
              <a:cxn ang="0">
                <a:pos x="connsiteX12984" y="connsiteY12984"/>
              </a:cxn>
              <a:cxn ang="0">
                <a:pos x="connsiteX12985" y="connsiteY12985"/>
              </a:cxn>
              <a:cxn ang="0">
                <a:pos x="connsiteX12986" y="connsiteY12986"/>
              </a:cxn>
              <a:cxn ang="0">
                <a:pos x="connsiteX12987" y="connsiteY12987"/>
              </a:cxn>
              <a:cxn ang="0">
                <a:pos x="connsiteX12988" y="connsiteY12988"/>
              </a:cxn>
              <a:cxn ang="0">
                <a:pos x="connsiteX12989" y="connsiteY12989"/>
              </a:cxn>
              <a:cxn ang="0">
                <a:pos x="connsiteX12990" y="connsiteY12990"/>
              </a:cxn>
              <a:cxn ang="0">
                <a:pos x="connsiteX12991" y="connsiteY12991"/>
              </a:cxn>
              <a:cxn ang="0">
                <a:pos x="connsiteX12992" y="connsiteY12992"/>
              </a:cxn>
              <a:cxn ang="0">
                <a:pos x="connsiteX12993" y="connsiteY12993"/>
              </a:cxn>
              <a:cxn ang="0">
                <a:pos x="connsiteX12994" y="connsiteY12994"/>
              </a:cxn>
              <a:cxn ang="0">
                <a:pos x="connsiteX12995" y="connsiteY12995"/>
              </a:cxn>
              <a:cxn ang="0">
                <a:pos x="connsiteX12996" y="connsiteY12996"/>
              </a:cxn>
              <a:cxn ang="0">
                <a:pos x="connsiteX12997" y="connsiteY12997"/>
              </a:cxn>
              <a:cxn ang="0">
                <a:pos x="connsiteX12998" y="connsiteY12998"/>
              </a:cxn>
              <a:cxn ang="0">
                <a:pos x="connsiteX12999" y="connsiteY12999"/>
              </a:cxn>
              <a:cxn ang="0">
                <a:pos x="connsiteX13000" y="connsiteY13000"/>
              </a:cxn>
              <a:cxn ang="0">
                <a:pos x="connsiteX13001" y="connsiteY13001"/>
              </a:cxn>
              <a:cxn ang="0">
                <a:pos x="connsiteX13002" y="connsiteY13002"/>
              </a:cxn>
              <a:cxn ang="0">
                <a:pos x="connsiteX13003" y="connsiteY13003"/>
              </a:cxn>
              <a:cxn ang="0">
                <a:pos x="connsiteX13004" y="connsiteY13004"/>
              </a:cxn>
              <a:cxn ang="0">
                <a:pos x="connsiteX13005" y="connsiteY13005"/>
              </a:cxn>
              <a:cxn ang="0">
                <a:pos x="connsiteX13006" y="connsiteY13006"/>
              </a:cxn>
              <a:cxn ang="0">
                <a:pos x="connsiteX13007" y="connsiteY13007"/>
              </a:cxn>
              <a:cxn ang="0">
                <a:pos x="connsiteX13008" y="connsiteY13008"/>
              </a:cxn>
              <a:cxn ang="0">
                <a:pos x="connsiteX13009" y="connsiteY13009"/>
              </a:cxn>
              <a:cxn ang="0">
                <a:pos x="connsiteX13010" y="connsiteY13010"/>
              </a:cxn>
              <a:cxn ang="0">
                <a:pos x="connsiteX13011" y="connsiteY13011"/>
              </a:cxn>
              <a:cxn ang="0">
                <a:pos x="connsiteX13012" y="connsiteY13012"/>
              </a:cxn>
              <a:cxn ang="0">
                <a:pos x="connsiteX13013" y="connsiteY13013"/>
              </a:cxn>
              <a:cxn ang="0">
                <a:pos x="connsiteX13014" y="connsiteY13014"/>
              </a:cxn>
              <a:cxn ang="0">
                <a:pos x="connsiteX13015" y="connsiteY13015"/>
              </a:cxn>
              <a:cxn ang="0">
                <a:pos x="connsiteX13016" y="connsiteY13016"/>
              </a:cxn>
              <a:cxn ang="0">
                <a:pos x="connsiteX13017" y="connsiteY13017"/>
              </a:cxn>
              <a:cxn ang="0">
                <a:pos x="connsiteX13018" y="connsiteY13018"/>
              </a:cxn>
              <a:cxn ang="0">
                <a:pos x="connsiteX13019" y="connsiteY13019"/>
              </a:cxn>
              <a:cxn ang="0">
                <a:pos x="connsiteX13020" y="connsiteY13020"/>
              </a:cxn>
              <a:cxn ang="0">
                <a:pos x="connsiteX13021" y="connsiteY13021"/>
              </a:cxn>
              <a:cxn ang="0">
                <a:pos x="connsiteX13022" y="connsiteY13022"/>
              </a:cxn>
              <a:cxn ang="0">
                <a:pos x="connsiteX13023" y="connsiteY13023"/>
              </a:cxn>
              <a:cxn ang="0">
                <a:pos x="connsiteX13024" y="connsiteY13024"/>
              </a:cxn>
              <a:cxn ang="0">
                <a:pos x="connsiteX13025" y="connsiteY13025"/>
              </a:cxn>
              <a:cxn ang="0">
                <a:pos x="connsiteX13026" y="connsiteY13026"/>
              </a:cxn>
              <a:cxn ang="0">
                <a:pos x="connsiteX13027" y="connsiteY13027"/>
              </a:cxn>
              <a:cxn ang="0">
                <a:pos x="connsiteX13028" y="connsiteY13028"/>
              </a:cxn>
              <a:cxn ang="0">
                <a:pos x="connsiteX13029" y="connsiteY13029"/>
              </a:cxn>
              <a:cxn ang="0">
                <a:pos x="connsiteX13030" y="connsiteY13030"/>
              </a:cxn>
              <a:cxn ang="0">
                <a:pos x="connsiteX13031" y="connsiteY13031"/>
              </a:cxn>
              <a:cxn ang="0">
                <a:pos x="connsiteX13032" y="connsiteY13032"/>
              </a:cxn>
              <a:cxn ang="0">
                <a:pos x="connsiteX13033" y="connsiteY13033"/>
              </a:cxn>
              <a:cxn ang="0">
                <a:pos x="connsiteX13034" y="connsiteY13034"/>
              </a:cxn>
              <a:cxn ang="0">
                <a:pos x="connsiteX13035" y="connsiteY13035"/>
              </a:cxn>
              <a:cxn ang="0">
                <a:pos x="connsiteX13036" y="connsiteY13036"/>
              </a:cxn>
              <a:cxn ang="0">
                <a:pos x="connsiteX13037" y="connsiteY13037"/>
              </a:cxn>
              <a:cxn ang="0">
                <a:pos x="connsiteX13038" y="connsiteY13038"/>
              </a:cxn>
              <a:cxn ang="0">
                <a:pos x="connsiteX13039" y="connsiteY13039"/>
              </a:cxn>
              <a:cxn ang="0">
                <a:pos x="connsiteX13040" y="connsiteY13040"/>
              </a:cxn>
              <a:cxn ang="0">
                <a:pos x="connsiteX13041" y="connsiteY13041"/>
              </a:cxn>
              <a:cxn ang="0">
                <a:pos x="connsiteX13042" y="connsiteY13042"/>
              </a:cxn>
              <a:cxn ang="0">
                <a:pos x="connsiteX13043" y="connsiteY13043"/>
              </a:cxn>
              <a:cxn ang="0">
                <a:pos x="connsiteX13044" y="connsiteY13044"/>
              </a:cxn>
              <a:cxn ang="0">
                <a:pos x="connsiteX13045" y="connsiteY13045"/>
              </a:cxn>
              <a:cxn ang="0">
                <a:pos x="connsiteX13046" y="connsiteY13046"/>
              </a:cxn>
              <a:cxn ang="0">
                <a:pos x="connsiteX13047" y="connsiteY13047"/>
              </a:cxn>
              <a:cxn ang="0">
                <a:pos x="connsiteX13048" y="connsiteY13048"/>
              </a:cxn>
              <a:cxn ang="0">
                <a:pos x="connsiteX13049" y="connsiteY13049"/>
              </a:cxn>
              <a:cxn ang="0">
                <a:pos x="connsiteX13050" y="connsiteY13050"/>
              </a:cxn>
              <a:cxn ang="0">
                <a:pos x="connsiteX13051" y="connsiteY13051"/>
              </a:cxn>
              <a:cxn ang="0">
                <a:pos x="connsiteX13052" y="connsiteY13052"/>
              </a:cxn>
              <a:cxn ang="0">
                <a:pos x="connsiteX13053" y="connsiteY13053"/>
              </a:cxn>
              <a:cxn ang="0">
                <a:pos x="connsiteX13054" y="connsiteY13054"/>
              </a:cxn>
              <a:cxn ang="0">
                <a:pos x="connsiteX13055" y="connsiteY13055"/>
              </a:cxn>
              <a:cxn ang="0">
                <a:pos x="connsiteX13056" y="connsiteY13056"/>
              </a:cxn>
              <a:cxn ang="0">
                <a:pos x="connsiteX13057" y="connsiteY13057"/>
              </a:cxn>
              <a:cxn ang="0">
                <a:pos x="connsiteX13058" y="connsiteY13058"/>
              </a:cxn>
              <a:cxn ang="0">
                <a:pos x="connsiteX13059" y="connsiteY13059"/>
              </a:cxn>
              <a:cxn ang="0">
                <a:pos x="connsiteX13060" y="connsiteY13060"/>
              </a:cxn>
              <a:cxn ang="0">
                <a:pos x="connsiteX13061" y="connsiteY13061"/>
              </a:cxn>
              <a:cxn ang="0">
                <a:pos x="connsiteX13062" y="connsiteY13062"/>
              </a:cxn>
              <a:cxn ang="0">
                <a:pos x="connsiteX13063" y="connsiteY13063"/>
              </a:cxn>
              <a:cxn ang="0">
                <a:pos x="connsiteX13064" y="connsiteY13064"/>
              </a:cxn>
              <a:cxn ang="0">
                <a:pos x="connsiteX13065" y="connsiteY13065"/>
              </a:cxn>
              <a:cxn ang="0">
                <a:pos x="connsiteX13066" y="connsiteY13066"/>
              </a:cxn>
              <a:cxn ang="0">
                <a:pos x="connsiteX13067" y="connsiteY13067"/>
              </a:cxn>
              <a:cxn ang="0">
                <a:pos x="connsiteX13068" y="connsiteY13068"/>
              </a:cxn>
              <a:cxn ang="0">
                <a:pos x="connsiteX13069" y="connsiteY13069"/>
              </a:cxn>
              <a:cxn ang="0">
                <a:pos x="connsiteX13070" y="connsiteY13070"/>
              </a:cxn>
              <a:cxn ang="0">
                <a:pos x="connsiteX13071" y="connsiteY13071"/>
              </a:cxn>
              <a:cxn ang="0">
                <a:pos x="connsiteX13072" y="connsiteY13072"/>
              </a:cxn>
              <a:cxn ang="0">
                <a:pos x="connsiteX13073" y="connsiteY13073"/>
              </a:cxn>
              <a:cxn ang="0">
                <a:pos x="connsiteX13074" y="connsiteY13074"/>
              </a:cxn>
              <a:cxn ang="0">
                <a:pos x="connsiteX13075" y="connsiteY13075"/>
              </a:cxn>
              <a:cxn ang="0">
                <a:pos x="connsiteX13076" y="connsiteY13076"/>
              </a:cxn>
              <a:cxn ang="0">
                <a:pos x="connsiteX13077" y="connsiteY13077"/>
              </a:cxn>
              <a:cxn ang="0">
                <a:pos x="connsiteX13078" y="connsiteY13078"/>
              </a:cxn>
              <a:cxn ang="0">
                <a:pos x="connsiteX13079" y="connsiteY13079"/>
              </a:cxn>
              <a:cxn ang="0">
                <a:pos x="connsiteX13080" y="connsiteY13080"/>
              </a:cxn>
              <a:cxn ang="0">
                <a:pos x="connsiteX13081" y="connsiteY13081"/>
              </a:cxn>
              <a:cxn ang="0">
                <a:pos x="connsiteX13082" y="connsiteY13082"/>
              </a:cxn>
              <a:cxn ang="0">
                <a:pos x="connsiteX13083" y="connsiteY13083"/>
              </a:cxn>
              <a:cxn ang="0">
                <a:pos x="connsiteX13084" y="connsiteY13084"/>
              </a:cxn>
              <a:cxn ang="0">
                <a:pos x="connsiteX13085" y="connsiteY13085"/>
              </a:cxn>
              <a:cxn ang="0">
                <a:pos x="connsiteX13086" y="connsiteY13086"/>
              </a:cxn>
              <a:cxn ang="0">
                <a:pos x="connsiteX13087" y="connsiteY13087"/>
              </a:cxn>
              <a:cxn ang="0">
                <a:pos x="connsiteX13088" y="connsiteY13088"/>
              </a:cxn>
              <a:cxn ang="0">
                <a:pos x="connsiteX13089" y="connsiteY13089"/>
              </a:cxn>
              <a:cxn ang="0">
                <a:pos x="connsiteX13090" y="connsiteY13090"/>
              </a:cxn>
              <a:cxn ang="0">
                <a:pos x="connsiteX13091" y="connsiteY13091"/>
              </a:cxn>
              <a:cxn ang="0">
                <a:pos x="connsiteX13092" y="connsiteY13092"/>
              </a:cxn>
              <a:cxn ang="0">
                <a:pos x="connsiteX13093" y="connsiteY13093"/>
              </a:cxn>
              <a:cxn ang="0">
                <a:pos x="connsiteX13094" y="connsiteY13094"/>
              </a:cxn>
              <a:cxn ang="0">
                <a:pos x="connsiteX13095" y="connsiteY13095"/>
              </a:cxn>
              <a:cxn ang="0">
                <a:pos x="connsiteX13096" y="connsiteY13096"/>
              </a:cxn>
              <a:cxn ang="0">
                <a:pos x="connsiteX13097" y="connsiteY13097"/>
              </a:cxn>
              <a:cxn ang="0">
                <a:pos x="connsiteX13098" y="connsiteY13098"/>
              </a:cxn>
              <a:cxn ang="0">
                <a:pos x="connsiteX13099" y="connsiteY13099"/>
              </a:cxn>
              <a:cxn ang="0">
                <a:pos x="connsiteX13100" y="connsiteY13100"/>
              </a:cxn>
              <a:cxn ang="0">
                <a:pos x="connsiteX13101" y="connsiteY13101"/>
              </a:cxn>
              <a:cxn ang="0">
                <a:pos x="connsiteX13102" y="connsiteY13102"/>
              </a:cxn>
              <a:cxn ang="0">
                <a:pos x="connsiteX13103" y="connsiteY13103"/>
              </a:cxn>
              <a:cxn ang="0">
                <a:pos x="connsiteX13104" y="connsiteY13104"/>
              </a:cxn>
              <a:cxn ang="0">
                <a:pos x="connsiteX13105" y="connsiteY13105"/>
              </a:cxn>
              <a:cxn ang="0">
                <a:pos x="connsiteX13106" y="connsiteY13106"/>
              </a:cxn>
              <a:cxn ang="0">
                <a:pos x="connsiteX13107" y="connsiteY13107"/>
              </a:cxn>
              <a:cxn ang="0">
                <a:pos x="connsiteX13108" y="connsiteY13108"/>
              </a:cxn>
              <a:cxn ang="0">
                <a:pos x="connsiteX13109" y="connsiteY13109"/>
              </a:cxn>
              <a:cxn ang="0">
                <a:pos x="connsiteX13110" y="connsiteY13110"/>
              </a:cxn>
              <a:cxn ang="0">
                <a:pos x="connsiteX13111" y="connsiteY13111"/>
              </a:cxn>
              <a:cxn ang="0">
                <a:pos x="connsiteX13112" y="connsiteY13112"/>
              </a:cxn>
              <a:cxn ang="0">
                <a:pos x="connsiteX13113" y="connsiteY13113"/>
              </a:cxn>
              <a:cxn ang="0">
                <a:pos x="connsiteX13114" y="connsiteY13114"/>
              </a:cxn>
              <a:cxn ang="0">
                <a:pos x="connsiteX13115" y="connsiteY13115"/>
              </a:cxn>
              <a:cxn ang="0">
                <a:pos x="connsiteX13116" y="connsiteY13116"/>
              </a:cxn>
              <a:cxn ang="0">
                <a:pos x="connsiteX13117" y="connsiteY13117"/>
              </a:cxn>
              <a:cxn ang="0">
                <a:pos x="connsiteX13118" y="connsiteY13118"/>
              </a:cxn>
              <a:cxn ang="0">
                <a:pos x="connsiteX13119" y="connsiteY13119"/>
              </a:cxn>
              <a:cxn ang="0">
                <a:pos x="connsiteX13120" y="connsiteY13120"/>
              </a:cxn>
              <a:cxn ang="0">
                <a:pos x="connsiteX13121" y="connsiteY13121"/>
              </a:cxn>
              <a:cxn ang="0">
                <a:pos x="connsiteX13122" y="connsiteY13122"/>
              </a:cxn>
              <a:cxn ang="0">
                <a:pos x="connsiteX13123" y="connsiteY13123"/>
              </a:cxn>
              <a:cxn ang="0">
                <a:pos x="connsiteX13124" y="connsiteY13124"/>
              </a:cxn>
              <a:cxn ang="0">
                <a:pos x="connsiteX13125" y="connsiteY13125"/>
              </a:cxn>
              <a:cxn ang="0">
                <a:pos x="connsiteX13126" y="connsiteY13126"/>
              </a:cxn>
              <a:cxn ang="0">
                <a:pos x="connsiteX13127" y="connsiteY13127"/>
              </a:cxn>
              <a:cxn ang="0">
                <a:pos x="connsiteX13128" y="connsiteY13128"/>
              </a:cxn>
              <a:cxn ang="0">
                <a:pos x="connsiteX13129" y="connsiteY13129"/>
              </a:cxn>
              <a:cxn ang="0">
                <a:pos x="connsiteX13130" y="connsiteY13130"/>
              </a:cxn>
              <a:cxn ang="0">
                <a:pos x="connsiteX13131" y="connsiteY13131"/>
              </a:cxn>
              <a:cxn ang="0">
                <a:pos x="connsiteX13132" y="connsiteY13132"/>
              </a:cxn>
              <a:cxn ang="0">
                <a:pos x="connsiteX13133" y="connsiteY13133"/>
              </a:cxn>
              <a:cxn ang="0">
                <a:pos x="connsiteX13134" y="connsiteY13134"/>
              </a:cxn>
              <a:cxn ang="0">
                <a:pos x="connsiteX13135" y="connsiteY13135"/>
              </a:cxn>
              <a:cxn ang="0">
                <a:pos x="connsiteX13136" y="connsiteY13136"/>
              </a:cxn>
              <a:cxn ang="0">
                <a:pos x="connsiteX13137" y="connsiteY13137"/>
              </a:cxn>
              <a:cxn ang="0">
                <a:pos x="connsiteX13138" y="connsiteY13138"/>
              </a:cxn>
              <a:cxn ang="0">
                <a:pos x="connsiteX13139" y="connsiteY13139"/>
              </a:cxn>
              <a:cxn ang="0">
                <a:pos x="connsiteX13140" y="connsiteY13140"/>
              </a:cxn>
              <a:cxn ang="0">
                <a:pos x="connsiteX13141" y="connsiteY13141"/>
              </a:cxn>
              <a:cxn ang="0">
                <a:pos x="connsiteX13142" y="connsiteY13142"/>
              </a:cxn>
              <a:cxn ang="0">
                <a:pos x="connsiteX13143" y="connsiteY13143"/>
              </a:cxn>
              <a:cxn ang="0">
                <a:pos x="connsiteX13144" y="connsiteY13144"/>
              </a:cxn>
              <a:cxn ang="0">
                <a:pos x="connsiteX13145" y="connsiteY13145"/>
              </a:cxn>
              <a:cxn ang="0">
                <a:pos x="connsiteX13146" y="connsiteY13146"/>
              </a:cxn>
              <a:cxn ang="0">
                <a:pos x="connsiteX13147" y="connsiteY13147"/>
              </a:cxn>
              <a:cxn ang="0">
                <a:pos x="connsiteX13148" y="connsiteY13148"/>
              </a:cxn>
              <a:cxn ang="0">
                <a:pos x="connsiteX13149" y="connsiteY13149"/>
              </a:cxn>
              <a:cxn ang="0">
                <a:pos x="connsiteX13150" y="connsiteY13150"/>
              </a:cxn>
              <a:cxn ang="0">
                <a:pos x="connsiteX13151" y="connsiteY13151"/>
              </a:cxn>
              <a:cxn ang="0">
                <a:pos x="connsiteX13152" y="connsiteY13152"/>
              </a:cxn>
              <a:cxn ang="0">
                <a:pos x="connsiteX13153" y="connsiteY13153"/>
              </a:cxn>
              <a:cxn ang="0">
                <a:pos x="connsiteX13154" y="connsiteY13154"/>
              </a:cxn>
              <a:cxn ang="0">
                <a:pos x="connsiteX13155" y="connsiteY13155"/>
              </a:cxn>
              <a:cxn ang="0">
                <a:pos x="connsiteX13156" y="connsiteY13156"/>
              </a:cxn>
              <a:cxn ang="0">
                <a:pos x="connsiteX13157" y="connsiteY13157"/>
              </a:cxn>
              <a:cxn ang="0">
                <a:pos x="connsiteX13158" y="connsiteY13158"/>
              </a:cxn>
              <a:cxn ang="0">
                <a:pos x="connsiteX13159" y="connsiteY13159"/>
              </a:cxn>
              <a:cxn ang="0">
                <a:pos x="connsiteX13160" y="connsiteY13160"/>
              </a:cxn>
              <a:cxn ang="0">
                <a:pos x="connsiteX13161" y="connsiteY13161"/>
              </a:cxn>
              <a:cxn ang="0">
                <a:pos x="connsiteX13162" y="connsiteY13162"/>
              </a:cxn>
              <a:cxn ang="0">
                <a:pos x="connsiteX13163" y="connsiteY13163"/>
              </a:cxn>
              <a:cxn ang="0">
                <a:pos x="connsiteX13164" y="connsiteY13164"/>
              </a:cxn>
              <a:cxn ang="0">
                <a:pos x="connsiteX13165" y="connsiteY13165"/>
              </a:cxn>
              <a:cxn ang="0">
                <a:pos x="connsiteX13166" y="connsiteY13166"/>
              </a:cxn>
              <a:cxn ang="0">
                <a:pos x="connsiteX13167" y="connsiteY13167"/>
              </a:cxn>
              <a:cxn ang="0">
                <a:pos x="connsiteX13168" y="connsiteY13168"/>
              </a:cxn>
              <a:cxn ang="0">
                <a:pos x="connsiteX13169" y="connsiteY13169"/>
              </a:cxn>
              <a:cxn ang="0">
                <a:pos x="connsiteX13170" y="connsiteY13170"/>
              </a:cxn>
              <a:cxn ang="0">
                <a:pos x="connsiteX13171" y="connsiteY13171"/>
              </a:cxn>
              <a:cxn ang="0">
                <a:pos x="connsiteX13172" y="connsiteY13172"/>
              </a:cxn>
              <a:cxn ang="0">
                <a:pos x="connsiteX13173" y="connsiteY13173"/>
              </a:cxn>
              <a:cxn ang="0">
                <a:pos x="connsiteX13174" y="connsiteY13174"/>
              </a:cxn>
              <a:cxn ang="0">
                <a:pos x="connsiteX13175" y="connsiteY13175"/>
              </a:cxn>
              <a:cxn ang="0">
                <a:pos x="connsiteX13176" y="connsiteY13176"/>
              </a:cxn>
              <a:cxn ang="0">
                <a:pos x="connsiteX13177" y="connsiteY13177"/>
              </a:cxn>
              <a:cxn ang="0">
                <a:pos x="connsiteX13178" y="connsiteY13178"/>
              </a:cxn>
              <a:cxn ang="0">
                <a:pos x="connsiteX13179" y="connsiteY13179"/>
              </a:cxn>
              <a:cxn ang="0">
                <a:pos x="connsiteX13180" y="connsiteY13180"/>
              </a:cxn>
              <a:cxn ang="0">
                <a:pos x="connsiteX13181" y="connsiteY13181"/>
              </a:cxn>
              <a:cxn ang="0">
                <a:pos x="connsiteX13182" y="connsiteY13182"/>
              </a:cxn>
              <a:cxn ang="0">
                <a:pos x="connsiteX13183" y="connsiteY13183"/>
              </a:cxn>
              <a:cxn ang="0">
                <a:pos x="connsiteX13184" y="connsiteY13184"/>
              </a:cxn>
              <a:cxn ang="0">
                <a:pos x="connsiteX13185" y="connsiteY13185"/>
              </a:cxn>
              <a:cxn ang="0">
                <a:pos x="connsiteX13186" y="connsiteY13186"/>
              </a:cxn>
              <a:cxn ang="0">
                <a:pos x="connsiteX13187" y="connsiteY13187"/>
              </a:cxn>
              <a:cxn ang="0">
                <a:pos x="connsiteX13188" y="connsiteY13188"/>
              </a:cxn>
              <a:cxn ang="0">
                <a:pos x="connsiteX13189" y="connsiteY13189"/>
              </a:cxn>
              <a:cxn ang="0">
                <a:pos x="connsiteX13190" y="connsiteY13190"/>
              </a:cxn>
              <a:cxn ang="0">
                <a:pos x="connsiteX13191" y="connsiteY13191"/>
              </a:cxn>
              <a:cxn ang="0">
                <a:pos x="connsiteX13192" y="connsiteY13192"/>
              </a:cxn>
              <a:cxn ang="0">
                <a:pos x="connsiteX13193" y="connsiteY13193"/>
              </a:cxn>
              <a:cxn ang="0">
                <a:pos x="connsiteX13194" y="connsiteY13194"/>
              </a:cxn>
              <a:cxn ang="0">
                <a:pos x="connsiteX13195" y="connsiteY13195"/>
              </a:cxn>
              <a:cxn ang="0">
                <a:pos x="connsiteX13196" y="connsiteY13196"/>
              </a:cxn>
              <a:cxn ang="0">
                <a:pos x="connsiteX13197" y="connsiteY13197"/>
              </a:cxn>
              <a:cxn ang="0">
                <a:pos x="connsiteX13198" y="connsiteY13198"/>
              </a:cxn>
              <a:cxn ang="0">
                <a:pos x="connsiteX13199" y="connsiteY13199"/>
              </a:cxn>
              <a:cxn ang="0">
                <a:pos x="connsiteX13200" y="connsiteY13200"/>
              </a:cxn>
              <a:cxn ang="0">
                <a:pos x="connsiteX13201" y="connsiteY13201"/>
              </a:cxn>
              <a:cxn ang="0">
                <a:pos x="connsiteX13202" y="connsiteY13202"/>
              </a:cxn>
              <a:cxn ang="0">
                <a:pos x="connsiteX13203" y="connsiteY13203"/>
              </a:cxn>
              <a:cxn ang="0">
                <a:pos x="connsiteX13204" y="connsiteY13204"/>
              </a:cxn>
              <a:cxn ang="0">
                <a:pos x="connsiteX13205" y="connsiteY13205"/>
              </a:cxn>
              <a:cxn ang="0">
                <a:pos x="connsiteX13206" y="connsiteY13206"/>
              </a:cxn>
              <a:cxn ang="0">
                <a:pos x="connsiteX13207" y="connsiteY13207"/>
              </a:cxn>
              <a:cxn ang="0">
                <a:pos x="connsiteX13208" y="connsiteY13208"/>
              </a:cxn>
              <a:cxn ang="0">
                <a:pos x="connsiteX13209" y="connsiteY13209"/>
              </a:cxn>
              <a:cxn ang="0">
                <a:pos x="connsiteX13210" y="connsiteY13210"/>
              </a:cxn>
              <a:cxn ang="0">
                <a:pos x="connsiteX13211" y="connsiteY13211"/>
              </a:cxn>
              <a:cxn ang="0">
                <a:pos x="connsiteX13212" y="connsiteY13212"/>
              </a:cxn>
              <a:cxn ang="0">
                <a:pos x="connsiteX13213" y="connsiteY13213"/>
              </a:cxn>
              <a:cxn ang="0">
                <a:pos x="connsiteX13214" y="connsiteY13214"/>
              </a:cxn>
              <a:cxn ang="0">
                <a:pos x="connsiteX13215" y="connsiteY13215"/>
              </a:cxn>
              <a:cxn ang="0">
                <a:pos x="connsiteX13216" y="connsiteY13216"/>
              </a:cxn>
              <a:cxn ang="0">
                <a:pos x="connsiteX13217" y="connsiteY13217"/>
              </a:cxn>
              <a:cxn ang="0">
                <a:pos x="connsiteX13218" y="connsiteY13218"/>
              </a:cxn>
              <a:cxn ang="0">
                <a:pos x="connsiteX13219" y="connsiteY13219"/>
              </a:cxn>
              <a:cxn ang="0">
                <a:pos x="connsiteX13220" y="connsiteY13220"/>
              </a:cxn>
              <a:cxn ang="0">
                <a:pos x="connsiteX13221" y="connsiteY13221"/>
              </a:cxn>
              <a:cxn ang="0">
                <a:pos x="connsiteX13222" y="connsiteY13222"/>
              </a:cxn>
              <a:cxn ang="0">
                <a:pos x="connsiteX13223" y="connsiteY13223"/>
              </a:cxn>
              <a:cxn ang="0">
                <a:pos x="connsiteX13224" y="connsiteY13224"/>
              </a:cxn>
              <a:cxn ang="0">
                <a:pos x="connsiteX13225" y="connsiteY13225"/>
              </a:cxn>
              <a:cxn ang="0">
                <a:pos x="connsiteX13226" y="connsiteY13226"/>
              </a:cxn>
              <a:cxn ang="0">
                <a:pos x="connsiteX13227" y="connsiteY13227"/>
              </a:cxn>
              <a:cxn ang="0">
                <a:pos x="connsiteX13228" y="connsiteY13228"/>
              </a:cxn>
              <a:cxn ang="0">
                <a:pos x="connsiteX13229" y="connsiteY13229"/>
              </a:cxn>
              <a:cxn ang="0">
                <a:pos x="connsiteX13230" y="connsiteY13230"/>
              </a:cxn>
              <a:cxn ang="0">
                <a:pos x="connsiteX13231" y="connsiteY13231"/>
              </a:cxn>
              <a:cxn ang="0">
                <a:pos x="connsiteX13232" y="connsiteY13232"/>
              </a:cxn>
              <a:cxn ang="0">
                <a:pos x="connsiteX13233" y="connsiteY13233"/>
              </a:cxn>
              <a:cxn ang="0">
                <a:pos x="connsiteX13234" y="connsiteY13234"/>
              </a:cxn>
              <a:cxn ang="0">
                <a:pos x="connsiteX13235" y="connsiteY13235"/>
              </a:cxn>
              <a:cxn ang="0">
                <a:pos x="connsiteX13236" y="connsiteY13236"/>
              </a:cxn>
              <a:cxn ang="0">
                <a:pos x="connsiteX13237" y="connsiteY13237"/>
              </a:cxn>
              <a:cxn ang="0">
                <a:pos x="connsiteX13238" y="connsiteY13238"/>
              </a:cxn>
              <a:cxn ang="0">
                <a:pos x="connsiteX13239" y="connsiteY13239"/>
              </a:cxn>
              <a:cxn ang="0">
                <a:pos x="connsiteX13240" y="connsiteY13240"/>
              </a:cxn>
              <a:cxn ang="0">
                <a:pos x="connsiteX13241" y="connsiteY13241"/>
              </a:cxn>
              <a:cxn ang="0">
                <a:pos x="connsiteX13242" y="connsiteY13242"/>
              </a:cxn>
              <a:cxn ang="0">
                <a:pos x="connsiteX13243" y="connsiteY13243"/>
              </a:cxn>
              <a:cxn ang="0">
                <a:pos x="connsiteX13244" y="connsiteY13244"/>
              </a:cxn>
              <a:cxn ang="0">
                <a:pos x="connsiteX13245" y="connsiteY13245"/>
              </a:cxn>
              <a:cxn ang="0">
                <a:pos x="connsiteX13246" y="connsiteY13246"/>
              </a:cxn>
              <a:cxn ang="0">
                <a:pos x="connsiteX13247" y="connsiteY13247"/>
              </a:cxn>
              <a:cxn ang="0">
                <a:pos x="connsiteX13248" y="connsiteY13248"/>
              </a:cxn>
              <a:cxn ang="0">
                <a:pos x="connsiteX13249" y="connsiteY13249"/>
              </a:cxn>
              <a:cxn ang="0">
                <a:pos x="connsiteX13250" y="connsiteY13250"/>
              </a:cxn>
              <a:cxn ang="0">
                <a:pos x="connsiteX13251" y="connsiteY13251"/>
              </a:cxn>
              <a:cxn ang="0">
                <a:pos x="connsiteX13252" y="connsiteY13252"/>
              </a:cxn>
              <a:cxn ang="0">
                <a:pos x="connsiteX13253" y="connsiteY13253"/>
              </a:cxn>
              <a:cxn ang="0">
                <a:pos x="connsiteX13254" y="connsiteY13254"/>
              </a:cxn>
              <a:cxn ang="0">
                <a:pos x="connsiteX13255" y="connsiteY13255"/>
              </a:cxn>
              <a:cxn ang="0">
                <a:pos x="connsiteX13256" y="connsiteY13256"/>
              </a:cxn>
              <a:cxn ang="0">
                <a:pos x="connsiteX13257" y="connsiteY13257"/>
              </a:cxn>
              <a:cxn ang="0">
                <a:pos x="connsiteX13258" y="connsiteY13258"/>
              </a:cxn>
              <a:cxn ang="0">
                <a:pos x="connsiteX13259" y="connsiteY13259"/>
              </a:cxn>
              <a:cxn ang="0">
                <a:pos x="connsiteX13260" y="connsiteY13260"/>
              </a:cxn>
              <a:cxn ang="0">
                <a:pos x="connsiteX13261" y="connsiteY13261"/>
              </a:cxn>
              <a:cxn ang="0">
                <a:pos x="connsiteX13262" y="connsiteY13262"/>
              </a:cxn>
              <a:cxn ang="0">
                <a:pos x="connsiteX13263" y="connsiteY13263"/>
              </a:cxn>
              <a:cxn ang="0">
                <a:pos x="connsiteX13264" y="connsiteY13264"/>
              </a:cxn>
              <a:cxn ang="0">
                <a:pos x="connsiteX13265" y="connsiteY13265"/>
              </a:cxn>
              <a:cxn ang="0">
                <a:pos x="connsiteX13266" y="connsiteY13266"/>
              </a:cxn>
              <a:cxn ang="0">
                <a:pos x="connsiteX13267" y="connsiteY13267"/>
              </a:cxn>
              <a:cxn ang="0">
                <a:pos x="connsiteX13268" y="connsiteY13268"/>
              </a:cxn>
              <a:cxn ang="0">
                <a:pos x="connsiteX13269" y="connsiteY13269"/>
              </a:cxn>
              <a:cxn ang="0">
                <a:pos x="connsiteX13270" y="connsiteY13270"/>
              </a:cxn>
              <a:cxn ang="0">
                <a:pos x="connsiteX13271" y="connsiteY13271"/>
              </a:cxn>
              <a:cxn ang="0">
                <a:pos x="connsiteX13272" y="connsiteY13272"/>
              </a:cxn>
              <a:cxn ang="0">
                <a:pos x="connsiteX13273" y="connsiteY13273"/>
              </a:cxn>
              <a:cxn ang="0">
                <a:pos x="connsiteX13274" y="connsiteY13274"/>
              </a:cxn>
              <a:cxn ang="0">
                <a:pos x="connsiteX13275" y="connsiteY13275"/>
              </a:cxn>
              <a:cxn ang="0">
                <a:pos x="connsiteX13276" y="connsiteY13276"/>
              </a:cxn>
              <a:cxn ang="0">
                <a:pos x="connsiteX13277" y="connsiteY13277"/>
              </a:cxn>
              <a:cxn ang="0">
                <a:pos x="connsiteX13278" y="connsiteY13278"/>
              </a:cxn>
              <a:cxn ang="0">
                <a:pos x="connsiteX13279" y="connsiteY13279"/>
              </a:cxn>
              <a:cxn ang="0">
                <a:pos x="connsiteX13280" y="connsiteY13280"/>
              </a:cxn>
              <a:cxn ang="0">
                <a:pos x="connsiteX13281" y="connsiteY13281"/>
              </a:cxn>
              <a:cxn ang="0">
                <a:pos x="connsiteX13282" y="connsiteY13282"/>
              </a:cxn>
              <a:cxn ang="0">
                <a:pos x="connsiteX13283" y="connsiteY13283"/>
              </a:cxn>
              <a:cxn ang="0">
                <a:pos x="connsiteX13284" y="connsiteY13284"/>
              </a:cxn>
              <a:cxn ang="0">
                <a:pos x="connsiteX13285" y="connsiteY13285"/>
              </a:cxn>
              <a:cxn ang="0">
                <a:pos x="connsiteX13286" y="connsiteY13286"/>
              </a:cxn>
              <a:cxn ang="0">
                <a:pos x="connsiteX13287" y="connsiteY13287"/>
              </a:cxn>
              <a:cxn ang="0">
                <a:pos x="connsiteX13288" y="connsiteY13288"/>
              </a:cxn>
              <a:cxn ang="0">
                <a:pos x="connsiteX13289" y="connsiteY13289"/>
              </a:cxn>
              <a:cxn ang="0">
                <a:pos x="connsiteX13290" y="connsiteY13290"/>
              </a:cxn>
              <a:cxn ang="0">
                <a:pos x="connsiteX13291" y="connsiteY13291"/>
              </a:cxn>
              <a:cxn ang="0">
                <a:pos x="connsiteX13292" y="connsiteY13292"/>
              </a:cxn>
              <a:cxn ang="0">
                <a:pos x="connsiteX13293" y="connsiteY13293"/>
              </a:cxn>
              <a:cxn ang="0">
                <a:pos x="connsiteX13294" y="connsiteY13294"/>
              </a:cxn>
              <a:cxn ang="0">
                <a:pos x="connsiteX13295" y="connsiteY13295"/>
              </a:cxn>
              <a:cxn ang="0">
                <a:pos x="connsiteX13296" y="connsiteY13296"/>
              </a:cxn>
              <a:cxn ang="0">
                <a:pos x="connsiteX13297" y="connsiteY13297"/>
              </a:cxn>
              <a:cxn ang="0">
                <a:pos x="connsiteX13298" y="connsiteY13298"/>
              </a:cxn>
              <a:cxn ang="0">
                <a:pos x="connsiteX13299" y="connsiteY13299"/>
              </a:cxn>
              <a:cxn ang="0">
                <a:pos x="connsiteX13300" y="connsiteY13300"/>
              </a:cxn>
              <a:cxn ang="0">
                <a:pos x="connsiteX13301" y="connsiteY13301"/>
              </a:cxn>
              <a:cxn ang="0">
                <a:pos x="connsiteX13302" y="connsiteY13302"/>
              </a:cxn>
              <a:cxn ang="0">
                <a:pos x="connsiteX13303" y="connsiteY13303"/>
              </a:cxn>
              <a:cxn ang="0">
                <a:pos x="connsiteX13304" y="connsiteY13304"/>
              </a:cxn>
              <a:cxn ang="0">
                <a:pos x="connsiteX13305" y="connsiteY13305"/>
              </a:cxn>
              <a:cxn ang="0">
                <a:pos x="connsiteX13306" y="connsiteY13306"/>
              </a:cxn>
              <a:cxn ang="0">
                <a:pos x="connsiteX13307" y="connsiteY13307"/>
              </a:cxn>
              <a:cxn ang="0">
                <a:pos x="connsiteX13308" y="connsiteY13308"/>
              </a:cxn>
              <a:cxn ang="0">
                <a:pos x="connsiteX13309" y="connsiteY13309"/>
              </a:cxn>
              <a:cxn ang="0">
                <a:pos x="connsiteX13310" y="connsiteY13310"/>
              </a:cxn>
              <a:cxn ang="0">
                <a:pos x="connsiteX13311" y="connsiteY13311"/>
              </a:cxn>
              <a:cxn ang="0">
                <a:pos x="connsiteX13312" y="connsiteY13312"/>
              </a:cxn>
              <a:cxn ang="0">
                <a:pos x="connsiteX13313" y="connsiteY13313"/>
              </a:cxn>
              <a:cxn ang="0">
                <a:pos x="connsiteX13314" y="connsiteY13314"/>
              </a:cxn>
              <a:cxn ang="0">
                <a:pos x="connsiteX13315" y="connsiteY13315"/>
              </a:cxn>
              <a:cxn ang="0">
                <a:pos x="connsiteX13316" y="connsiteY13316"/>
              </a:cxn>
              <a:cxn ang="0">
                <a:pos x="connsiteX13317" y="connsiteY13317"/>
              </a:cxn>
              <a:cxn ang="0">
                <a:pos x="connsiteX13318" y="connsiteY13318"/>
              </a:cxn>
              <a:cxn ang="0">
                <a:pos x="connsiteX13319" y="connsiteY13319"/>
              </a:cxn>
              <a:cxn ang="0">
                <a:pos x="connsiteX13320" y="connsiteY13320"/>
              </a:cxn>
              <a:cxn ang="0">
                <a:pos x="connsiteX13321" y="connsiteY13321"/>
              </a:cxn>
              <a:cxn ang="0">
                <a:pos x="connsiteX13322" y="connsiteY13322"/>
              </a:cxn>
              <a:cxn ang="0">
                <a:pos x="connsiteX13323" y="connsiteY13323"/>
              </a:cxn>
              <a:cxn ang="0">
                <a:pos x="connsiteX13324" y="connsiteY13324"/>
              </a:cxn>
              <a:cxn ang="0">
                <a:pos x="connsiteX13325" y="connsiteY13325"/>
              </a:cxn>
              <a:cxn ang="0">
                <a:pos x="connsiteX13326" y="connsiteY13326"/>
              </a:cxn>
              <a:cxn ang="0">
                <a:pos x="connsiteX13327" y="connsiteY13327"/>
              </a:cxn>
              <a:cxn ang="0">
                <a:pos x="connsiteX13328" y="connsiteY13328"/>
              </a:cxn>
              <a:cxn ang="0">
                <a:pos x="connsiteX13329" y="connsiteY13329"/>
              </a:cxn>
              <a:cxn ang="0">
                <a:pos x="connsiteX13330" y="connsiteY13330"/>
              </a:cxn>
              <a:cxn ang="0">
                <a:pos x="connsiteX13331" y="connsiteY13331"/>
              </a:cxn>
              <a:cxn ang="0">
                <a:pos x="connsiteX13332" y="connsiteY13332"/>
              </a:cxn>
              <a:cxn ang="0">
                <a:pos x="connsiteX13333" y="connsiteY13333"/>
              </a:cxn>
              <a:cxn ang="0">
                <a:pos x="connsiteX13334" y="connsiteY13334"/>
              </a:cxn>
              <a:cxn ang="0">
                <a:pos x="connsiteX13335" y="connsiteY13335"/>
              </a:cxn>
              <a:cxn ang="0">
                <a:pos x="connsiteX13336" y="connsiteY13336"/>
              </a:cxn>
              <a:cxn ang="0">
                <a:pos x="connsiteX13337" y="connsiteY13337"/>
              </a:cxn>
              <a:cxn ang="0">
                <a:pos x="connsiteX13338" y="connsiteY13338"/>
              </a:cxn>
              <a:cxn ang="0">
                <a:pos x="connsiteX13339" y="connsiteY13339"/>
              </a:cxn>
              <a:cxn ang="0">
                <a:pos x="connsiteX13340" y="connsiteY13340"/>
              </a:cxn>
              <a:cxn ang="0">
                <a:pos x="connsiteX13341" y="connsiteY13341"/>
              </a:cxn>
              <a:cxn ang="0">
                <a:pos x="connsiteX13342" y="connsiteY13342"/>
              </a:cxn>
              <a:cxn ang="0">
                <a:pos x="connsiteX13343" y="connsiteY13343"/>
              </a:cxn>
              <a:cxn ang="0">
                <a:pos x="connsiteX13344" y="connsiteY13344"/>
              </a:cxn>
              <a:cxn ang="0">
                <a:pos x="connsiteX13345" y="connsiteY13345"/>
              </a:cxn>
              <a:cxn ang="0">
                <a:pos x="connsiteX13346" y="connsiteY13346"/>
              </a:cxn>
              <a:cxn ang="0">
                <a:pos x="connsiteX13347" y="connsiteY13347"/>
              </a:cxn>
              <a:cxn ang="0">
                <a:pos x="connsiteX13348" y="connsiteY13348"/>
              </a:cxn>
              <a:cxn ang="0">
                <a:pos x="connsiteX13349" y="connsiteY13349"/>
              </a:cxn>
              <a:cxn ang="0">
                <a:pos x="connsiteX13350" y="connsiteY13350"/>
              </a:cxn>
              <a:cxn ang="0">
                <a:pos x="connsiteX13351" y="connsiteY13351"/>
              </a:cxn>
              <a:cxn ang="0">
                <a:pos x="connsiteX13352" y="connsiteY13352"/>
              </a:cxn>
              <a:cxn ang="0">
                <a:pos x="connsiteX13353" y="connsiteY13353"/>
              </a:cxn>
              <a:cxn ang="0">
                <a:pos x="connsiteX13354" y="connsiteY13354"/>
              </a:cxn>
              <a:cxn ang="0">
                <a:pos x="connsiteX13355" y="connsiteY13355"/>
              </a:cxn>
              <a:cxn ang="0">
                <a:pos x="connsiteX13356" y="connsiteY13356"/>
              </a:cxn>
              <a:cxn ang="0">
                <a:pos x="connsiteX13357" y="connsiteY13357"/>
              </a:cxn>
              <a:cxn ang="0">
                <a:pos x="connsiteX13358" y="connsiteY13358"/>
              </a:cxn>
              <a:cxn ang="0">
                <a:pos x="connsiteX13359" y="connsiteY13359"/>
              </a:cxn>
              <a:cxn ang="0">
                <a:pos x="connsiteX13360" y="connsiteY13360"/>
              </a:cxn>
              <a:cxn ang="0">
                <a:pos x="connsiteX13361" y="connsiteY13361"/>
              </a:cxn>
              <a:cxn ang="0">
                <a:pos x="connsiteX13362" y="connsiteY13362"/>
              </a:cxn>
              <a:cxn ang="0">
                <a:pos x="connsiteX13363" y="connsiteY13363"/>
              </a:cxn>
              <a:cxn ang="0">
                <a:pos x="connsiteX13364" y="connsiteY13364"/>
              </a:cxn>
              <a:cxn ang="0">
                <a:pos x="connsiteX13365" y="connsiteY13365"/>
              </a:cxn>
              <a:cxn ang="0">
                <a:pos x="connsiteX13366" y="connsiteY13366"/>
              </a:cxn>
              <a:cxn ang="0">
                <a:pos x="connsiteX13367" y="connsiteY13367"/>
              </a:cxn>
              <a:cxn ang="0">
                <a:pos x="connsiteX13368" y="connsiteY13368"/>
              </a:cxn>
              <a:cxn ang="0">
                <a:pos x="connsiteX13369" y="connsiteY13369"/>
              </a:cxn>
              <a:cxn ang="0">
                <a:pos x="connsiteX13370" y="connsiteY13370"/>
              </a:cxn>
              <a:cxn ang="0">
                <a:pos x="connsiteX13371" y="connsiteY13371"/>
              </a:cxn>
              <a:cxn ang="0">
                <a:pos x="connsiteX13372" y="connsiteY13372"/>
              </a:cxn>
              <a:cxn ang="0">
                <a:pos x="connsiteX13373" y="connsiteY13373"/>
              </a:cxn>
              <a:cxn ang="0">
                <a:pos x="connsiteX13374" y="connsiteY13374"/>
              </a:cxn>
              <a:cxn ang="0">
                <a:pos x="connsiteX13375" y="connsiteY13375"/>
              </a:cxn>
              <a:cxn ang="0">
                <a:pos x="connsiteX13376" y="connsiteY13376"/>
              </a:cxn>
              <a:cxn ang="0">
                <a:pos x="connsiteX13377" y="connsiteY13377"/>
              </a:cxn>
              <a:cxn ang="0">
                <a:pos x="connsiteX13378" y="connsiteY13378"/>
              </a:cxn>
              <a:cxn ang="0">
                <a:pos x="connsiteX13379" y="connsiteY13379"/>
              </a:cxn>
              <a:cxn ang="0">
                <a:pos x="connsiteX13380" y="connsiteY13380"/>
              </a:cxn>
              <a:cxn ang="0">
                <a:pos x="connsiteX13381" y="connsiteY13381"/>
              </a:cxn>
              <a:cxn ang="0">
                <a:pos x="connsiteX13382" y="connsiteY13382"/>
              </a:cxn>
              <a:cxn ang="0">
                <a:pos x="connsiteX13383" y="connsiteY13383"/>
              </a:cxn>
              <a:cxn ang="0">
                <a:pos x="connsiteX13384" y="connsiteY13384"/>
              </a:cxn>
              <a:cxn ang="0">
                <a:pos x="connsiteX13385" y="connsiteY13385"/>
              </a:cxn>
              <a:cxn ang="0">
                <a:pos x="connsiteX13386" y="connsiteY13386"/>
              </a:cxn>
              <a:cxn ang="0">
                <a:pos x="connsiteX13387" y="connsiteY13387"/>
              </a:cxn>
              <a:cxn ang="0">
                <a:pos x="connsiteX13388" y="connsiteY13388"/>
              </a:cxn>
              <a:cxn ang="0">
                <a:pos x="connsiteX13389" y="connsiteY13389"/>
              </a:cxn>
              <a:cxn ang="0">
                <a:pos x="connsiteX13390" y="connsiteY13390"/>
              </a:cxn>
              <a:cxn ang="0">
                <a:pos x="connsiteX13391" y="connsiteY13391"/>
              </a:cxn>
              <a:cxn ang="0">
                <a:pos x="connsiteX13392" y="connsiteY13392"/>
              </a:cxn>
              <a:cxn ang="0">
                <a:pos x="connsiteX13393" y="connsiteY13393"/>
              </a:cxn>
              <a:cxn ang="0">
                <a:pos x="connsiteX13394" y="connsiteY13394"/>
              </a:cxn>
              <a:cxn ang="0">
                <a:pos x="connsiteX13395" y="connsiteY13395"/>
              </a:cxn>
              <a:cxn ang="0">
                <a:pos x="connsiteX13396" y="connsiteY13396"/>
              </a:cxn>
              <a:cxn ang="0">
                <a:pos x="connsiteX13397" y="connsiteY13397"/>
              </a:cxn>
              <a:cxn ang="0">
                <a:pos x="connsiteX13398" y="connsiteY13398"/>
              </a:cxn>
              <a:cxn ang="0">
                <a:pos x="connsiteX13399" y="connsiteY13399"/>
              </a:cxn>
              <a:cxn ang="0">
                <a:pos x="connsiteX13400" y="connsiteY13400"/>
              </a:cxn>
              <a:cxn ang="0">
                <a:pos x="connsiteX13401" y="connsiteY13401"/>
              </a:cxn>
              <a:cxn ang="0">
                <a:pos x="connsiteX13402" y="connsiteY13402"/>
              </a:cxn>
              <a:cxn ang="0">
                <a:pos x="connsiteX13403" y="connsiteY13403"/>
              </a:cxn>
              <a:cxn ang="0">
                <a:pos x="connsiteX13404" y="connsiteY13404"/>
              </a:cxn>
              <a:cxn ang="0">
                <a:pos x="connsiteX13405" y="connsiteY13405"/>
              </a:cxn>
              <a:cxn ang="0">
                <a:pos x="connsiteX13406" y="connsiteY13406"/>
              </a:cxn>
              <a:cxn ang="0">
                <a:pos x="connsiteX13407" y="connsiteY13407"/>
              </a:cxn>
              <a:cxn ang="0">
                <a:pos x="connsiteX13408" y="connsiteY13408"/>
              </a:cxn>
              <a:cxn ang="0">
                <a:pos x="connsiteX13409" y="connsiteY13409"/>
              </a:cxn>
              <a:cxn ang="0">
                <a:pos x="connsiteX13410" y="connsiteY13410"/>
              </a:cxn>
              <a:cxn ang="0">
                <a:pos x="connsiteX13411" y="connsiteY13411"/>
              </a:cxn>
              <a:cxn ang="0">
                <a:pos x="connsiteX13412" y="connsiteY13412"/>
              </a:cxn>
              <a:cxn ang="0">
                <a:pos x="connsiteX13413" y="connsiteY13413"/>
              </a:cxn>
              <a:cxn ang="0">
                <a:pos x="connsiteX13414" y="connsiteY13414"/>
              </a:cxn>
              <a:cxn ang="0">
                <a:pos x="connsiteX13415" y="connsiteY13415"/>
              </a:cxn>
              <a:cxn ang="0">
                <a:pos x="connsiteX13416" y="connsiteY13416"/>
              </a:cxn>
              <a:cxn ang="0">
                <a:pos x="connsiteX13417" y="connsiteY13417"/>
              </a:cxn>
              <a:cxn ang="0">
                <a:pos x="connsiteX13418" y="connsiteY13418"/>
              </a:cxn>
              <a:cxn ang="0">
                <a:pos x="connsiteX13419" y="connsiteY13419"/>
              </a:cxn>
              <a:cxn ang="0">
                <a:pos x="connsiteX13420" y="connsiteY13420"/>
              </a:cxn>
              <a:cxn ang="0">
                <a:pos x="connsiteX13421" y="connsiteY13421"/>
              </a:cxn>
              <a:cxn ang="0">
                <a:pos x="connsiteX13422" y="connsiteY13422"/>
              </a:cxn>
              <a:cxn ang="0">
                <a:pos x="connsiteX13423" y="connsiteY13423"/>
              </a:cxn>
              <a:cxn ang="0">
                <a:pos x="connsiteX13424" y="connsiteY13424"/>
              </a:cxn>
              <a:cxn ang="0">
                <a:pos x="connsiteX13425" y="connsiteY13425"/>
              </a:cxn>
              <a:cxn ang="0">
                <a:pos x="connsiteX13426" y="connsiteY13426"/>
              </a:cxn>
              <a:cxn ang="0">
                <a:pos x="connsiteX13427" y="connsiteY13427"/>
              </a:cxn>
              <a:cxn ang="0">
                <a:pos x="connsiteX13428" y="connsiteY13428"/>
              </a:cxn>
              <a:cxn ang="0">
                <a:pos x="connsiteX13429" y="connsiteY13429"/>
              </a:cxn>
              <a:cxn ang="0">
                <a:pos x="connsiteX13430" y="connsiteY13430"/>
              </a:cxn>
              <a:cxn ang="0">
                <a:pos x="connsiteX13431" y="connsiteY13431"/>
              </a:cxn>
              <a:cxn ang="0">
                <a:pos x="connsiteX13432" y="connsiteY13432"/>
              </a:cxn>
              <a:cxn ang="0">
                <a:pos x="connsiteX13433" y="connsiteY13433"/>
              </a:cxn>
              <a:cxn ang="0">
                <a:pos x="connsiteX13434" y="connsiteY13434"/>
              </a:cxn>
              <a:cxn ang="0">
                <a:pos x="connsiteX13435" y="connsiteY13435"/>
              </a:cxn>
              <a:cxn ang="0">
                <a:pos x="connsiteX13436" y="connsiteY13436"/>
              </a:cxn>
              <a:cxn ang="0">
                <a:pos x="connsiteX13437" y="connsiteY13437"/>
              </a:cxn>
              <a:cxn ang="0">
                <a:pos x="connsiteX13438" y="connsiteY13438"/>
              </a:cxn>
              <a:cxn ang="0">
                <a:pos x="connsiteX13439" y="connsiteY13439"/>
              </a:cxn>
              <a:cxn ang="0">
                <a:pos x="connsiteX13440" y="connsiteY13440"/>
              </a:cxn>
              <a:cxn ang="0">
                <a:pos x="connsiteX13441" y="connsiteY13441"/>
              </a:cxn>
              <a:cxn ang="0">
                <a:pos x="connsiteX13442" y="connsiteY13442"/>
              </a:cxn>
              <a:cxn ang="0">
                <a:pos x="connsiteX13443" y="connsiteY13443"/>
              </a:cxn>
              <a:cxn ang="0">
                <a:pos x="connsiteX13444" y="connsiteY13444"/>
              </a:cxn>
              <a:cxn ang="0">
                <a:pos x="connsiteX13445" y="connsiteY13445"/>
              </a:cxn>
              <a:cxn ang="0">
                <a:pos x="connsiteX13446" y="connsiteY13446"/>
              </a:cxn>
              <a:cxn ang="0">
                <a:pos x="connsiteX13447" y="connsiteY13447"/>
              </a:cxn>
              <a:cxn ang="0">
                <a:pos x="connsiteX13448" y="connsiteY13448"/>
              </a:cxn>
              <a:cxn ang="0">
                <a:pos x="connsiteX13449" y="connsiteY13449"/>
              </a:cxn>
              <a:cxn ang="0">
                <a:pos x="connsiteX13450" y="connsiteY13450"/>
              </a:cxn>
              <a:cxn ang="0">
                <a:pos x="connsiteX13451" y="connsiteY13451"/>
              </a:cxn>
              <a:cxn ang="0">
                <a:pos x="connsiteX13452" y="connsiteY13452"/>
              </a:cxn>
              <a:cxn ang="0">
                <a:pos x="connsiteX13453" y="connsiteY13453"/>
              </a:cxn>
              <a:cxn ang="0">
                <a:pos x="connsiteX13454" y="connsiteY13454"/>
              </a:cxn>
              <a:cxn ang="0">
                <a:pos x="connsiteX13455" y="connsiteY13455"/>
              </a:cxn>
              <a:cxn ang="0">
                <a:pos x="connsiteX13456" y="connsiteY13456"/>
              </a:cxn>
              <a:cxn ang="0">
                <a:pos x="connsiteX13457" y="connsiteY13457"/>
              </a:cxn>
              <a:cxn ang="0">
                <a:pos x="connsiteX13458" y="connsiteY13458"/>
              </a:cxn>
              <a:cxn ang="0">
                <a:pos x="connsiteX13459" y="connsiteY13459"/>
              </a:cxn>
              <a:cxn ang="0">
                <a:pos x="connsiteX13460" y="connsiteY13460"/>
              </a:cxn>
              <a:cxn ang="0">
                <a:pos x="connsiteX13461" y="connsiteY13461"/>
              </a:cxn>
              <a:cxn ang="0">
                <a:pos x="connsiteX13462" y="connsiteY13462"/>
              </a:cxn>
              <a:cxn ang="0">
                <a:pos x="connsiteX13463" y="connsiteY13463"/>
              </a:cxn>
              <a:cxn ang="0">
                <a:pos x="connsiteX13464" y="connsiteY13464"/>
              </a:cxn>
              <a:cxn ang="0">
                <a:pos x="connsiteX13465" y="connsiteY13465"/>
              </a:cxn>
              <a:cxn ang="0">
                <a:pos x="connsiteX13466" y="connsiteY13466"/>
              </a:cxn>
              <a:cxn ang="0">
                <a:pos x="connsiteX13467" y="connsiteY13467"/>
              </a:cxn>
              <a:cxn ang="0">
                <a:pos x="connsiteX13468" y="connsiteY13468"/>
              </a:cxn>
              <a:cxn ang="0">
                <a:pos x="connsiteX13469" y="connsiteY13469"/>
              </a:cxn>
              <a:cxn ang="0">
                <a:pos x="connsiteX13470" y="connsiteY13470"/>
              </a:cxn>
              <a:cxn ang="0">
                <a:pos x="connsiteX13471" y="connsiteY13471"/>
              </a:cxn>
              <a:cxn ang="0">
                <a:pos x="connsiteX13472" y="connsiteY13472"/>
              </a:cxn>
              <a:cxn ang="0">
                <a:pos x="connsiteX13473" y="connsiteY13473"/>
              </a:cxn>
              <a:cxn ang="0">
                <a:pos x="connsiteX13474" y="connsiteY13474"/>
              </a:cxn>
              <a:cxn ang="0">
                <a:pos x="connsiteX13475" y="connsiteY13475"/>
              </a:cxn>
              <a:cxn ang="0">
                <a:pos x="connsiteX13476" y="connsiteY13476"/>
              </a:cxn>
              <a:cxn ang="0">
                <a:pos x="connsiteX13477" y="connsiteY13477"/>
              </a:cxn>
              <a:cxn ang="0">
                <a:pos x="connsiteX13478" y="connsiteY13478"/>
              </a:cxn>
              <a:cxn ang="0">
                <a:pos x="connsiteX13479" y="connsiteY13479"/>
              </a:cxn>
              <a:cxn ang="0">
                <a:pos x="connsiteX13480" y="connsiteY13480"/>
              </a:cxn>
              <a:cxn ang="0">
                <a:pos x="connsiteX13481" y="connsiteY13481"/>
              </a:cxn>
              <a:cxn ang="0">
                <a:pos x="connsiteX13482" y="connsiteY13482"/>
              </a:cxn>
              <a:cxn ang="0">
                <a:pos x="connsiteX13483" y="connsiteY13483"/>
              </a:cxn>
              <a:cxn ang="0">
                <a:pos x="connsiteX13484" y="connsiteY13484"/>
              </a:cxn>
              <a:cxn ang="0">
                <a:pos x="connsiteX13485" y="connsiteY13485"/>
              </a:cxn>
              <a:cxn ang="0">
                <a:pos x="connsiteX13486" y="connsiteY13486"/>
              </a:cxn>
              <a:cxn ang="0">
                <a:pos x="connsiteX13487" y="connsiteY13487"/>
              </a:cxn>
              <a:cxn ang="0">
                <a:pos x="connsiteX13488" y="connsiteY13488"/>
              </a:cxn>
              <a:cxn ang="0">
                <a:pos x="connsiteX13489" y="connsiteY13489"/>
              </a:cxn>
              <a:cxn ang="0">
                <a:pos x="connsiteX13490" y="connsiteY13490"/>
              </a:cxn>
              <a:cxn ang="0">
                <a:pos x="connsiteX13491" y="connsiteY13491"/>
              </a:cxn>
              <a:cxn ang="0">
                <a:pos x="connsiteX13492" y="connsiteY13492"/>
              </a:cxn>
              <a:cxn ang="0">
                <a:pos x="connsiteX13493" y="connsiteY13493"/>
              </a:cxn>
              <a:cxn ang="0">
                <a:pos x="connsiteX13494" y="connsiteY13494"/>
              </a:cxn>
              <a:cxn ang="0">
                <a:pos x="connsiteX13495" y="connsiteY13495"/>
              </a:cxn>
              <a:cxn ang="0">
                <a:pos x="connsiteX13496" y="connsiteY13496"/>
              </a:cxn>
              <a:cxn ang="0">
                <a:pos x="connsiteX13497" y="connsiteY13497"/>
              </a:cxn>
              <a:cxn ang="0">
                <a:pos x="connsiteX13498" y="connsiteY13498"/>
              </a:cxn>
              <a:cxn ang="0">
                <a:pos x="connsiteX13499" y="connsiteY13499"/>
              </a:cxn>
              <a:cxn ang="0">
                <a:pos x="connsiteX13500" y="connsiteY13500"/>
              </a:cxn>
              <a:cxn ang="0">
                <a:pos x="connsiteX13501" y="connsiteY13501"/>
              </a:cxn>
              <a:cxn ang="0">
                <a:pos x="connsiteX13502" y="connsiteY13502"/>
              </a:cxn>
              <a:cxn ang="0">
                <a:pos x="connsiteX13503" y="connsiteY13503"/>
              </a:cxn>
              <a:cxn ang="0">
                <a:pos x="connsiteX13504" y="connsiteY13504"/>
              </a:cxn>
              <a:cxn ang="0">
                <a:pos x="connsiteX13505" y="connsiteY13505"/>
              </a:cxn>
              <a:cxn ang="0">
                <a:pos x="connsiteX13506" y="connsiteY13506"/>
              </a:cxn>
              <a:cxn ang="0">
                <a:pos x="connsiteX13507" y="connsiteY13507"/>
              </a:cxn>
              <a:cxn ang="0">
                <a:pos x="connsiteX13508" y="connsiteY13508"/>
              </a:cxn>
              <a:cxn ang="0">
                <a:pos x="connsiteX13509" y="connsiteY13509"/>
              </a:cxn>
              <a:cxn ang="0">
                <a:pos x="connsiteX13510" y="connsiteY13510"/>
              </a:cxn>
              <a:cxn ang="0">
                <a:pos x="connsiteX13511" y="connsiteY13511"/>
              </a:cxn>
              <a:cxn ang="0">
                <a:pos x="connsiteX13512" y="connsiteY13512"/>
              </a:cxn>
              <a:cxn ang="0">
                <a:pos x="connsiteX13513" y="connsiteY13513"/>
              </a:cxn>
              <a:cxn ang="0">
                <a:pos x="connsiteX13514" y="connsiteY13514"/>
              </a:cxn>
              <a:cxn ang="0">
                <a:pos x="connsiteX13515" y="connsiteY13515"/>
              </a:cxn>
              <a:cxn ang="0">
                <a:pos x="connsiteX13516" y="connsiteY13516"/>
              </a:cxn>
              <a:cxn ang="0">
                <a:pos x="connsiteX13517" y="connsiteY13517"/>
              </a:cxn>
              <a:cxn ang="0">
                <a:pos x="connsiteX13518" y="connsiteY13518"/>
              </a:cxn>
              <a:cxn ang="0">
                <a:pos x="connsiteX13519" y="connsiteY13519"/>
              </a:cxn>
              <a:cxn ang="0">
                <a:pos x="connsiteX13520" y="connsiteY13520"/>
              </a:cxn>
              <a:cxn ang="0">
                <a:pos x="connsiteX13521" y="connsiteY13521"/>
              </a:cxn>
              <a:cxn ang="0">
                <a:pos x="connsiteX13522" y="connsiteY13522"/>
              </a:cxn>
              <a:cxn ang="0">
                <a:pos x="connsiteX13523" y="connsiteY13523"/>
              </a:cxn>
              <a:cxn ang="0">
                <a:pos x="connsiteX13524" y="connsiteY13524"/>
              </a:cxn>
              <a:cxn ang="0">
                <a:pos x="connsiteX13525" y="connsiteY13525"/>
              </a:cxn>
              <a:cxn ang="0">
                <a:pos x="connsiteX13526" y="connsiteY13526"/>
              </a:cxn>
              <a:cxn ang="0">
                <a:pos x="connsiteX13527" y="connsiteY13527"/>
              </a:cxn>
              <a:cxn ang="0">
                <a:pos x="connsiteX13528" y="connsiteY13528"/>
              </a:cxn>
              <a:cxn ang="0">
                <a:pos x="connsiteX13529" y="connsiteY13529"/>
              </a:cxn>
              <a:cxn ang="0">
                <a:pos x="connsiteX13530" y="connsiteY13530"/>
              </a:cxn>
              <a:cxn ang="0">
                <a:pos x="connsiteX13531" y="connsiteY13531"/>
              </a:cxn>
              <a:cxn ang="0">
                <a:pos x="connsiteX13532" y="connsiteY13532"/>
              </a:cxn>
              <a:cxn ang="0">
                <a:pos x="connsiteX13533" y="connsiteY13533"/>
              </a:cxn>
              <a:cxn ang="0">
                <a:pos x="connsiteX13534" y="connsiteY13534"/>
              </a:cxn>
              <a:cxn ang="0">
                <a:pos x="connsiteX13535" y="connsiteY13535"/>
              </a:cxn>
              <a:cxn ang="0">
                <a:pos x="connsiteX13536" y="connsiteY13536"/>
              </a:cxn>
              <a:cxn ang="0">
                <a:pos x="connsiteX13537" y="connsiteY13537"/>
              </a:cxn>
              <a:cxn ang="0">
                <a:pos x="connsiteX13538" y="connsiteY13538"/>
              </a:cxn>
              <a:cxn ang="0">
                <a:pos x="connsiteX13539" y="connsiteY13539"/>
              </a:cxn>
              <a:cxn ang="0">
                <a:pos x="connsiteX13540" y="connsiteY13540"/>
              </a:cxn>
              <a:cxn ang="0">
                <a:pos x="connsiteX13541" y="connsiteY13541"/>
              </a:cxn>
              <a:cxn ang="0">
                <a:pos x="connsiteX13542" y="connsiteY13542"/>
              </a:cxn>
              <a:cxn ang="0">
                <a:pos x="connsiteX13543" y="connsiteY13543"/>
              </a:cxn>
              <a:cxn ang="0">
                <a:pos x="connsiteX13544" y="connsiteY13544"/>
              </a:cxn>
              <a:cxn ang="0">
                <a:pos x="connsiteX13545" y="connsiteY13545"/>
              </a:cxn>
              <a:cxn ang="0">
                <a:pos x="connsiteX13546" y="connsiteY13546"/>
              </a:cxn>
              <a:cxn ang="0">
                <a:pos x="connsiteX13547" y="connsiteY13547"/>
              </a:cxn>
              <a:cxn ang="0">
                <a:pos x="connsiteX13548" y="connsiteY13548"/>
              </a:cxn>
              <a:cxn ang="0">
                <a:pos x="connsiteX13549" y="connsiteY13549"/>
              </a:cxn>
              <a:cxn ang="0">
                <a:pos x="connsiteX13550" y="connsiteY13550"/>
              </a:cxn>
              <a:cxn ang="0">
                <a:pos x="connsiteX13551" y="connsiteY13551"/>
              </a:cxn>
              <a:cxn ang="0">
                <a:pos x="connsiteX13552" y="connsiteY13552"/>
              </a:cxn>
              <a:cxn ang="0">
                <a:pos x="connsiteX13553" y="connsiteY13553"/>
              </a:cxn>
              <a:cxn ang="0">
                <a:pos x="connsiteX13554" y="connsiteY13554"/>
              </a:cxn>
              <a:cxn ang="0">
                <a:pos x="connsiteX13555" y="connsiteY13555"/>
              </a:cxn>
              <a:cxn ang="0">
                <a:pos x="connsiteX13556" y="connsiteY13556"/>
              </a:cxn>
              <a:cxn ang="0">
                <a:pos x="connsiteX13557" y="connsiteY13557"/>
              </a:cxn>
              <a:cxn ang="0">
                <a:pos x="connsiteX13558" y="connsiteY13558"/>
              </a:cxn>
              <a:cxn ang="0">
                <a:pos x="connsiteX13559" y="connsiteY13559"/>
              </a:cxn>
              <a:cxn ang="0">
                <a:pos x="connsiteX13560" y="connsiteY13560"/>
              </a:cxn>
              <a:cxn ang="0">
                <a:pos x="connsiteX13561" y="connsiteY13561"/>
              </a:cxn>
              <a:cxn ang="0">
                <a:pos x="connsiteX13562" y="connsiteY13562"/>
              </a:cxn>
              <a:cxn ang="0">
                <a:pos x="connsiteX13563" y="connsiteY13563"/>
              </a:cxn>
              <a:cxn ang="0">
                <a:pos x="connsiteX13564" y="connsiteY13564"/>
              </a:cxn>
              <a:cxn ang="0">
                <a:pos x="connsiteX13565" y="connsiteY13565"/>
              </a:cxn>
              <a:cxn ang="0">
                <a:pos x="connsiteX13566" y="connsiteY13566"/>
              </a:cxn>
              <a:cxn ang="0">
                <a:pos x="connsiteX13567" y="connsiteY13567"/>
              </a:cxn>
              <a:cxn ang="0">
                <a:pos x="connsiteX13568" y="connsiteY13568"/>
              </a:cxn>
              <a:cxn ang="0">
                <a:pos x="connsiteX13569" y="connsiteY13569"/>
              </a:cxn>
              <a:cxn ang="0">
                <a:pos x="connsiteX13570" y="connsiteY13570"/>
              </a:cxn>
              <a:cxn ang="0">
                <a:pos x="connsiteX13571" y="connsiteY13571"/>
              </a:cxn>
              <a:cxn ang="0">
                <a:pos x="connsiteX13572" y="connsiteY13572"/>
              </a:cxn>
              <a:cxn ang="0">
                <a:pos x="connsiteX13573" y="connsiteY13573"/>
              </a:cxn>
              <a:cxn ang="0">
                <a:pos x="connsiteX13574" y="connsiteY13574"/>
              </a:cxn>
              <a:cxn ang="0">
                <a:pos x="connsiteX13575" y="connsiteY13575"/>
              </a:cxn>
              <a:cxn ang="0">
                <a:pos x="connsiteX13576" y="connsiteY13576"/>
              </a:cxn>
              <a:cxn ang="0">
                <a:pos x="connsiteX13577" y="connsiteY13577"/>
              </a:cxn>
              <a:cxn ang="0">
                <a:pos x="connsiteX13578" y="connsiteY13578"/>
              </a:cxn>
              <a:cxn ang="0">
                <a:pos x="connsiteX13579" y="connsiteY13579"/>
              </a:cxn>
              <a:cxn ang="0">
                <a:pos x="connsiteX13580" y="connsiteY13580"/>
              </a:cxn>
              <a:cxn ang="0">
                <a:pos x="connsiteX13581" y="connsiteY13581"/>
              </a:cxn>
              <a:cxn ang="0">
                <a:pos x="connsiteX13582" y="connsiteY13582"/>
              </a:cxn>
              <a:cxn ang="0">
                <a:pos x="connsiteX13583" y="connsiteY13583"/>
              </a:cxn>
              <a:cxn ang="0">
                <a:pos x="connsiteX13584" y="connsiteY13584"/>
              </a:cxn>
              <a:cxn ang="0">
                <a:pos x="connsiteX13585" y="connsiteY13585"/>
              </a:cxn>
              <a:cxn ang="0">
                <a:pos x="connsiteX13586" y="connsiteY13586"/>
              </a:cxn>
              <a:cxn ang="0">
                <a:pos x="connsiteX13587" y="connsiteY13587"/>
              </a:cxn>
              <a:cxn ang="0">
                <a:pos x="connsiteX13588" y="connsiteY13588"/>
              </a:cxn>
              <a:cxn ang="0">
                <a:pos x="connsiteX13589" y="connsiteY13589"/>
              </a:cxn>
              <a:cxn ang="0">
                <a:pos x="connsiteX13590" y="connsiteY13590"/>
              </a:cxn>
              <a:cxn ang="0">
                <a:pos x="connsiteX13591" y="connsiteY13591"/>
              </a:cxn>
              <a:cxn ang="0">
                <a:pos x="connsiteX13592" y="connsiteY13592"/>
              </a:cxn>
              <a:cxn ang="0">
                <a:pos x="connsiteX13593" y="connsiteY13593"/>
              </a:cxn>
              <a:cxn ang="0">
                <a:pos x="connsiteX13594" y="connsiteY13594"/>
              </a:cxn>
              <a:cxn ang="0">
                <a:pos x="connsiteX13595" y="connsiteY13595"/>
              </a:cxn>
              <a:cxn ang="0">
                <a:pos x="connsiteX13596" y="connsiteY13596"/>
              </a:cxn>
              <a:cxn ang="0">
                <a:pos x="connsiteX13597" y="connsiteY13597"/>
              </a:cxn>
              <a:cxn ang="0">
                <a:pos x="connsiteX13598" y="connsiteY13598"/>
              </a:cxn>
              <a:cxn ang="0">
                <a:pos x="connsiteX13599" y="connsiteY13599"/>
              </a:cxn>
              <a:cxn ang="0">
                <a:pos x="connsiteX13600" y="connsiteY13600"/>
              </a:cxn>
              <a:cxn ang="0">
                <a:pos x="connsiteX13601" y="connsiteY13601"/>
              </a:cxn>
              <a:cxn ang="0">
                <a:pos x="connsiteX13602" y="connsiteY13602"/>
              </a:cxn>
              <a:cxn ang="0">
                <a:pos x="connsiteX13603" y="connsiteY13603"/>
              </a:cxn>
              <a:cxn ang="0">
                <a:pos x="connsiteX13604" y="connsiteY13604"/>
              </a:cxn>
              <a:cxn ang="0">
                <a:pos x="connsiteX13605" y="connsiteY13605"/>
              </a:cxn>
              <a:cxn ang="0">
                <a:pos x="connsiteX13606" y="connsiteY13606"/>
              </a:cxn>
              <a:cxn ang="0">
                <a:pos x="connsiteX13607" y="connsiteY13607"/>
              </a:cxn>
              <a:cxn ang="0">
                <a:pos x="connsiteX13608" y="connsiteY13608"/>
              </a:cxn>
              <a:cxn ang="0">
                <a:pos x="connsiteX13609" y="connsiteY13609"/>
              </a:cxn>
              <a:cxn ang="0">
                <a:pos x="connsiteX13610" y="connsiteY13610"/>
              </a:cxn>
              <a:cxn ang="0">
                <a:pos x="connsiteX13611" y="connsiteY13611"/>
              </a:cxn>
              <a:cxn ang="0">
                <a:pos x="connsiteX13612" y="connsiteY13612"/>
              </a:cxn>
              <a:cxn ang="0">
                <a:pos x="connsiteX13613" y="connsiteY13613"/>
              </a:cxn>
              <a:cxn ang="0">
                <a:pos x="connsiteX13614" y="connsiteY13614"/>
              </a:cxn>
              <a:cxn ang="0">
                <a:pos x="connsiteX13615" y="connsiteY13615"/>
              </a:cxn>
              <a:cxn ang="0">
                <a:pos x="connsiteX13616" y="connsiteY13616"/>
              </a:cxn>
              <a:cxn ang="0">
                <a:pos x="connsiteX13617" y="connsiteY13617"/>
              </a:cxn>
              <a:cxn ang="0">
                <a:pos x="connsiteX13618" y="connsiteY13618"/>
              </a:cxn>
              <a:cxn ang="0">
                <a:pos x="connsiteX13619" y="connsiteY13619"/>
              </a:cxn>
              <a:cxn ang="0">
                <a:pos x="connsiteX13620" y="connsiteY13620"/>
              </a:cxn>
              <a:cxn ang="0">
                <a:pos x="connsiteX13621" y="connsiteY13621"/>
              </a:cxn>
              <a:cxn ang="0">
                <a:pos x="connsiteX13622" y="connsiteY13622"/>
              </a:cxn>
              <a:cxn ang="0">
                <a:pos x="connsiteX13623" y="connsiteY13623"/>
              </a:cxn>
              <a:cxn ang="0">
                <a:pos x="connsiteX13624" y="connsiteY13624"/>
              </a:cxn>
              <a:cxn ang="0">
                <a:pos x="connsiteX13625" y="connsiteY13625"/>
              </a:cxn>
              <a:cxn ang="0">
                <a:pos x="connsiteX13626" y="connsiteY13626"/>
              </a:cxn>
              <a:cxn ang="0">
                <a:pos x="connsiteX13627" y="connsiteY13627"/>
              </a:cxn>
              <a:cxn ang="0">
                <a:pos x="connsiteX13628" y="connsiteY13628"/>
              </a:cxn>
              <a:cxn ang="0">
                <a:pos x="connsiteX13629" y="connsiteY13629"/>
              </a:cxn>
              <a:cxn ang="0">
                <a:pos x="connsiteX13630" y="connsiteY13630"/>
              </a:cxn>
              <a:cxn ang="0">
                <a:pos x="connsiteX13631" y="connsiteY13631"/>
              </a:cxn>
              <a:cxn ang="0">
                <a:pos x="connsiteX13632" y="connsiteY13632"/>
              </a:cxn>
              <a:cxn ang="0">
                <a:pos x="connsiteX13633" y="connsiteY13633"/>
              </a:cxn>
              <a:cxn ang="0">
                <a:pos x="connsiteX13634" y="connsiteY13634"/>
              </a:cxn>
              <a:cxn ang="0">
                <a:pos x="connsiteX13635" y="connsiteY13635"/>
              </a:cxn>
              <a:cxn ang="0">
                <a:pos x="connsiteX13636" y="connsiteY13636"/>
              </a:cxn>
              <a:cxn ang="0">
                <a:pos x="connsiteX13637" y="connsiteY13637"/>
              </a:cxn>
              <a:cxn ang="0">
                <a:pos x="connsiteX13638" y="connsiteY13638"/>
              </a:cxn>
              <a:cxn ang="0">
                <a:pos x="connsiteX13639" y="connsiteY13639"/>
              </a:cxn>
              <a:cxn ang="0">
                <a:pos x="connsiteX13640" y="connsiteY13640"/>
              </a:cxn>
              <a:cxn ang="0">
                <a:pos x="connsiteX13641" y="connsiteY13641"/>
              </a:cxn>
              <a:cxn ang="0">
                <a:pos x="connsiteX13642" y="connsiteY13642"/>
              </a:cxn>
              <a:cxn ang="0">
                <a:pos x="connsiteX13643" y="connsiteY13643"/>
              </a:cxn>
              <a:cxn ang="0">
                <a:pos x="connsiteX13644" y="connsiteY13644"/>
              </a:cxn>
              <a:cxn ang="0">
                <a:pos x="connsiteX13645" y="connsiteY13645"/>
              </a:cxn>
              <a:cxn ang="0">
                <a:pos x="connsiteX13646" y="connsiteY13646"/>
              </a:cxn>
              <a:cxn ang="0">
                <a:pos x="connsiteX13647" y="connsiteY13647"/>
              </a:cxn>
              <a:cxn ang="0">
                <a:pos x="connsiteX13648" y="connsiteY13648"/>
              </a:cxn>
              <a:cxn ang="0">
                <a:pos x="connsiteX13649" y="connsiteY13649"/>
              </a:cxn>
              <a:cxn ang="0">
                <a:pos x="connsiteX13650" y="connsiteY13650"/>
              </a:cxn>
              <a:cxn ang="0">
                <a:pos x="connsiteX13651" y="connsiteY13651"/>
              </a:cxn>
              <a:cxn ang="0">
                <a:pos x="connsiteX13652" y="connsiteY13652"/>
              </a:cxn>
              <a:cxn ang="0">
                <a:pos x="connsiteX13653" y="connsiteY13653"/>
              </a:cxn>
              <a:cxn ang="0">
                <a:pos x="connsiteX13654" y="connsiteY13654"/>
              </a:cxn>
              <a:cxn ang="0">
                <a:pos x="connsiteX13655" y="connsiteY13655"/>
              </a:cxn>
              <a:cxn ang="0">
                <a:pos x="connsiteX13656" y="connsiteY13656"/>
              </a:cxn>
              <a:cxn ang="0">
                <a:pos x="connsiteX13657" y="connsiteY13657"/>
              </a:cxn>
              <a:cxn ang="0">
                <a:pos x="connsiteX13658" y="connsiteY13658"/>
              </a:cxn>
              <a:cxn ang="0">
                <a:pos x="connsiteX13659" y="connsiteY13659"/>
              </a:cxn>
              <a:cxn ang="0">
                <a:pos x="connsiteX13660" y="connsiteY13660"/>
              </a:cxn>
              <a:cxn ang="0">
                <a:pos x="connsiteX13661" y="connsiteY13661"/>
              </a:cxn>
              <a:cxn ang="0">
                <a:pos x="connsiteX13662" y="connsiteY13662"/>
              </a:cxn>
              <a:cxn ang="0">
                <a:pos x="connsiteX13663" y="connsiteY13663"/>
              </a:cxn>
              <a:cxn ang="0">
                <a:pos x="connsiteX13664" y="connsiteY13664"/>
              </a:cxn>
              <a:cxn ang="0">
                <a:pos x="connsiteX13665" y="connsiteY13665"/>
              </a:cxn>
              <a:cxn ang="0">
                <a:pos x="connsiteX13666" y="connsiteY13666"/>
              </a:cxn>
              <a:cxn ang="0">
                <a:pos x="connsiteX13667" y="connsiteY13667"/>
              </a:cxn>
              <a:cxn ang="0">
                <a:pos x="connsiteX13668" y="connsiteY13668"/>
              </a:cxn>
              <a:cxn ang="0">
                <a:pos x="connsiteX13669" y="connsiteY13669"/>
              </a:cxn>
              <a:cxn ang="0">
                <a:pos x="connsiteX13670" y="connsiteY13670"/>
              </a:cxn>
              <a:cxn ang="0">
                <a:pos x="connsiteX13671" y="connsiteY13671"/>
              </a:cxn>
              <a:cxn ang="0">
                <a:pos x="connsiteX13672" y="connsiteY13672"/>
              </a:cxn>
              <a:cxn ang="0">
                <a:pos x="connsiteX13673" y="connsiteY13673"/>
              </a:cxn>
              <a:cxn ang="0">
                <a:pos x="connsiteX13674" y="connsiteY13674"/>
              </a:cxn>
              <a:cxn ang="0">
                <a:pos x="connsiteX13675" y="connsiteY13675"/>
              </a:cxn>
              <a:cxn ang="0">
                <a:pos x="connsiteX13676" y="connsiteY13676"/>
              </a:cxn>
              <a:cxn ang="0">
                <a:pos x="connsiteX13677" y="connsiteY13677"/>
              </a:cxn>
              <a:cxn ang="0">
                <a:pos x="connsiteX13678" y="connsiteY13678"/>
              </a:cxn>
              <a:cxn ang="0">
                <a:pos x="connsiteX13679" y="connsiteY13679"/>
              </a:cxn>
              <a:cxn ang="0">
                <a:pos x="connsiteX13680" y="connsiteY13680"/>
              </a:cxn>
              <a:cxn ang="0">
                <a:pos x="connsiteX13681" y="connsiteY13681"/>
              </a:cxn>
              <a:cxn ang="0">
                <a:pos x="connsiteX13682" y="connsiteY13682"/>
              </a:cxn>
              <a:cxn ang="0">
                <a:pos x="connsiteX13683" y="connsiteY13683"/>
              </a:cxn>
              <a:cxn ang="0">
                <a:pos x="connsiteX13684" y="connsiteY13684"/>
              </a:cxn>
              <a:cxn ang="0">
                <a:pos x="connsiteX13685" y="connsiteY13685"/>
              </a:cxn>
              <a:cxn ang="0">
                <a:pos x="connsiteX13686" y="connsiteY13686"/>
              </a:cxn>
              <a:cxn ang="0">
                <a:pos x="connsiteX13687" y="connsiteY13687"/>
              </a:cxn>
              <a:cxn ang="0">
                <a:pos x="connsiteX13688" y="connsiteY13688"/>
              </a:cxn>
              <a:cxn ang="0">
                <a:pos x="connsiteX13689" y="connsiteY13689"/>
              </a:cxn>
              <a:cxn ang="0">
                <a:pos x="connsiteX13690" y="connsiteY13690"/>
              </a:cxn>
              <a:cxn ang="0">
                <a:pos x="connsiteX13691" y="connsiteY13691"/>
              </a:cxn>
              <a:cxn ang="0">
                <a:pos x="connsiteX13692" y="connsiteY13692"/>
              </a:cxn>
              <a:cxn ang="0">
                <a:pos x="connsiteX13693" y="connsiteY13693"/>
              </a:cxn>
              <a:cxn ang="0">
                <a:pos x="connsiteX13694" y="connsiteY13694"/>
              </a:cxn>
              <a:cxn ang="0">
                <a:pos x="connsiteX13695" y="connsiteY13695"/>
              </a:cxn>
              <a:cxn ang="0">
                <a:pos x="connsiteX13696" y="connsiteY13696"/>
              </a:cxn>
              <a:cxn ang="0">
                <a:pos x="connsiteX13697" y="connsiteY13697"/>
              </a:cxn>
              <a:cxn ang="0">
                <a:pos x="connsiteX13698" y="connsiteY13698"/>
              </a:cxn>
              <a:cxn ang="0">
                <a:pos x="connsiteX13699" y="connsiteY13699"/>
              </a:cxn>
              <a:cxn ang="0">
                <a:pos x="connsiteX13700" y="connsiteY13700"/>
              </a:cxn>
              <a:cxn ang="0">
                <a:pos x="connsiteX13701" y="connsiteY13701"/>
              </a:cxn>
              <a:cxn ang="0">
                <a:pos x="connsiteX13702" y="connsiteY13702"/>
              </a:cxn>
              <a:cxn ang="0">
                <a:pos x="connsiteX13703" y="connsiteY13703"/>
              </a:cxn>
              <a:cxn ang="0">
                <a:pos x="connsiteX13704" y="connsiteY13704"/>
              </a:cxn>
              <a:cxn ang="0">
                <a:pos x="connsiteX13705" y="connsiteY13705"/>
              </a:cxn>
              <a:cxn ang="0">
                <a:pos x="connsiteX13706" y="connsiteY13706"/>
              </a:cxn>
              <a:cxn ang="0">
                <a:pos x="connsiteX13707" y="connsiteY13707"/>
              </a:cxn>
              <a:cxn ang="0">
                <a:pos x="connsiteX13708" y="connsiteY13708"/>
              </a:cxn>
              <a:cxn ang="0">
                <a:pos x="connsiteX13709" y="connsiteY13709"/>
              </a:cxn>
              <a:cxn ang="0">
                <a:pos x="connsiteX13710" y="connsiteY13710"/>
              </a:cxn>
              <a:cxn ang="0">
                <a:pos x="connsiteX13711" y="connsiteY13711"/>
              </a:cxn>
              <a:cxn ang="0">
                <a:pos x="connsiteX13712" y="connsiteY13712"/>
              </a:cxn>
              <a:cxn ang="0">
                <a:pos x="connsiteX13713" y="connsiteY13713"/>
              </a:cxn>
              <a:cxn ang="0">
                <a:pos x="connsiteX13714" y="connsiteY13714"/>
              </a:cxn>
              <a:cxn ang="0">
                <a:pos x="connsiteX13715" y="connsiteY13715"/>
              </a:cxn>
              <a:cxn ang="0">
                <a:pos x="connsiteX13716" y="connsiteY13716"/>
              </a:cxn>
              <a:cxn ang="0">
                <a:pos x="connsiteX13717" y="connsiteY13717"/>
              </a:cxn>
              <a:cxn ang="0">
                <a:pos x="connsiteX13718" y="connsiteY13718"/>
              </a:cxn>
              <a:cxn ang="0">
                <a:pos x="connsiteX13719" y="connsiteY13719"/>
              </a:cxn>
              <a:cxn ang="0">
                <a:pos x="connsiteX13720" y="connsiteY13720"/>
              </a:cxn>
              <a:cxn ang="0">
                <a:pos x="connsiteX13721" y="connsiteY13721"/>
              </a:cxn>
              <a:cxn ang="0">
                <a:pos x="connsiteX13722" y="connsiteY13722"/>
              </a:cxn>
              <a:cxn ang="0">
                <a:pos x="connsiteX13723" y="connsiteY13723"/>
              </a:cxn>
              <a:cxn ang="0">
                <a:pos x="connsiteX13724" y="connsiteY13724"/>
              </a:cxn>
              <a:cxn ang="0">
                <a:pos x="connsiteX13725" y="connsiteY13725"/>
              </a:cxn>
              <a:cxn ang="0">
                <a:pos x="connsiteX13726" y="connsiteY13726"/>
              </a:cxn>
              <a:cxn ang="0">
                <a:pos x="connsiteX13727" y="connsiteY13727"/>
              </a:cxn>
              <a:cxn ang="0">
                <a:pos x="connsiteX13728" y="connsiteY13728"/>
              </a:cxn>
              <a:cxn ang="0">
                <a:pos x="connsiteX13729" y="connsiteY13729"/>
              </a:cxn>
              <a:cxn ang="0">
                <a:pos x="connsiteX13730" y="connsiteY13730"/>
              </a:cxn>
              <a:cxn ang="0">
                <a:pos x="connsiteX13731" y="connsiteY13731"/>
              </a:cxn>
              <a:cxn ang="0">
                <a:pos x="connsiteX13732" y="connsiteY13732"/>
              </a:cxn>
              <a:cxn ang="0">
                <a:pos x="connsiteX13733" y="connsiteY13733"/>
              </a:cxn>
              <a:cxn ang="0">
                <a:pos x="connsiteX13734" y="connsiteY13734"/>
              </a:cxn>
              <a:cxn ang="0">
                <a:pos x="connsiteX13735" y="connsiteY13735"/>
              </a:cxn>
              <a:cxn ang="0">
                <a:pos x="connsiteX13736" y="connsiteY13736"/>
              </a:cxn>
              <a:cxn ang="0">
                <a:pos x="connsiteX13737" y="connsiteY13737"/>
              </a:cxn>
              <a:cxn ang="0">
                <a:pos x="connsiteX13738" y="connsiteY13738"/>
              </a:cxn>
              <a:cxn ang="0">
                <a:pos x="connsiteX13739" y="connsiteY13739"/>
              </a:cxn>
              <a:cxn ang="0">
                <a:pos x="connsiteX13740" y="connsiteY13740"/>
              </a:cxn>
              <a:cxn ang="0">
                <a:pos x="connsiteX13741" y="connsiteY13741"/>
              </a:cxn>
              <a:cxn ang="0">
                <a:pos x="connsiteX13742" y="connsiteY13742"/>
              </a:cxn>
              <a:cxn ang="0">
                <a:pos x="connsiteX13743" y="connsiteY13743"/>
              </a:cxn>
              <a:cxn ang="0">
                <a:pos x="connsiteX13744" y="connsiteY13744"/>
              </a:cxn>
              <a:cxn ang="0">
                <a:pos x="connsiteX13745" y="connsiteY13745"/>
              </a:cxn>
              <a:cxn ang="0">
                <a:pos x="connsiteX13746" y="connsiteY13746"/>
              </a:cxn>
              <a:cxn ang="0">
                <a:pos x="connsiteX13747" y="connsiteY13747"/>
              </a:cxn>
              <a:cxn ang="0">
                <a:pos x="connsiteX13748" y="connsiteY13748"/>
              </a:cxn>
              <a:cxn ang="0">
                <a:pos x="connsiteX13749" y="connsiteY13749"/>
              </a:cxn>
              <a:cxn ang="0">
                <a:pos x="connsiteX13750" y="connsiteY13750"/>
              </a:cxn>
              <a:cxn ang="0">
                <a:pos x="connsiteX13751" y="connsiteY13751"/>
              </a:cxn>
              <a:cxn ang="0">
                <a:pos x="connsiteX13752" y="connsiteY13752"/>
              </a:cxn>
              <a:cxn ang="0">
                <a:pos x="connsiteX13753" y="connsiteY13753"/>
              </a:cxn>
              <a:cxn ang="0">
                <a:pos x="connsiteX13754" y="connsiteY13754"/>
              </a:cxn>
              <a:cxn ang="0">
                <a:pos x="connsiteX13755" y="connsiteY13755"/>
              </a:cxn>
              <a:cxn ang="0">
                <a:pos x="connsiteX13756" y="connsiteY13756"/>
              </a:cxn>
              <a:cxn ang="0">
                <a:pos x="connsiteX13757" y="connsiteY13757"/>
              </a:cxn>
              <a:cxn ang="0">
                <a:pos x="connsiteX13758" y="connsiteY13758"/>
              </a:cxn>
              <a:cxn ang="0">
                <a:pos x="connsiteX13759" y="connsiteY13759"/>
              </a:cxn>
              <a:cxn ang="0">
                <a:pos x="connsiteX13760" y="connsiteY13760"/>
              </a:cxn>
              <a:cxn ang="0">
                <a:pos x="connsiteX13761" y="connsiteY13761"/>
              </a:cxn>
              <a:cxn ang="0">
                <a:pos x="connsiteX13762" y="connsiteY13762"/>
              </a:cxn>
              <a:cxn ang="0">
                <a:pos x="connsiteX13763" y="connsiteY13763"/>
              </a:cxn>
              <a:cxn ang="0">
                <a:pos x="connsiteX13764" y="connsiteY13764"/>
              </a:cxn>
              <a:cxn ang="0">
                <a:pos x="connsiteX13765" y="connsiteY13765"/>
              </a:cxn>
              <a:cxn ang="0">
                <a:pos x="connsiteX13766" y="connsiteY13766"/>
              </a:cxn>
              <a:cxn ang="0">
                <a:pos x="connsiteX13767" y="connsiteY13767"/>
              </a:cxn>
              <a:cxn ang="0">
                <a:pos x="connsiteX13768" y="connsiteY13768"/>
              </a:cxn>
              <a:cxn ang="0">
                <a:pos x="connsiteX13769" y="connsiteY13769"/>
              </a:cxn>
              <a:cxn ang="0">
                <a:pos x="connsiteX13770" y="connsiteY13770"/>
              </a:cxn>
              <a:cxn ang="0">
                <a:pos x="connsiteX13771" y="connsiteY13771"/>
              </a:cxn>
              <a:cxn ang="0">
                <a:pos x="connsiteX13772" y="connsiteY13772"/>
              </a:cxn>
              <a:cxn ang="0">
                <a:pos x="connsiteX13773" y="connsiteY13773"/>
              </a:cxn>
              <a:cxn ang="0">
                <a:pos x="connsiteX13774" y="connsiteY13774"/>
              </a:cxn>
              <a:cxn ang="0">
                <a:pos x="connsiteX13775" y="connsiteY13775"/>
              </a:cxn>
              <a:cxn ang="0">
                <a:pos x="connsiteX13776" y="connsiteY13776"/>
              </a:cxn>
              <a:cxn ang="0">
                <a:pos x="connsiteX13777" y="connsiteY13777"/>
              </a:cxn>
              <a:cxn ang="0">
                <a:pos x="connsiteX13778" y="connsiteY13778"/>
              </a:cxn>
              <a:cxn ang="0">
                <a:pos x="connsiteX13779" y="connsiteY13779"/>
              </a:cxn>
              <a:cxn ang="0">
                <a:pos x="connsiteX13780" y="connsiteY13780"/>
              </a:cxn>
              <a:cxn ang="0">
                <a:pos x="connsiteX13781" y="connsiteY13781"/>
              </a:cxn>
              <a:cxn ang="0">
                <a:pos x="connsiteX13782" y="connsiteY13782"/>
              </a:cxn>
              <a:cxn ang="0">
                <a:pos x="connsiteX13783" y="connsiteY13783"/>
              </a:cxn>
              <a:cxn ang="0">
                <a:pos x="connsiteX13784" y="connsiteY13784"/>
              </a:cxn>
              <a:cxn ang="0">
                <a:pos x="connsiteX13785" y="connsiteY13785"/>
              </a:cxn>
              <a:cxn ang="0">
                <a:pos x="connsiteX13786" y="connsiteY13786"/>
              </a:cxn>
              <a:cxn ang="0">
                <a:pos x="connsiteX13787" y="connsiteY13787"/>
              </a:cxn>
              <a:cxn ang="0">
                <a:pos x="connsiteX13788" y="connsiteY13788"/>
              </a:cxn>
              <a:cxn ang="0">
                <a:pos x="connsiteX13789" y="connsiteY13789"/>
              </a:cxn>
              <a:cxn ang="0">
                <a:pos x="connsiteX13790" y="connsiteY13790"/>
              </a:cxn>
              <a:cxn ang="0">
                <a:pos x="connsiteX13791" y="connsiteY13791"/>
              </a:cxn>
              <a:cxn ang="0">
                <a:pos x="connsiteX13792" y="connsiteY13792"/>
              </a:cxn>
              <a:cxn ang="0">
                <a:pos x="connsiteX13793" y="connsiteY13793"/>
              </a:cxn>
              <a:cxn ang="0">
                <a:pos x="connsiteX13794" y="connsiteY13794"/>
              </a:cxn>
              <a:cxn ang="0">
                <a:pos x="connsiteX13795" y="connsiteY13795"/>
              </a:cxn>
              <a:cxn ang="0">
                <a:pos x="connsiteX13796" y="connsiteY13796"/>
              </a:cxn>
              <a:cxn ang="0">
                <a:pos x="connsiteX13797" y="connsiteY13797"/>
              </a:cxn>
              <a:cxn ang="0">
                <a:pos x="connsiteX13798" y="connsiteY13798"/>
              </a:cxn>
              <a:cxn ang="0">
                <a:pos x="connsiteX13799" y="connsiteY13799"/>
              </a:cxn>
              <a:cxn ang="0">
                <a:pos x="connsiteX13800" y="connsiteY13800"/>
              </a:cxn>
              <a:cxn ang="0">
                <a:pos x="connsiteX13801" y="connsiteY13801"/>
              </a:cxn>
              <a:cxn ang="0">
                <a:pos x="connsiteX13802" y="connsiteY13802"/>
              </a:cxn>
              <a:cxn ang="0">
                <a:pos x="connsiteX13803" y="connsiteY13803"/>
              </a:cxn>
              <a:cxn ang="0">
                <a:pos x="connsiteX13804" y="connsiteY13804"/>
              </a:cxn>
              <a:cxn ang="0">
                <a:pos x="connsiteX13805" y="connsiteY13805"/>
              </a:cxn>
              <a:cxn ang="0">
                <a:pos x="connsiteX13806" y="connsiteY13806"/>
              </a:cxn>
              <a:cxn ang="0">
                <a:pos x="connsiteX13807" y="connsiteY13807"/>
              </a:cxn>
              <a:cxn ang="0">
                <a:pos x="connsiteX13808" y="connsiteY13808"/>
              </a:cxn>
              <a:cxn ang="0">
                <a:pos x="connsiteX13809" y="connsiteY13809"/>
              </a:cxn>
              <a:cxn ang="0">
                <a:pos x="connsiteX13810" y="connsiteY13810"/>
              </a:cxn>
              <a:cxn ang="0">
                <a:pos x="connsiteX13811" y="connsiteY13811"/>
              </a:cxn>
              <a:cxn ang="0">
                <a:pos x="connsiteX13812" y="connsiteY13812"/>
              </a:cxn>
              <a:cxn ang="0">
                <a:pos x="connsiteX13813" y="connsiteY13813"/>
              </a:cxn>
              <a:cxn ang="0">
                <a:pos x="connsiteX13814" y="connsiteY13814"/>
              </a:cxn>
              <a:cxn ang="0">
                <a:pos x="connsiteX13815" y="connsiteY13815"/>
              </a:cxn>
              <a:cxn ang="0">
                <a:pos x="connsiteX13816" y="connsiteY13816"/>
              </a:cxn>
              <a:cxn ang="0">
                <a:pos x="connsiteX13817" y="connsiteY13817"/>
              </a:cxn>
              <a:cxn ang="0">
                <a:pos x="connsiteX13818" y="connsiteY13818"/>
              </a:cxn>
              <a:cxn ang="0">
                <a:pos x="connsiteX13819" y="connsiteY13819"/>
              </a:cxn>
              <a:cxn ang="0">
                <a:pos x="connsiteX13820" y="connsiteY13820"/>
              </a:cxn>
              <a:cxn ang="0">
                <a:pos x="connsiteX13821" y="connsiteY13821"/>
              </a:cxn>
              <a:cxn ang="0">
                <a:pos x="connsiteX13822" y="connsiteY13822"/>
              </a:cxn>
              <a:cxn ang="0">
                <a:pos x="connsiteX13823" y="connsiteY13823"/>
              </a:cxn>
              <a:cxn ang="0">
                <a:pos x="connsiteX13824" y="connsiteY13824"/>
              </a:cxn>
              <a:cxn ang="0">
                <a:pos x="connsiteX13825" y="connsiteY13825"/>
              </a:cxn>
              <a:cxn ang="0">
                <a:pos x="connsiteX13826" y="connsiteY13826"/>
              </a:cxn>
              <a:cxn ang="0">
                <a:pos x="connsiteX13827" y="connsiteY13827"/>
              </a:cxn>
              <a:cxn ang="0">
                <a:pos x="connsiteX13828" y="connsiteY13828"/>
              </a:cxn>
              <a:cxn ang="0">
                <a:pos x="connsiteX13829" y="connsiteY13829"/>
              </a:cxn>
              <a:cxn ang="0">
                <a:pos x="connsiteX13830" y="connsiteY13830"/>
              </a:cxn>
              <a:cxn ang="0">
                <a:pos x="connsiteX13831" y="connsiteY13831"/>
              </a:cxn>
              <a:cxn ang="0">
                <a:pos x="connsiteX13832" y="connsiteY13832"/>
              </a:cxn>
              <a:cxn ang="0">
                <a:pos x="connsiteX13833" y="connsiteY13833"/>
              </a:cxn>
              <a:cxn ang="0">
                <a:pos x="connsiteX13834" y="connsiteY13834"/>
              </a:cxn>
              <a:cxn ang="0">
                <a:pos x="connsiteX13835" y="connsiteY13835"/>
              </a:cxn>
              <a:cxn ang="0">
                <a:pos x="connsiteX13836" y="connsiteY13836"/>
              </a:cxn>
              <a:cxn ang="0">
                <a:pos x="connsiteX13837" y="connsiteY13837"/>
              </a:cxn>
              <a:cxn ang="0">
                <a:pos x="connsiteX13838" y="connsiteY13838"/>
              </a:cxn>
              <a:cxn ang="0">
                <a:pos x="connsiteX13839" y="connsiteY13839"/>
              </a:cxn>
              <a:cxn ang="0">
                <a:pos x="connsiteX13840" y="connsiteY13840"/>
              </a:cxn>
              <a:cxn ang="0">
                <a:pos x="connsiteX13841" y="connsiteY13841"/>
              </a:cxn>
              <a:cxn ang="0">
                <a:pos x="connsiteX13842" y="connsiteY13842"/>
              </a:cxn>
              <a:cxn ang="0">
                <a:pos x="connsiteX13843" y="connsiteY13843"/>
              </a:cxn>
              <a:cxn ang="0">
                <a:pos x="connsiteX13844" y="connsiteY13844"/>
              </a:cxn>
              <a:cxn ang="0">
                <a:pos x="connsiteX13845" y="connsiteY13845"/>
              </a:cxn>
              <a:cxn ang="0">
                <a:pos x="connsiteX13846" y="connsiteY13846"/>
              </a:cxn>
              <a:cxn ang="0">
                <a:pos x="connsiteX13847" y="connsiteY13847"/>
              </a:cxn>
              <a:cxn ang="0">
                <a:pos x="connsiteX13848" y="connsiteY13848"/>
              </a:cxn>
              <a:cxn ang="0">
                <a:pos x="connsiteX13849" y="connsiteY13849"/>
              </a:cxn>
              <a:cxn ang="0">
                <a:pos x="connsiteX13850" y="connsiteY13850"/>
              </a:cxn>
              <a:cxn ang="0">
                <a:pos x="connsiteX13851" y="connsiteY13851"/>
              </a:cxn>
              <a:cxn ang="0">
                <a:pos x="connsiteX13852" y="connsiteY13852"/>
              </a:cxn>
              <a:cxn ang="0">
                <a:pos x="connsiteX13853" y="connsiteY13853"/>
              </a:cxn>
              <a:cxn ang="0">
                <a:pos x="connsiteX13854" y="connsiteY13854"/>
              </a:cxn>
              <a:cxn ang="0">
                <a:pos x="connsiteX13855" y="connsiteY13855"/>
              </a:cxn>
              <a:cxn ang="0">
                <a:pos x="connsiteX13856" y="connsiteY13856"/>
              </a:cxn>
              <a:cxn ang="0">
                <a:pos x="connsiteX13857" y="connsiteY13857"/>
              </a:cxn>
              <a:cxn ang="0">
                <a:pos x="connsiteX13858" y="connsiteY13858"/>
              </a:cxn>
              <a:cxn ang="0">
                <a:pos x="connsiteX13859" y="connsiteY13859"/>
              </a:cxn>
              <a:cxn ang="0">
                <a:pos x="connsiteX13860" y="connsiteY13860"/>
              </a:cxn>
              <a:cxn ang="0">
                <a:pos x="connsiteX13861" y="connsiteY13861"/>
              </a:cxn>
              <a:cxn ang="0">
                <a:pos x="connsiteX13862" y="connsiteY13862"/>
              </a:cxn>
              <a:cxn ang="0">
                <a:pos x="connsiteX13863" y="connsiteY13863"/>
              </a:cxn>
              <a:cxn ang="0">
                <a:pos x="connsiteX13864" y="connsiteY13864"/>
              </a:cxn>
              <a:cxn ang="0">
                <a:pos x="connsiteX13865" y="connsiteY13865"/>
              </a:cxn>
              <a:cxn ang="0">
                <a:pos x="connsiteX13866" y="connsiteY13866"/>
              </a:cxn>
              <a:cxn ang="0">
                <a:pos x="connsiteX13867" y="connsiteY13867"/>
              </a:cxn>
              <a:cxn ang="0">
                <a:pos x="connsiteX13868" y="connsiteY13868"/>
              </a:cxn>
              <a:cxn ang="0">
                <a:pos x="connsiteX13869" y="connsiteY13869"/>
              </a:cxn>
              <a:cxn ang="0">
                <a:pos x="connsiteX13870" y="connsiteY13870"/>
              </a:cxn>
              <a:cxn ang="0">
                <a:pos x="connsiteX13871" y="connsiteY13871"/>
              </a:cxn>
              <a:cxn ang="0">
                <a:pos x="connsiteX13872" y="connsiteY13872"/>
              </a:cxn>
              <a:cxn ang="0">
                <a:pos x="connsiteX13873" y="connsiteY13873"/>
              </a:cxn>
              <a:cxn ang="0">
                <a:pos x="connsiteX13874" y="connsiteY13874"/>
              </a:cxn>
              <a:cxn ang="0">
                <a:pos x="connsiteX13875" y="connsiteY13875"/>
              </a:cxn>
              <a:cxn ang="0">
                <a:pos x="connsiteX13876" y="connsiteY13876"/>
              </a:cxn>
              <a:cxn ang="0">
                <a:pos x="connsiteX13877" y="connsiteY13877"/>
              </a:cxn>
              <a:cxn ang="0">
                <a:pos x="connsiteX13878" y="connsiteY13878"/>
              </a:cxn>
              <a:cxn ang="0">
                <a:pos x="connsiteX13879" y="connsiteY13879"/>
              </a:cxn>
              <a:cxn ang="0">
                <a:pos x="connsiteX13880" y="connsiteY13880"/>
              </a:cxn>
              <a:cxn ang="0">
                <a:pos x="connsiteX13881" y="connsiteY13881"/>
              </a:cxn>
              <a:cxn ang="0">
                <a:pos x="connsiteX13882" y="connsiteY13882"/>
              </a:cxn>
              <a:cxn ang="0">
                <a:pos x="connsiteX13883" y="connsiteY13883"/>
              </a:cxn>
              <a:cxn ang="0">
                <a:pos x="connsiteX13884" y="connsiteY13884"/>
              </a:cxn>
              <a:cxn ang="0">
                <a:pos x="connsiteX13885" y="connsiteY13885"/>
              </a:cxn>
              <a:cxn ang="0">
                <a:pos x="connsiteX13886" y="connsiteY13886"/>
              </a:cxn>
              <a:cxn ang="0">
                <a:pos x="connsiteX13887" y="connsiteY13887"/>
              </a:cxn>
              <a:cxn ang="0">
                <a:pos x="connsiteX13888" y="connsiteY13888"/>
              </a:cxn>
              <a:cxn ang="0">
                <a:pos x="connsiteX13889" y="connsiteY13889"/>
              </a:cxn>
              <a:cxn ang="0">
                <a:pos x="connsiteX13890" y="connsiteY13890"/>
              </a:cxn>
              <a:cxn ang="0">
                <a:pos x="connsiteX13891" y="connsiteY13891"/>
              </a:cxn>
              <a:cxn ang="0">
                <a:pos x="connsiteX13892" y="connsiteY13892"/>
              </a:cxn>
              <a:cxn ang="0">
                <a:pos x="connsiteX13893" y="connsiteY13893"/>
              </a:cxn>
              <a:cxn ang="0">
                <a:pos x="connsiteX13894" y="connsiteY13894"/>
              </a:cxn>
              <a:cxn ang="0">
                <a:pos x="connsiteX13895" y="connsiteY13895"/>
              </a:cxn>
              <a:cxn ang="0">
                <a:pos x="connsiteX13896" y="connsiteY13896"/>
              </a:cxn>
              <a:cxn ang="0">
                <a:pos x="connsiteX13897" y="connsiteY13897"/>
              </a:cxn>
              <a:cxn ang="0">
                <a:pos x="connsiteX13898" y="connsiteY13898"/>
              </a:cxn>
              <a:cxn ang="0">
                <a:pos x="connsiteX13899" y="connsiteY13899"/>
              </a:cxn>
              <a:cxn ang="0">
                <a:pos x="connsiteX13900" y="connsiteY13900"/>
              </a:cxn>
              <a:cxn ang="0">
                <a:pos x="connsiteX13901" y="connsiteY13901"/>
              </a:cxn>
              <a:cxn ang="0">
                <a:pos x="connsiteX13902" y="connsiteY13902"/>
              </a:cxn>
              <a:cxn ang="0">
                <a:pos x="connsiteX13903" y="connsiteY13903"/>
              </a:cxn>
              <a:cxn ang="0">
                <a:pos x="connsiteX13904" y="connsiteY13904"/>
              </a:cxn>
              <a:cxn ang="0">
                <a:pos x="connsiteX13905" y="connsiteY13905"/>
              </a:cxn>
              <a:cxn ang="0">
                <a:pos x="connsiteX13906" y="connsiteY13906"/>
              </a:cxn>
              <a:cxn ang="0">
                <a:pos x="connsiteX13907" y="connsiteY13907"/>
              </a:cxn>
              <a:cxn ang="0">
                <a:pos x="connsiteX13908" y="connsiteY13908"/>
              </a:cxn>
              <a:cxn ang="0">
                <a:pos x="connsiteX13909" y="connsiteY13909"/>
              </a:cxn>
              <a:cxn ang="0">
                <a:pos x="connsiteX13910" y="connsiteY13910"/>
              </a:cxn>
              <a:cxn ang="0">
                <a:pos x="connsiteX13911" y="connsiteY13911"/>
              </a:cxn>
              <a:cxn ang="0">
                <a:pos x="connsiteX13912" y="connsiteY13912"/>
              </a:cxn>
              <a:cxn ang="0">
                <a:pos x="connsiteX13913" y="connsiteY13913"/>
              </a:cxn>
              <a:cxn ang="0">
                <a:pos x="connsiteX13914" y="connsiteY13914"/>
              </a:cxn>
              <a:cxn ang="0">
                <a:pos x="connsiteX13915" y="connsiteY13915"/>
              </a:cxn>
              <a:cxn ang="0">
                <a:pos x="connsiteX13916" y="connsiteY13916"/>
              </a:cxn>
              <a:cxn ang="0">
                <a:pos x="connsiteX13917" y="connsiteY13917"/>
              </a:cxn>
              <a:cxn ang="0">
                <a:pos x="connsiteX13918" y="connsiteY13918"/>
              </a:cxn>
              <a:cxn ang="0">
                <a:pos x="connsiteX13919" y="connsiteY13919"/>
              </a:cxn>
              <a:cxn ang="0">
                <a:pos x="connsiteX13920" y="connsiteY13920"/>
              </a:cxn>
              <a:cxn ang="0">
                <a:pos x="connsiteX13921" y="connsiteY13921"/>
              </a:cxn>
              <a:cxn ang="0">
                <a:pos x="connsiteX13922" y="connsiteY13922"/>
              </a:cxn>
              <a:cxn ang="0">
                <a:pos x="connsiteX13923" y="connsiteY13923"/>
              </a:cxn>
              <a:cxn ang="0">
                <a:pos x="connsiteX13924" y="connsiteY13924"/>
              </a:cxn>
              <a:cxn ang="0">
                <a:pos x="connsiteX13925" y="connsiteY13925"/>
              </a:cxn>
              <a:cxn ang="0">
                <a:pos x="connsiteX13926" y="connsiteY13926"/>
              </a:cxn>
              <a:cxn ang="0">
                <a:pos x="connsiteX13927" y="connsiteY13927"/>
              </a:cxn>
              <a:cxn ang="0">
                <a:pos x="connsiteX13928" y="connsiteY13928"/>
              </a:cxn>
              <a:cxn ang="0">
                <a:pos x="connsiteX13929" y="connsiteY13929"/>
              </a:cxn>
              <a:cxn ang="0">
                <a:pos x="connsiteX13930" y="connsiteY13930"/>
              </a:cxn>
              <a:cxn ang="0">
                <a:pos x="connsiteX13931" y="connsiteY13931"/>
              </a:cxn>
              <a:cxn ang="0">
                <a:pos x="connsiteX13932" y="connsiteY13932"/>
              </a:cxn>
              <a:cxn ang="0">
                <a:pos x="connsiteX13933" y="connsiteY13933"/>
              </a:cxn>
              <a:cxn ang="0">
                <a:pos x="connsiteX13934" y="connsiteY13934"/>
              </a:cxn>
              <a:cxn ang="0">
                <a:pos x="connsiteX13935" y="connsiteY13935"/>
              </a:cxn>
              <a:cxn ang="0">
                <a:pos x="connsiteX13936" y="connsiteY13936"/>
              </a:cxn>
              <a:cxn ang="0">
                <a:pos x="connsiteX13937" y="connsiteY13937"/>
              </a:cxn>
              <a:cxn ang="0">
                <a:pos x="connsiteX13938" y="connsiteY13938"/>
              </a:cxn>
              <a:cxn ang="0">
                <a:pos x="connsiteX13939" y="connsiteY13939"/>
              </a:cxn>
              <a:cxn ang="0">
                <a:pos x="connsiteX13940" y="connsiteY13940"/>
              </a:cxn>
              <a:cxn ang="0">
                <a:pos x="connsiteX13941" y="connsiteY13941"/>
              </a:cxn>
              <a:cxn ang="0">
                <a:pos x="connsiteX13942" y="connsiteY13942"/>
              </a:cxn>
              <a:cxn ang="0">
                <a:pos x="connsiteX13943" y="connsiteY13943"/>
              </a:cxn>
              <a:cxn ang="0">
                <a:pos x="connsiteX13944" y="connsiteY13944"/>
              </a:cxn>
              <a:cxn ang="0">
                <a:pos x="connsiteX13945" y="connsiteY13945"/>
              </a:cxn>
              <a:cxn ang="0">
                <a:pos x="connsiteX13946" y="connsiteY13946"/>
              </a:cxn>
              <a:cxn ang="0">
                <a:pos x="connsiteX13947" y="connsiteY13947"/>
              </a:cxn>
              <a:cxn ang="0">
                <a:pos x="connsiteX13948" y="connsiteY13948"/>
              </a:cxn>
              <a:cxn ang="0">
                <a:pos x="connsiteX13949" y="connsiteY13949"/>
              </a:cxn>
              <a:cxn ang="0">
                <a:pos x="connsiteX13950" y="connsiteY13950"/>
              </a:cxn>
              <a:cxn ang="0">
                <a:pos x="connsiteX13951" y="connsiteY13951"/>
              </a:cxn>
              <a:cxn ang="0">
                <a:pos x="connsiteX13952" y="connsiteY13952"/>
              </a:cxn>
              <a:cxn ang="0">
                <a:pos x="connsiteX13953" y="connsiteY13953"/>
              </a:cxn>
              <a:cxn ang="0">
                <a:pos x="connsiteX13954" y="connsiteY13954"/>
              </a:cxn>
              <a:cxn ang="0">
                <a:pos x="connsiteX13955" y="connsiteY13955"/>
              </a:cxn>
              <a:cxn ang="0">
                <a:pos x="connsiteX13956" y="connsiteY13956"/>
              </a:cxn>
              <a:cxn ang="0">
                <a:pos x="connsiteX13957" y="connsiteY13957"/>
              </a:cxn>
              <a:cxn ang="0">
                <a:pos x="connsiteX13958" y="connsiteY13958"/>
              </a:cxn>
              <a:cxn ang="0">
                <a:pos x="connsiteX13959" y="connsiteY13959"/>
              </a:cxn>
              <a:cxn ang="0">
                <a:pos x="connsiteX13960" y="connsiteY13960"/>
              </a:cxn>
              <a:cxn ang="0">
                <a:pos x="connsiteX13961" y="connsiteY13961"/>
              </a:cxn>
              <a:cxn ang="0">
                <a:pos x="connsiteX13962" y="connsiteY13962"/>
              </a:cxn>
              <a:cxn ang="0">
                <a:pos x="connsiteX13963" y="connsiteY13963"/>
              </a:cxn>
              <a:cxn ang="0">
                <a:pos x="connsiteX13964" y="connsiteY13964"/>
              </a:cxn>
              <a:cxn ang="0">
                <a:pos x="connsiteX13965" y="connsiteY13965"/>
              </a:cxn>
              <a:cxn ang="0">
                <a:pos x="connsiteX13966" y="connsiteY13966"/>
              </a:cxn>
              <a:cxn ang="0">
                <a:pos x="connsiteX13967" y="connsiteY13967"/>
              </a:cxn>
              <a:cxn ang="0">
                <a:pos x="connsiteX13968" y="connsiteY13968"/>
              </a:cxn>
              <a:cxn ang="0">
                <a:pos x="connsiteX13969" y="connsiteY13969"/>
              </a:cxn>
              <a:cxn ang="0">
                <a:pos x="connsiteX13970" y="connsiteY13970"/>
              </a:cxn>
              <a:cxn ang="0">
                <a:pos x="connsiteX13971" y="connsiteY13971"/>
              </a:cxn>
              <a:cxn ang="0">
                <a:pos x="connsiteX13972" y="connsiteY13972"/>
              </a:cxn>
              <a:cxn ang="0">
                <a:pos x="connsiteX13973" y="connsiteY13973"/>
              </a:cxn>
              <a:cxn ang="0">
                <a:pos x="connsiteX13974" y="connsiteY13974"/>
              </a:cxn>
              <a:cxn ang="0">
                <a:pos x="connsiteX13975" y="connsiteY13975"/>
              </a:cxn>
              <a:cxn ang="0">
                <a:pos x="connsiteX13976" y="connsiteY13976"/>
              </a:cxn>
              <a:cxn ang="0">
                <a:pos x="connsiteX13977" y="connsiteY13977"/>
              </a:cxn>
              <a:cxn ang="0">
                <a:pos x="connsiteX13978" y="connsiteY13978"/>
              </a:cxn>
              <a:cxn ang="0">
                <a:pos x="connsiteX13979" y="connsiteY13979"/>
              </a:cxn>
              <a:cxn ang="0">
                <a:pos x="connsiteX13980" y="connsiteY13980"/>
              </a:cxn>
              <a:cxn ang="0">
                <a:pos x="connsiteX13981" y="connsiteY13981"/>
              </a:cxn>
              <a:cxn ang="0">
                <a:pos x="connsiteX13982" y="connsiteY13982"/>
              </a:cxn>
              <a:cxn ang="0">
                <a:pos x="connsiteX13983" y="connsiteY13983"/>
              </a:cxn>
              <a:cxn ang="0">
                <a:pos x="connsiteX13984" y="connsiteY13984"/>
              </a:cxn>
              <a:cxn ang="0">
                <a:pos x="connsiteX13985" y="connsiteY13985"/>
              </a:cxn>
              <a:cxn ang="0">
                <a:pos x="connsiteX13986" y="connsiteY13986"/>
              </a:cxn>
              <a:cxn ang="0">
                <a:pos x="connsiteX13987" y="connsiteY13987"/>
              </a:cxn>
              <a:cxn ang="0">
                <a:pos x="connsiteX13988" y="connsiteY13988"/>
              </a:cxn>
              <a:cxn ang="0">
                <a:pos x="connsiteX13989" y="connsiteY13989"/>
              </a:cxn>
              <a:cxn ang="0">
                <a:pos x="connsiteX13990" y="connsiteY13990"/>
              </a:cxn>
              <a:cxn ang="0">
                <a:pos x="connsiteX13991" y="connsiteY13991"/>
              </a:cxn>
              <a:cxn ang="0">
                <a:pos x="connsiteX13992" y="connsiteY13992"/>
              </a:cxn>
              <a:cxn ang="0">
                <a:pos x="connsiteX13993" y="connsiteY13993"/>
              </a:cxn>
              <a:cxn ang="0">
                <a:pos x="connsiteX13994" y="connsiteY13994"/>
              </a:cxn>
              <a:cxn ang="0">
                <a:pos x="connsiteX13995" y="connsiteY13995"/>
              </a:cxn>
              <a:cxn ang="0">
                <a:pos x="connsiteX13996" y="connsiteY13996"/>
              </a:cxn>
              <a:cxn ang="0">
                <a:pos x="connsiteX13997" y="connsiteY13997"/>
              </a:cxn>
              <a:cxn ang="0">
                <a:pos x="connsiteX13998" y="connsiteY13998"/>
              </a:cxn>
              <a:cxn ang="0">
                <a:pos x="connsiteX13999" y="connsiteY13999"/>
              </a:cxn>
              <a:cxn ang="0">
                <a:pos x="connsiteX14000" y="connsiteY14000"/>
              </a:cxn>
              <a:cxn ang="0">
                <a:pos x="connsiteX14001" y="connsiteY14001"/>
              </a:cxn>
              <a:cxn ang="0">
                <a:pos x="connsiteX14002" y="connsiteY14002"/>
              </a:cxn>
              <a:cxn ang="0">
                <a:pos x="connsiteX14003" y="connsiteY14003"/>
              </a:cxn>
              <a:cxn ang="0">
                <a:pos x="connsiteX14004" y="connsiteY14004"/>
              </a:cxn>
              <a:cxn ang="0">
                <a:pos x="connsiteX14005" y="connsiteY14005"/>
              </a:cxn>
              <a:cxn ang="0">
                <a:pos x="connsiteX14006" y="connsiteY14006"/>
              </a:cxn>
              <a:cxn ang="0">
                <a:pos x="connsiteX14007" y="connsiteY14007"/>
              </a:cxn>
              <a:cxn ang="0">
                <a:pos x="connsiteX14008" y="connsiteY14008"/>
              </a:cxn>
              <a:cxn ang="0">
                <a:pos x="connsiteX14009" y="connsiteY14009"/>
              </a:cxn>
              <a:cxn ang="0">
                <a:pos x="connsiteX14010" y="connsiteY14010"/>
              </a:cxn>
              <a:cxn ang="0">
                <a:pos x="connsiteX14011" y="connsiteY14011"/>
              </a:cxn>
              <a:cxn ang="0">
                <a:pos x="connsiteX14012" y="connsiteY14012"/>
              </a:cxn>
              <a:cxn ang="0">
                <a:pos x="connsiteX14013" y="connsiteY14013"/>
              </a:cxn>
              <a:cxn ang="0">
                <a:pos x="connsiteX14014" y="connsiteY14014"/>
              </a:cxn>
              <a:cxn ang="0">
                <a:pos x="connsiteX14015" y="connsiteY14015"/>
              </a:cxn>
              <a:cxn ang="0">
                <a:pos x="connsiteX14016" y="connsiteY14016"/>
              </a:cxn>
              <a:cxn ang="0">
                <a:pos x="connsiteX14017" y="connsiteY14017"/>
              </a:cxn>
              <a:cxn ang="0">
                <a:pos x="connsiteX14018" y="connsiteY14018"/>
              </a:cxn>
              <a:cxn ang="0">
                <a:pos x="connsiteX14019" y="connsiteY14019"/>
              </a:cxn>
              <a:cxn ang="0">
                <a:pos x="connsiteX14020" y="connsiteY14020"/>
              </a:cxn>
              <a:cxn ang="0">
                <a:pos x="connsiteX14021" y="connsiteY14021"/>
              </a:cxn>
              <a:cxn ang="0">
                <a:pos x="connsiteX14022" y="connsiteY14022"/>
              </a:cxn>
              <a:cxn ang="0">
                <a:pos x="connsiteX14023" y="connsiteY14023"/>
              </a:cxn>
              <a:cxn ang="0">
                <a:pos x="connsiteX14024" y="connsiteY14024"/>
              </a:cxn>
              <a:cxn ang="0">
                <a:pos x="connsiteX14025" y="connsiteY14025"/>
              </a:cxn>
              <a:cxn ang="0">
                <a:pos x="connsiteX14026" y="connsiteY14026"/>
              </a:cxn>
              <a:cxn ang="0">
                <a:pos x="connsiteX14027" y="connsiteY14027"/>
              </a:cxn>
              <a:cxn ang="0">
                <a:pos x="connsiteX14028" y="connsiteY14028"/>
              </a:cxn>
              <a:cxn ang="0">
                <a:pos x="connsiteX14029" y="connsiteY14029"/>
              </a:cxn>
              <a:cxn ang="0">
                <a:pos x="connsiteX14030" y="connsiteY14030"/>
              </a:cxn>
              <a:cxn ang="0">
                <a:pos x="connsiteX14031" y="connsiteY14031"/>
              </a:cxn>
              <a:cxn ang="0">
                <a:pos x="connsiteX14032" y="connsiteY14032"/>
              </a:cxn>
              <a:cxn ang="0">
                <a:pos x="connsiteX14033" y="connsiteY14033"/>
              </a:cxn>
              <a:cxn ang="0">
                <a:pos x="connsiteX14034" y="connsiteY14034"/>
              </a:cxn>
              <a:cxn ang="0">
                <a:pos x="connsiteX14035" y="connsiteY14035"/>
              </a:cxn>
              <a:cxn ang="0">
                <a:pos x="connsiteX14036" y="connsiteY14036"/>
              </a:cxn>
              <a:cxn ang="0">
                <a:pos x="connsiteX14037" y="connsiteY14037"/>
              </a:cxn>
              <a:cxn ang="0">
                <a:pos x="connsiteX14038" y="connsiteY14038"/>
              </a:cxn>
              <a:cxn ang="0">
                <a:pos x="connsiteX14039" y="connsiteY14039"/>
              </a:cxn>
              <a:cxn ang="0">
                <a:pos x="connsiteX14040" y="connsiteY14040"/>
              </a:cxn>
              <a:cxn ang="0">
                <a:pos x="connsiteX14041" y="connsiteY14041"/>
              </a:cxn>
              <a:cxn ang="0">
                <a:pos x="connsiteX14042" y="connsiteY14042"/>
              </a:cxn>
              <a:cxn ang="0">
                <a:pos x="connsiteX14043" y="connsiteY14043"/>
              </a:cxn>
              <a:cxn ang="0">
                <a:pos x="connsiteX14044" y="connsiteY14044"/>
              </a:cxn>
              <a:cxn ang="0">
                <a:pos x="connsiteX14045" y="connsiteY14045"/>
              </a:cxn>
              <a:cxn ang="0">
                <a:pos x="connsiteX14046" y="connsiteY14046"/>
              </a:cxn>
              <a:cxn ang="0">
                <a:pos x="connsiteX14047" y="connsiteY14047"/>
              </a:cxn>
              <a:cxn ang="0">
                <a:pos x="connsiteX14048" y="connsiteY14048"/>
              </a:cxn>
              <a:cxn ang="0">
                <a:pos x="connsiteX14049" y="connsiteY14049"/>
              </a:cxn>
              <a:cxn ang="0">
                <a:pos x="connsiteX14050" y="connsiteY14050"/>
              </a:cxn>
              <a:cxn ang="0">
                <a:pos x="connsiteX14051" y="connsiteY14051"/>
              </a:cxn>
              <a:cxn ang="0">
                <a:pos x="connsiteX14052" y="connsiteY14052"/>
              </a:cxn>
              <a:cxn ang="0">
                <a:pos x="connsiteX14053" y="connsiteY14053"/>
              </a:cxn>
              <a:cxn ang="0">
                <a:pos x="connsiteX14054" y="connsiteY14054"/>
              </a:cxn>
              <a:cxn ang="0">
                <a:pos x="connsiteX14055" y="connsiteY14055"/>
              </a:cxn>
              <a:cxn ang="0">
                <a:pos x="connsiteX14056" y="connsiteY14056"/>
              </a:cxn>
              <a:cxn ang="0">
                <a:pos x="connsiteX14057" y="connsiteY14057"/>
              </a:cxn>
              <a:cxn ang="0">
                <a:pos x="connsiteX14058" y="connsiteY14058"/>
              </a:cxn>
              <a:cxn ang="0">
                <a:pos x="connsiteX14059" y="connsiteY14059"/>
              </a:cxn>
              <a:cxn ang="0">
                <a:pos x="connsiteX14060" y="connsiteY14060"/>
              </a:cxn>
              <a:cxn ang="0">
                <a:pos x="connsiteX14061" y="connsiteY14061"/>
              </a:cxn>
              <a:cxn ang="0">
                <a:pos x="connsiteX14062" y="connsiteY14062"/>
              </a:cxn>
              <a:cxn ang="0">
                <a:pos x="connsiteX14063" y="connsiteY14063"/>
              </a:cxn>
              <a:cxn ang="0">
                <a:pos x="connsiteX14064" y="connsiteY14064"/>
              </a:cxn>
              <a:cxn ang="0">
                <a:pos x="connsiteX14065" y="connsiteY14065"/>
              </a:cxn>
              <a:cxn ang="0">
                <a:pos x="connsiteX14066" y="connsiteY14066"/>
              </a:cxn>
              <a:cxn ang="0">
                <a:pos x="connsiteX14067" y="connsiteY14067"/>
              </a:cxn>
              <a:cxn ang="0">
                <a:pos x="connsiteX14068" y="connsiteY14068"/>
              </a:cxn>
              <a:cxn ang="0">
                <a:pos x="connsiteX14069" y="connsiteY14069"/>
              </a:cxn>
              <a:cxn ang="0">
                <a:pos x="connsiteX14070" y="connsiteY14070"/>
              </a:cxn>
              <a:cxn ang="0">
                <a:pos x="connsiteX14071" y="connsiteY14071"/>
              </a:cxn>
              <a:cxn ang="0">
                <a:pos x="connsiteX14072" y="connsiteY14072"/>
              </a:cxn>
              <a:cxn ang="0">
                <a:pos x="connsiteX14073" y="connsiteY14073"/>
              </a:cxn>
              <a:cxn ang="0">
                <a:pos x="connsiteX14074" y="connsiteY14074"/>
              </a:cxn>
              <a:cxn ang="0">
                <a:pos x="connsiteX14075" y="connsiteY14075"/>
              </a:cxn>
              <a:cxn ang="0">
                <a:pos x="connsiteX14076" y="connsiteY14076"/>
              </a:cxn>
              <a:cxn ang="0">
                <a:pos x="connsiteX14077" y="connsiteY14077"/>
              </a:cxn>
              <a:cxn ang="0">
                <a:pos x="connsiteX14078" y="connsiteY14078"/>
              </a:cxn>
              <a:cxn ang="0">
                <a:pos x="connsiteX14079" y="connsiteY14079"/>
              </a:cxn>
              <a:cxn ang="0">
                <a:pos x="connsiteX14080" y="connsiteY14080"/>
              </a:cxn>
              <a:cxn ang="0">
                <a:pos x="connsiteX14081" y="connsiteY14081"/>
              </a:cxn>
              <a:cxn ang="0">
                <a:pos x="connsiteX14082" y="connsiteY14082"/>
              </a:cxn>
              <a:cxn ang="0">
                <a:pos x="connsiteX14083" y="connsiteY14083"/>
              </a:cxn>
              <a:cxn ang="0">
                <a:pos x="connsiteX14084" y="connsiteY14084"/>
              </a:cxn>
              <a:cxn ang="0">
                <a:pos x="connsiteX14085" y="connsiteY14085"/>
              </a:cxn>
              <a:cxn ang="0">
                <a:pos x="connsiteX14086" y="connsiteY14086"/>
              </a:cxn>
              <a:cxn ang="0">
                <a:pos x="connsiteX14087" y="connsiteY14087"/>
              </a:cxn>
              <a:cxn ang="0">
                <a:pos x="connsiteX14088" y="connsiteY14088"/>
              </a:cxn>
              <a:cxn ang="0">
                <a:pos x="connsiteX14089" y="connsiteY14089"/>
              </a:cxn>
              <a:cxn ang="0">
                <a:pos x="connsiteX14090" y="connsiteY14090"/>
              </a:cxn>
              <a:cxn ang="0">
                <a:pos x="connsiteX14091" y="connsiteY14091"/>
              </a:cxn>
              <a:cxn ang="0">
                <a:pos x="connsiteX14092" y="connsiteY14092"/>
              </a:cxn>
              <a:cxn ang="0">
                <a:pos x="connsiteX14093" y="connsiteY14093"/>
              </a:cxn>
              <a:cxn ang="0">
                <a:pos x="connsiteX14094" y="connsiteY14094"/>
              </a:cxn>
              <a:cxn ang="0">
                <a:pos x="connsiteX14095" y="connsiteY14095"/>
              </a:cxn>
              <a:cxn ang="0">
                <a:pos x="connsiteX14096" y="connsiteY14096"/>
              </a:cxn>
              <a:cxn ang="0">
                <a:pos x="connsiteX14097" y="connsiteY14097"/>
              </a:cxn>
              <a:cxn ang="0">
                <a:pos x="connsiteX14098" y="connsiteY14098"/>
              </a:cxn>
              <a:cxn ang="0">
                <a:pos x="connsiteX14099" y="connsiteY14099"/>
              </a:cxn>
              <a:cxn ang="0">
                <a:pos x="connsiteX14100" y="connsiteY14100"/>
              </a:cxn>
              <a:cxn ang="0">
                <a:pos x="connsiteX14101" y="connsiteY14101"/>
              </a:cxn>
              <a:cxn ang="0">
                <a:pos x="connsiteX14102" y="connsiteY14102"/>
              </a:cxn>
              <a:cxn ang="0">
                <a:pos x="connsiteX14103" y="connsiteY14103"/>
              </a:cxn>
              <a:cxn ang="0">
                <a:pos x="connsiteX14104" y="connsiteY14104"/>
              </a:cxn>
              <a:cxn ang="0">
                <a:pos x="connsiteX14105" y="connsiteY14105"/>
              </a:cxn>
              <a:cxn ang="0">
                <a:pos x="connsiteX14106" y="connsiteY14106"/>
              </a:cxn>
              <a:cxn ang="0">
                <a:pos x="connsiteX14107" y="connsiteY14107"/>
              </a:cxn>
              <a:cxn ang="0">
                <a:pos x="connsiteX14108" y="connsiteY14108"/>
              </a:cxn>
              <a:cxn ang="0">
                <a:pos x="connsiteX14109" y="connsiteY14109"/>
              </a:cxn>
              <a:cxn ang="0">
                <a:pos x="connsiteX14110" y="connsiteY14110"/>
              </a:cxn>
              <a:cxn ang="0">
                <a:pos x="connsiteX14111" y="connsiteY14111"/>
              </a:cxn>
              <a:cxn ang="0">
                <a:pos x="connsiteX14112" y="connsiteY14112"/>
              </a:cxn>
              <a:cxn ang="0">
                <a:pos x="connsiteX14113" y="connsiteY14113"/>
              </a:cxn>
              <a:cxn ang="0">
                <a:pos x="connsiteX14114" y="connsiteY14114"/>
              </a:cxn>
              <a:cxn ang="0">
                <a:pos x="connsiteX14115" y="connsiteY14115"/>
              </a:cxn>
              <a:cxn ang="0">
                <a:pos x="connsiteX14116" y="connsiteY14116"/>
              </a:cxn>
              <a:cxn ang="0">
                <a:pos x="connsiteX14117" y="connsiteY14117"/>
              </a:cxn>
              <a:cxn ang="0">
                <a:pos x="connsiteX14118" y="connsiteY14118"/>
              </a:cxn>
              <a:cxn ang="0">
                <a:pos x="connsiteX14119" y="connsiteY14119"/>
              </a:cxn>
              <a:cxn ang="0">
                <a:pos x="connsiteX14120" y="connsiteY14120"/>
              </a:cxn>
              <a:cxn ang="0">
                <a:pos x="connsiteX14121" y="connsiteY14121"/>
              </a:cxn>
              <a:cxn ang="0">
                <a:pos x="connsiteX14122" y="connsiteY14122"/>
              </a:cxn>
              <a:cxn ang="0">
                <a:pos x="connsiteX14123" y="connsiteY14123"/>
              </a:cxn>
              <a:cxn ang="0">
                <a:pos x="connsiteX14124" y="connsiteY14124"/>
              </a:cxn>
              <a:cxn ang="0">
                <a:pos x="connsiteX14125" y="connsiteY14125"/>
              </a:cxn>
              <a:cxn ang="0">
                <a:pos x="connsiteX14126" y="connsiteY14126"/>
              </a:cxn>
              <a:cxn ang="0">
                <a:pos x="connsiteX14127" y="connsiteY14127"/>
              </a:cxn>
              <a:cxn ang="0">
                <a:pos x="connsiteX14128" y="connsiteY14128"/>
              </a:cxn>
              <a:cxn ang="0">
                <a:pos x="connsiteX14129" y="connsiteY14129"/>
              </a:cxn>
              <a:cxn ang="0">
                <a:pos x="connsiteX14130" y="connsiteY14130"/>
              </a:cxn>
              <a:cxn ang="0">
                <a:pos x="connsiteX14131" y="connsiteY14131"/>
              </a:cxn>
              <a:cxn ang="0">
                <a:pos x="connsiteX14132" y="connsiteY14132"/>
              </a:cxn>
              <a:cxn ang="0">
                <a:pos x="connsiteX14133" y="connsiteY14133"/>
              </a:cxn>
              <a:cxn ang="0">
                <a:pos x="connsiteX14134" y="connsiteY14134"/>
              </a:cxn>
              <a:cxn ang="0">
                <a:pos x="connsiteX14135" y="connsiteY14135"/>
              </a:cxn>
              <a:cxn ang="0">
                <a:pos x="connsiteX14136" y="connsiteY14136"/>
              </a:cxn>
              <a:cxn ang="0">
                <a:pos x="connsiteX14137" y="connsiteY14137"/>
              </a:cxn>
              <a:cxn ang="0">
                <a:pos x="connsiteX14138" y="connsiteY14138"/>
              </a:cxn>
              <a:cxn ang="0">
                <a:pos x="connsiteX14139" y="connsiteY14139"/>
              </a:cxn>
              <a:cxn ang="0">
                <a:pos x="connsiteX14140" y="connsiteY14140"/>
              </a:cxn>
              <a:cxn ang="0">
                <a:pos x="connsiteX14141" y="connsiteY14141"/>
              </a:cxn>
              <a:cxn ang="0">
                <a:pos x="connsiteX14142" y="connsiteY14142"/>
              </a:cxn>
              <a:cxn ang="0">
                <a:pos x="connsiteX14143" y="connsiteY14143"/>
              </a:cxn>
              <a:cxn ang="0">
                <a:pos x="connsiteX14144" y="connsiteY14144"/>
              </a:cxn>
              <a:cxn ang="0">
                <a:pos x="connsiteX14145" y="connsiteY14145"/>
              </a:cxn>
              <a:cxn ang="0">
                <a:pos x="connsiteX14146" y="connsiteY14146"/>
              </a:cxn>
              <a:cxn ang="0">
                <a:pos x="connsiteX14147" y="connsiteY14147"/>
              </a:cxn>
              <a:cxn ang="0">
                <a:pos x="connsiteX14148" y="connsiteY14148"/>
              </a:cxn>
              <a:cxn ang="0">
                <a:pos x="connsiteX14149" y="connsiteY14149"/>
              </a:cxn>
              <a:cxn ang="0">
                <a:pos x="connsiteX14150" y="connsiteY14150"/>
              </a:cxn>
              <a:cxn ang="0">
                <a:pos x="connsiteX14151" y="connsiteY14151"/>
              </a:cxn>
              <a:cxn ang="0">
                <a:pos x="connsiteX14152" y="connsiteY14152"/>
              </a:cxn>
              <a:cxn ang="0">
                <a:pos x="connsiteX14153" y="connsiteY14153"/>
              </a:cxn>
              <a:cxn ang="0">
                <a:pos x="connsiteX14154" y="connsiteY14154"/>
              </a:cxn>
              <a:cxn ang="0">
                <a:pos x="connsiteX14155" y="connsiteY14155"/>
              </a:cxn>
              <a:cxn ang="0">
                <a:pos x="connsiteX14156" y="connsiteY14156"/>
              </a:cxn>
              <a:cxn ang="0">
                <a:pos x="connsiteX14157" y="connsiteY14157"/>
              </a:cxn>
              <a:cxn ang="0">
                <a:pos x="connsiteX14158" y="connsiteY14158"/>
              </a:cxn>
              <a:cxn ang="0">
                <a:pos x="connsiteX14159" y="connsiteY14159"/>
              </a:cxn>
              <a:cxn ang="0">
                <a:pos x="connsiteX14160" y="connsiteY14160"/>
              </a:cxn>
              <a:cxn ang="0">
                <a:pos x="connsiteX14161" y="connsiteY14161"/>
              </a:cxn>
              <a:cxn ang="0">
                <a:pos x="connsiteX14162" y="connsiteY14162"/>
              </a:cxn>
              <a:cxn ang="0">
                <a:pos x="connsiteX14163" y="connsiteY14163"/>
              </a:cxn>
              <a:cxn ang="0">
                <a:pos x="connsiteX14164" y="connsiteY14164"/>
              </a:cxn>
              <a:cxn ang="0">
                <a:pos x="connsiteX14165" y="connsiteY14165"/>
              </a:cxn>
              <a:cxn ang="0">
                <a:pos x="connsiteX14166" y="connsiteY14166"/>
              </a:cxn>
              <a:cxn ang="0">
                <a:pos x="connsiteX14167" y="connsiteY14167"/>
              </a:cxn>
              <a:cxn ang="0">
                <a:pos x="connsiteX14168" y="connsiteY14168"/>
              </a:cxn>
              <a:cxn ang="0">
                <a:pos x="connsiteX14169" y="connsiteY14169"/>
              </a:cxn>
              <a:cxn ang="0">
                <a:pos x="connsiteX14170" y="connsiteY14170"/>
              </a:cxn>
              <a:cxn ang="0">
                <a:pos x="connsiteX14171" y="connsiteY14171"/>
              </a:cxn>
              <a:cxn ang="0">
                <a:pos x="connsiteX14172" y="connsiteY14172"/>
              </a:cxn>
              <a:cxn ang="0">
                <a:pos x="connsiteX14173" y="connsiteY14173"/>
              </a:cxn>
              <a:cxn ang="0">
                <a:pos x="connsiteX14174" y="connsiteY14174"/>
              </a:cxn>
              <a:cxn ang="0">
                <a:pos x="connsiteX14175" y="connsiteY14175"/>
              </a:cxn>
              <a:cxn ang="0">
                <a:pos x="connsiteX14176" y="connsiteY14176"/>
              </a:cxn>
              <a:cxn ang="0">
                <a:pos x="connsiteX14177" y="connsiteY14177"/>
              </a:cxn>
              <a:cxn ang="0">
                <a:pos x="connsiteX14178" y="connsiteY14178"/>
              </a:cxn>
              <a:cxn ang="0">
                <a:pos x="connsiteX14179" y="connsiteY14179"/>
              </a:cxn>
              <a:cxn ang="0">
                <a:pos x="connsiteX14180" y="connsiteY14180"/>
              </a:cxn>
              <a:cxn ang="0">
                <a:pos x="connsiteX14181" y="connsiteY14181"/>
              </a:cxn>
              <a:cxn ang="0">
                <a:pos x="connsiteX14182" y="connsiteY14182"/>
              </a:cxn>
              <a:cxn ang="0">
                <a:pos x="connsiteX14183" y="connsiteY14183"/>
              </a:cxn>
              <a:cxn ang="0">
                <a:pos x="connsiteX14184" y="connsiteY14184"/>
              </a:cxn>
              <a:cxn ang="0">
                <a:pos x="connsiteX14185" y="connsiteY14185"/>
              </a:cxn>
              <a:cxn ang="0">
                <a:pos x="connsiteX14186" y="connsiteY14186"/>
              </a:cxn>
              <a:cxn ang="0">
                <a:pos x="connsiteX14187" y="connsiteY14187"/>
              </a:cxn>
              <a:cxn ang="0">
                <a:pos x="connsiteX14188" y="connsiteY14188"/>
              </a:cxn>
              <a:cxn ang="0">
                <a:pos x="connsiteX14189" y="connsiteY14189"/>
              </a:cxn>
              <a:cxn ang="0">
                <a:pos x="connsiteX14190" y="connsiteY14190"/>
              </a:cxn>
              <a:cxn ang="0">
                <a:pos x="connsiteX14191" y="connsiteY14191"/>
              </a:cxn>
              <a:cxn ang="0">
                <a:pos x="connsiteX14192" y="connsiteY14192"/>
              </a:cxn>
              <a:cxn ang="0">
                <a:pos x="connsiteX14193" y="connsiteY14193"/>
              </a:cxn>
              <a:cxn ang="0">
                <a:pos x="connsiteX14194" y="connsiteY14194"/>
              </a:cxn>
              <a:cxn ang="0">
                <a:pos x="connsiteX14195" y="connsiteY14195"/>
              </a:cxn>
              <a:cxn ang="0">
                <a:pos x="connsiteX14196" y="connsiteY14196"/>
              </a:cxn>
              <a:cxn ang="0">
                <a:pos x="connsiteX14197" y="connsiteY14197"/>
              </a:cxn>
              <a:cxn ang="0">
                <a:pos x="connsiteX14198" y="connsiteY14198"/>
              </a:cxn>
              <a:cxn ang="0">
                <a:pos x="connsiteX14199" y="connsiteY14199"/>
              </a:cxn>
              <a:cxn ang="0">
                <a:pos x="connsiteX14200" y="connsiteY14200"/>
              </a:cxn>
              <a:cxn ang="0">
                <a:pos x="connsiteX14201" y="connsiteY14201"/>
              </a:cxn>
              <a:cxn ang="0">
                <a:pos x="connsiteX14202" y="connsiteY14202"/>
              </a:cxn>
              <a:cxn ang="0">
                <a:pos x="connsiteX14203" y="connsiteY14203"/>
              </a:cxn>
              <a:cxn ang="0">
                <a:pos x="connsiteX14204" y="connsiteY14204"/>
              </a:cxn>
              <a:cxn ang="0">
                <a:pos x="connsiteX14205" y="connsiteY14205"/>
              </a:cxn>
              <a:cxn ang="0">
                <a:pos x="connsiteX14206" y="connsiteY14206"/>
              </a:cxn>
              <a:cxn ang="0">
                <a:pos x="connsiteX14207" y="connsiteY14207"/>
              </a:cxn>
              <a:cxn ang="0">
                <a:pos x="connsiteX14208" y="connsiteY14208"/>
              </a:cxn>
              <a:cxn ang="0">
                <a:pos x="connsiteX14209" y="connsiteY14209"/>
              </a:cxn>
              <a:cxn ang="0">
                <a:pos x="connsiteX14210" y="connsiteY14210"/>
              </a:cxn>
              <a:cxn ang="0">
                <a:pos x="connsiteX14211" y="connsiteY14211"/>
              </a:cxn>
              <a:cxn ang="0">
                <a:pos x="connsiteX14212" y="connsiteY14212"/>
              </a:cxn>
              <a:cxn ang="0">
                <a:pos x="connsiteX14213" y="connsiteY14213"/>
              </a:cxn>
              <a:cxn ang="0">
                <a:pos x="connsiteX14214" y="connsiteY14214"/>
              </a:cxn>
              <a:cxn ang="0">
                <a:pos x="connsiteX14215" y="connsiteY14215"/>
              </a:cxn>
              <a:cxn ang="0">
                <a:pos x="connsiteX14216" y="connsiteY14216"/>
              </a:cxn>
              <a:cxn ang="0">
                <a:pos x="connsiteX14217" y="connsiteY14217"/>
              </a:cxn>
              <a:cxn ang="0">
                <a:pos x="connsiteX14218" y="connsiteY14218"/>
              </a:cxn>
              <a:cxn ang="0">
                <a:pos x="connsiteX14219" y="connsiteY14219"/>
              </a:cxn>
              <a:cxn ang="0">
                <a:pos x="connsiteX14220" y="connsiteY14220"/>
              </a:cxn>
              <a:cxn ang="0">
                <a:pos x="connsiteX14221" y="connsiteY14221"/>
              </a:cxn>
              <a:cxn ang="0">
                <a:pos x="connsiteX14222" y="connsiteY14222"/>
              </a:cxn>
              <a:cxn ang="0">
                <a:pos x="connsiteX14223" y="connsiteY14223"/>
              </a:cxn>
              <a:cxn ang="0">
                <a:pos x="connsiteX14224" y="connsiteY14224"/>
              </a:cxn>
              <a:cxn ang="0">
                <a:pos x="connsiteX14225" y="connsiteY14225"/>
              </a:cxn>
              <a:cxn ang="0">
                <a:pos x="connsiteX14226" y="connsiteY14226"/>
              </a:cxn>
              <a:cxn ang="0">
                <a:pos x="connsiteX14227" y="connsiteY14227"/>
              </a:cxn>
              <a:cxn ang="0">
                <a:pos x="connsiteX14228" y="connsiteY14228"/>
              </a:cxn>
              <a:cxn ang="0">
                <a:pos x="connsiteX14229" y="connsiteY14229"/>
              </a:cxn>
              <a:cxn ang="0">
                <a:pos x="connsiteX14230" y="connsiteY14230"/>
              </a:cxn>
              <a:cxn ang="0">
                <a:pos x="connsiteX14231" y="connsiteY14231"/>
              </a:cxn>
              <a:cxn ang="0">
                <a:pos x="connsiteX14232" y="connsiteY14232"/>
              </a:cxn>
              <a:cxn ang="0">
                <a:pos x="connsiteX14233" y="connsiteY14233"/>
              </a:cxn>
              <a:cxn ang="0">
                <a:pos x="connsiteX14234" y="connsiteY14234"/>
              </a:cxn>
              <a:cxn ang="0">
                <a:pos x="connsiteX14235" y="connsiteY14235"/>
              </a:cxn>
              <a:cxn ang="0">
                <a:pos x="connsiteX14236" y="connsiteY14236"/>
              </a:cxn>
              <a:cxn ang="0">
                <a:pos x="connsiteX14237" y="connsiteY14237"/>
              </a:cxn>
              <a:cxn ang="0">
                <a:pos x="connsiteX14238" y="connsiteY14238"/>
              </a:cxn>
              <a:cxn ang="0">
                <a:pos x="connsiteX14239" y="connsiteY14239"/>
              </a:cxn>
              <a:cxn ang="0">
                <a:pos x="connsiteX14240" y="connsiteY14240"/>
              </a:cxn>
              <a:cxn ang="0">
                <a:pos x="connsiteX14241" y="connsiteY14241"/>
              </a:cxn>
              <a:cxn ang="0">
                <a:pos x="connsiteX14242" y="connsiteY14242"/>
              </a:cxn>
              <a:cxn ang="0">
                <a:pos x="connsiteX14243" y="connsiteY14243"/>
              </a:cxn>
              <a:cxn ang="0">
                <a:pos x="connsiteX14244" y="connsiteY14244"/>
              </a:cxn>
              <a:cxn ang="0">
                <a:pos x="connsiteX14245" y="connsiteY14245"/>
              </a:cxn>
              <a:cxn ang="0">
                <a:pos x="connsiteX14246" y="connsiteY14246"/>
              </a:cxn>
              <a:cxn ang="0">
                <a:pos x="connsiteX14247" y="connsiteY14247"/>
              </a:cxn>
              <a:cxn ang="0">
                <a:pos x="connsiteX14248" y="connsiteY14248"/>
              </a:cxn>
              <a:cxn ang="0">
                <a:pos x="connsiteX14249" y="connsiteY14249"/>
              </a:cxn>
              <a:cxn ang="0">
                <a:pos x="connsiteX14250" y="connsiteY14250"/>
              </a:cxn>
              <a:cxn ang="0">
                <a:pos x="connsiteX14251" y="connsiteY14251"/>
              </a:cxn>
              <a:cxn ang="0">
                <a:pos x="connsiteX14252" y="connsiteY14252"/>
              </a:cxn>
              <a:cxn ang="0">
                <a:pos x="connsiteX14253" y="connsiteY14253"/>
              </a:cxn>
              <a:cxn ang="0">
                <a:pos x="connsiteX14254" y="connsiteY14254"/>
              </a:cxn>
              <a:cxn ang="0">
                <a:pos x="connsiteX14255" y="connsiteY14255"/>
              </a:cxn>
              <a:cxn ang="0">
                <a:pos x="connsiteX14256" y="connsiteY14256"/>
              </a:cxn>
              <a:cxn ang="0">
                <a:pos x="connsiteX14257" y="connsiteY14257"/>
              </a:cxn>
              <a:cxn ang="0">
                <a:pos x="connsiteX14258" y="connsiteY14258"/>
              </a:cxn>
              <a:cxn ang="0">
                <a:pos x="connsiteX14259" y="connsiteY14259"/>
              </a:cxn>
              <a:cxn ang="0">
                <a:pos x="connsiteX14260" y="connsiteY14260"/>
              </a:cxn>
              <a:cxn ang="0">
                <a:pos x="connsiteX14261" y="connsiteY14261"/>
              </a:cxn>
              <a:cxn ang="0">
                <a:pos x="connsiteX14262" y="connsiteY14262"/>
              </a:cxn>
              <a:cxn ang="0">
                <a:pos x="connsiteX14263" y="connsiteY14263"/>
              </a:cxn>
              <a:cxn ang="0">
                <a:pos x="connsiteX14264" y="connsiteY14264"/>
              </a:cxn>
              <a:cxn ang="0">
                <a:pos x="connsiteX14265" y="connsiteY14265"/>
              </a:cxn>
              <a:cxn ang="0">
                <a:pos x="connsiteX14266" y="connsiteY14266"/>
              </a:cxn>
              <a:cxn ang="0">
                <a:pos x="connsiteX14267" y="connsiteY14267"/>
              </a:cxn>
              <a:cxn ang="0">
                <a:pos x="connsiteX14268" y="connsiteY14268"/>
              </a:cxn>
              <a:cxn ang="0">
                <a:pos x="connsiteX14269" y="connsiteY14269"/>
              </a:cxn>
              <a:cxn ang="0">
                <a:pos x="connsiteX14270" y="connsiteY14270"/>
              </a:cxn>
              <a:cxn ang="0">
                <a:pos x="connsiteX14271" y="connsiteY14271"/>
              </a:cxn>
              <a:cxn ang="0">
                <a:pos x="connsiteX14272" y="connsiteY14272"/>
              </a:cxn>
              <a:cxn ang="0">
                <a:pos x="connsiteX14273" y="connsiteY14273"/>
              </a:cxn>
              <a:cxn ang="0">
                <a:pos x="connsiteX14274" y="connsiteY14274"/>
              </a:cxn>
              <a:cxn ang="0">
                <a:pos x="connsiteX14275" y="connsiteY14275"/>
              </a:cxn>
              <a:cxn ang="0">
                <a:pos x="connsiteX14276" y="connsiteY14276"/>
              </a:cxn>
              <a:cxn ang="0">
                <a:pos x="connsiteX14277" y="connsiteY14277"/>
              </a:cxn>
              <a:cxn ang="0">
                <a:pos x="connsiteX14278" y="connsiteY14278"/>
              </a:cxn>
              <a:cxn ang="0">
                <a:pos x="connsiteX14279" y="connsiteY14279"/>
              </a:cxn>
              <a:cxn ang="0">
                <a:pos x="connsiteX14280" y="connsiteY14280"/>
              </a:cxn>
              <a:cxn ang="0">
                <a:pos x="connsiteX14281" y="connsiteY14281"/>
              </a:cxn>
              <a:cxn ang="0">
                <a:pos x="connsiteX14282" y="connsiteY14282"/>
              </a:cxn>
              <a:cxn ang="0">
                <a:pos x="connsiteX14283" y="connsiteY14283"/>
              </a:cxn>
              <a:cxn ang="0">
                <a:pos x="connsiteX14284" y="connsiteY14284"/>
              </a:cxn>
              <a:cxn ang="0">
                <a:pos x="connsiteX14285" y="connsiteY14285"/>
              </a:cxn>
              <a:cxn ang="0">
                <a:pos x="connsiteX14286" y="connsiteY14286"/>
              </a:cxn>
              <a:cxn ang="0">
                <a:pos x="connsiteX14287" y="connsiteY14287"/>
              </a:cxn>
              <a:cxn ang="0">
                <a:pos x="connsiteX14288" y="connsiteY14288"/>
              </a:cxn>
              <a:cxn ang="0">
                <a:pos x="connsiteX14289" y="connsiteY14289"/>
              </a:cxn>
              <a:cxn ang="0">
                <a:pos x="connsiteX14290" y="connsiteY14290"/>
              </a:cxn>
              <a:cxn ang="0">
                <a:pos x="connsiteX14291" y="connsiteY14291"/>
              </a:cxn>
              <a:cxn ang="0">
                <a:pos x="connsiteX14292" y="connsiteY14292"/>
              </a:cxn>
              <a:cxn ang="0">
                <a:pos x="connsiteX14293" y="connsiteY14293"/>
              </a:cxn>
              <a:cxn ang="0">
                <a:pos x="connsiteX14294" y="connsiteY14294"/>
              </a:cxn>
              <a:cxn ang="0">
                <a:pos x="connsiteX14295" y="connsiteY14295"/>
              </a:cxn>
              <a:cxn ang="0">
                <a:pos x="connsiteX14296" y="connsiteY14296"/>
              </a:cxn>
              <a:cxn ang="0">
                <a:pos x="connsiteX14297" y="connsiteY14297"/>
              </a:cxn>
              <a:cxn ang="0">
                <a:pos x="connsiteX14298" y="connsiteY14298"/>
              </a:cxn>
              <a:cxn ang="0">
                <a:pos x="connsiteX14299" y="connsiteY14299"/>
              </a:cxn>
              <a:cxn ang="0">
                <a:pos x="connsiteX14300" y="connsiteY14300"/>
              </a:cxn>
              <a:cxn ang="0">
                <a:pos x="connsiteX14301" y="connsiteY14301"/>
              </a:cxn>
              <a:cxn ang="0">
                <a:pos x="connsiteX14302" y="connsiteY14302"/>
              </a:cxn>
              <a:cxn ang="0">
                <a:pos x="connsiteX14303" y="connsiteY14303"/>
              </a:cxn>
              <a:cxn ang="0">
                <a:pos x="connsiteX14304" y="connsiteY14304"/>
              </a:cxn>
              <a:cxn ang="0">
                <a:pos x="connsiteX14305" y="connsiteY14305"/>
              </a:cxn>
              <a:cxn ang="0">
                <a:pos x="connsiteX14306" y="connsiteY14306"/>
              </a:cxn>
              <a:cxn ang="0">
                <a:pos x="connsiteX14307" y="connsiteY14307"/>
              </a:cxn>
              <a:cxn ang="0">
                <a:pos x="connsiteX14308" y="connsiteY14308"/>
              </a:cxn>
              <a:cxn ang="0">
                <a:pos x="connsiteX14309" y="connsiteY14309"/>
              </a:cxn>
              <a:cxn ang="0">
                <a:pos x="connsiteX14310" y="connsiteY14310"/>
              </a:cxn>
              <a:cxn ang="0">
                <a:pos x="connsiteX14311" y="connsiteY14311"/>
              </a:cxn>
              <a:cxn ang="0">
                <a:pos x="connsiteX14312" y="connsiteY14312"/>
              </a:cxn>
              <a:cxn ang="0">
                <a:pos x="connsiteX14313" y="connsiteY14313"/>
              </a:cxn>
              <a:cxn ang="0">
                <a:pos x="connsiteX14314" y="connsiteY14314"/>
              </a:cxn>
              <a:cxn ang="0">
                <a:pos x="connsiteX14315" y="connsiteY14315"/>
              </a:cxn>
              <a:cxn ang="0">
                <a:pos x="connsiteX14316" y="connsiteY14316"/>
              </a:cxn>
              <a:cxn ang="0">
                <a:pos x="connsiteX14317" y="connsiteY14317"/>
              </a:cxn>
              <a:cxn ang="0">
                <a:pos x="connsiteX14318" y="connsiteY14318"/>
              </a:cxn>
              <a:cxn ang="0">
                <a:pos x="connsiteX14319" y="connsiteY14319"/>
              </a:cxn>
              <a:cxn ang="0">
                <a:pos x="connsiteX14320" y="connsiteY14320"/>
              </a:cxn>
              <a:cxn ang="0">
                <a:pos x="connsiteX14321" y="connsiteY14321"/>
              </a:cxn>
              <a:cxn ang="0">
                <a:pos x="connsiteX14322" y="connsiteY14322"/>
              </a:cxn>
              <a:cxn ang="0">
                <a:pos x="connsiteX14323" y="connsiteY14323"/>
              </a:cxn>
              <a:cxn ang="0">
                <a:pos x="connsiteX14324" y="connsiteY14324"/>
              </a:cxn>
              <a:cxn ang="0">
                <a:pos x="connsiteX14325" y="connsiteY14325"/>
              </a:cxn>
              <a:cxn ang="0">
                <a:pos x="connsiteX14326" y="connsiteY14326"/>
              </a:cxn>
              <a:cxn ang="0">
                <a:pos x="connsiteX14327" y="connsiteY14327"/>
              </a:cxn>
              <a:cxn ang="0">
                <a:pos x="connsiteX14328" y="connsiteY14328"/>
              </a:cxn>
              <a:cxn ang="0">
                <a:pos x="connsiteX14329" y="connsiteY14329"/>
              </a:cxn>
              <a:cxn ang="0">
                <a:pos x="connsiteX14330" y="connsiteY14330"/>
              </a:cxn>
              <a:cxn ang="0">
                <a:pos x="connsiteX14331" y="connsiteY14331"/>
              </a:cxn>
              <a:cxn ang="0">
                <a:pos x="connsiteX14332" y="connsiteY14332"/>
              </a:cxn>
              <a:cxn ang="0">
                <a:pos x="connsiteX14333" y="connsiteY14333"/>
              </a:cxn>
              <a:cxn ang="0">
                <a:pos x="connsiteX14334" y="connsiteY14334"/>
              </a:cxn>
            </a:cxnLst>
            <a:rect l="l" t="t" r="r" b="b"/>
            <a:pathLst>
              <a:path w="12188965" h="2053176">
                <a:moveTo>
                  <a:pt x="12163307" y="2001858"/>
                </a:moveTo>
                <a:cubicBezTo>
                  <a:pt x="12177471" y="2001858"/>
                  <a:pt x="12188965" y="2013352"/>
                  <a:pt x="12188965" y="2027517"/>
                </a:cubicBezTo>
                <a:cubicBezTo>
                  <a:pt x="12188965" y="2041682"/>
                  <a:pt x="12177471" y="2053176"/>
                  <a:pt x="12163307" y="2053176"/>
                </a:cubicBezTo>
                <a:cubicBezTo>
                  <a:pt x="12149141" y="2053176"/>
                  <a:pt x="12137649" y="2041682"/>
                  <a:pt x="12137649" y="2027517"/>
                </a:cubicBezTo>
                <a:cubicBezTo>
                  <a:pt x="12137649" y="2013352"/>
                  <a:pt x="12149141" y="2001858"/>
                  <a:pt x="12163307" y="2001858"/>
                </a:cubicBezTo>
                <a:close/>
                <a:moveTo>
                  <a:pt x="12099103" y="2001858"/>
                </a:moveTo>
                <a:cubicBezTo>
                  <a:pt x="12113265" y="2001858"/>
                  <a:pt x="12124761" y="2013352"/>
                  <a:pt x="12124761" y="2027517"/>
                </a:cubicBezTo>
                <a:cubicBezTo>
                  <a:pt x="12124761" y="2041682"/>
                  <a:pt x="12113265" y="2053176"/>
                  <a:pt x="12099103" y="2053176"/>
                </a:cubicBezTo>
                <a:cubicBezTo>
                  <a:pt x="12084937" y="2053176"/>
                  <a:pt x="12073441" y="2041682"/>
                  <a:pt x="12073441" y="2027517"/>
                </a:cubicBezTo>
                <a:cubicBezTo>
                  <a:pt x="12073441" y="2013352"/>
                  <a:pt x="12084937" y="2001858"/>
                  <a:pt x="12099103" y="2001858"/>
                </a:cubicBezTo>
                <a:close/>
                <a:moveTo>
                  <a:pt x="12034897" y="2001858"/>
                </a:moveTo>
                <a:cubicBezTo>
                  <a:pt x="12049061" y="2001858"/>
                  <a:pt x="12060557" y="2013352"/>
                  <a:pt x="12060557" y="2027517"/>
                </a:cubicBezTo>
                <a:cubicBezTo>
                  <a:pt x="12060557" y="2041682"/>
                  <a:pt x="12049061" y="2053176"/>
                  <a:pt x="12034897" y="2053176"/>
                </a:cubicBezTo>
                <a:cubicBezTo>
                  <a:pt x="12020731" y="2053176"/>
                  <a:pt x="12009237" y="2041682"/>
                  <a:pt x="12009237" y="2027517"/>
                </a:cubicBezTo>
                <a:cubicBezTo>
                  <a:pt x="12009237" y="2013352"/>
                  <a:pt x="12020731" y="2001858"/>
                  <a:pt x="12034897" y="2001858"/>
                </a:cubicBezTo>
                <a:close/>
                <a:moveTo>
                  <a:pt x="11970691" y="2001858"/>
                </a:moveTo>
                <a:cubicBezTo>
                  <a:pt x="11984855" y="2001858"/>
                  <a:pt x="11996349" y="2013352"/>
                  <a:pt x="11996349" y="2027517"/>
                </a:cubicBezTo>
                <a:cubicBezTo>
                  <a:pt x="11996349" y="2041682"/>
                  <a:pt x="11984855" y="2053176"/>
                  <a:pt x="11970691" y="2053176"/>
                </a:cubicBezTo>
                <a:cubicBezTo>
                  <a:pt x="11956525" y="2053176"/>
                  <a:pt x="11945033" y="2041682"/>
                  <a:pt x="11945033" y="2027517"/>
                </a:cubicBezTo>
                <a:cubicBezTo>
                  <a:pt x="11945033" y="2013352"/>
                  <a:pt x="11956525" y="2001858"/>
                  <a:pt x="11970691" y="2001858"/>
                </a:cubicBezTo>
                <a:close/>
                <a:moveTo>
                  <a:pt x="11906483" y="2001858"/>
                </a:moveTo>
                <a:cubicBezTo>
                  <a:pt x="11920649" y="2001858"/>
                  <a:pt x="11932145" y="2013352"/>
                  <a:pt x="11932145" y="2027517"/>
                </a:cubicBezTo>
                <a:cubicBezTo>
                  <a:pt x="11932145" y="2041682"/>
                  <a:pt x="11920649" y="2053176"/>
                  <a:pt x="11906483" y="2053176"/>
                </a:cubicBezTo>
                <a:cubicBezTo>
                  <a:pt x="11892321" y="2053176"/>
                  <a:pt x="11880825" y="2041682"/>
                  <a:pt x="11880825" y="2027517"/>
                </a:cubicBezTo>
                <a:cubicBezTo>
                  <a:pt x="11880825" y="2013352"/>
                  <a:pt x="11892321" y="2001858"/>
                  <a:pt x="11906483" y="2001858"/>
                </a:cubicBezTo>
                <a:close/>
                <a:moveTo>
                  <a:pt x="11842279" y="2001858"/>
                </a:moveTo>
                <a:cubicBezTo>
                  <a:pt x="11856445" y="2001858"/>
                  <a:pt x="11867941" y="2013352"/>
                  <a:pt x="11867941" y="2027517"/>
                </a:cubicBezTo>
                <a:cubicBezTo>
                  <a:pt x="11867941" y="2041682"/>
                  <a:pt x="11856445" y="2053176"/>
                  <a:pt x="11842279" y="2053176"/>
                </a:cubicBezTo>
                <a:cubicBezTo>
                  <a:pt x="11828117" y="2053176"/>
                  <a:pt x="11816621" y="2041682"/>
                  <a:pt x="11816621" y="2027517"/>
                </a:cubicBezTo>
                <a:cubicBezTo>
                  <a:pt x="11816621" y="2013352"/>
                  <a:pt x="11828117" y="2001858"/>
                  <a:pt x="11842279" y="2001858"/>
                </a:cubicBezTo>
                <a:close/>
                <a:moveTo>
                  <a:pt x="11775107" y="2001858"/>
                </a:moveTo>
                <a:cubicBezTo>
                  <a:pt x="11789271" y="2001858"/>
                  <a:pt x="11800767" y="2013352"/>
                  <a:pt x="11800767" y="2027517"/>
                </a:cubicBezTo>
                <a:cubicBezTo>
                  <a:pt x="11800767" y="2041682"/>
                  <a:pt x="11789271" y="2053176"/>
                  <a:pt x="11775107" y="2053176"/>
                </a:cubicBezTo>
                <a:cubicBezTo>
                  <a:pt x="11760941" y="2053176"/>
                  <a:pt x="11749449" y="2041682"/>
                  <a:pt x="11749449" y="2027517"/>
                </a:cubicBezTo>
                <a:cubicBezTo>
                  <a:pt x="11749449" y="2013352"/>
                  <a:pt x="11760941" y="2001858"/>
                  <a:pt x="11775107" y="2001858"/>
                </a:cubicBezTo>
                <a:close/>
                <a:moveTo>
                  <a:pt x="11710901" y="2001858"/>
                </a:moveTo>
                <a:cubicBezTo>
                  <a:pt x="11725067" y="2001858"/>
                  <a:pt x="11736561" y="2013352"/>
                  <a:pt x="11736561" y="2027517"/>
                </a:cubicBezTo>
                <a:cubicBezTo>
                  <a:pt x="11736561" y="2041682"/>
                  <a:pt x="11725067" y="2053176"/>
                  <a:pt x="11710901" y="2053176"/>
                </a:cubicBezTo>
                <a:cubicBezTo>
                  <a:pt x="11696737" y="2053176"/>
                  <a:pt x="11685243" y="2041682"/>
                  <a:pt x="11685243" y="2027517"/>
                </a:cubicBezTo>
                <a:cubicBezTo>
                  <a:pt x="11685243" y="2013352"/>
                  <a:pt x="11696737" y="2001858"/>
                  <a:pt x="11710901" y="2001858"/>
                </a:cubicBezTo>
                <a:close/>
                <a:moveTo>
                  <a:pt x="11646697" y="2001858"/>
                </a:moveTo>
                <a:cubicBezTo>
                  <a:pt x="11660859" y="2001858"/>
                  <a:pt x="11672355" y="2013352"/>
                  <a:pt x="11672355" y="2027517"/>
                </a:cubicBezTo>
                <a:cubicBezTo>
                  <a:pt x="11672355" y="2041682"/>
                  <a:pt x="11660859" y="2053176"/>
                  <a:pt x="11646697" y="2053176"/>
                </a:cubicBezTo>
                <a:cubicBezTo>
                  <a:pt x="11632529" y="2053176"/>
                  <a:pt x="11621037" y="2041682"/>
                  <a:pt x="11621037" y="2027517"/>
                </a:cubicBezTo>
                <a:cubicBezTo>
                  <a:pt x="11621037" y="2013352"/>
                  <a:pt x="11632529" y="2001858"/>
                  <a:pt x="11646697" y="2001858"/>
                </a:cubicBezTo>
                <a:close/>
                <a:moveTo>
                  <a:pt x="11582491" y="2001858"/>
                </a:moveTo>
                <a:cubicBezTo>
                  <a:pt x="11596655" y="2001858"/>
                  <a:pt x="11608149" y="2013352"/>
                  <a:pt x="11608149" y="2027517"/>
                </a:cubicBezTo>
                <a:cubicBezTo>
                  <a:pt x="11608149" y="2041682"/>
                  <a:pt x="11596655" y="2053176"/>
                  <a:pt x="11582491" y="2053176"/>
                </a:cubicBezTo>
                <a:cubicBezTo>
                  <a:pt x="11568325" y="2053176"/>
                  <a:pt x="11556833" y="2041682"/>
                  <a:pt x="11556833" y="2027517"/>
                </a:cubicBezTo>
                <a:cubicBezTo>
                  <a:pt x="11556833" y="2013352"/>
                  <a:pt x="11568325" y="2001858"/>
                  <a:pt x="11582491" y="2001858"/>
                </a:cubicBezTo>
                <a:close/>
                <a:moveTo>
                  <a:pt x="11518287" y="2001858"/>
                </a:moveTo>
                <a:cubicBezTo>
                  <a:pt x="11532451" y="2001858"/>
                  <a:pt x="11543945" y="2013352"/>
                  <a:pt x="11543945" y="2027517"/>
                </a:cubicBezTo>
                <a:cubicBezTo>
                  <a:pt x="11543945" y="2041682"/>
                  <a:pt x="11532451" y="2053176"/>
                  <a:pt x="11518287" y="2053176"/>
                </a:cubicBezTo>
                <a:cubicBezTo>
                  <a:pt x="11504121" y="2053176"/>
                  <a:pt x="11492627" y="2041682"/>
                  <a:pt x="11492627" y="2027517"/>
                </a:cubicBezTo>
                <a:cubicBezTo>
                  <a:pt x="11492627" y="2013352"/>
                  <a:pt x="11504121" y="2001858"/>
                  <a:pt x="11518287" y="2001858"/>
                </a:cubicBezTo>
                <a:close/>
                <a:moveTo>
                  <a:pt x="11454081" y="2001858"/>
                </a:moveTo>
                <a:cubicBezTo>
                  <a:pt x="11468247" y="2001858"/>
                  <a:pt x="11479739" y="2013352"/>
                  <a:pt x="11479739" y="2027517"/>
                </a:cubicBezTo>
                <a:cubicBezTo>
                  <a:pt x="11479739" y="2041682"/>
                  <a:pt x="11468247" y="2053176"/>
                  <a:pt x="11454081" y="2053176"/>
                </a:cubicBezTo>
                <a:cubicBezTo>
                  <a:pt x="11439917" y="2053176"/>
                  <a:pt x="11428421" y="2041682"/>
                  <a:pt x="11428421" y="2027517"/>
                </a:cubicBezTo>
                <a:cubicBezTo>
                  <a:pt x="11428421" y="2013352"/>
                  <a:pt x="11439917" y="2001858"/>
                  <a:pt x="11454081" y="2001858"/>
                </a:cubicBezTo>
                <a:close/>
                <a:moveTo>
                  <a:pt x="11389875" y="2001858"/>
                </a:moveTo>
                <a:cubicBezTo>
                  <a:pt x="11404040" y="2001858"/>
                  <a:pt x="11415533" y="2013352"/>
                  <a:pt x="11415533" y="2027517"/>
                </a:cubicBezTo>
                <a:cubicBezTo>
                  <a:pt x="11415533" y="2041682"/>
                  <a:pt x="11404040" y="2053176"/>
                  <a:pt x="11389875" y="2053176"/>
                </a:cubicBezTo>
                <a:cubicBezTo>
                  <a:pt x="11375710" y="2053176"/>
                  <a:pt x="11364217" y="2041682"/>
                  <a:pt x="11364217" y="2027517"/>
                </a:cubicBezTo>
                <a:cubicBezTo>
                  <a:pt x="11364217" y="2013352"/>
                  <a:pt x="11375710" y="2001858"/>
                  <a:pt x="11389875" y="2001858"/>
                </a:cubicBezTo>
                <a:close/>
                <a:moveTo>
                  <a:pt x="11325670" y="2001858"/>
                </a:moveTo>
                <a:cubicBezTo>
                  <a:pt x="11339835" y="2001858"/>
                  <a:pt x="11351329" y="2013352"/>
                  <a:pt x="11351329" y="2027517"/>
                </a:cubicBezTo>
                <a:cubicBezTo>
                  <a:pt x="11351329" y="2041682"/>
                  <a:pt x="11339835" y="2053176"/>
                  <a:pt x="11325670" y="2053176"/>
                </a:cubicBezTo>
                <a:cubicBezTo>
                  <a:pt x="11311505" y="2053176"/>
                  <a:pt x="11300012" y="2041682"/>
                  <a:pt x="11300012" y="2027517"/>
                </a:cubicBezTo>
                <a:cubicBezTo>
                  <a:pt x="11300012" y="2013352"/>
                  <a:pt x="11311505" y="2001858"/>
                  <a:pt x="11325670" y="2001858"/>
                </a:cubicBezTo>
                <a:close/>
                <a:moveTo>
                  <a:pt x="11261466" y="2001858"/>
                </a:moveTo>
                <a:cubicBezTo>
                  <a:pt x="11275628" y="2001858"/>
                  <a:pt x="11287124" y="2013352"/>
                  <a:pt x="11287124" y="2027517"/>
                </a:cubicBezTo>
                <a:cubicBezTo>
                  <a:pt x="11287124" y="2041682"/>
                  <a:pt x="11275628" y="2053176"/>
                  <a:pt x="11261466" y="2053176"/>
                </a:cubicBezTo>
                <a:cubicBezTo>
                  <a:pt x="11247301" y="2053176"/>
                  <a:pt x="11235805" y="2041682"/>
                  <a:pt x="11235805" y="2027517"/>
                </a:cubicBezTo>
                <a:cubicBezTo>
                  <a:pt x="11235805" y="2013352"/>
                  <a:pt x="11247301" y="2001858"/>
                  <a:pt x="11261466" y="2001858"/>
                </a:cubicBezTo>
                <a:close/>
                <a:moveTo>
                  <a:pt x="11197259" y="2001858"/>
                </a:moveTo>
                <a:cubicBezTo>
                  <a:pt x="11211424" y="2001858"/>
                  <a:pt x="11222917" y="2013352"/>
                  <a:pt x="11222917" y="2027517"/>
                </a:cubicBezTo>
                <a:cubicBezTo>
                  <a:pt x="11222917" y="2041682"/>
                  <a:pt x="11211424" y="2053176"/>
                  <a:pt x="11197259" y="2053176"/>
                </a:cubicBezTo>
                <a:cubicBezTo>
                  <a:pt x="11183094" y="2053176"/>
                  <a:pt x="11171601" y="2041682"/>
                  <a:pt x="11171601" y="2027517"/>
                </a:cubicBezTo>
                <a:cubicBezTo>
                  <a:pt x="11171601" y="2013352"/>
                  <a:pt x="11183094" y="2001858"/>
                  <a:pt x="11197259" y="2001858"/>
                </a:cubicBezTo>
                <a:close/>
                <a:moveTo>
                  <a:pt x="11133055" y="2001858"/>
                </a:moveTo>
                <a:cubicBezTo>
                  <a:pt x="11147220" y="2001858"/>
                  <a:pt x="11158713" y="2013352"/>
                  <a:pt x="11158713" y="2027517"/>
                </a:cubicBezTo>
                <a:cubicBezTo>
                  <a:pt x="11158713" y="2041682"/>
                  <a:pt x="11147220" y="2053176"/>
                  <a:pt x="11133055" y="2053176"/>
                </a:cubicBezTo>
                <a:cubicBezTo>
                  <a:pt x="11118890" y="2053176"/>
                  <a:pt x="11107396" y="2041682"/>
                  <a:pt x="11107396" y="2027517"/>
                </a:cubicBezTo>
                <a:cubicBezTo>
                  <a:pt x="11107396" y="2013352"/>
                  <a:pt x="11118890" y="2001858"/>
                  <a:pt x="11133055" y="2001858"/>
                </a:cubicBezTo>
                <a:close/>
                <a:moveTo>
                  <a:pt x="11068848" y="2001858"/>
                </a:moveTo>
                <a:cubicBezTo>
                  <a:pt x="11083013" y="2001858"/>
                  <a:pt x="11094509" y="2013352"/>
                  <a:pt x="11094509" y="2027517"/>
                </a:cubicBezTo>
                <a:cubicBezTo>
                  <a:pt x="11094509" y="2041682"/>
                  <a:pt x="11083013" y="2053176"/>
                  <a:pt x="11068848" y="2053176"/>
                </a:cubicBezTo>
                <a:cubicBezTo>
                  <a:pt x="11054685" y="2053176"/>
                  <a:pt x="11043189" y="2041682"/>
                  <a:pt x="11043189" y="2027517"/>
                </a:cubicBezTo>
                <a:cubicBezTo>
                  <a:pt x="11043189" y="2013352"/>
                  <a:pt x="11054685" y="2001858"/>
                  <a:pt x="11068848" y="2001858"/>
                </a:cubicBezTo>
                <a:close/>
                <a:moveTo>
                  <a:pt x="11004643" y="2001858"/>
                </a:moveTo>
                <a:cubicBezTo>
                  <a:pt x="11018808" y="2001858"/>
                  <a:pt x="11030301" y="2013352"/>
                  <a:pt x="11030301" y="2027517"/>
                </a:cubicBezTo>
                <a:cubicBezTo>
                  <a:pt x="11030301" y="2041682"/>
                  <a:pt x="11018808" y="2053176"/>
                  <a:pt x="11004643" y="2053176"/>
                </a:cubicBezTo>
                <a:cubicBezTo>
                  <a:pt x="10990478" y="2053176"/>
                  <a:pt x="10978985" y="2041682"/>
                  <a:pt x="10978985" y="2027517"/>
                </a:cubicBezTo>
                <a:cubicBezTo>
                  <a:pt x="10978985" y="2013352"/>
                  <a:pt x="10990478" y="2001858"/>
                  <a:pt x="11004643" y="2001858"/>
                </a:cubicBezTo>
                <a:close/>
                <a:moveTo>
                  <a:pt x="10940321" y="2001858"/>
                </a:moveTo>
                <a:cubicBezTo>
                  <a:pt x="10954604" y="2001858"/>
                  <a:pt x="10965982" y="2013352"/>
                  <a:pt x="10965982" y="2027517"/>
                </a:cubicBezTo>
                <a:cubicBezTo>
                  <a:pt x="10965982" y="2041682"/>
                  <a:pt x="10954486" y="2053176"/>
                  <a:pt x="10940321" y="2053176"/>
                </a:cubicBezTo>
                <a:cubicBezTo>
                  <a:pt x="10926156" y="2053176"/>
                  <a:pt x="10914663" y="2041682"/>
                  <a:pt x="10914663" y="2027517"/>
                </a:cubicBezTo>
                <a:cubicBezTo>
                  <a:pt x="10914663" y="2013352"/>
                  <a:pt x="10926156" y="2001858"/>
                  <a:pt x="10940321" y="2001858"/>
                </a:cubicBezTo>
                <a:close/>
                <a:moveTo>
                  <a:pt x="10876117" y="2001858"/>
                </a:moveTo>
                <a:cubicBezTo>
                  <a:pt x="10890282" y="2001858"/>
                  <a:pt x="10901775" y="2013352"/>
                  <a:pt x="10901775" y="2027517"/>
                </a:cubicBezTo>
                <a:cubicBezTo>
                  <a:pt x="10901775" y="2041682"/>
                  <a:pt x="10890282" y="2053176"/>
                  <a:pt x="10876117" y="2053176"/>
                </a:cubicBezTo>
                <a:cubicBezTo>
                  <a:pt x="10861952" y="2053176"/>
                  <a:pt x="10850459" y="2041682"/>
                  <a:pt x="10850459" y="2027517"/>
                </a:cubicBezTo>
                <a:cubicBezTo>
                  <a:pt x="10850459" y="2013352"/>
                  <a:pt x="10861952" y="2001858"/>
                  <a:pt x="10876117" y="2001858"/>
                </a:cubicBezTo>
                <a:close/>
                <a:moveTo>
                  <a:pt x="10811912" y="2001858"/>
                </a:moveTo>
                <a:cubicBezTo>
                  <a:pt x="10826077" y="2001858"/>
                  <a:pt x="10837571" y="2013352"/>
                  <a:pt x="10837571" y="2027517"/>
                </a:cubicBezTo>
                <a:cubicBezTo>
                  <a:pt x="10837571" y="2041682"/>
                  <a:pt x="10826077" y="2053176"/>
                  <a:pt x="10811912" y="2053176"/>
                </a:cubicBezTo>
                <a:cubicBezTo>
                  <a:pt x="10797747" y="2053176"/>
                  <a:pt x="10786254" y="2041682"/>
                  <a:pt x="10786254" y="2027517"/>
                </a:cubicBezTo>
                <a:cubicBezTo>
                  <a:pt x="10786254" y="2013352"/>
                  <a:pt x="10797747" y="2001858"/>
                  <a:pt x="10811912" y="2001858"/>
                </a:cubicBezTo>
                <a:close/>
                <a:moveTo>
                  <a:pt x="10747708" y="2001858"/>
                </a:moveTo>
                <a:cubicBezTo>
                  <a:pt x="10761870" y="2001858"/>
                  <a:pt x="10773366" y="2013352"/>
                  <a:pt x="10773366" y="2027517"/>
                </a:cubicBezTo>
                <a:cubicBezTo>
                  <a:pt x="10773366" y="2041682"/>
                  <a:pt x="10761870" y="2053176"/>
                  <a:pt x="10747708" y="2053176"/>
                </a:cubicBezTo>
                <a:cubicBezTo>
                  <a:pt x="10733540" y="2053176"/>
                  <a:pt x="10722047" y="2041682"/>
                  <a:pt x="10722047" y="2027517"/>
                </a:cubicBezTo>
                <a:cubicBezTo>
                  <a:pt x="10722047" y="2013352"/>
                  <a:pt x="10733540" y="2001858"/>
                  <a:pt x="10747708" y="2001858"/>
                </a:cubicBezTo>
                <a:close/>
                <a:moveTo>
                  <a:pt x="10683501" y="2001858"/>
                </a:moveTo>
                <a:cubicBezTo>
                  <a:pt x="10697666" y="2001858"/>
                  <a:pt x="10709159" y="2013352"/>
                  <a:pt x="10709159" y="2027517"/>
                </a:cubicBezTo>
                <a:cubicBezTo>
                  <a:pt x="10709159" y="2041682"/>
                  <a:pt x="10697666" y="2053176"/>
                  <a:pt x="10683501" y="2053176"/>
                </a:cubicBezTo>
                <a:cubicBezTo>
                  <a:pt x="10669336" y="2053176"/>
                  <a:pt x="10657843" y="2041682"/>
                  <a:pt x="10657843" y="2027517"/>
                </a:cubicBezTo>
                <a:cubicBezTo>
                  <a:pt x="10657843" y="2013352"/>
                  <a:pt x="10669336" y="2001858"/>
                  <a:pt x="10683501" y="2001858"/>
                </a:cubicBezTo>
                <a:close/>
                <a:moveTo>
                  <a:pt x="10619297" y="2001858"/>
                </a:moveTo>
                <a:cubicBezTo>
                  <a:pt x="10633462" y="2001858"/>
                  <a:pt x="10644955" y="2013352"/>
                  <a:pt x="10644955" y="2027517"/>
                </a:cubicBezTo>
                <a:cubicBezTo>
                  <a:pt x="10644955" y="2041682"/>
                  <a:pt x="10633462" y="2053176"/>
                  <a:pt x="10619297" y="2053176"/>
                </a:cubicBezTo>
                <a:cubicBezTo>
                  <a:pt x="10605132" y="2053176"/>
                  <a:pt x="10593639" y="2041682"/>
                  <a:pt x="10593639" y="2027517"/>
                </a:cubicBezTo>
                <a:cubicBezTo>
                  <a:pt x="10593639" y="2013352"/>
                  <a:pt x="10605132" y="2001858"/>
                  <a:pt x="10619297" y="2001858"/>
                </a:cubicBezTo>
                <a:close/>
                <a:moveTo>
                  <a:pt x="10555092" y="2001858"/>
                </a:moveTo>
                <a:cubicBezTo>
                  <a:pt x="10569255" y="2001858"/>
                  <a:pt x="10580751" y="2013352"/>
                  <a:pt x="10580751" y="2027517"/>
                </a:cubicBezTo>
                <a:cubicBezTo>
                  <a:pt x="10580751" y="2041682"/>
                  <a:pt x="10569255" y="2053176"/>
                  <a:pt x="10555092" y="2053176"/>
                </a:cubicBezTo>
                <a:cubicBezTo>
                  <a:pt x="10540927" y="2053176"/>
                  <a:pt x="10529432" y="2041682"/>
                  <a:pt x="10529432" y="2027517"/>
                </a:cubicBezTo>
                <a:cubicBezTo>
                  <a:pt x="10529432" y="2013352"/>
                  <a:pt x="10540927" y="2001858"/>
                  <a:pt x="10555092" y="2001858"/>
                </a:cubicBezTo>
                <a:close/>
                <a:moveTo>
                  <a:pt x="10490885" y="2001858"/>
                </a:moveTo>
                <a:cubicBezTo>
                  <a:pt x="10505050" y="2001858"/>
                  <a:pt x="10516544" y="2013352"/>
                  <a:pt x="10516544" y="2027517"/>
                </a:cubicBezTo>
                <a:cubicBezTo>
                  <a:pt x="10516544" y="2041682"/>
                  <a:pt x="10505050" y="2053176"/>
                  <a:pt x="10490885" y="2053176"/>
                </a:cubicBezTo>
                <a:cubicBezTo>
                  <a:pt x="10476720" y="2053176"/>
                  <a:pt x="10465227" y="2041682"/>
                  <a:pt x="10465227" y="2027517"/>
                </a:cubicBezTo>
                <a:cubicBezTo>
                  <a:pt x="10465227" y="2013352"/>
                  <a:pt x="10476720" y="2001858"/>
                  <a:pt x="10490885" y="2001858"/>
                </a:cubicBezTo>
                <a:close/>
                <a:moveTo>
                  <a:pt x="10426681" y="2001858"/>
                </a:moveTo>
                <a:cubicBezTo>
                  <a:pt x="10440843" y="2001858"/>
                  <a:pt x="10452339" y="2013352"/>
                  <a:pt x="10452339" y="2027517"/>
                </a:cubicBezTo>
                <a:cubicBezTo>
                  <a:pt x="10452339" y="2041682"/>
                  <a:pt x="10440843" y="2053176"/>
                  <a:pt x="10426681" y="2053176"/>
                </a:cubicBezTo>
                <a:cubicBezTo>
                  <a:pt x="10412516" y="2053176"/>
                  <a:pt x="10401020" y="2041682"/>
                  <a:pt x="10401020" y="2027517"/>
                </a:cubicBezTo>
                <a:cubicBezTo>
                  <a:pt x="10401020" y="2013352"/>
                  <a:pt x="10412516" y="2001858"/>
                  <a:pt x="10426681" y="2001858"/>
                </a:cubicBezTo>
                <a:close/>
                <a:moveTo>
                  <a:pt x="10362474" y="2001858"/>
                </a:moveTo>
                <a:cubicBezTo>
                  <a:pt x="10376639" y="2001858"/>
                  <a:pt x="10388135" y="2013352"/>
                  <a:pt x="10388135" y="2027517"/>
                </a:cubicBezTo>
                <a:cubicBezTo>
                  <a:pt x="10388135" y="2041682"/>
                  <a:pt x="10376639" y="2053176"/>
                  <a:pt x="10362474" y="2053176"/>
                </a:cubicBezTo>
                <a:cubicBezTo>
                  <a:pt x="10348312" y="2053176"/>
                  <a:pt x="10336816" y="2041682"/>
                  <a:pt x="10336816" y="2027517"/>
                </a:cubicBezTo>
                <a:cubicBezTo>
                  <a:pt x="10336816" y="2013352"/>
                  <a:pt x="10348312" y="2001858"/>
                  <a:pt x="10362474" y="2001858"/>
                </a:cubicBezTo>
                <a:close/>
                <a:moveTo>
                  <a:pt x="10298270" y="2001858"/>
                </a:moveTo>
                <a:cubicBezTo>
                  <a:pt x="10312435" y="2001858"/>
                  <a:pt x="10323928" y="2013352"/>
                  <a:pt x="10323928" y="2027517"/>
                </a:cubicBezTo>
                <a:cubicBezTo>
                  <a:pt x="10323928" y="2041682"/>
                  <a:pt x="10312435" y="2053176"/>
                  <a:pt x="10298270" y="2053176"/>
                </a:cubicBezTo>
                <a:cubicBezTo>
                  <a:pt x="10284105" y="2053176"/>
                  <a:pt x="10272611" y="2041682"/>
                  <a:pt x="10272611" y="2027517"/>
                </a:cubicBezTo>
                <a:cubicBezTo>
                  <a:pt x="10272611" y="2013352"/>
                  <a:pt x="10284105" y="2001858"/>
                  <a:pt x="10298270" y="2001858"/>
                </a:cubicBezTo>
                <a:close/>
                <a:moveTo>
                  <a:pt x="10234065" y="2001858"/>
                </a:moveTo>
                <a:cubicBezTo>
                  <a:pt x="10248228" y="2001858"/>
                  <a:pt x="10259723" y="2013352"/>
                  <a:pt x="10259723" y="2027517"/>
                </a:cubicBezTo>
                <a:cubicBezTo>
                  <a:pt x="10259723" y="2041682"/>
                  <a:pt x="10248228" y="2053176"/>
                  <a:pt x="10234065" y="2053176"/>
                </a:cubicBezTo>
                <a:cubicBezTo>
                  <a:pt x="10219900" y="2053176"/>
                  <a:pt x="10208404" y="2041682"/>
                  <a:pt x="10208404" y="2027517"/>
                </a:cubicBezTo>
                <a:cubicBezTo>
                  <a:pt x="10208404" y="2013352"/>
                  <a:pt x="10219900" y="2001858"/>
                  <a:pt x="10234065" y="2001858"/>
                </a:cubicBezTo>
                <a:close/>
                <a:moveTo>
                  <a:pt x="10169858" y="2001858"/>
                </a:moveTo>
                <a:cubicBezTo>
                  <a:pt x="10184023" y="2001858"/>
                  <a:pt x="10195519" y="2013352"/>
                  <a:pt x="10195519" y="2027517"/>
                </a:cubicBezTo>
                <a:cubicBezTo>
                  <a:pt x="10195519" y="2041682"/>
                  <a:pt x="10184023" y="2053176"/>
                  <a:pt x="10169858" y="2053176"/>
                </a:cubicBezTo>
                <a:cubicBezTo>
                  <a:pt x="10155693" y="2053176"/>
                  <a:pt x="10144200" y="2041682"/>
                  <a:pt x="10144200" y="2027517"/>
                </a:cubicBezTo>
                <a:cubicBezTo>
                  <a:pt x="10144200" y="2013352"/>
                  <a:pt x="10155693" y="2001858"/>
                  <a:pt x="10169858" y="2001858"/>
                </a:cubicBezTo>
                <a:close/>
                <a:moveTo>
                  <a:pt x="10105654" y="2001858"/>
                </a:moveTo>
                <a:cubicBezTo>
                  <a:pt x="10119819" y="2001858"/>
                  <a:pt x="10131312" y="2013352"/>
                  <a:pt x="10131312" y="2027517"/>
                </a:cubicBezTo>
                <a:cubicBezTo>
                  <a:pt x="10131312" y="2041682"/>
                  <a:pt x="10119819" y="2053176"/>
                  <a:pt x="10105654" y="2053176"/>
                </a:cubicBezTo>
                <a:cubicBezTo>
                  <a:pt x="10091489" y="2053176"/>
                  <a:pt x="10079996" y="2041682"/>
                  <a:pt x="10079996" y="2027517"/>
                </a:cubicBezTo>
                <a:cubicBezTo>
                  <a:pt x="10079996" y="2013352"/>
                  <a:pt x="10091489" y="2001858"/>
                  <a:pt x="10105654" y="2001858"/>
                </a:cubicBezTo>
                <a:close/>
                <a:moveTo>
                  <a:pt x="10041447" y="2001858"/>
                </a:moveTo>
                <a:cubicBezTo>
                  <a:pt x="10055612" y="2001858"/>
                  <a:pt x="10067108" y="2013352"/>
                  <a:pt x="10067108" y="2027517"/>
                </a:cubicBezTo>
                <a:cubicBezTo>
                  <a:pt x="10067108" y="2041682"/>
                  <a:pt x="10055612" y="2053176"/>
                  <a:pt x="10041447" y="2053176"/>
                </a:cubicBezTo>
                <a:cubicBezTo>
                  <a:pt x="10027285" y="2053176"/>
                  <a:pt x="10015789" y="2041682"/>
                  <a:pt x="10015789" y="2027517"/>
                </a:cubicBezTo>
                <a:cubicBezTo>
                  <a:pt x="10015789" y="2013352"/>
                  <a:pt x="10027285" y="2001858"/>
                  <a:pt x="10041447" y="2001858"/>
                </a:cubicBezTo>
                <a:close/>
                <a:moveTo>
                  <a:pt x="9977242" y="2001858"/>
                </a:moveTo>
                <a:cubicBezTo>
                  <a:pt x="9991407" y="2001858"/>
                  <a:pt x="10002903" y="2013352"/>
                  <a:pt x="10002903" y="2027517"/>
                </a:cubicBezTo>
                <a:cubicBezTo>
                  <a:pt x="10002903" y="2041682"/>
                  <a:pt x="9991407" y="2053176"/>
                  <a:pt x="9977242" y="2053176"/>
                </a:cubicBezTo>
                <a:cubicBezTo>
                  <a:pt x="9963077" y="2053176"/>
                  <a:pt x="9951584" y="2041682"/>
                  <a:pt x="9951584" y="2027517"/>
                </a:cubicBezTo>
                <a:cubicBezTo>
                  <a:pt x="9951584" y="2013352"/>
                  <a:pt x="9963077" y="2001858"/>
                  <a:pt x="9977242" y="2001858"/>
                </a:cubicBezTo>
                <a:close/>
                <a:moveTo>
                  <a:pt x="9913038" y="2001858"/>
                </a:moveTo>
                <a:cubicBezTo>
                  <a:pt x="9927203" y="2001858"/>
                  <a:pt x="9938696" y="2013352"/>
                  <a:pt x="9938696" y="2027517"/>
                </a:cubicBezTo>
                <a:cubicBezTo>
                  <a:pt x="9938696" y="2041682"/>
                  <a:pt x="9927203" y="2053176"/>
                  <a:pt x="9913038" y="2053176"/>
                </a:cubicBezTo>
                <a:cubicBezTo>
                  <a:pt x="9898873" y="2053176"/>
                  <a:pt x="9887380" y="2041682"/>
                  <a:pt x="9887380" y="2027517"/>
                </a:cubicBezTo>
                <a:cubicBezTo>
                  <a:pt x="9887380" y="2013352"/>
                  <a:pt x="9898873" y="2001858"/>
                  <a:pt x="9913038" y="2001858"/>
                </a:cubicBezTo>
                <a:close/>
                <a:moveTo>
                  <a:pt x="9848716" y="2001858"/>
                </a:moveTo>
                <a:cubicBezTo>
                  <a:pt x="9862996" y="2001858"/>
                  <a:pt x="9874374" y="2013352"/>
                  <a:pt x="9874374" y="2027517"/>
                </a:cubicBezTo>
                <a:cubicBezTo>
                  <a:pt x="9874374" y="2041682"/>
                  <a:pt x="9862881" y="2053176"/>
                  <a:pt x="9848716" y="2053176"/>
                </a:cubicBezTo>
                <a:cubicBezTo>
                  <a:pt x="9834551" y="2053176"/>
                  <a:pt x="9823058" y="2041682"/>
                  <a:pt x="9823058" y="2027517"/>
                </a:cubicBezTo>
                <a:cubicBezTo>
                  <a:pt x="9823058" y="2013352"/>
                  <a:pt x="9834551" y="2001858"/>
                  <a:pt x="9848716" y="2001858"/>
                </a:cubicBezTo>
                <a:close/>
                <a:moveTo>
                  <a:pt x="9784512" y="2001858"/>
                </a:moveTo>
                <a:cubicBezTo>
                  <a:pt x="9798677" y="2001858"/>
                  <a:pt x="9810170" y="2013352"/>
                  <a:pt x="9810170" y="2027517"/>
                </a:cubicBezTo>
                <a:cubicBezTo>
                  <a:pt x="9810170" y="2041682"/>
                  <a:pt x="9798677" y="2053176"/>
                  <a:pt x="9784512" y="2053176"/>
                </a:cubicBezTo>
                <a:cubicBezTo>
                  <a:pt x="9770347" y="2053176"/>
                  <a:pt x="9758853" y="2041682"/>
                  <a:pt x="9758853" y="2027517"/>
                </a:cubicBezTo>
                <a:cubicBezTo>
                  <a:pt x="9758853" y="2013352"/>
                  <a:pt x="9770347" y="2001858"/>
                  <a:pt x="9784512" y="2001858"/>
                </a:cubicBezTo>
                <a:close/>
                <a:moveTo>
                  <a:pt x="9720307" y="2001858"/>
                </a:moveTo>
                <a:cubicBezTo>
                  <a:pt x="9734470" y="2001858"/>
                  <a:pt x="9745965" y="2013352"/>
                  <a:pt x="9745965" y="2027517"/>
                </a:cubicBezTo>
                <a:cubicBezTo>
                  <a:pt x="9745965" y="2041682"/>
                  <a:pt x="9734470" y="2053176"/>
                  <a:pt x="9720307" y="2053176"/>
                </a:cubicBezTo>
                <a:cubicBezTo>
                  <a:pt x="9706142" y="2053176"/>
                  <a:pt x="9694646" y="2041682"/>
                  <a:pt x="9694646" y="2027517"/>
                </a:cubicBezTo>
                <a:cubicBezTo>
                  <a:pt x="9694646" y="2013352"/>
                  <a:pt x="9706142" y="2001858"/>
                  <a:pt x="9720307" y="2001858"/>
                </a:cubicBezTo>
                <a:close/>
                <a:moveTo>
                  <a:pt x="9656100" y="2001858"/>
                </a:moveTo>
                <a:cubicBezTo>
                  <a:pt x="9670265" y="2001858"/>
                  <a:pt x="9681758" y="2013352"/>
                  <a:pt x="9681758" y="2027517"/>
                </a:cubicBezTo>
                <a:cubicBezTo>
                  <a:pt x="9681758" y="2041682"/>
                  <a:pt x="9670265" y="2053176"/>
                  <a:pt x="9656100" y="2053176"/>
                </a:cubicBezTo>
                <a:cubicBezTo>
                  <a:pt x="9641935" y="2053176"/>
                  <a:pt x="9630442" y="2041682"/>
                  <a:pt x="9630442" y="2027517"/>
                </a:cubicBezTo>
                <a:cubicBezTo>
                  <a:pt x="9630442" y="2013352"/>
                  <a:pt x="9641935" y="2001858"/>
                  <a:pt x="9656100" y="2001858"/>
                </a:cubicBezTo>
                <a:close/>
                <a:moveTo>
                  <a:pt x="9591896" y="2001858"/>
                </a:moveTo>
                <a:cubicBezTo>
                  <a:pt x="9606061" y="2001858"/>
                  <a:pt x="9617554" y="2013352"/>
                  <a:pt x="9617554" y="2027517"/>
                </a:cubicBezTo>
                <a:cubicBezTo>
                  <a:pt x="9617554" y="2041682"/>
                  <a:pt x="9606061" y="2053176"/>
                  <a:pt x="9591896" y="2053176"/>
                </a:cubicBezTo>
                <a:cubicBezTo>
                  <a:pt x="9577731" y="2053176"/>
                  <a:pt x="9566238" y="2041682"/>
                  <a:pt x="9566238" y="2027517"/>
                </a:cubicBezTo>
                <a:cubicBezTo>
                  <a:pt x="9566238" y="2013352"/>
                  <a:pt x="9577731" y="2001858"/>
                  <a:pt x="9591896" y="2001858"/>
                </a:cubicBezTo>
                <a:close/>
                <a:moveTo>
                  <a:pt x="9527689" y="2001858"/>
                </a:moveTo>
                <a:cubicBezTo>
                  <a:pt x="9541854" y="2001858"/>
                  <a:pt x="9553350" y="2013352"/>
                  <a:pt x="9553350" y="2027517"/>
                </a:cubicBezTo>
                <a:cubicBezTo>
                  <a:pt x="9553350" y="2041682"/>
                  <a:pt x="9541854" y="2053176"/>
                  <a:pt x="9527689" y="2053176"/>
                </a:cubicBezTo>
                <a:cubicBezTo>
                  <a:pt x="9513524" y="2053176"/>
                  <a:pt x="9502031" y="2041682"/>
                  <a:pt x="9502031" y="2027517"/>
                </a:cubicBezTo>
                <a:cubicBezTo>
                  <a:pt x="9502031" y="2013352"/>
                  <a:pt x="9513524" y="2001858"/>
                  <a:pt x="9527689" y="2001858"/>
                </a:cubicBezTo>
                <a:close/>
                <a:moveTo>
                  <a:pt x="9463485" y="2001858"/>
                </a:moveTo>
                <a:cubicBezTo>
                  <a:pt x="9477650" y="2001858"/>
                  <a:pt x="9489143" y="2013352"/>
                  <a:pt x="9489143" y="2027517"/>
                </a:cubicBezTo>
                <a:cubicBezTo>
                  <a:pt x="9489143" y="2041682"/>
                  <a:pt x="9477650" y="2053176"/>
                  <a:pt x="9463485" y="2053176"/>
                </a:cubicBezTo>
                <a:cubicBezTo>
                  <a:pt x="9449320" y="2053176"/>
                  <a:pt x="9437826" y="2041682"/>
                  <a:pt x="9437826" y="2027517"/>
                </a:cubicBezTo>
                <a:cubicBezTo>
                  <a:pt x="9437826" y="2013352"/>
                  <a:pt x="9449320" y="2001858"/>
                  <a:pt x="9463485" y="2001858"/>
                </a:cubicBezTo>
                <a:close/>
                <a:moveTo>
                  <a:pt x="9399280" y="2001858"/>
                </a:moveTo>
                <a:cubicBezTo>
                  <a:pt x="9413445" y="2001858"/>
                  <a:pt x="9424938" y="2013352"/>
                  <a:pt x="9424938" y="2027517"/>
                </a:cubicBezTo>
                <a:cubicBezTo>
                  <a:pt x="9424938" y="2041682"/>
                  <a:pt x="9413445" y="2053176"/>
                  <a:pt x="9399280" y="2053176"/>
                </a:cubicBezTo>
                <a:cubicBezTo>
                  <a:pt x="9385115" y="2053176"/>
                  <a:pt x="9373619" y="2041682"/>
                  <a:pt x="9373619" y="2027517"/>
                </a:cubicBezTo>
                <a:cubicBezTo>
                  <a:pt x="9373619" y="2013352"/>
                  <a:pt x="9385115" y="2001858"/>
                  <a:pt x="9399280" y="2001858"/>
                </a:cubicBezTo>
                <a:close/>
                <a:moveTo>
                  <a:pt x="9335073" y="2001858"/>
                </a:moveTo>
                <a:cubicBezTo>
                  <a:pt x="9349238" y="2001858"/>
                  <a:pt x="9360734" y="2013352"/>
                  <a:pt x="9360734" y="2027517"/>
                </a:cubicBezTo>
                <a:cubicBezTo>
                  <a:pt x="9360734" y="2041682"/>
                  <a:pt x="9349238" y="2053176"/>
                  <a:pt x="9335073" y="2053176"/>
                </a:cubicBezTo>
                <a:cubicBezTo>
                  <a:pt x="9320908" y="2053176"/>
                  <a:pt x="9309415" y="2041682"/>
                  <a:pt x="9309415" y="2027517"/>
                </a:cubicBezTo>
                <a:cubicBezTo>
                  <a:pt x="9309415" y="2013352"/>
                  <a:pt x="9320908" y="2001858"/>
                  <a:pt x="9335073" y="2001858"/>
                </a:cubicBezTo>
                <a:close/>
                <a:moveTo>
                  <a:pt x="9270869" y="2001858"/>
                </a:moveTo>
                <a:cubicBezTo>
                  <a:pt x="9285034" y="2001858"/>
                  <a:pt x="9296527" y="2013352"/>
                  <a:pt x="9296527" y="2027517"/>
                </a:cubicBezTo>
                <a:cubicBezTo>
                  <a:pt x="9296527" y="2041682"/>
                  <a:pt x="9285034" y="2053176"/>
                  <a:pt x="9270869" y="2053176"/>
                </a:cubicBezTo>
                <a:cubicBezTo>
                  <a:pt x="9256704" y="2053176"/>
                  <a:pt x="9245211" y="2041682"/>
                  <a:pt x="9245211" y="2027517"/>
                </a:cubicBezTo>
                <a:cubicBezTo>
                  <a:pt x="9245211" y="2013352"/>
                  <a:pt x="9256704" y="2001858"/>
                  <a:pt x="9270869" y="2001858"/>
                </a:cubicBezTo>
                <a:close/>
                <a:moveTo>
                  <a:pt x="9206664" y="2001858"/>
                </a:moveTo>
                <a:cubicBezTo>
                  <a:pt x="9220829" y="2001858"/>
                  <a:pt x="9232323" y="2013352"/>
                  <a:pt x="9232323" y="2027517"/>
                </a:cubicBezTo>
                <a:cubicBezTo>
                  <a:pt x="9232323" y="2041682"/>
                  <a:pt x="9220829" y="2053176"/>
                  <a:pt x="9206664" y="2053176"/>
                </a:cubicBezTo>
                <a:cubicBezTo>
                  <a:pt x="9192499" y="2053176"/>
                  <a:pt x="9181006" y="2041682"/>
                  <a:pt x="9181006" y="2027517"/>
                </a:cubicBezTo>
                <a:cubicBezTo>
                  <a:pt x="9181006" y="2013352"/>
                  <a:pt x="9192499" y="2001858"/>
                  <a:pt x="9206664" y="2001858"/>
                </a:cubicBezTo>
                <a:close/>
                <a:moveTo>
                  <a:pt x="9142457" y="2001858"/>
                </a:moveTo>
                <a:cubicBezTo>
                  <a:pt x="9156622" y="2001858"/>
                  <a:pt x="9168118" y="2013352"/>
                  <a:pt x="9168118" y="2027517"/>
                </a:cubicBezTo>
                <a:cubicBezTo>
                  <a:pt x="9168118" y="2041682"/>
                  <a:pt x="9156622" y="2053176"/>
                  <a:pt x="9142457" y="2053176"/>
                </a:cubicBezTo>
                <a:cubicBezTo>
                  <a:pt x="9128292" y="2053176"/>
                  <a:pt x="9116799" y="2041682"/>
                  <a:pt x="9116799" y="2027517"/>
                </a:cubicBezTo>
                <a:cubicBezTo>
                  <a:pt x="9116799" y="2013352"/>
                  <a:pt x="9128292" y="2001858"/>
                  <a:pt x="9142457" y="2001858"/>
                </a:cubicBezTo>
                <a:close/>
                <a:moveTo>
                  <a:pt x="9078253" y="2001858"/>
                </a:moveTo>
                <a:cubicBezTo>
                  <a:pt x="9092418" y="2001858"/>
                  <a:pt x="9103911" y="2013352"/>
                  <a:pt x="9103911" y="2027517"/>
                </a:cubicBezTo>
                <a:cubicBezTo>
                  <a:pt x="9103911" y="2041682"/>
                  <a:pt x="9092418" y="2053176"/>
                  <a:pt x="9078253" y="2053176"/>
                </a:cubicBezTo>
                <a:cubicBezTo>
                  <a:pt x="9064088" y="2053176"/>
                  <a:pt x="9052595" y="2041682"/>
                  <a:pt x="9052595" y="2027517"/>
                </a:cubicBezTo>
                <a:cubicBezTo>
                  <a:pt x="9052595" y="2013352"/>
                  <a:pt x="9064088" y="2001858"/>
                  <a:pt x="9078253" y="2001858"/>
                </a:cubicBezTo>
                <a:close/>
                <a:moveTo>
                  <a:pt x="9014049" y="2001858"/>
                </a:moveTo>
                <a:cubicBezTo>
                  <a:pt x="9028214" y="2001858"/>
                  <a:pt x="9039707" y="2013352"/>
                  <a:pt x="9039707" y="2027517"/>
                </a:cubicBezTo>
                <a:cubicBezTo>
                  <a:pt x="9039707" y="2041682"/>
                  <a:pt x="9028214" y="2053176"/>
                  <a:pt x="9014049" y="2053176"/>
                </a:cubicBezTo>
                <a:cubicBezTo>
                  <a:pt x="8999884" y="2053176"/>
                  <a:pt x="8988388" y="2041682"/>
                  <a:pt x="8988388" y="2027517"/>
                </a:cubicBezTo>
                <a:cubicBezTo>
                  <a:pt x="8988388" y="2013352"/>
                  <a:pt x="8999884" y="2001858"/>
                  <a:pt x="9014049" y="2001858"/>
                </a:cubicBezTo>
                <a:close/>
                <a:moveTo>
                  <a:pt x="8949842" y="2001858"/>
                </a:moveTo>
                <a:cubicBezTo>
                  <a:pt x="8964007" y="2001858"/>
                  <a:pt x="8975503" y="2013352"/>
                  <a:pt x="8975503" y="2027517"/>
                </a:cubicBezTo>
                <a:cubicBezTo>
                  <a:pt x="8975503" y="2041682"/>
                  <a:pt x="8964007" y="2053176"/>
                  <a:pt x="8949842" y="2053176"/>
                </a:cubicBezTo>
                <a:cubicBezTo>
                  <a:pt x="8935677" y="2053176"/>
                  <a:pt x="8924183" y="2041682"/>
                  <a:pt x="8924183" y="2027517"/>
                </a:cubicBezTo>
                <a:cubicBezTo>
                  <a:pt x="8924183" y="2013352"/>
                  <a:pt x="8935677" y="2001858"/>
                  <a:pt x="8949842" y="2001858"/>
                </a:cubicBezTo>
                <a:close/>
                <a:moveTo>
                  <a:pt x="8885637" y="2001858"/>
                </a:moveTo>
                <a:cubicBezTo>
                  <a:pt x="8899802" y="2001858"/>
                  <a:pt x="8911296" y="2013352"/>
                  <a:pt x="8911296" y="2027517"/>
                </a:cubicBezTo>
                <a:cubicBezTo>
                  <a:pt x="8911296" y="2041682"/>
                  <a:pt x="8899802" y="2053176"/>
                  <a:pt x="8885637" y="2053176"/>
                </a:cubicBezTo>
                <a:cubicBezTo>
                  <a:pt x="8871472" y="2053176"/>
                  <a:pt x="8859979" y="2041682"/>
                  <a:pt x="8859979" y="2027517"/>
                </a:cubicBezTo>
                <a:cubicBezTo>
                  <a:pt x="8859979" y="2013352"/>
                  <a:pt x="8871472" y="2001858"/>
                  <a:pt x="8885637" y="2001858"/>
                </a:cubicBezTo>
                <a:close/>
                <a:moveTo>
                  <a:pt x="8821433" y="2001858"/>
                </a:moveTo>
                <a:cubicBezTo>
                  <a:pt x="8835598" y="2001858"/>
                  <a:pt x="8847091" y="2013352"/>
                  <a:pt x="8847091" y="2027517"/>
                </a:cubicBezTo>
                <a:cubicBezTo>
                  <a:pt x="8847091" y="2041682"/>
                  <a:pt x="8835598" y="2053176"/>
                  <a:pt x="8821433" y="2053176"/>
                </a:cubicBezTo>
                <a:cubicBezTo>
                  <a:pt x="8807268" y="2053176"/>
                  <a:pt x="8795772" y="2041682"/>
                  <a:pt x="8795772" y="2027517"/>
                </a:cubicBezTo>
                <a:cubicBezTo>
                  <a:pt x="8795772" y="2013352"/>
                  <a:pt x="8807268" y="2001858"/>
                  <a:pt x="8821433" y="2001858"/>
                </a:cubicBezTo>
                <a:close/>
                <a:moveTo>
                  <a:pt x="8757226" y="2001858"/>
                </a:moveTo>
                <a:cubicBezTo>
                  <a:pt x="8771391" y="2001858"/>
                  <a:pt x="8782887" y="2013352"/>
                  <a:pt x="8782887" y="2027517"/>
                </a:cubicBezTo>
                <a:cubicBezTo>
                  <a:pt x="8782887" y="2041682"/>
                  <a:pt x="8771391" y="2053176"/>
                  <a:pt x="8757226" y="2053176"/>
                </a:cubicBezTo>
                <a:cubicBezTo>
                  <a:pt x="8743061" y="2053176"/>
                  <a:pt x="8731568" y="2041682"/>
                  <a:pt x="8731568" y="2027517"/>
                </a:cubicBezTo>
                <a:cubicBezTo>
                  <a:pt x="8731568" y="2013352"/>
                  <a:pt x="8743061" y="2001858"/>
                  <a:pt x="8757226" y="2001858"/>
                </a:cubicBezTo>
                <a:close/>
                <a:moveTo>
                  <a:pt x="8692904" y="2001858"/>
                </a:moveTo>
                <a:cubicBezTo>
                  <a:pt x="8707069" y="2001858"/>
                  <a:pt x="8718565" y="2013352"/>
                  <a:pt x="8718565" y="2027517"/>
                </a:cubicBezTo>
                <a:cubicBezTo>
                  <a:pt x="8718565" y="2041682"/>
                  <a:pt x="8707069" y="2053176"/>
                  <a:pt x="8692904" y="2053176"/>
                </a:cubicBezTo>
                <a:cubicBezTo>
                  <a:pt x="8678741" y="2053176"/>
                  <a:pt x="8667246" y="2041682"/>
                  <a:pt x="8667246" y="2027517"/>
                </a:cubicBezTo>
                <a:cubicBezTo>
                  <a:pt x="8667246" y="2013352"/>
                  <a:pt x="8678741" y="2001858"/>
                  <a:pt x="8692904" y="2001858"/>
                </a:cubicBezTo>
                <a:close/>
                <a:moveTo>
                  <a:pt x="8628699" y="2001858"/>
                </a:moveTo>
                <a:cubicBezTo>
                  <a:pt x="8642864" y="2001858"/>
                  <a:pt x="8654358" y="2013352"/>
                  <a:pt x="8654358" y="2027517"/>
                </a:cubicBezTo>
                <a:cubicBezTo>
                  <a:pt x="8654358" y="2041682"/>
                  <a:pt x="8642864" y="2053176"/>
                  <a:pt x="8628699" y="2053176"/>
                </a:cubicBezTo>
                <a:cubicBezTo>
                  <a:pt x="8614534" y="2053176"/>
                  <a:pt x="8603041" y="2041682"/>
                  <a:pt x="8603041" y="2027517"/>
                </a:cubicBezTo>
                <a:cubicBezTo>
                  <a:pt x="8603041" y="2013352"/>
                  <a:pt x="8614534" y="2001858"/>
                  <a:pt x="8628699" y="2001858"/>
                </a:cubicBezTo>
                <a:close/>
                <a:moveTo>
                  <a:pt x="8564495" y="2001858"/>
                </a:moveTo>
                <a:cubicBezTo>
                  <a:pt x="8578660" y="2001858"/>
                  <a:pt x="8590153" y="2013352"/>
                  <a:pt x="8590153" y="2027517"/>
                </a:cubicBezTo>
                <a:cubicBezTo>
                  <a:pt x="8590153" y="2041682"/>
                  <a:pt x="8578660" y="2053176"/>
                  <a:pt x="8564495" y="2053176"/>
                </a:cubicBezTo>
                <a:cubicBezTo>
                  <a:pt x="8550330" y="2053176"/>
                  <a:pt x="8538837" y="2041682"/>
                  <a:pt x="8538837" y="2027517"/>
                </a:cubicBezTo>
                <a:cubicBezTo>
                  <a:pt x="8538837" y="2013352"/>
                  <a:pt x="8550330" y="2001858"/>
                  <a:pt x="8564495" y="2001858"/>
                </a:cubicBezTo>
                <a:close/>
                <a:moveTo>
                  <a:pt x="8500288" y="2001858"/>
                </a:moveTo>
                <a:cubicBezTo>
                  <a:pt x="8514453" y="2001858"/>
                  <a:pt x="8525949" y="2013352"/>
                  <a:pt x="8525949" y="2027517"/>
                </a:cubicBezTo>
                <a:cubicBezTo>
                  <a:pt x="8525949" y="2041682"/>
                  <a:pt x="8514453" y="2053176"/>
                  <a:pt x="8500288" y="2053176"/>
                </a:cubicBezTo>
                <a:cubicBezTo>
                  <a:pt x="8486126" y="2053176"/>
                  <a:pt x="8474630" y="2041682"/>
                  <a:pt x="8474630" y="2027517"/>
                </a:cubicBezTo>
                <a:cubicBezTo>
                  <a:pt x="8474630" y="2013352"/>
                  <a:pt x="8486126" y="2001858"/>
                  <a:pt x="8500288" y="2001858"/>
                </a:cubicBezTo>
                <a:close/>
                <a:moveTo>
                  <a:pt x="8436084" y="2001858"/>
                </a:moveTo>
                <a:cubicBezTo>
                  <a:pt x="8450249" y="2001858"/>
                  <a:pt x="8461745" y="2013352"/>
                  <a:pt x="8461745" y="2027517"/>
                </a:cubicBezTo>
                <a:cubicBezTo>
                  <a:pt x="8461745" y="2041682"/>
                  <a:pt x="8450249" y="2053176"/>
                  <a:pt x="8436084" y="2053176"/>
                </a:cubicBezTo>
                <a:cubicBezTo>
                  <a:pt x="8421919" y="2053176"/>
                  <a:pt x="8410426" y="2041682"/>
                  <a:pt x="8410426" y="2027517"/>
                </a:cubicBezTo>
                <a:cubicBezTo>
                  <a:pt x="8410426" y="2013352"/>
                  <a:pt x="8421919" y="2001858"/>
                  <a:pt x="8436084" y="2001858"/>
                </a:cubicBezTo>
                <a:close/>
                <a:moveTo>
                  <a:pt x="8371879" y="2001858"/>
                </a:moveTo>
                <a:cubicBezTo>
                  <a:pt x="8386044" y="2001858"/>
                  <a:pt x="8397538" y="2013352"/>
                  <a:pt x="8397538" y="2027517"/>
                </a:cubicBezTo>
                <a:cubicBezTo>
                  <a:pt x="8397538" y="2041682"/>
                  <a:pt x="8386044" y="2053176"/>
                  <a:pt x="8371879" y="2053176"/>
                </a:cubicBezTo>
                <a:cubicBezTo>
                  <a:pt x="8357714" y="2053176"/>
                  <a:pt x="8346221" y="2041682"/>
                  <a:pt x="8346221" y="2027517"/>
                </a:cubicBezTo>
                <a:cubicBezTo>
                  <a:pt x="8346221" y="2013352"/>
                  <a:pt x="8357714" y="2001858"/>
                  <a:pt x="8371879" y="2001858"/>
                </a:cubicBezTo>
                <a:close/>
                <a:moveTo>
                  <a:pt x="8307675" y="2001858"/>
                </a:moveTo>
                <a:cubicBezTo>
                  <a:pt x="8321837" y="2001858"/>
                  <a:pt x="8333333" y="2013352"/>
                  <a:pt x="8333333" y="2027517"/>
                </a:cubicBezTo>
                <a:cubicBezTo>
                  <a:pt x="8333333" y="2041682"/>
                  <a:pt x="8321837" y="2053176"/>
                  <a:pt x="8307675" y="2053176"/>
                </a:cubicBezTo>
                <a:cubicBezTo>
                  <a:pt x="8293510" y="2053176"/>
                  <a:pt x="8282014" y="2041682"/>
                  <a:pt x="8282014" y="2027517"/>
                </a:cubicBezTo>
                <a:cubicBezTo>
                  <a:pt x="8282014" y="2013352"/>
                  <a:pt x="8293510" y="2001858"/>
                  <a:pt x="8307675" y="2001858"/>
                </a:cubicBezTo>
                <a:close/>
                <a:moveTo>
                  <a:pt x="8243468" y="2001858"/>
                </a:moveTo>
                <a:cubicBezTo>
                  <a:pt x="8257633" y="2001858"/>
                  <a:pt x="8269126" y="2013352"/>
                  <a:pt x="8269126" y="2027517"/>
                </a:cubicBezTo>
                <a:cubicBezTo>
                  <a:pt x="8269126" y="2041682"/>
                  <a:pt x="8257633" y="2053176"/>
                  <a:pt x="8243468" y="2053176"/>
                </a:cubicBezTo>
                <a:cubicBezTo>
                  <a:pt x="8229303" y="2053176"/>
                  <a:pt x="8217810" y="2041682"/>
                  <a:pt x="8217810" y="2027517"/>
                </a:cubicBezTo>
                <a:cubicBezTo>
                  <a:pt x="8217810" y="2013352"/>
                  <a:pt x="8229303" y="2001858"/>
                  <a:pt x="8243468" y="2001858"/>
                </a:cubicBezTo>
                <a:close/>
                <a:moveTo>
                  <a:pt x="8179264" y="2001858"/>
                </a:moveTo>
                <a:cubicBezTo>
                  <a:pt x="8193429" y="2001858"/>
                  <a:pt x="8204922" y="2013352"/>
                  <a:pt x="8204922" y="2027517"/>
                </a:cubicBezTo>
                <a:cubicBezTo>
                  <a:pt x="8204922" y="2041682"/>
                  <a:pt x="8193429" y="2053176"/>
                  <a:pt x="8179264" y="2053176"/>
                </a:cubicBezTo>
                <a:cubicBezTo>
                  <a:pt x="8165099" y="2053176"/>
                  <a:pt x="8153603" y="2041682"/>
                  <a:pt x="8153603" y="2027517"/>
                </a:cubicBezTo>
                <a:cubicBezTo>
                  <a:pt x="8153603" y="2013352"/>
                  <a:pt x="8165099" y="2001858"/>
                  <a:pt x="8179264" y="2001858"/>
                </a:cubicBezTo>
                <a:close/>
                <a:moveTo>
                  <a:pt x="8115057" y="2001858"/>
                </a:moveTo>
                <a:cubicBezTo>
                  <a:pt x="8129222" y="2001858"/>
                  <a:pt x="8140717" y="2013352"/>
                  <a:pt x="8140717" y="2027517"/>
                </a:cubicBezTo>
                <a:cubicBezTo>
                  <a:pt x="8140717" y="2041682"/>
                  <a:pt x="8129222" y="2053176"/>
                  <a:pt x="8115057" y="2053176"/>
                </a:cubicBezTo>
                <a:cubicBezTo>
                  <a:pt x="8100894" y="2053176"/>
                  <a:pt x="8089398" y="2041682"/>
                  <a:pt x="8089398" y="2027517"/>
                </a:cubicBezTo>
                <a:cubicBezTo>
                  <a:pt x="8089398" y="2013352"/>
                  <a:pt x="8100894" y="2001858"/>
                  <a:pt x="8115057" y="2001858"/>
                </a:cubicBezTo>
                <a:close/>
                <a:moveTo>
                  <a:pt x="8050852" y="2001858"/>
                </a:moveTo>
                <a:cubicBezTo>
                  <a:pt x="8065017" y="2001858"/>
                  <a:pt x="8076510" y="2013352"/>
                  <a:pt x="8076510" y="2027517"/>
                </a:cubicBezTo>
                <a:cubicBezTo>
                  <a:pt x="8076510" y="2041682"/>
                  <a:pt x="8065017" y="2053176"/>
                  <a:pt x="8050852" y="2053176"/>
                </a:cubicBezTo>
                <a:cubicBezTo>
                  <a:pt x="8036687" y="2053176"/>
                  <a:pt x="8025194" y="2041682"/>
                  <a:pt x="8025194" y="2027517"/>
                </a:cubicBezTo>
                <a:cubicBezTo>
                  <a:pt x="8025194" y="2013352"/>
                  <a:pt x="8036687" y="2001858"/>
                  <a:pt x="8050852" y="2001858"/>
                </a:cubicBezTo>
                <a:close/>
                <a:moveTo>
                  <a:pt x="7986648" y="2001858"/>
                </a:moveTo>
                <a:cubicBezTo>
                  <a:pt x="8000813" y="2001858"/>
                  <a:pt x="8012306" y="2013352"/>
                  <a:pt x="8012306" y="2027517"/>
                </a:cubicBezTo>
                <a:cubicBezTo>
                  <a:pt x="8012306" y="2041682"/>
                  <a:pt x="8000813" y="2053176"/>
                  <a:pt x="7986648" y="2053176"/>
                </a:cubicBezTo>
                <a:cubicBezTo>
                  <a:pt x="7972483" y="2053176"/>
                  <a:pt x="7960990" y="2041682"/>
                  <a:pt x="7960990" y="2027517"/>
                </a:cubicBezTo>
                <a:cubicBezTo>
                  <a:pt x="7960990" y="2013352"/>
                  <a:pt x="7972483" y="2001858"/>
                  <a:pt x="7986648" y="2001858"/>
                </a:cubicBezTo>
                <a:close/>
                <a:moveTo>
                  <a:pt x="7922444" y="2001858"/>
                </a:moveTo>
                <a:cubicBezTo>
                  <a:pt x="7936606" y="2001858"/>
                  <a:pt x="7948102" y="2013352"/>
                  <a:pt x="7948102" y="2027517"/>
                </a:cubicBezTo>
                <a:cubicBezTo>
                  <a:pt x="7948102" y="2041682"/>
                  <a:pt x="7936606" y="2053176"/>
                  <a:pt x="7922444" y="2053176"/>
                </a:cubicBezTo>
                <a:cubicBezTo>
                  <a:pt x="7908279" y="2053176"/>
                  <a:pt x="7896783" y="2041682"/>
                  <a:pt x="7896783" y="2027517"/>
                </a:cubicBezTo>
                <a:cubicBezTo>
                  <a:pt x="7896783" y="2013352"/>
                  <a:pt x="7908279" y="2001858"/>
                  <a:pt x="7922444" y="2001858"/>
                </a:cubicBezTo>
                <a:close/>
                <a:moveTo>
                  <a:pt x="7858237" y="2001858"/>
                </a:moveTo>
                <a:cubicBezTo>
                  <a:pt x="7872402" y="2001858"/>
                  <a:pt x="7883895" y="2013352"/>
                  <a:pt x="7883895" y="2027517"/>
                </a:cubicBezTo>
                <a:cubicBezTo>
                  <a:pt x="7883895" y="2041682"/>
                  <a:pt x="7872402" y="2053176"/>
                  <a:pt x="7858237" y="2053176"/>
                </a:cubicBezTo>
                <a:cubicBezTo>
                  <a:pt x="7844072" y="2053176"/>
                  <a:pt x="7832578" y="2041682"/>
                  <a:pt x="7832578" y="2027517"/>
                </a:cubicBezTo>
                <a:cubicBezTo>
                  <a:pt x="7832578" y="2013352"/>
                  <a:pt x="7844072" y="2001858"/>
                  <a:pt x="7858237" y="2001858"/>
                </a:cubicBezTo>
                <a:close/>
                <a:moveTo>
                  <a:pt x="7794032" y="2001858"/>
                </a:moveTo>
                <a:cubicBezTo>
                  <a:pt x="7808197" y="2001858"/>
                  <a:pt x="7819690" y="2013352"/>
                  <a:pt x="7819690" y="2027517"/>
                </a:cubicBezTo>
                <a:cubicBezTo>
                  <a:pt x="7819690" y="2041682"/>
                  <a:pt x="7808197" y="2053176"/>
                  <a:pt x="7794032" y="2053176"/>
                </a:cubicBezTo>
                <a:cubicBezTo>
                  <a:pt x="7779867" y="2053176"/>
                  <a:pt x="7768371" y="2041682"/>
                  <a:pt x="7768371" y="2027517"/>
                </a:cubicBezTo>
                <a:cubicBezTo>
                  <a:pt x="7768371" y="2013352"/>
                  <a:pt x="7779867" y="2001858"/>
                  <a:pt x="7794032" y="2001858"/>
                </a:cubicBezTo>
                <a:close/>
                <a:moveTo>
                  <a:pt x="7729825" y="2001858"/>
                </a:moveTo>
                <a:cubicBezTo>
                  <a:pt x="7743990" y="2001858"/>
                  <a:pt x="7755486" y="2013352"/>
                  <a:pt x="7755486" y="2027517"/>
                </a:cubicBezTo>
                <a:cubicBezTo>
                  <a:pt x="7755486" y="2041682"/>
                  <a:pt x="7743990" y="2053176"/>
                  <a:pt x="7729825" y="2053176"/>
                </a:cubicBezTo>
                <a:cubicBezTo>
                  <a:pt x="7715660" y="2053176"/>
                  <a:pt x="7704167" y="2041682"/>
                  <a:pt x="7704167" y="2027517"/>
                </a:cubicBezTo>
                <a:cubicBezTo>
                  <a:pt x="7704167" y="2013352"/>
                  <a:pt x="7715660" y="2001858"/>
                  <a:pt x="7729825" y="2001858"/>
                </a:cubicBezTo>
                <a:close/>
                <a:moveTo>
                  <a:pt x="7665621" y="2001858"/>
                </a:moveTo>
                <a:cubicBezTo>
                  <a:pt x="7679786" y="2001858"/>
                  <a:pt x="7691279" y="2013352"/>
                  <a:pt x="7691279" y="2027517"/>
                </a:cubicBezTo>
                <a:cubicBezTo>
                  <a:pt x="7691279" y="2041682"/>
                  <a:pt x="7679786" y="2053176"/>
                  <a:pt x="7665621" y="2053176"/>
                </a:cubicBezTo>
                <a:cubicBezTo>
                  <a:pt x="7651456" y="2053176"/>
                  <a:pt x="7639963" y="2041682"/>
                  <a:pt x="7639963" y="2027517"/>
                </a:cubicBezTo>
                <a:cubicBezTo>
                  <a:pt x="7639963" y="2013352"/>
                  <a:pt x="7651456" y="2001858"/>
                  <a:pt x="7665621" y="2001858"/>
                </a:cubicBezTo>
                <a:close/>
                <a:moveTo>
                  <a:pt x="7601299" y="2001858"/>
                </a:moveTo>
                <a:cubicBezTo>
                  <a:pt x="7615464" y="2001858"/>
                  <a:pt x="7626959" y="2013352"/>
                  <a:pt x="7626959" y="2027517"/>
                </a:cubicBezTo>
                <a:cubicBezTo>
                  <a:pt x="7626959" y="2041682"/>
                  <a:pt x="7615464" y="2053176"/>
                  <a:pt x="7601299" y="2053176"/>
                </a:cubicBezTo>
                <a:cubicBezTo>
                  <a:pt x="7587134" y="2053176"/>
                  <a:pt x="7575640" y="2041682"/>
                  <a:pt x="7575640" y="2027517"/>
                </a:cubicBezTo>
                <a:cubicBezTo>
                  <a:pt x="7575640" y="2013352"/>
                  <a:pt x="7587134" y="2001858"/>
                  <a:pt x="7601299" y="2001858"/>
                </a:cubicBezTo>
                <a:close/>
                <a:moveTo>
                  <a:pt x="7537094" y="2001858"/>
                </a:moveTo>
                <a:cubicBezTo>
                  <a:pt x="7551259" y="2001858"/>
                  <a:pt x="7562752" y="2013352"/>
                  <a:pt x="7562752" y="2027517"/>
                </a:cubicBezTo>
                <a:cubicBezTo>
                  <a:pt x="7562752" y="2041682"/>
                  <a:pt x="7551259" y="2053176"/>
                  <a:pt x="7537094" y="2053176"/>
                </a:cubicBezTo>
                <a:cubicBezTo>
                  <a:pt x="7522929" y="2053176"/>
                  <a:pt x="7511436" y="2041682"/>
                  <a:pt x="7511436" y="2027517"/>
                </a:cubicBezTo>
                <a:cubicBezTo>
                  <a:pt x="7511436" y="2013352"/>
                  <a:pt x="7522929" y="2001858"/>
                  <a:pt x="7537094" y="2001858"/>
                </a:cubicBezTo>
                <a:close/>
                <a:moveTo>
                  <a:pt x="7472890" y="2001858"/>
                </a:moveTo>
                <a:cubicBezTo>
                  <a:pt x="7487052" y="2001858"/>
                  <a:pt x="7498548" y="2013352"/>
                  <a:pt x="7498548" y="2027517"/>
                </a:cubicBezTo>
                <a:cubicBezTo>
                  <a:pt x="7498548" y="2041682"/>
                  <a:pt x="7487052" y="2053176"/>
                  <a:pt x="7472890" y="2053176"/>
                </a:cubicBezTo>
                <a:cubicBezTo>
                  <a:pt x="7458725" y="2053176"/>
                  <a:pt x="7447229" y="2041682"/>
                  <a:pt x="7447229" y="2027517"/>
                </a:cubicBezTo>
                <a:cubicBezTo>
                  <a:pt x="7447229" y="2013352"/>
                  <a:pt x="7458725" y="2001858"/>
                  <a:pt x="7472890" y="2001858"/>
                </a:cubicBezTo>
                <a:close/>
                <a:moveTo>
                  <a:pt x="7408683" y="2001858"/>
                </a:moveTo>
                <a:cubicBezTo>
                  <a:pt x="7422848" y="2001858"/>
                  <a:pt x="7434341" y="2013352"/>
                  <a:pt x="7434341" y="2027517"/>
                </a:cubicBezTo>
                <a:cubicBezTo>
                  <a:pt x="7434341" y="2041682"/>
                  <a:pt x="7422848" y="2053176"/>
                  <a:pt x="7408683" y="2053176"/>
                </a:cubicBezTo>
                <a:cubicBezTo>
                  <a:pt x="7394518" y="2053176"/>
                  <a:pt x="7383025" y="2041682"/>
                  <a:pt x="7383025" y="2027517"/>
                </a:cubicBezTo>
                <a:cubicBezTo>
                  <a:pt x="7383025" y="2013352"/>
                  <a:pt x="7394518" y="2001858"/>
                  <a:pt x="7408683" y="2001858"/>
                </a:cubicBezTo>
                <a:close/>
                <a:moveTo>
                  <a:pt x="7344479" y="2001858"/>
                </a:moveTo>
                <a:cubicBezTo>
                  <a:pt x="7358644" y="2001858"/>
                  <a:pt x="7370137" y="2013352"/>
                  <a:pt x="7370137" y="2027517"/>
                </a:cubicBezTo>
                <a:cubicBezTo>
                  <a:pt x="7370137" y="2041682"/>
                  <a:pt x="7358644" y="2053176"/>
                  <a:pt x="7344479" y="2053176"/>
                </a:cubicBezTo>
                <a:cubicBezTo>
                  <a:pt x="7330314" y="2053176"/>
                  <a:pt x="7318820" y="2041682"/>
                  <a:pt x="7318820" y="2027517"/>
                </a:cubicBezTo>
                <a:cubicBezTo>
                  <a:pt x="7318820" y="2013352"/>
                  <a:pt x="7330314" y="2001858"/>
                  <a:pt x="7344479" y="2001858"/>
                </a:cubicBezTo>
                <a:close/>
                <a:moveTo>
                  <a:pt x="7280274" y="2001858"/>
                </a:moveTo>
                <a:cubicBezTo>
                  <a:pt x="7294437" y="2001858"/>
                  <a:pt x="7305932" y="2013352"/>
                  <a:pt x="7305932" y="2027517"/>
                </a:cubicBezTo>
                <a:cubicBezTo>
                  <a:pt x="7305932" y="2041682"/>
                  <a:pt x="7294437" y="2053176"/>
                  <a:pt x="7280274" y="2053176"/>
                </a:cubicBezTo>
                <a:cubicBezTo>
                  <a:pt x="7266109" y="2053176"/>
                  <a:pt x="7254613" y="2041682"/>
                  <a:pt x="7254613" y="2027517"/>
                </a:cubicBezTo>
                <a:cubicBezTo>
                  <a:pt x="7254613" y="2013352"/>
                  <a:pt x="7266109" y="2001858"/>
                  <a:pt x="7280274" y="2001858"/>
                </a:cubicBezTo>
                <a:close/>
                <a:moveTo>
                  <a:pt x="7216067" y="2001858"/>
                </a:moveTo>
                <a:cubicBezTo>
                  <a:pt x="7230232" y="2001858"/>
                  <a:pt x="7241725" y="2013352"/>
                  <a:pt x="7241725" y="2027517"/>
                </a:cubicBezTo>
                <a:cubicBezTo>
                  <a:pt x="7241725" y="2041682"/>
                  <a:pt x="7230232" y="2053176"/>
                  <a:pt x="7216067" y="2053176"/>
                </a:cubicBezTo>
                <a:cubicBezTo>
                  <a:pt x="7201902" y="2053176"/>
                  <a:pt x="7190409" y="2041682"/>
                  <a:pt x="7190409" y="2027517"/>
                </a:cubicBezTo>
                <a:cubicBezTo>
                  <a:pt x="7190409" y="2013352"/>
                  <a:pt x="7201902" y="2001858"/>
                  <a:pt x="7216067" y="2001858"/>
                </a:cubicBezTo>
                <a:close/>
                <a:moveTo>
                  <a:pt x="7151863" y="2001858"/>
                </a:moveTo>
                <a:cubicBezTo>
                  <a:pt x="7166028" y="2001858"/>
                  <a:pt x="7177521" y="2013352"/>
                  <a:pt x="7177521" y="2027517"/>
                </a:cubicBezTo>
                <a:cubicBezTo>
                  <a:pt x="7177521" y="2041682"/>
                  <a:pt x="7166028" y="2053176"/>
                  <a:pt x="7151863" y="2053176"/>
                </a:cubicBezTo>
                <a:cubicBezTo>
                  <a:pt x="7137698" y="2053176"/>
                  <a:pt x="7126205" y="2041682"/>
                  <a:pt x="7126205" y="2027517"/>
                </a:cubicBezTo>
                <a:cubicBezTo>
                  <a:pt x="7126205" y="2013352"/>
                  <a:pt x="7137698" y="2001858"/>
                  <a:pt x="7151863" y="2001858"/>
                </a:cubicBezTo>
                <a:close/>
                <a:moveTo>
                  <a:pt x="7087658" y="2001858"/>
                </a:moveTo>
                <a:cubicBezTo>
                  <a:pt x="7101821" y="2001858"/>
                  <a:pt x="7113317" y="2013352"/>
                  <a:pt x="7113317" y="2027517"/>
                </a:cubicBezTo>
                <a:cubicBezTo>
                  <a:pt x="7113317" y="2041682"/>
                  <a:pt x="7101821" y="2053176"/>
                  <a:pt x="7087658" y="2053176"/>
                </a:cubicBezTo>
                <a:cubicBezTo>
                  <a:pt x="7073493" y="2053176"/>
                  <a:pt x="7061998" y="2041682"/>
                  <a:pt x="7061998" y="2027517"/>
                </a:cubicBezTo>
                <a:cubicBezTo>
                  <a:pt x="7061998" y="2013352"/>
                  <a:pt x="7073493" y="2001858"/>
                  <a:pt x="7087658" y="2001858"/>
                </a:cubicBezTo>
                <a:close/>
                <a:moveTo>
                  <a:pt x="7023451" y="2001858"/>
                </a:moveTo>
                <a:cubicBezTo>
                  <a:pt x="7037616" y="2001858"/>
                  <a:pt x="7049112" y="2013352"/>
                  <a:pt x="7049112" y="2027517"/>
                </a:cubicBezTo>
                <a:cubicBezTo>
                  <a:pt x="7049112" y="2041682"/>
                  <a:pt x="7037616" y="2053176"/>
                  <a:pt x="7023451" y="2053176"/>
                </a:cubicBezTo>
                <a:cubicBezTo>
                  <a:pt x="7009289" y="2053176"/>
                  <a:pt x="6997793" y="2041682"/>
                  <a:pt x="6997793" y="2027517"/>
                </a:cubicBezTo>
                <a:cubicBezTo>
                  <a:pt x="6997793" y="2013352"/>
                  <a:pt x="7009289" y="2001858"/>
                  <a:pt x="7023451" y="2001858"/>
                </a:cubicBezTo>
                <a:close/>
                <a:moveTo>
                  <a:pt x="6959247" y="2001858"/>
                </a:moveTo>
                <a:cubicBezTo>
                  <a:pt x="6973412" y="2001858"/>
                  <a:pt x="6984905" y="2013352"/>
                  <a:pt x="6984905" y="2027517"/>
                </a:cubicBezTo>
                <a:cubicBezTo>
                  <a:pt x="6984905" y="2041682"/>
                  <a:pt x="6973412" y="2053176"/>
                  <a:pt x="6959247" y="2053176"/>
                </a:cubicBezTo>
                <a:cubicBezTo>
                  <a:pt x="6945082" y="2053176"/>
                  <a:pt x="6933589" y="2041682"/>
                  <a:pt x="6933589" y="2027517"/>
                </a:cubicBezTo>
                <a:cubicBezTo>
                  <a:pt x="6933589" y="2013352"/>
                  <a:pt x="6945082" y="2001858"/>
                  <a:pt x="6959247" y="2001858"/>
                </a:cubicBezTo>
                <a:close/>
                <a:moveTo>
                  <a:pt x="6895043" y="2001858"/>
                </a:moveTo>
                <a:cubicBezTo>
                  <a:pt x="6909208" y="2001858"/>
                  <a:pt x="6920701" y="2013352"/>
                  <a:pt x="6920701" y="2027517"/>
                </a:cubicBezTo>
                <a:cubicBezTo>
                  <a:pt x="6920701" y="2041682"/>
                  <a:pt x="6909208" y="2053176"/>
                  <a:pt x="6895043" y="2053176"/>
                </a:cubicBezTo>
                <a:cubicBezTo>
                  <a:pt x="6880878" y="2053176"/>
                  <a:pt x="6869382" y="2041682"/>
                  <a:pt x="6869382" y="2027517"/>
                </a:cubicBezTo>
                <a:cubicBezTo>
                  <a:pt x="6869382" y="2013352"/>
                  <a:pt x="6880878" y="2001858"/>
                  <a:pt x="6895043" y="2001858"/>
                </a:cubicBezTo>
                <a:close/>
                <a:moveTo>
                  <a:pt x="6830836" y="2001858"/>
                </a:moveTo>
                <a:cubicBezTo>
                  <a:pt x="6845001" y="2001858"/>
                  <a:pt x="6856494" y="2013352"/>
                  <a:pt x="6856494" y="2027517"/>
                </a:cubicBezTo>
                <a:cubicBezTo>
                  <a:pt x="6856494" y="2041682"/>
                  <a:pt x="6845001" y="2053176"/>
                  <a:pt x="6830836" y="2053176"/>
                </a:cubicBezTo>
                <a:cubicBezTo>
                  <a:pt x="6816671" y="2053176"/>
                  <a:pt x="6805178" y="2041682"/>
                  <a:pt x="6805178" y="2027517"/>
                </a:cubicBezTo>
                <a:cubicBezTo>
                  <a:pt x="6805178" y="2013352"/>
                  <a:pt x="6816671" y="2001858"/>
                  <a:pt x="6830836" y="2001858"/>
                </a:cubicBezTo>
                <a:close/>
                <a:moveTo>
                  <a:pt x="6766631" y="2001858"/>
                </a:moveTo>
                <a:cubicBezTo>
                  <a:pt x="6780796" y="2001858"/>
                  <a:pt x="6792290" y="2013352"/>
                  <a:pt x="6792290" y="2027517"/>
                </a:cubicBezTo>
                <a:cubicBezTo>
                  <a:pt x="6792290" y="2041682"/>
                  <a:pt x="6780796" y="2053176"/>
                  <a:pt x="6766631" y="2053176"/>
                </a:cubicBezTo>
                <a:cubicBezTo>
                  <a:pt x="6752466" y="2053176"/>
                  <a:pt x="6740973" y="2041682"/>
                  <a:pt x="6740973" y="2027517"/>
                </a:cubicBezTo>
                <a:cubicBezTo>
                  <a:pt x="6740973" y="2013352"/>
                  <a:pt x="6752466" y="2001858"/>
                  <a:pt x="6766631" y="2001858"/>
                </a:cubicBezTo>
                <a:close/>
                <a:moveTo>
                  <a:pt x="6702427" y="2001858"/>
                </a:moveTo>
                <a:cubicBezTo>
                  <a:pt x="6716589" y="2001858"/>
                  <a:pt x="6728085" y="2013352"/>
                  <a:pt x="6728085" y="2027517"/>
                </a:cubicBezTo>
                <a:cubicBezTo>
                  <a:pt x="6728085" y="2041682"/>
                  <a:pt x="6716589" y="2053176"/>
                  <a:pt x="6702427" y="2053176"/>
                </a:cubicBezTo>
                <a:cubicBezTo>
                  <a:pt x="6688262" y="2053176"/>
                  <a:pt x="6676766" y="2041682"/>
                  <a:pt x="6676766" y="2027517"/>
                </a:cubicBezTo>
                <a:cubicBezTo>
                  <a:pt x="6676766" y="2013352"/>
                  <a:pt x="6688262" y="2001858"/>
                  <a:pt x="6702427" y="2001858"/>
                </a:cubicBezTo>
                <a:close/>
                <a:moveTo>
                  <a:pt x="6638220" y="2001858"/>
                </a:moveTo>
                <a:cubicBezTo>
                  <a:pt x="6652385" y="2001858"/>
                  <a:pt x="6663881" y="2013352"/>
                  <a:pt x="6663881" y="2027517"/>
                </a:cubicBezTo>
                <a:cubicBezTo>
                  <a:pt x="6663881" y="2041682"/>
                  <a:pt x="6652385" y="2053176"/>
                  <a:pt x="6638220" y="2053176"/>
                </a:cubicBezTo>
                <a:cubicBezTo>
                  <a:pt x="6624055" y="2053176"/>
                  <a:pt x="6612562" y="2041682"/>
                  <a:pt x="6612562" y="2027517"/>
                </a:cubicBezTo>
                <a:cubicBezTo>
                  <a:pt x="6612562" y="2013352"/>
                  <a:pt x="6624055" y="2001858"/>
                  <a:pt x="6638220" y="2001858"/>
                </a:cubicBezTo>
                <a:close/>
                <a:moveTo>
                  <a:pt x="6574016" y="2001858"/>
                </a:moveTo>
                <a:cubicBezTo>
                  <a:pt x="6588181" y="2001858"/>
                  <a:pt x="6599674" y="2013352"/>
                  <a:pt x="6599674" y="2027517"/>
                </a:cubicBezTo>
                <a:cubicBezTo>
                  <a:pt x="6599674" y="2041682"/>
                  <a:pt x="6588181" y="2053176"/>
                  <a:pt x="6574016" y="2053176"/>
                </a:cubicBezTo>
                <a:cubicBezTo>
                  <a:pt x="6559851" y="2053176"/>
                  <a:pt x="6548357" y="2041682"/>
                  <a:pt x="6548357" y="2027517"/>
                </a:cubicBezTo>
                <a:cubicBezTo>
                  <a:pt x="6548357" y="2013352"/>
                  <a:pt x="6559851" y="2001858"/>
                  <a:pt x="6574016" y="2001858"/>
                </a:cubicBezTo>
                <a:close/>
                <a:moveTo>
                  <a:pt x="6509693" y="2001858"/>
                </a:moveTo>
                <a:cubicBezTo>
                  <a:pt x="6523858" y="2001858"/>
                  <a:pt x="6535352" y="2013352"/>
                  <a:pt x="6535352" y="2027517"/>
                </a:cubicBezTo>
                <a:cubicBezTo>
                  <a:pt x="6535352" y="2041682"/>
                  <a:pt x="6523858" y="2053176"/>
                  <a:pt x="6509693" y="2053176"/>
                </a:cubicBezTo>
                <a:cubicBezTo>
                  <a:pt x="6495528" y="2053176"/>
                  <a:pt x="6484035" y="2041682"/>
                  <a:pt x="6484035" y="2027517"/>
                </a:cubicBezTo>
                <a:cubicBezTo>
                  <a:pt x="6484035" y="2013352"/>
                  <a:pt x="6495528" y="2001858"/>
                  <a:pt x="6509693" y="2001858"/>
                </a:cubicBezTo>
                <a:close/>
                <a:moveTo>
                  <a:pt x="6445489" y="2001858"/>
                </a:moveTo>
                <a:cubicBezTo>
                  <a:pt x="6459654" y="2001858"/>
                  <a:pt x="6471147" y="2013352"/>
                  <a:pt x="6471147" y="2027517"/>
                </a:cubicBezTo>
                <a:cubicBezTo>
                  <a:pt x="6471147" y="2041682"/>
                  <a:pt x="6459654" y="2053176"/>
                  <a:pt x="6445489" y="2053176"/>
                </a:cubicBezTo>
                <a:cubicBezTo>
                  <a:pt x="6431324" y="2053176"/>
                  <a:pt x="6419831" y="2041682"/>
                  <a:pt x="6419831" y="2027517"/>
                </a:cubicBezTo>
                <a:cubicBezTo>
                  <a:pt x="6419831" y="2013352"/>
                  <a:pt x="6431324" y="2001858"/>
                  <a:pt x="6445489" y="2001858"/>
                </a:cubicBezTo>
                <a:close/>
                <a:moveTo>
                  <a:pt x="6381282" y="2001858"/>
                </a:moveTo>
                <a:cubicBezTo>
                  <a:pt x="6395447" y="2001858"/>
                  <a:pt x="6406943" y="2013352"/>
                  <a:pt x="6406943" y="2027517"/>
                </a:cubicBezTo>
                <a:cubicBezTo>
                  <a:pt x="6406943" y="2041682"/>
                  <a:pt x="6395447" y="2053176"/>
                  <a:pt x="6381282" y="2053176"/>
                </a:cubicBezTo>
                <a:cubicBezTo>
                  <a:pt x="6367117" y="2053176"/>
                  <a:pt x="6355624" y="2041682"/>
                  <a:pt x="6355624" y="2027517"/>
                </a:cubicBezTo>
                <a:cubicBezTo>
                  <a:pt x="6355624" y="2013352"/>
                  <a:pt x="6367117" y="2001858"/>
                  <a:pt x="6381282" y="2001858"/>
                </a:cubicBezTo>
                <a:close/>
                <a:moveTo>
                  <a:pt x="6317078" y="2001858"/>
                </a:moveTo>
                <a:cubicBezTo>
                  <a:pt x="6331243" y="2001858"/>
                  <a:pt x="6342736" y="2013352"/>
                  <a:pt x="6342736" y="2027517"/>
                </a:cubicBezTo>
                <a:cubicBezTo>
                  <a:pt x="6342736" y="2041682"/>
                  <a:pt x="6331243" y="2053176"/>
                  <a:pt x="6317078" y="2053176"/>
                </a:cubicBezTo>
                <a:cubicBezTo>
                  <a:pt x="6302913" y="2053176"/>
                  <a:pt x="6291420" y="2041682"/>
                  <a:pt x="6291420" y="2027517"/>
                </a:cubicBezTo>
                <a:cubicBezTo>
                  <a:pt x="6291420" y="2013352"/>
                  <a:pt x="6302913" y="2001858"/>
                  <a:pt x="6317078" y="2001858"/>
                </a:cubicBezTo>
                <a:close/>
                <a:moveTo>
                  <a:pt x="6252873" y="2001858"/>
                </a:moveTo>
                <a:cubicBezTo>
                  <a:pt x="6267036" y="2001858"/>
                  <a:pt x="6278532" y="2013352"/>
                  <a:pt x="6278532" y="2027517"/>
                </a:cubicBezTo>
                <a:cubicBezTo>
                  <a:pt x="6278532" y="2041682"/>
                  <a:pt x="6267036" y="2053176"/>
                  <a:pt x="6252873" y="2053176"/>
                </a:cubicBezTo>
                <a:cubicBezTo>
                  <a:pt x="6238708" y="2053176"/>
                  <a:pt x="6227213" y="2041682"/>
                  <a:pt x="6227213" y="2027517"/>
                </a:cubicBezTo>
                <a:cubicBezTo>
                  <a:pt x="6227213" y="2013352"/>
                  <a:pt x="6238708" y="2001858"/>
                  <a:pt x="6252873" y="2001858"/>
                </a:cubicBezTo>
                <a:close/>
                <a:moveTo>
                  <a:pt x="6188666" y="2001858"/>
                </a:moveTo>
                <a:cubicBezTo>
                  <a:pt x="6202831" y="2001858"/>
                  <a:pt x="6214327" y="2013352"/>
                  <a:pt x="6214327" y="2027517"/>
                </a:cubicBezTo>
                <a:cubicBezTo>
                  <a:pt x="6214327" y="2041682"/>
                  <a:pt x="6202831" y="2053176"/>
                  <a:pt x="6188666" y="2053176"/>
                </a:cubicBezTo>
                <a:cubicBezTo>
                  <a:pt x="6174504" y="2053176"/>
                  <a:pt x="6163008" y="2041682"/>
                  <a:pt x="6163008" y="2027517"/>
                </a:cubicBezTo>
                <a:cubicBezTo>
                  <a:pt x="6163008" y="2013352"/>
                  <a:pt x="6174504" y="2001858"/>
                  <a:pt x="6188666" y="2001858"/>
                </a:cubicBezTo>
                <a:close/>
                <a:moveTo>
                  <a:pt x="6124462" y="2001858"/>
                </a:moveTo>
                <a:cubicBezTo>
                  <a:pt x="6138627" y="2001858"/>
                  <a:pt x="6150123" y="2013352"/>
                  <a:pt x="6150123" y="2027517"/>
                </a:cubicBezTo>
                <a:cubicBezTo>
                  <a:pt x="6150123" y="2041682"/>
                  <a:pt x="6138627" y="2053176"/>
                  <a:pt x="6124462" y="2053176"/>
                </a:cubicBezTo>
                <a:cubicBezTo>
                  <a:pt x="6110297" y="2053176"/>
                  <a:pt x="6098804" y="2041682"/>
                  <a:pt x="6098804" y="2027517"/>
                </a:cubicBezTo>
                <a:cubicBezTo>
                  <a:pt x="6098804" y="2013352"/>
                  <a:pt x="6110297" y="2001858"/>
                  <a:pt x="6124462" y="2001858"/>
                </a:cubicBezTo>
                <a:close/>
                <a:moveTo>
                  <a:pt x="6064505" y="2001858"/>
                </a:moveTo>
                <a:cubicBezTo>
                  <a:pt x="6078666" y="2001858"/>
                  <a:pt x="6090163" y="2013352"/>
                  <a:pt x="6090163" y="2027517"/>
                </a:cubicBezTo>
                <a:cubicBezTo>
                  <a:pt x="6090163" y="2041682"/>
                  <a:pt x="6078666" y="2053176"/>
                  <a:pt x="6064505" y="2053176"/>
                </a:cubicBezTo>
                <a:cubicBezTo>
                  <a:pt x="6050336" y="2053176"/>
                  <a:pt x="6038844" y="2041682"/>
                  <a:pt x="6038844" y="2027517"/>
                </a:cubicBezTo>
                <a:cubicBezTo>
                  <a:pt x="6038844" y="2013352"/>
                  <a:pt x="6050336" y="2001858"/>
                  <a:pt x="6064505" y="2001858"/>
                </a:cubicBezTo>
                <a:close/>
                <a:moveTo>
                  <a:pt x="6000298" y="2001858"/>
                </a:moveTo>
                <a:cubicBezTo>
                  <a:pt x="6014463" y="2001858"/>
                  <a:pt x="6025956" y="2013352"/>
                  <a:pt x="6025956" y="2027517"/>
                </a:cubicBezTo>
                <a:cubicBezTo>
                  <a:pt x="6025956" y="2041682"/>
                  <a:pt x="6014463" y="2053176"/>
                  <a:pt x="6000298" y="2053176"/>
                </a:cubicBezTo>
                <a:cubicBezTo>
                  <a:pt x="5986133" y="2053176"/>
                  <a:pt x="5974639" y="2041682"/>
                  <a:pt x="5974639" y="2027517"/>
                </a:cubicBezTo>
                <a:cubicBezTo>
                  <a:pt x="5974639" y="2013352"/>
                  <a:pt x="5986133" y="2001858"/>
                  <a:pt x="6000298" y="2001858"/>
                </a:cubicBezTo>
                <a:close/>
                <a:moveTo>
                  <a:pt x="5936092" y="2001858"/>
                </a:moveTo>
                <a:cubicBezTo>
                  <a:pt x="5950255" y="2001858"/>
                  <a:pt x="5961751" y="2013352"/>
                  <a:pt x="5961751" y="2027517"/>
                </a:cubicBezTo>
                <a:cubicBezTo>
                  <a:pt x="5961751" y="2041682"/>
                  <a:pt x="5950255" y="2053176"/>
                  <a:pt x="5936092" y="2053176"/>
                </a:cubicBezTo>
                <a:cubicBezTo>
                  <a:pt x="5921928" y="2053176"/>
                  <a:pt x="5910435" y="2041682"/>
                  <a:pt x="5910435" y="2027517"/>
                </a:cubicBezTo>
                <a:cubicBezTo>
                  <a:pt x="5910435" y="2013352"/>
                  <a:pt x="5921928" y="2001858"/>
                  <a:pt x="5936092" y="2001858"/>
                </a:cubicBezTo>
                <a:close/>
                <a:moveTo>
                  <a:pt x="5871887" y="2001858"/>
                </a:moveTo>
                <a:cubicBezTo>
                  <a:pt x="5886051" y="2001858"/>
                  <a:pt x="5897547" y="2013352"/>
                  <a:pt x="5897547" y="2027517"/>
                </a:cubicBezTo>
                <a:cubicBezTo>
                  <a:pt x="5897547" y="2041682"/>
                  <a:pt x="5886051" y="2053176"/>
                  <a:pt x="5871887" y="2053176"/>
                </a:cubicBezTo>
                <a:cubicBezTo>
                  <a:pt x="5857722" y="2053176"/>
                  <a:pt x="5846228" y="2041682"/>
                  <a:pt x="5846228" y="2027517"/>
                </a:cubicBezTo>
                <a:cubicBezTo>
                  <a:pt x="5846228" y="2013352"/>
                  <a:pt x="5857722" y="2001858"/>
                  <a:pt x="5871887" y="2001858"/>
                </a:cubicBezTo>
                <a:close/>
                <a:moveTo>
                  <a:pt x="5807683" y="2001858"/>
                </a:moveTo>
                <a:cubicBezTo>
                  <a:pt x="5821847" y="2001858"/>
                  <a:pt x="5833341" y="2013352"/>
                  <a:pt x="5833341" y="2027517"/>
                </a:cubicBezTo>
                <a:cubicBezTo>
                  <a:pt x="5833341" y="2041682"/>
                  <a:pt x="5821847" y="2053176"/>
                  <a:pt x="5807683" y="2053176"/>
                </a:cubicBezTo>
                <a:cubicBezTo>
                  <a:pt x="5793518" y="2053176"/>
                  <a:pt x="5782024" y="2041682"/>
                  <a:pt x="5782024" y="2027517"/>
                </a:cubicBezTo>
                <a:cubicBezTo>
                  <a:pt x="5782024" y="2013352"/>
                  <a:pt x="5793518" y="2001858"/>
                  <a:pt x="5807683" y="2001858"/>
                </a:cubicBezTo>
                <a:close/>
                <a:moveTo>
                  <a:pt x="5743477" y="2001858"/>
                </a:moveTo>
                <a:cubicBezTo>
                  <a:pt x="5757642" y="2001858"/>
                  <a:pt x="5769136" y="2013352"/>
                  <a:pt x="5769136" y="2027517"/>
                </a:cubicBezTo>
                <a:cubicBezTo>
                  <a:pt x="5769136" y="2041682"/>
                  <a:pt x="5757642" y="2053176"/>
                  <a:pt x="5743477" y="2053176"/>
                </a:cubicBezTo>
                <a:cubicBezTo>
                  <a:pt x="5729311" y="2053176"/>
                  <a:pt x="5717818" y="2041682"/>
                  <a:pt x="5717818" y="2027517"/>
                </a:cubicBezTo>
                <a:cubicBezTo>
                  <a:pt x="5717818" y="2013352"/>
                  <a:pt x="5729311" y="2001858"/>
                  <a:pt x="5743477" y="2001858"/>
                </a:cubicBezTo>
                <a:close/>
                <a:moveTo>
                  <a:pt x="5679272" y="2001858"/>
                </a:moveTo>
                <a:cubicBezTo>
                  <a:pt x="5693437" y="2001858"/>
                  <a:pt x="5704930" y="2013352"/>
                  <a:pt x="5704930" y="2027517"/>
                </a:cubicBezTo>
                <a:cubicBezTo>
                  <a:pt x="5704930" y="2041682"/>
                  <a:pt x="5693437" y="2053176"/>
                  <a:pt x="5679272" y="2053176"/>
                </a:cubicBezTo>
                <a:cubicBezTo>
                  <a:pt x="5665108" y="2053176"/>
                  <a:pt x="5653614" y="2041682"/>
                  <a:pt x="5653614" y="2027517"/>
                </a:cubicBezTo>
                <a:cubicBezTo>
                  <a:pt x="5653614" y="2013352"/>
                  <a:pt x="5665108" y="2001858"/>
                  <a:pt x="5679272" y="2001858"/>
                </a:cubicBezTo>
                <a:close/>
                <a:moveTo>
                  <a:pt x="5615066" y="2001858"/>
                </a:moveTo>
                <a:cubicBezTo>
                  <a:pt x="5629231" y="2001858"/>
                  <a:pt x="5640726" y="2013352"/>
                  <a:pt x="5640726" y="2027517"/>
                </a:cubicBezTo>
                <a:cubicBezTo>
                  <a:pt x="5640726" y="2041682"/>
                  <a:pt x="5629231" y="2053176"/>
                  <a:pt x="5615066" y="2053176"/>
                </a:cubicBezTo>
                <a:cubicBezTo>
                  <a:pt x="5600901" y="2053176"/>
                  <a:pt x="5589407" y="2041682"/>
                  <a:pt x="5589407" y="2027517"/>
                </a:cubicBezTo>
                <a:cubicBezTo>
                  <a:pt x="5589407" y="2013352"/>
                  <a:pt x="5600901" y="2001858"/>
                  <a:pt x="5615066" y="2001858"/>
                </a:cubicBezTo>
                <a:close/>
                <a:moveTo>
                  <a:pt x="5550862" y="2001858"/>
                </a:moveTo>
                <a:cubicBezTo>
                  <a:pt x="5565027" y="2001858"/>
                  <a:pt x="5576520" y="2013352"/>
                  <a:pt x="5576520" y="2027517"/>
                </a:cubicBezTo>
                <a:cubicBezTo>
                  <a:pt x="5576520" y="2041682"/>
                  <a:pt x="5565027" y="2053176"/>
                  <a:pt x="5550862" y="2053176"/>
                </a:cubicBezTo>
                <a:cubicBezTo>
                  <a:pt x="5536697" y="2053176"/>
                  <a:pt x="5525203" y="2041682"/>
                  <a:pt x="5525203" y="2027517"/>
                </a:cubicBezTo>
                <a:cubicBezTo>
                  <a:pt x="5525203" y="2013352"/>
                  <a:pt x="5536697" y="2001858"/>
                  <a:pt x="5550862" y="2001858"/>
                </a:cubicBezTo>
                <a:close/>
                <a:moveTo>
                  <a:pt x="5486655" y="2001858"/>
                </a:moveTo>
                <a:cubicBezTo>
                  <a:pt x="5500819" y="2001858"/>
                  <a:pt x="5512316" y="2013352"/>
                  <a:pt x="5512316" y="2027517"/>
                </a:cubicBezTo>
                <a:cubicBezTo>
                  <a:pt x="5512316" y="2041682"/>
                  <a:pt x="5500819" y="2053176"/>
                  <a:pt x="5486655" y="2053176"/>
                </a:cubicBezTo>
                <a:cubicBezTo>
                  <a:pt x="5472491" y="2053176"/>
                  <a:pt x="5460997" y="2041682"/>
                  <a:pt x="5460997" y="2027517"/>
                </a:cubicBezTo>
                <a:cubicBezTo>
                  <a:pt x="5460997" y="2013352"/>
                  <a:pt x="5472491" y="2001858"/>
                  <a:pt x="5486655" y="2001858"/>
                </a:cubicBezTo>
                <a:close/>
                <a:moveTo>
                  <a:pt x="5422451" y="2001858"/>
                </a:moveTo>
                <a:cubicBezTo>
                  <a:pt x="5436615" y="2001858"/>
                  <a:pt x="5448109" y="2013352"/>
                  <a:pt x="5448109" y="2027517"/>
                </a:cubicBezTo>
                <a:cubicBezTo>
                  <a:pt x="5448109" y="2041682"/>
                  <a:pt x="5436615" y="2053176"/>
                  <a:pt x="5422451" y="2053176"/>
                </a:cubicBezTo>
                <a:cubicBezTo>
                  <a:pt x="5408287" y="2053176"/>
                  <a:pt x="5396791" y="2041682"/>
                  <a:pt x="5396791" y="2027517"/>
                </a:cubicBezTo>
                <a:cubicBezTo>
                  <a:pt x="5396791" y="2013352"/>
                  <a:pt x="5408287" y="2001858"/>
                  <a:pt x="5422451" y="2001858"/>
                </a:cubicBezTo>
                <a:close/>
                <a:moveTo>
                  <a:pt x="5358245" y="2001858"/>
                </a:moveTo>
                <a:cubicBezTo>
                  <a:pt x="5372410" y="2001858"/>
                  <a:pt x="5383904" y="2013352"/>
                  <a:pt x="5383904" y="2027517"/>
                </a:cubicBezTo>
                <a:cubicBezTo>
                  <a:pt x="5383904" y="2041682"/>
                  <a:pt x="5372410" y="2053176"/>
                  <a:pt x="5358245" y="2053176"/>
                </a:cubicBezTo>
                <a:cubicBezTo>
                  <a:pt x="5344081" y="2053176"/>
                  <a:pt x="5332587" y="2041682"/>
                  <a:pt x="5332587" y="2027517"/>
                </a:cubicBezTo>
                <a:cubicBezTo>
                  <a:pt x="5332587" y="2013352"/>
                  <a:pt x="5344081" y="2001858"/>
                  <a:pt x="5358245" y="2001858"/>
                </a:cubicBezTo>
                <a:close/>
                <a:moveTo>
                  <a:pt x="5294040" y="2001858"/>
                </a:moveTo>
                <a:cubicBezTo>
                  <a:pt x="5308205" y="2001858"/>
                  <a:pt x="5319699" y="2013352"/>
                  <a:pt x="5319699" y="2027517"/>
                </a:cubicBezTo>
                <a:cubicBezTo>
                  <a:pt x="5319699" y="2041682"/>
                  <a:pt x="5308205" y="2053176"/>
                  <a:pt x="5294040" y="2053176"/>
                </a:cubicBezTo>
                <a:cubicBezTo>
                  <a:pt x="5279877" y="2053176"/>
                  <a:pt x="5268382" y="2041682"/>
                  <a:pt x="5268382" y="2027517"/>
                </a:cubicBezTo>
                <a:cubicBezTo>
                  <a:pt x="5268382" y="2013352"/>
                  <a:pt x="5279877" y="2001858"/>
                  <a:pt x="5294040" y="2001858"/>
                </a:cubicBezTo>
                <a:close/>
                <a:moveTo>
                  <a:pt x="5229719" y="2001858"/>
                </a:moveTo>
                <a:cubicBezTo>
                  <a:pt x="5243999" y="2001858"/>
                  <a:pt x="5255377" y="2013352"/>
                  <a:pt x="5255377" y="2027517"/>
                </a:cubicBezTo>
                <a:cubicBezTo>
                  <a:pt x="5255377" y="2041682"/>
                  <a:pt x="5243883" y="2053176"/>
                  <a:pt x="5229719" y="2053176"/>
                </a:cubicBezTo>
                <a:cubicBezTo>
                  <a:pt x="5215554" y="2053176"/>
                  <a:pt x="5204058" y="2041682"/>
                  <a:pt x="5204058" y="2027517"/>
                </a:cubicBezTo>
                <a:cubicBezTo>
                  <a:pt x="5204058" y="2013352"/>
                  <a:pt x="5215554" y="2001858"/>
                  <a:pt x="5229719" y="2001858"/>
                </a:cubicBezTo>
                <a:close/>
                <a:moveTo>
                  <a:pt x="5165514" y="2001858"/>
                </a:moveTo>
                <a:cubicBezTo>
                  <a:pt x="5179678" y="2001858"/>
                  <a:pt x="5191171" y="2013352"/>
                  <a:pt x="5191171" y="2027517"/>
                </a:cubicBezTo>
                <a:cubicBezTo>
                  <a:pt x="5191171" y="2041682"/>
                  <a:pt x="5179678" y="2053176"/>
                  <a:pt x="5165514" y="2053176"/>
                </a:cubicBezTo>
                <a:cubicBezTo>
                  <a:pt x="5151349" y="2053176"/>
                  <a:pt x="5139855" y="2041682"/>
                  <a:pt x="5139855" y="2027517"/>
                </a:cubicBezTo>
                <a:cubicBezTo>
                  <a:pt x="5139855" y="2013352"/>
                  <a:pt x="5151349" y="2001858"/>
                  <a:pt x="5165514" y="2001858"/>
                </a:cubicBezTo>
                <a:close/>
                <a:moveTo>
                  <a:pt x="5101309" y="2001858"/>
                </a:moveTo>
                <a:cubicBezTo>
                  <a:pt x="5115473" y="2001858"/>
                  <a:pt x="5126967" y="2013352"/>
                  <a:pt x="5126967" y="2027517"/>
                </a:cubicBezTo>
                <a:cubicBezTo>
                  <a:pt x="5126967" y="2041682"/>
                  <a:pt x="5115473" y="2053176"/>
                  <a:pt x="5101309" y="2053176"/>
                </a:cubicBezTo>
                <a:cubicBezTo>
                  <a:pt x="5087142" y="2053176"/>
                  <a:pt x="5075649" y="2041682"/>
                  <a:pt x="5075649" y="2027517"/>
                </a:cubicBezTo>
                <a:cubicBezTo>
                  <a:pt x="5075649" y="2013352"/>
                  <a:pt x="5087142" y="2001858"/>
                  <a:pt x="5101309" y="2001858"/>
                </a:cubicBezTo>
                <a:close/>
                <a:moveTo>
                  <a:pt x="5037104" y="2001858"/>
                </a:moveTo>
                <a:cubicBezTo>
                  <a:pt x="5051268" y="2001858"/>
                  <a:pt x="5062762" y="2013352"/>
                  <a:pt x="5062762" y="2027517"/>
                </a:cubicBezTo>
                <a:cubicBezTo>
                  <a:pt x="5062762" y="2041682"/>
                  <a:pt x="5051268" y="2053176"/>
                  <a:pt x="5037104" y="2053176"/>
                </a:cubicBezTo>
                <a:cubicBezTo>
                  <a:pt x="5022939" y="2053176"/>
                  <a:pt x="5011445" y="2041682"/>
                  <a:pt x="5011445" y="2027517"/>
                </a:cubicBezTo>
                <a:cubicBezTo>
                  <a:pt x="5011445" y="2013352"/>
                  <a:pt x="5022939" y="2001858"/>
                  <a:pt x="5037104" y="2001858"/>
                </a:cubicBezTo>
                <a:close/>
                <a:moveTo>
                  <a:pt x="4972896" y="2001858"/>
                </a:moveTo>
                <a:cubicBezTo>
                  <a:pt x="4987063" y="2001858"/>
                  <a:pt x="4998557" y="2013352"/>
                  <a:pt x="4998557" y="2027517"/>
                </a:cubicBezTo>
                <a:cubicBezTo>
                  <a:pt x="4998557" y="2041682"/>
                  <a:pt x="4987063" y="2053176"/>
                  <a:pt x="4972896" y="2053176"/>
                </a:cubicBezTo>
                <a:cubicBezTo>
                  <a:pt x="4958732" y="2053176"/>
                  <a:pt x="4947240" y="2041682"/>
                  <a:pt x="4947240" y="2027517"/>
                </a:cubicBezTo>
                <a:cubicBezTo>
                  <a:pt x="4947240" y="2013352"/>
                  <a:pt x="4958732" y="2001858"/>
                  <a:pt x="4972896" y="2001858"/>
                </a:cubicBezTo>
                <a:close/>
                <a:moveTo>
                  <a:pt x="4908693" y="2001858"/>
                </a:moveTo>
                <a:cubicBezTo>
                  <a:pt x="4922857" y="2001858"/>
                  <a:pt x="4934352" y="2013352"/>
                  <a:pt x="4934352" y="2027517"/>
                </a:cubicBezTo>
                <a:cubicBezTo>
                  <a:pt x="4934352" y="2041682"/>
                  <a:pt x="4922857" y="2053176"/>
                  <a:pt x="4908693" y="2053176"/>
                </a:cubicBezTo>
                <a:cubicBezTo>
                  <a:pt x="4894527" y="2053176"/>
                  <a:pt x="4883033" y="2041682"/>
                  <a:pt x="4883033" y="2027517"/>
                </a:cubicBezTo>
                <a:cubicBezTo>
                  <a:pt x="4883033" y="2013352"/>
                  <a:pt x="4894527" y="2001858"/>
                  <a:pt x="4908693" y="2001858"/>
                </a:cubicBezTo>
                <a:close/>
                <a:moveTo>
                  <a:pt x="4844487" y="2001858"/>
                </a:moveTo>
                <a:cubicBezTo>
                  <a:pt x="4858650" y="2001858"/>
                  <a:pt x="4870146" y="2013352"/>
                  <a:pt x="4870146" y="2027517"/>
                </a:cubicBezTo>
                <a:cubicBezTo>
                  <a:pt x="4870146" y="2041682"/>
                  <a:pt x="4858650" y="2053176"/>
                  <a:pt x="4844487" y="2053176"/>
                </a:cubicBezTo>
                <a:cubicBezTo>
                  <a:pt x="4830322" y="2053176"/>
                  <a:pt x="4818828" y="2041682"/>
                  <a:pt x="4818828" y="2027517"/>
                </a:cubicBezTo>
                <a:cubicBezTo>
                  <a:pt x="4818828" y="2013352"/>
                  <a:pt x="4830322" y="2001858"/>
                  <a:pt x="4844487" y="2001858"/>
                </a:cubicBezTo>
                <a:close/>
                <a:moveTo>
                  <a:pt x="4780282" y="2001858"/>
                </a:moveTo>
                <a:cubicBezTo>
                  <a:pt x="4794447" y="2001858"/>
                  <a:pt x="4805941" y="2013352"/>
                  <a:pt x="4805941" y="2027517"/>
                </a:cubicBezTo>
                <a:cubicBezTo>
                  <a:pt x="4805941" y="2041682"/>
                  <a:pt x="4794447" y="2053176"/>
                  <a:pt x="4780282" y="2053176"/>
                </a:cubicBezTo>
                <a:cubicBezTo>
                  <a:pt x="4766118" y="2053176"/>
                  <a:pt x="4754622" y="2041682"/>
                  <a:pt x="4754622" y="2027517"/>
                </a:cubicBezTo>
                <a:cubicBezTo>
                  <a:pt x="4754622" y="2013352"/>
                  <a:pt x="4766118" y="2001858"/>
                  <a:pt x="4780282" y="2001858"/>
                </a:cubicBezTo>
                <a:close/>
                <a:moveTo>
                  <a:pt x="4716077" y="2001858"/>
                </a:moveTo>
                <a:cubicBezTo>
                  <a:pt x="4730241" y="2001858"/>
                  <a:pt x="4741736" y="2013352"/>
                  <a:pt x="4741736" y="2027517"/>
                </a:cubicBezTo>
                <a:cubicBezTo>
                  <a:pt x="4741736" y="2041682"/>
                  <a:pt x="4730241" y="2053176"/>
                  <a:pt x="4716077" y="2053176"/>
                </a:cubicBezTo>
                <a:cubicBezTo>
                  <a:pt x="4701912" y="2053176"/>
                  <a:pt x="4690417" y="2041682"/>
                  <a:pt x="4690417" y="2027517"/>
                </a:cubicBezTo>
                <a:cubicBezTo>
                  <a:pt x="4690417" y="2013352"/>
                  <a:pt x="4701912" y="2001858"/>
                  <a:pt x="4716077" y="2001858"/>
                </a:cubicBezTo>
                <a:close/>
                <a:moveTo>
                  <a:pt x="4651872" y="2001858"/>
                </a:moveTo>
                <a:cubicBezTo>
                  <a:pt x="4666036" y="2001858"/>
                  <a:pt x="4677531" y="2013352"/>
                  <a:pt x="4677531" y="2027517"/>
                </a:cubicBezTo>
                <a:cubicBezTo>
                  <a:pt x="4677531" y="2041682"/>
                  <a:pt x="4666036" y="2053176"/>
                  <a:pt x="4651872" y="2053176"/>
                </a:cubicBezTo>
                <a:cubicBezTo>
                  <a:pt x="4637706" y="2053176"/>
                  <a:pt x="4626213" y="2041682"/>
                  <a:pt x="4626213" y="2027517"/>
                </a:cubicBezTo>
                <a:cubicBezTo>
                  <a:pt x="4626213" y="2013352"/>
                  <a:pt x="4637706" y="2001858"/>
                  <a:pt x="4651872" y="2001858"/>
                </a:cubicBezTo>
                <a:close/>
                <a:moveTo>
                  <a:pt x="4587666" y="2001858"/>
                </a:moveTo>
                <a:cubicBezTo>
                  <a:pt x="4601830" y="2001858"/>
                  <a:pt x="4613324" y="2013352"/>
                  <a:pt x="4613324" y="2027517"/>
                </a:cubicBezTo>
                <a:cubicBezTo>
                  <a:pt x="4613324" y="2041682"/>
                  <a:pt x="4601830" y="2053176"/>
                  <a:pt x="4587666" y="2053176"/>
                </a:cubicBezTo>
                <a:cubicBezTo>
                  <a:pt x="4573501" y="2053176"/>
                  <a:pt x="4562007" y="2041682"/>
                  <a:pt x="4562007" y="2027517"/>
                </a:cubicBezTo>
                <a:cubicBezTo>
                  <a:pt x="4562007" y="2013352"/>
                  <a:pt x="4573501" y="2001858"/>
                  <a:pt x="4587666" y="2001858"/>
                </a:cubicBezTo>
                <a:close/>
                <a:moveTo>
                  <a:pt x="4523461" y="2001858"/>
                </a:moveTo>
                <a:cubicBezTo>
                  <a:pt x="4537626" y="2001858"/>
                  <a:pt x="4549121" y="2013352"/>
                  <a:pt x="4549121" y="2027517"/>
                </a:cubicBezTo>
                <a:cubicBezTo>
                  <a:pt x="4549121" y="2041682"/>
                  <a:pt x="4537626" y="2053176"/>
                  <a:pt x="4523461" y="2053176"/>
                </a:cubicBezTo>
                <a:cubicBezTo>
                  <a:pt x="4509296" y="2053176"/>
                  <a:pt x="4497802" y="2041682"/>
                  <a:pt x="4497802" y="2027517"/>
                </a:cubicBezTo>
                <a:cubicBezTo>
                  <a:pt x="4497802" y="2013352"/>
                  <a:pt x="4509296" y="2001858"/>
                  <a:pt x="4523461" y="2001858"/>
                </a:cubicBezTo>
                <a:close/>
                <a:moveTo>
                  <a:pt x="4459256" y="2001858"/>
                </a:moveTo>
                <a:cubicBezTo>
                  <a:pt x="4473420" y="2001858"/>
                  <a:pt x="4484914" y="2013352"/>
                  <a:pt x="4484914" y="2027517"/>
                </a:cubicBezTo>
                <a:cubicBezTo>
                  <a:pt x="4484914" y="2041682"/>
                  <a:pt x="4473420" y="2053176"/>
                  <a:pt x="4459256" y="2053176"/>
                </a:cubicBezTo>
                <a:cubicBezTo>
                  <a:pt x="4445091" y="2053176"/>
                  <a:pt x="4433596" y="2041682"/>
                  <a:pt x="4433596" y="2027517"/>
                </a:cubicBezTo>
                <a:cubicBezTo>
                  <a:pt x="4433596" y="2013352"/>
                  <a:pt x="4445091" y="2001858"/>
                  <a:pt x="4459256" y="2001858"/>
                </a:cubicBezTo>
                <a:close/>
                <a:moveTo>
                  <a:pt x="4395050" y="2001858"/>
                </a:moveTo>
                <a:cubicBezTo>
                  <a:pt x="4409214" y="2001858"/>
                  <a:pt x="4420710" y="2013352"/>
                  <a:pt x="4420710" y="2027517"/>
                </a:cubicBezTo>
                <a:cubicBezTo>
                  <a:pt x="4420710" y="2041682"/>
                  <a:pt x="4409214" y="2053176"/>
                  <a:pt x="4395050" y="2053176"/>
                </a:cubicBezTo>
                <a:cubicBezTo>
                  <a:pt x="4380886" y="2053176"/>
                  <a:pt x="4369391" y="2041682"/>
                  <a:pt x="4369391" y="2027517"/>
                </a:cubicBezTo>
                <a:cubicBezTo>
                  <a:pt x="4369391" y="2013352"/>
                  <a:pt x="4380886" y="2001858"/>
                  <a:pt x="4395050" y="2001858"/>
                </a:cubicBezTo>
                <a:close/>
                <a:moveTo>
                  <a:pt x="4330845" y="2001858"/>
                </a:moveTo>
                <a:cubicBezTo>
                  <a:pt x="4345009" y="2001858"/>
                  <a:pt x="4356504" y="2013352"/>
                  <a:pt x="4356504" y="2027517"/>
                </a:cubicBezTo>
                <a:cubicBezTo>
                  <a:pt x="4356504" y="2041682"/>
                  <a:pt x="4345009" y="2053176"/>
                  <a:pt x="4330845" y="2053176"/>
                </a:cubicBezTo>
                <a:cubicBezTo>
                  <a:pt x="4316680" y="2053176"/>
                  <a:pt x="4305185" y="2041682"/>
                  <a:pt x="4305185" y="2027517"/>
                </a:cubicBezTo>
                <a:cubicBezTo>
                  <a:pt x="4305185" y="2013352"/>
                  <a:pt x="4316680" y="2001858"/>
                  <a:pt x="4330845" y="2001858"/>
                </a:cubicBezTo>
                <a:close/>
                <a:moveTo>
                  <a:pt x="4266640" y="2001858"/>
                </a:moveTo>
                <a:cubicBezTo>
                  <a:pt x="4280805" y="2001858"/>
                  <a:pt x="4292298" y="2013352"/>
                  <a:pt x="4292298" y="2027517"/>
                </a:cubicBezTo>
                <a:cubicBezTo>
                  <a:pt x="4292298" y="2041682"/>
                  <a:pt x="4280805" y="2053176"/>
                  <a:pt x="4266640" y="2053176"/>
                </a:cubicBezTo>
                <a:cubicBezTo>
                  <a:pt x="4252475" y="2053176"/>
                  <a:pt x="4240981" y="2041682"/>
                  <a:pt x="4240981" y="2027517"/>
                </a:cubicBezTo>
                <a:cubicBezTo>
                  <a:pt x="4240981" y="2013352"/>
                  <a:pt x="4252475" y="2001858"/>
                  <a:pt x="4266640" y="2001858"/>
                </a:cubicBezTo>
                <a:close/>
                <a:moveTo>
                  <a:pt x="4202435" y="2001858"/>
                </a:moveTo>
                <a:cubicBezTo>
                  <a:pt x="4216598" y="2001858"/>
                  <a:pt x="4228093" y="2013352"/>
                  <a:pt x="4228093" y="2027517"/>
                </a:cubicBezTo>
                <a:cubicBezTo>
                  <a:pt x="4228093" y="2041682"/>
                  <a:pt x="4216598" y="2053176"/>
                  <a:pt x="4202435" y="2053176"/>
                </a:cubicBezTo>
                <a:cubicBezTo>
                  <a:pt x="4188268" y="2053176"/>
                  <a:pt x="4176776" y="2041682"/>
                  <a:pt x="4176776" y="2027517"/>
                </a:cubicBezTo>
                <a:cubicBezTo>
                  <a:pt x="4176776" y="2013352"/>
                  <a:pt x="4188268" y="2001858"/>
                  <a:pt x="4202435" y="2001858"/>
                </a:cubicBezTo>
                <a:close/>
                <a:moveTo>
                  <a:pt x="4138112" y="2001858"/>
                </a:moveTo>
                <a:cubicBezTo>
                  <a:pt x="4152394" y="2001858"/>
                  <a:pt x="4163773" y="2013352"/>
                  <a:pt x="4163773" y="2027517"/>
                </a:cubicBezTo>
                <a:cubicBezTo>
                  <a:pt x="4163773" y="2041682"/>
                  <a:pt x="4152277" y="2053176"/>
                  <a:pt x="4138112" y="2053176"/>
                </a:cubicBezTo>
                <a:cubicBezTo>
                  <a:pt x="4123948" y="2053176"/>
                  <a:pt x="4112454" y="2041682"/>
                  <a:pt x="4112454" y="2027517"/>
                </a:cubicBezTo>
                <a:cubicBezTo>
                  <a:pt x="4112454" y="2013352"/>
                  <a:pt x="4123948" y="2001858"/>
                  <a:pt x="4138112" y="2001858"/>
                </a:cubicBezTo>
                <a:close/>
                <a:moveTo>
                  <a:pt x="4073908" y="2001858"/>
                </a:moveTo>
                <a:cubicBezTo>
                  <a:pt x="4088073" y="2001858"/>
                  <a:pt x="4099565" y="2013352"/>
                  <a:pt x="4099565" y="2027517"/>
                </a:cubicBezTo>
                <a:cubicBezTo>
                  <a:pt x="4099565" y="2041682"/>
                  <a:pt x="4088073" y="2053176"/>
                  <a:pt x="4073908" y="2053176"/>
                </a:cubicBezTo>
                <a:cubicBezTo>
                  <a:pt x="4059743" y="2053176"/>
                  <a:pt x="4048248" y="2041682"/>
                  <a:pt x="4048248" y="2027517"/>
                </a:cubicBezTo>
                <a:cubicBezTo>
                  <a:pt x="4048248" y="2013352"/>
                  <a:pt x="4059743" y="2001858"/>
                  <a:pt x="4073908" y="2001858"/>
                </a:cubicBezTo>
                <a:close/>
                <a:moveTo>
                  <a:pt x="4009702" y="2001858"/>
                </a:moveTo>
                <a:cubicBezTo>
                  <a:pt x="4023866" y="2001858"/>
                  <a:pt x="4035362" y="2013352"/>
                  <a:pt x="4035362" y="2027517"/>
                </a:cubicBezTo>
                <a:cubicBezTo>
                  <a:pt x="4035362" y="2041682"/>
                  <a:pt x="4023866" y="2053176"/>
                  <a:pt x="4009702" y="2053176"/>
                </a:cubicBezTo>
                <a:cubicBezTo>
                  <a:pt x="3995538" y="2053176"/>
                  <a:pt x="3984043" y="2041682"/>
                  <a:pt x="3984043" y="2027517"/>
                </a:cubicBezTo>
                <a:cubicBezTo>
                  <a:pt x="3984043" y="2013352"/>
                  <a:pt x="3995538" y="2001858"/>
                  <a:pt x="4009702" y="2001858"/>
                </a:cubicBezTo>
                <a:close/>
                <a:moveTo>
                  <a:pt x="3945497" y="2001858"/>
                </a:moveTo>
                <a:cubicBezTo>
                  <a:pt x="3959662" y="2001858"/>
                  <a:pt x="3971155" y="2013352"/>
                  <a:pt x="3971155" y="2027517"/>
                </a:cubicBezTo>
                <a:cubicBezTo>
                  <a:pt x="3971155" y="2041682"/>
                  <a:pt x="3959662" y="2053176"/>
                  <a:pt x="3945497" y="2053176"/>
                </a:cubicBezTo>
                <a:cubicBezTo>
                  <a:pt x="3931332" y="2053176"/>
                  <a:pt x="3919838" y="2041682"/>
                  <a:pt x="3919838" y="2027517"/>
                </a:cubicBezTo>
                <a:cubicBezTo>
                  <a:pt x="3919838" y="2013352"/>
                  <a:pt x="3931332" y="2001858"/>
                  <a:pt x="3945497" y="2001858"/>
                </a:cubicBezTo>
                <a:close/>
                <a:moveTo>
                  <a:pt x="3881291" y="2001858"/>
                </a:moveTo>
                <a:cubicBezTo>
                  <a:pt x="3895456" y="2001858"/>
                  <a:pt x="3906950" y="2013352"/>
                  <a:pt x="3906950" y="2027517"/>
                </a:cubicBezTo>
                <a:cubicBezTo>
                  <a:pt x="3906950" y="2041682"/>
                  <a:pt x="3895456" y="2053176"/>
                  <a:pt x="3881291" y="2053176"/>
                </a:cubicBezTo>
                <a:cubicBezTo>
                  <a:pt x="3867127" y="2053176"/>
                  <a:pt x="3855633" y="2041682"/>
                  <a:pt x="3855633" y="2027517"/>
                </a:cubicBezTo>
                <a:cubicBezTo>
                  <a:pt x="3855633" y="2013352"/>
                  <a:pt x="3867127" y="2001858"/>
                  <a:pt x="3881291" y="2001858"/>
                </a:cubicBezTo>
                <a:close/>
                <a:moveTo>
                  <a:pt x="3817085" y="2001858"/>
                </a:moveTo>
                <a:cubicBezTo>
                  <a:pt x="3831252" y="2001858"/>
                  <a:pt x="3842745" y="2013352"/>
                  <a:pt x="3842745" y="2027517"/>
                </a:cubicBezTo>
                <a:cubicBezTo>
                  <a:pt x="3842745" y="2041682"/>
                  <a:pt x="3831252" y="2053176"/>
                  <a:pt x="3817085" y="2053176"/>
                </a:cubicBezTo>
                <a:cubicBezTo>
                  <a:pt x="3802921" y="2053176"/>
                  <a:pt x="3791427" y="2041682"/>
                  <a:pt x="3791427" y="2027517"/>
                </a:cubicBezTo>
                <a:cubicBezTo>
                  <a:pt x="3791427" y="2013352"/>
                  <a:pt x="3802921" y="2001858"/>
                  <a:pt x="3817085" y="2001858"/>
                </a:cubicBezTo>
                <a:close/>
                <a:moveTo>
                  <a:pt x="3752882" y="2001858"/>
                </a:moveTo>
                <a:cubicBezTo>
                  <a:pt x="3767045" y="2001858"/>
                  <a:pt x="3778539" y="2013352"/>
                  <a:pt x="3778539" y="2027517"/>
                </a:cubicBezTo>
                <a:cubicBezTo>
                  <a:pt x="3778539" y="2041682"/>
                  <a:pt x="3767045" y="2053176"/>
                  <a:pt x="3752882" y="2053176"/>
                </a:cubicBezTo>
                <a:cubicBezTo>
                  <a:pt x="3738717" y="2053176"/>
                  <a:pt x="3727221" y="2041682"/>
                  <a:pt x="3727221" y="2027517"/>
                </a:cubicBezTo>
                <a:cubicBezTo>
                  <a:pt x="3727221" y="2013352"/>
                  <a:pt x="3738717" y="2001858"/>
                  <a:pt x="3752882" y="2001858"/>
                </a:cubicBezTo>
                <a:close/>
                <a:moveTo>
                  <a:pt x="3688674" y="2001858"/>
                </a:moveTo>
                <a:cubicBezTo>
                  <a:pt x="3702840" y="2001858"/>
                  <a:pt x="3714335" y="2013352"/>
                  <a:pt x="3714335" y="2027517"/>
                </a:cubicBezTo>
                <a:cubicBezTo>
                  <a:pt x="3714335" y="2041682"/>
                  <a:pt x="3702840" y="2053176"/>
                  <a:pt x="3688674" y="2053176"/>
                </a:cubicBezTo>
                <a:cubicBezTo>
                  <a:pt x="3674510" y="2053176"/>
                  <a:pt x="3663017" y="2041682"/>
                  <a:pt x="3663017" y="2027517"/>
                </a:cubicBezTo>
                <a:cubicBezTo>
                  <a:pt x="3663017" y="2013352"/>
                  <a:pt x="3674510" y="2001858"/>
                  <a:pt x="3688674" y="2001858"/>
                </a:cubicBezTo>
                <a:close/>
                <a:moveTo>
                  <a:pt x="3624471" y="2001858"/>
                </a:moveTo>
                <a:cubicBezTo>
                  <a:pt x="3638635" y="2001858"/>
                  <a:pt x="3650129" y="2013352"/>
                  <a:pt x="3650129" y="2027517"/>
                </a:cubicBezTo>
                <a:cubicBezTo>
                  <a:pt x="3650129" y="2041682"/>
                  <a:pt x="3638635" y="2053176"/>
                  <a:pt x="3624471" y="2053176"/>
                </a:cubicBezTo>
                <a:cubicBezTo>
                  <a:pt x="3610307" y="2053176"/>
                  <a:pt x="3598810" y="2041682"/>
                  <a:pt x="3598810" y="2027517"/>
                </a:cubicBezTo>
                <a:cubicBezTo>
                  <a:pt x="3598810" y="2013352"/>
                  <a:pt x="3610307" y="2001858"/>
                  <a:pt x="3624471" y="2001858"/>
                </a:cubicBezTo>
                <a:close/>
                <a:moveTo>
                  <a:pt x="3560264" y="2001858"/>
                </a:moveTo>
                <a:cubicBezTo>
                  <a:pt x="3574429" y="2001858"/>
                  <a:pt x="3585923" y="2013352"/>
                  <a:pt x="3585923" y="2027517"/>
                </a:cubicBezTo>
                <a:cubicBezTo>
                  <a:pt x="3585923" y="2041682"/>
                  <a:pt x="3574429" y="2053176"/>
                  <a:pt x="3560264" y="2053176"/>
                </a:cubicBezTo>
                <a:cubicBezTo>
                  <a:pt x="3546099" y="2053176"/>
                  <a:pt x="3534607" y="2041682"/>
                  <a:pt x="3534607" y="2027517"/>
                </a:cubicBezTo>
                <a:cubicBezTo>
                  <a:pt x="3534607" y="2013352"/>
                  <a:pt x="3546099" y="2001858"/>
                  <a:pt x="3560264" y="2001858"/>
                </a:cubicBezTo>
                <a:close/>
                <a:moveTo>
                  <a:pt x="3496060" y="2001858"/>
                </a:moveTo>
                <a:cubicBezTo>
                  <a:pt x="3510225" y="2001858"/>
                  <a:pt x="3521719" y="2013352"/>
                  <a:pt x="3521719" y="2027517"/>
                </a:cubicBezTo>
                <a:cubicBezTo>
                  <a:pt x="3521719" y="2041682"/>
                  <a:pt x="3510225" y="2053176"/>
                  <a:pt x="3496060" y="2053176"/>
                </a:cubicBezTo>
                <a:cubicBezTo>
                  <a:pt x="3481895" y="2053176"/>
                  <a:pt x="3470400" y="2041682"/>
                  <a:pt x="3470400" y="2027517"/>
                </a:cubicBezTo>
                <a:cubicBezTo>
                  <a:pt x="3470400" y="2013352"/>
                  <a:pt x="3481895" y="2001858"/>
                  <a:pt x="3496060" y="2001858"/>
                </a:cubicBezTo>
                <a:close/>
                <a:moveTo>
                  <a:pt x="3431855" y="2001858"/>
                </a:moveTo>
                <a:cubicBezTo>
                  <a:pt x="3446019" y="2001858"/>
                  <a:pt x="3457512" y="2013352"/>
                  <a:pt x="3457512" y="2027517"/>
                </a:cubicBezTo>
                <a:cubicBezTo>
                  <a:pt x="3457512" y="2041682"/>
                  <a:pt x="3446019" y="2053176"/>
                  <a:pt x="3431855" y="2053176"/>
                </a:cubicBezTo>
                <a:cubicBezTo>
                  <a:pt x="3417690" y="2053176"/>
                  <a:pt x="3406196" y="2041682"/>
                  <a:pt x="3406196" y="2027517"/>
                </a:cubicBezTo>
                <a:cubicBezTo>
                  <a:pt x="3406196" y="2013352"/>
                  <a:pt x="3417690" y="2001858"/>
                  <a:pt x="3431855" y="2001858"/>
                </a:cubicBezTo>
                <a:close/>
                <a:moveTo>
                  <a:pt x="3367649" y="2001858"/>
                </a:moveTo>
                <a:cubicBezTo>
                  <a:pt x="3381813" y="2001858"/>
                  <a:pt x="3393308" y="2013352"/>
                  <a:pt x="3393308" y="2027517"/>
                </a:cubicBezTo>
                <a:cubicBezTo>
                  <a:pt x="3393308" y="2041682"/>
                  <a:pt x="3381813" y="2053176"/>
                  <a:pt x="3367649" y="2053176"/>
                </a:cubicBezTo>
                <a:cubicBezTo>
                  <a:pt x="3353484" y="2053176"/>
                  <a:pt x="3341990" y="2041682"/>
                  <a:pt x="3341990" y="2027517"/>
                </a:cubicBezTo>
                <a:cubicBezTo>
                  <a:pt x="3341990" y="2013352"/>
                  <a:pt x="3353484" y="2001858"/>
                  <a:pt x="3367649" y="2001858"/>
                </a:cubicBezTo>
                <a:close/>
                <a:moveTo>
                  <a:pt x="3303444" y="2001858"/>
                </a:moveTo>
                <a:cubicBezTo>
                  <a:pt x="3317609" y="2001858"/>
                  <a:pt x="3329102" y="2013352"/>
                  <a:pt x="3329102" y="2027517"/>
                </a:cubicBezTo>
                <a:cubicBezTo>
                  <a:pt x="3329102" y="2041682"/>
                  <a:pt x="3317609" y="2053176"/>
                  <a:pt x="3303444" y="2053176"/>
                </a:cubicBezTo>
                <a:cubicBezTo>
                  <a:pt x="3289279" y="2053176"/>
                  <a:pt x="3277785" y="2041682"/>
                  <a:pt x="3277785" y="2027517"/>
                </a:cubicBezTo>
                <a:cubicBezTo>
                  <a:pt x="3277785" y="2013352"/>
                  <a:pt x="3289279" y="2001858"/>
                  <a:pt x="3303444" y="2001858"/>
                </a:cubicBezTo>
                <a:close/>
                <a:moveTo>
                  <a:pt x="3239238" y="2001858"/>
                </a:moveTo>
                <a:cubicBezTo>
                  <a:pt x="3253402" y="2001858"/>
                  <a:pt x="3264898" y="2013352"/>
                  <a:pt x="3264898" y="2027517"/>
                </a:cubicBezTo>
                <a:cubicBezTo>
                  <a:pt x="3264898" y="2041682"/>
                  <a:pt x="3253402" y="2053176"/>
                  <a:pt x="3239238" y="2053176"/>
                </a:cubicBezTo>
                <a:cubicBezTo>
                  <a:pt x="3225074" y="2053176"/>
                  <a:pt x="3213580" y="2041682"/>
                  <a:pt x="3213580" y="2027517"/>
                </a:cubicBezTo>
                <a:cubicBezTo>
                  <a:pt x="3213580" y="2013352"/>
                  <a:pt x="3225074" y="2001858"/>
                  <a:pt x="3239238" y="2001858"/>
                </a:cubicBezTo>
                <a:close/>
                <a:moveTo>
                  <a:pt x="3175034" y="2001858"/>
                </a:moveTo>
                <a:cubicBezTo>
                  <a:pt x="3189199" y="2001858"/>
                  <a:pt x="3200692" y="2013352"/>
                  <a:pt x="3200692" y="2027517"/>
                </a:cubicBezTo>
                <a:cubicBezTo>
                  <a:pt x="3200692" y="2041682"/>
                  <a:pt x="3189199" y="2053176"/>
                  <a:pt x="3175034" y="2053176"/>
                </a:cubicBezTo>
                <a:cubicBezTo>
                  <a:pt x="3160869" y="2053176"/>
                  <a:pt x="3149375" y="2041682"/>
                  <a:pt x="3149375" y="2027517"/>
                </a:cubicBezTo>
                <a:cubicBezTo>
                  <a:pt x="3149375" y="2013352"/>
                  <a:pt x="3160869" y="2001858"/>
                  <a:pt x="3175034" y="2001858"/>
                </a:cubicBezTo>
                <a:close/>
                <a:moveTo>
                  <a:pt x="3110828" y="2001858"/>
                </a:moveTo>
                <a:cubicBezTo>
                  <a:pt x="3124992" y="2001858"/>
                  <a:pt x="3136487" y="2013352"/>
                  <a:pt x="3136487" y="2027517"/>
                </a:cubicBezTo>
                <a:cubicBezTo>
                  <a:pt x="3136487" y="2041682"/>
                  <a:pt x="3124992" y="2053176"/>
                  <a:pt x="3110828" y="2053176"/>
                </a:cubicBezTo>
                <a:cubicBezTo>
                  <a:pt x="3096663" y="2053176"/>
                  <a:pt x="3085170" y="2041682"/>
                  <a:pt x="3085170" y="2027517"/>
                </a:cubicBezTo>
                <a:cubicBezTo>
                  <a:pt x="3085170" y="2013352"/>
                  <a:pt x="3096663" y="2001858"/>
                  <a:pt x="3110828" y="2001858"/>
                </a:cubicBezTo>
                <a:close/>
                <a:moveTo>
                  <a:pt x="3046623" y="2001858"/>
                </a:moveTo>
                <a:cubicBezTo>
                  <a:pt x="3060788" y="2001858"/>
                  <a:pt x="3072282" y="2013352"/>
                  <a:pt x="3072282" y="2027517"/>
                </a:cubicBezTo>
                <a:cubicBezTo>
                  <a:pt x="3072282" y="2041682"/>
                  <a:pt x="3060788" y="2053176"/>
                  <a:pt x="3046623" y="2053176"/>
                </a:cubicBezTo>
                <a:cubicBezTo>
                  <a:pt x="3032458" y="2053176"/>
                  <a:pt x="3020964" y="2041682"/>
                  <a:pt x="3020964" y="2027517"/>
                </a:cubicBezTo>
                <a:cubicBezTo>
                  <a:pt x="3020964" y="2013352"/>
                  <a:pt x="3032458" y="2001858"/>
                  <a:pt x="3046623" y="2001858"/>
                </a:cubicBezTo>
                <a:close/>
                <a:moveTo>
                  <a:pt x="2982301" y="2001858"/>
                </a:moveTo>
                <a:cubicBezTo>
                  <a:pt x="2996466" y="2001858"/>
                  <a:pt x="3007960" y="2013352"/>
                  <a:pt x="3007960" y="2027517"/>
                </a:cubicBezTo>
                <a:cubicBezTo>
                  <a:pt x="3007960" y="2041682"/>
                  <a:pt x="2996466" y="2053176"/>
                  <a:pt x="2982301" y="2053176"/>
                </a:cubicBezTo>
                <a:cubicBezTo>
                  <a:pt x="2968137" y="2053176"/>
                  <a:pt x="2956642" y="2041682"/>
                  <a:pt x="2956642" y="2027517"/>
                </a:cubicBezTo>
                <a:cubicBezTo>
                  <a:pt x="2956642" y="2013352"/>
                  <a:pt x="2968137" y="2001858"/>
                  <a:pt x="2982301" y="2001858"/>
                </a:cubicBezTo>
                <a:close/>
                <a:moveTo>
                  <a:pt x="2918096" y="2001858"/>
                </a:moveTo>
                <a:cubicBezTo>
                  <a:pt x="2932261" y="2001858"/>
                  <a:pt x="2943755" y="2013352"/>
                  <a:pt x="2943755" y="2027517"/>
                </a:cubicBezTo>
                <a:cubicBezTo>
                  <a:pt x="2943755" y="2041682"/>
                  <a:pt x="2932261" y="2053176"/>
                  <a:pt x="2918096" y="2053176"/>
                </a:cubicBezTo>
                <a:cubicBezTo>
                  <a:pt x="2903931" y="2053176"/>
                  <a:pt x="2892438" y="2041682"/>
                  <a:pt x="2892438" y="2027517"/>
                </a:cubicBezTo>
                <a:cubicBezTo>
                  <a:pt x="2892438" y="2013352"/>
                  <a:pt x="2903931" y="2001858"/>
                  <a:pt x="2918096" y="2001858"/>
                </a:cubicBezTo>
                <a:close/>
                <a:moveTo>
                  <a:pt x="2853890" y="2001858"/>
                </a:moveTo>
                <a:cubicBezTo>
                  <a:pt x="2868056" y="2001858"/>
                  <a:pt x="2879550" y="2013352"/>
                  <a:pt x="2879550" y="2027517"/>
                </a:cubicBezTo>
                <a:cubicBezTo>
                  <a:pt x="2879550" y="2041682"/>
                  <a:pt x="2868056" y="2053176"/>
                  <a:pt x="2853890" y="2053176"/>
                </a:cubicBezTo>
                <a:cubicBezTo>
                  <a:pt x="2839726" y="2053176"/>
                  <a:pt x="2828231" y="2041682"/>
                  <a:pt x="2828231" y="2027517"/>
                </a:cubicBezTo>
                <a:cubicBezTo>
                  <a:pt x="2828231" y="2013352"/>
                  <a:pt x="2839726" y="2001858"/>
                  <a:pt x="2853890" y="2001858"/>
                </a:cubicBezTo>
                <a:close/>
                <a:moveTo>
                  <a:pt x="2789686" y="2001858"/>
                </a:moveTo>
                <a:cubicBezTo>
                  <a:pt x="2803850" y="2001858"/>
                  <a:pt x="2815344" y="2013352"/>
                  <a:pt x="2815344" y="2027517"/>
                </a:cubicBezTo>
                <a:cubicBezTo>
                  <a:pt x="2815344" y="2041682"/>
                  <a:pt x="2803850" y="2053176"/>
                  <a:pt x="2789686" y="2053176"/>
                </a:cubicBezTo>
                <a:cubicBezTo>
                  <a:pt x="2775521" y="2053176"/>
                  <a:pt x="2764027" y="2041682"/>
                  <a:pt x="2764027" y="2027517"/>
                </a:cubicBezTo>
                <a:cubicBezTo>
                  <a:pt x="2764027" y="2013352"/>
                  <a:pt x="2775521" y="2001858"/>
                  <a:pt x="2789686" y="2001858"/>
                </a:cubicBezTo>
                <a:close/>
                <a:moveTo>
                  <a:pt x="2725480" y="2001858"/>
                </a:moveTo>
                <a:cubicBezTo>
                  <a:pt x="2739644" y="2001858"/>
                  <a:pt x="2751140" y="2013352"/>
                  <a:pt x="2751140" y="2027517"/>
                </a:cubicBezTo>
                <a:cubicBezTo>
                  <a:pt x="2751140" y="2041682"/>
                  <a:pt x="2739644" y="2053176"/>
                  <a:pt x="2725480" y="2053176"/>
                </a:cubicBezTo>
                <a:cubicBezTo>
                  <a:pt x="2711315" y="2053176"/>
                  <a:pt x="2699821" y="2041682"/>
                  <a:pt x="2699821" y="2027517"/>
                </a:cubicBezTo>
                <a:cubicBezTo>
                  <a:pt x="2699821" y="2013352"/>
                  <a:pt x="2711315" y="2001858"/>
                  <a:pt x="2725480" y="2001858"/>
                </a:cubicBezTo>
                <a:close/>
                <a:moveTo>
                  <a:pt x="2661276" y="2001858"/>
                </a:moveTo>
                <a:cubicBezTo>
                  <a:pt x="2675440" y="2001858"/>
                  <a:pt x="2686933" y="2013352"/>
                  <a:pt x="2686933" y="2027517"/>
                </a:cubicBezTo>
                <a:cubicBezTo>
                  <a:pt x="2686933" y="2041682"/>
                  <a:pt x="2675440" y="2053176"/>
                  <a:pt x="2661276" y="2053176"/>
                </a:cubicBezTo>
                <a:cubicBezTo>
                  <a:pt x="2647111" y="2053176"/>
                  <a:pt x="2635616" y="2041682"/>
                  <a:pt x="2635616" y="2027517"/>
                </a:cubicBezTo>
                <a:cubicBezTo>
                  <a:pt x="2635616" y="2013352"/>
                  <a:pt x="2647111" y="2001858"/>
                  <a:pt x="2661276" y="2001858"/>
                </a:cubicBezTo>
                <a:close/>
                <a:moveTo>
                  <a:pt x="2597069" y="2001858"/>
                </a:moveTo>
                <a:cubicBezTo>
                  <a:pt x="2611234" y="2001858"/>
                  <a:pt x="2622729" y="2013352"/>
                  <a:pt x="2622729" y="2027517"/>
                </a:cubicBezTo>
                <a:cubicBezTo>
                  <a:pt x="2622729" y="2041682"/>
                  <a:pt x="2611234" y="2053176"/>
                  <a:pt x="2597069" y="2053176"/>
                </a:cubicBezTo>
                <a:cubicBezTo>
                  <a:pt x="2582904" y="2053176"/>
                  <a:pt x="2571410" y="2041682"/>
                  <a:pt x="2571410" y="2027517"/>
                </a:cubicBezTo>
                <a:cubicBezTo>
                  <a:pt x="2571410" y="2013352"/>
                  <a:pt x="2582904" y="2001858"/>
                  <a:pt x="2597069" y="2001858"/>
                </a:cubicBezTo>
                <a:close/>
                <a:moveTo>
                  <a:pt x="2532865" y="2001858"/>
                </a:moveTo>
                <a:cubicBezTo>
                  <a:pt x="2547030" y="2001858"/>
                  <a:pt x="2558523" y="2013352"/>
                  <a:pt x="2558523" y="2027517"/>
                </a:cubicBezTo>
                <a:cubicBezTo>
                  <a:pt x="2558523" y="2041682"/>
                  <a:pt x="2547030" y="2053176"/>
                  <a:pt x="2532865" y="2053176"/>
                </a:cubicBezTo>
                <a:cubicBezTo>
                  <a:pt x="2518700" y="2053176"/>
                  <a:pt x="2507205" y="2041682"/>
                  <a:pt x="2507205" y="2027517"/>
                </a:cubicBezTo>
                <a:cubicBezTo>
                  <a:pt x="2507205" y="2013352"/>
                  <a:pt x="2518700" y="2001858"/>
                  <a:pt x="2532865" y="2001858"/>
                </a:cubicBezTo>
                <a:close/>
                <a:moveTo>
                  <a:pt x="2468659" y="2001858"/>
                </a:moveTo>
                <a:cubicBezTo>
                  <a:pt x="2482823" y="2001858"/>
                  <a:pt x="2494318" y="2013352"/>
                  <a:pt x="2494318" y="2027517"/>
                </a:cubicBezTo>
                <a:cubicBezTo>
                  <a:pt x="2494318" y="2041682"/>
                  <a:pt x="2482823" y="2053176"/>
                  <a:pt x="2468659" y="2053176"/>
                </a:cubicBezTo>
                <a:cubicBezTo>
                  <a:pt x="2454494" y="2053176"/>
                  <a:pt x="2443000" y="2041682"/>
                  <a:pt x="2443000" y="2027517"/>
                </a:cubicBezTo>
                <a:cubicBezTo>
                  <a:pt x="2443000" y="2013352"/>
                  <a:pt x="2454494" y="2001858"/>
                  <a:pt x="2468659" y="2001858"/>
                </a:cubicBezTo>
                <a:close/>
                <a:moveTo>
                  <a:pt x="2404454" y="2001858"/>
                </a:moveTo>
                <a:cubicBezTo>
                  <a:pt x="2418619" y="2001858"/>
                  <a:pt x="2430112" y="2013352"/>
                  <a:pt x="2430112" y="2027517"/>
                </a:cubicBezTo>
                <a:cubicBezTo>
                  <a:pt x="2430112" y="2041682"/>
                  <a:pt x="2418619" y="2053176"/>
                  <a:pt x="2404454" y="2053176"/>
                </a:cubicBezTo>
                <a:cubicBezTo>
                  <a:pt x="2390289" y="2053176"/>
                  <a:pt x="2378795" y="2041682"/>
                  <a:pt x="2378795" y="2027517"/>
                </a:cubicBezTo>
                <a:cubicBezTo>
                  <a:pt x="2378795" y="2013352"/>
                  <a:pt x="2390289" y="2001858"/>
                  <a:pt x="2404454" y="2001858"/>
                </a:cubicBezTo>
                <a:close/>
                <a:moveTo>
                  <a:pt x="2340249" y="2001858"/>
                </a:moveTo>
                <a:cubicBezTo>
                  <a:pt x="2354413" y="2001858"/>
                  <a:pt x="2365908" y="2013352"/>
                  <a:pt x="2365908" y="2027517"/>
                </a:cubicBezTo>
                <a:cubicBezTo>
                  <a:pt x="2365908" y="2041682"/>
                  <a:pt x="2354413" y="2053176"/>
                  <a:pt x="2340249" y="2053176"/>
                </a:cubicBezTo>
                <a:cubicBezTo>
                  <a:pt x="2326084" y="2053176"/>
                  <a:pt x="2314590" y="2041682"/>
                  <a:pt x="2314590" y="2027517"/>
                </a:cubicBezTo>
                <a:cubicBezTo>
                  <a:pt x="2314590" y="2013352"/>
                  <a:pt x="2326084" y="2001858"/>
                  <a:pt x="2340249" y="2001858"/>
                </a:cubicBezTo>
                <a:close/>
                <a:moveTo>
                  <a:pt x="2276044" y="2001858"/>
                </a:moveTo>
                <a:cubicBezTo>
                  <a:pt x="2290208" y="2001858"/>
                  <a:pt x="2301702" y="2013352"/>
                  <a:pt x="2301702" y="2027517"/>
                </a:cubicBezTo>
                <a:cubicBezTo>
                  <a:pt x="2301702" y="2041682"/>
                  <a:pt x="2290208" y="2053176"/>
                  <a:pt x="2276044" y="2053176"/>
                </a:cubicBezTo>
                <a:cubicBezTo>
                  <a:pt x="2261879" y="2053176"/>
                  <a:pt x="2250385" y="2041682"/>
                  <a:pt x="2250385" y="2027517"/>
                </a:cubicBezTo>
                <a:cubicBezTo>
                  <a:pt x="2250385" y="2013352"/>
                  <a:pt x="2261879" y="2001858"/>
                  <a:pt x="2276044" y="2001858"/>
                </a:cubicBezTo>
                <a:close/>
                <a:moveTo>
                  <a:pt x="2211838" y="2001858"/>
                </a:moveTo>
                <a:cubicBezTo>
                  <a:pt x="2226003" y="2001858"/>
                  <a:pt x="2237497" y="2013352"/>
                  <a:pt x="2237497" y="2027517"/>
                </a:cubicBezTo>
                <a:cubicBezTo>
                  <a:pt x="2237497" y="2041682"/>
                  <a:pt x="2226003" y="2053176"/>
                  <a:pt x="2211838" y="2053176"/>
                </a:cubicBezTo>
                <a:cubicBezTo>
                  <a:pt x="2197673" y="2053176"/>
                  <a:pt x="2186178" y="2041682"/>
                  <a:pt x="2186178" y="2027517"/>
                </a:cubicBezTo>
                <a:cubicBezTo>
                  <a:pt x="2186178" y="2013352"/>
                  <a:pt x="2197673" y="2001858"/>
                  <a:pt x="2211838" y="2001858"/>
                </a:cubicBezTo>
                <a:close/>
                <a:moveTo>
                  <a:pt x="2147633" y="2001858"/>
                </a:moveTo>
                <a:cubicBezTo>
                  <a:pt x="2161798" y="2001858"/>
                  <a:pt x="2173293" y="2013352"/>
                  <a:pt x="2173293" y="2027517"/>
                </a:cubicBezTo>
                <a:cubicBezTo>
                  <a:pt x="2173293" y="2041682"/>
                  <a:pt x="2161798" y="2053176"/>
                  <a:pt x="2147633" y="2053176"/>
                </a:cubicBezTo>
                <a:cubicBezTo>
                  <a:pt x="2133469" y="2053176"/>
                  <a:pt x="2121975" y="2041682"/>
                  <a:pt x="2121975" y="2027517"/>
                </a:cubicBezTo>
                <a:cubicBezTo>
                  <a:pt x="2121975" y="2013352"/>
                  <a:pt x="2133469" y="2001858"/>
                  <a:pt x="2147633" y="2001858"/>
                </a:cubicBezTo>
                <a:close/>
                <a:moveTo>
                  <a:pt x="2083427" y="2001858"/>
                </a:moveTo>
                <a:cubicBezTo>
                  <a:pt x="2097592" y="2001858"/>
                  <a:pt x="2109087" y="2013352"/>
                  <a:pt x="2109087" y="2027517"/>
                </a:cubicBezTo>
                <a:cubicBezTo>
                  <a:pt x="2109087" y="2041682"/>
                  <a:pt x="2097592" y="2053176"/>
                  <a:pt x="2083427" y="2053176"/>
                </a:cubicBezTo>
                <a:cubicBezTo>
                  <a:pt x="2069262" y="2053176"/>
                  <a:pt x="2057768" y="2041682"/>
                  <a:pt x="2057768" y="2027517"/>
                </a:cubicBezTo>
                <a:cubicBezTo>
                  <a:pt x="2057768" y="2013352"/>
                  <a:pt x="2069262" y="2001858"/>
                  <a:pt x="2083427" y="2001858"/>
                </a:cubicBezTo>
                <a:close/>
                <a:moveTo>
                  <a:pt x="2019222" y="2001858"/>
                </a:moveTo>
                <a:cubicBezTo>
                  <a:pt x="2033387" y="2001858"/>
                  <a:pt x="2044880" y="2013352"/>
                  <a:pt x="2044880" y="2027517"/>
                </a:cubicBezTo>
                <a:cubicBezTo>
                  <a:pt x="2044880" y="2041682"/>
                  <a:pt x="2033387" y="2053176"/>
                  <a:pt x="2019222" y="2053176"/>
                </a:cubicBezTo>
                <a:cubicBezTo>
                  <a:pt x="2005058" y="2053176"/>
                  <a:pt x="1993563" y="2041682"/>
                  <a:pt x="1993563" y="2027517"/>
                </a:cubicBezTo>
                <a:cubicBezTo>
                  <a:pt x="1993563" y="2013352"/>
                  <a:pt x="2005058" y="2001858"/>
                  <a:pt x="2019222" y="2001858"/>
                </a:cubicBezTo>
                <a:close/>
                <a:moveTo>
                  <a:pt x="1955016" y="2001858"/>
                </a:moveTo>
                <a:cubicBezTo>
                  <a:pt x="1969181" y="2001858"/>
                  <a:pt x="1980676" y="2013352"/>
                  <a:pt x="1980676" y="2027517"/>
                </a:cubicBezTo>
                <a:cubicBezTo>
                  <a:pt x="1980676" y="2041682"/>
                  <a:pt x="1969181" y="2053176"/>
                  <a:pt x="1955016" y="2053176"/>
                </a:cubicBezTo>
                <a:cubicBezTo>
                  <a:pt x="1940851" y="2053176"/>
                  <a:pt x="1929358" y="2041682"/>
                  <a:pt x="1929358" y="2027517"/>
                </a:cubicBezTo>
                <a:cubicBezTo>
                  <a:pt x="1929358" y="2013352"/>
                  <a:pt x="1940851" y="2001858"/>
                  <a:pt x="1955016" y="2001858"/>
                </a:cubicBezTo>
                <a:close/>
                <a:moveTo>
                  <a:pt x="1890696" y="2001858"/>
                </a:moveTo>
                <a:cubicBezTo>
                  <a:pt x="1904860" y="2001858"/>
                  <a:pt x="1916355" y="2013352"/>
                  <a:pt x="1916355" y="2027517"/>
                </a:cubicBezTo>
                <a:cubicBezTo>
                  <a:pt x="1916355" y="2041682"/>
                  <a:pt x="1904860" y="2053176"/>
                  <a:pt x="1890696" y="2053176"/>
                </a:cubicBezTo>
                <a:cubicBezTo>
                  <a:pt x="1876531" y="2053176"/>
                  <a:pt x="1865037" y="2041682"/>
                  <a:pt x="1865037" y="2027517"/>
                </a:cubicBezTo>
                <a:cubicBezTo>
                  <a:pt x="1865037" y="2013352"/>
                  <a:pt x="1876531" y="2001858"/>
                  <a:pt x="1890696" y="2001858"/>
                </a:cubicBezTo>
                <a:close/>
                <a:moveTo>
                  <a:pt x="1826490" y="2001858"/>
                </a:moveTo>
                <a:cubicBezTo>
                  <a:pt x="1840654" y="2001858"/>
                  <a:pt x="1852149" y="2013352"/>
                  <a:pt x="1852149" y="2027517"/>
                </a:cubicBezTo>
                <a:cubicBezTo>
                  <a:pt x="1852149" y="2041682"/>
                  <a:pt x="1840654" y="2053176"/>
                  <a:pt x="1826490" y="2053176"/>
                </a:cubicBezTo>
                <a:cubicBezTo>
                  <a:pt x="1812325" y="2053176"/>
                  <a:pt x="1800830" y="2041682"/>
                  <a:pt x="1800830" y="2027517"/>
                </a:cubicBezTo>
                <a:cubicBezTo>
                  <a:pt x="1800830" y="2013352"/>
                  <a:pt x="1812325" y="2001858"/>
                  <a:pt x="1826490" y="2001858"/>
                </a:cubicBezTo>
                <a:close/>
                <a:moveTo>
                  <a:pt x="1762285" y="2001858"/>
                </a:moveTo>
                <a:cubicBezTo>
                  <a:pt x="1776450" y="2001858"/>
                  <a:pt x="1787944" y="2013352"/>
                  <a:pt x="1787944" y="2027517"/>
                </a:cubicBezTo>
                <a:cubicBezTo>
                  <a:pt x="1787944" y="2041682"/>
                  <a:pt x="1776450" y="2053176"/>
                  <a:pt x="1762285" y="2053176"/>
                </a:cubicBezTo>
                <a:cubicBezTo>
                  <a:pt x="1748121" y="2053176"/>
                  <a:pt x="1736626" y="2041682"/>
                  <a:pt x="1736626" y="2027517"/>
                </a:cubicBezTo>
                <a:cubicBezTo>
                  <a:pt x="1736626" y="2013352"/>
                  <a:pt x="1748121" y="2001858"/>
                  <a:pt x="1762285" y="2001858"/>
                </a:cubicBezTo>
                <a:close/>
                <a:moveTo>
                  <a:pt x="1698080" y="2001858"/>
                </a:moveTo>
                <a:cubicBezTo>
                  <a:pt x="1712244" y="2001858"/>
                  <a:pt x="1723738" y="2013352"/>
                  <a:pt x="1723738" y="2027517"/>
                </a:cubicBezTo>
                <a:cubicBezTo>
                  <a:pt x="1723738" y="2041682"/>
                  <a:pt x="1712244" y="2053176"/>
                  <a:pt x="1698080" y="2053176"/>
                </a:cubicBezTo>
                <a:cubicBezTo>
                  <a:pt x="1683915" y="2053176"/>
                  <a:pt x="1672420" y="2041682"/>
                  <a:pt x="1672420" y="2027517"/>
                </a:cubicBezTo>
                <a:cubicBezTo>
                  <a:pt x="1672420" y="2013352"/>
                  <a:pt x="1683915" y="2001858"/>
                  <a:pt x="1698080" y="2001858"/>
                </a:cubicBezTo>
                <a:close/>
                <a:moveTo>
                  <a:pt x="1633874" y="2001858"/>
                </a:moveTo>
                <a:cubicBezTo>
                  <a:pt x="1648039" y="2001858"/>
                  <a:pt x="1659533" y="2013352"/>
                  <a:pt x="1659533" y="2027517"/>
                </a:cubicBezTo>
                <a:cubicBezTo>
                  <a:pt x="1659533" y="2041682"/>
                  <a:pt x="1648039" y="2053176"/>
                  <a:pt x="1633874" y="2053176"/>
                </a:cubicBezTo>
                <a:cubicBezTo>
                  <a:pt x="1619710" y="2053176"/>
                  <a:pt x="1608216" y="2041682"/>
                  <a:pt x="1608216" y="2027517"/>
                </a:cubicBezTo>
                <a:cubicBezTo>
                  <a:pt x="1608216" y="2013352"/>
                  <a:pt x="1619710" y="2001858"/>
                  <a:pt x="1633874" y="2001858"/>
                </a:cubicBezTo>
                <a:close/>
                <a:moveTo>
                  <a:pt x="1569669" y="2001858"/>
                </a:moveTo>
                <a:cubicBezTo>
                  <a:pt x="1583834" y="2001858"/>
                  <a:pt x="1595328" y="2013352"/>
                  <a:pt x="1595328" y="2027517"/>
                </a:cubicBezTo>
                <a:cubicBezTo>
                  <a:pt x="1595328" y="2041682"/>
                  <a:pt x="1583834" y="2053176"/>
                  <a:pt x="1569669" y="2053176"/>
                </a:cubicBezTo>
                <a:cubicBezTo>
                  <a:pt x="1555504" y="2053176"/>
                  <a:pt x="1544010" y="2041682"/>
                  <a:pt x="1544010" y="2027517"/>
                </a:cubicBezTo>
                <a:cubicBezTo>
                  <a:pt x="1544010" y="2013352"/>
                  <a:pt x="1555504" y="2001858"/>
                  <a:pt x="1569669" y="2001858"/>
                </a:cubicBezTo>
                <a:close/>
                <a:moveTo>
                  <a:pt x="1505464" y="2001858"/>
                </a:moveTo>
                <a:cubicBezTo>
                  <a:pt x="1519629" y="2001858"/>
                  <a:pt x="1531123" y="2013352"/>
                  <a:pt x="1531123" y="2027517"/>
                </a:cubicBezTo>
                <a:cubicBezTo>
                  <a:pt x="1531123" y="2041682"/>
                  <a:pt x="1519629" y="2053176"/>
                  <a:pt x="1505464" y="2053176"/>
                </a:cubicBezTo>
                <a:cubicBezTo>
                  <a:pt x="1491299" y="2053176"/>
                  <a:pt x="1479806" y="2041682"/>
                  <a:pt x="1479806" y="2027517"/>
                </a:cubicBezTo>
                <a:cubicBezTo>
                  <a:pt x="1479806" y="2013352"/>
                  <a:pt x="1491299" y="2001858"/>
                  <a:pt x="1505464" y="2001858"/>
                </a:cubicBezTo>
                <a:close/>
                <a:moveTo>
                  <a:pt x="1441258" y="2001858"/>
                </a:moveTo>
                <a:cubicBezTo>
                  <a:pt x="1455423" y="2001858"/>
                  <a:pt x="1466917" y="2013352"/>
                  <a:pt x="1466917" y="2027517"/>
                </a:cubicBezTo>
                <a:cubicBezTo>
                  <a:pt x="1466917" y="2041682"/>
                  <a:pt x="1455423" y="2053176"/>
                  <a:pt x="1441258" y="2053176"/>
                </a:cubicBezTo>
                <a:cubicBezTo>
                  <a:pt x="1427093" y="2053176"/>
                  <a:pt x="1415599" y="2041682"/>
                  <a:pt x="1415599" y="2027517"/>
                </a:cubicBezTo>
                <a:cubicBezTo>
                  <a:pt x="1415599" y="2013352"/>
                  <a:pt x="1427093" y="2001858"/>
                  <a:pt x="1441258" y="2001858"/>
                </a:cubicBezTo>
                <a:close/>
                <a:moveTo>
                  <a:pt x="1377053" y="2001858"/>
                </a:moveTo>
                <a:cubicBezTo>
                  <a:pt x="1391218" y="2001858"/>
                  <a:pt x="1402712" y="2013352"/>
                  <a:pt x="1402712" y="2027517"/>
                </a:cubicBezTo>
                <a:cubicBezTo>
                  <a:pt x="1402712" y="2041682"/>
                  <a:pt x="1391218" y="2053176"/>
                  <a:pt x="1377053" y="2053176"/>
                </a:cubicBezTo>
                <a:cubicBezTo>
                  <a:pt x="1362889" y="2053176"/>
                  <a:pt x="1351395" y="2041682"/>
                  <a:pt x="1351395" y="2027517"/>
                </a:cubicBezTo>
                <a:cubicBezTo>
                  <a:pt x="1351395" y="2013352"/>
                  <a:pt x="1362889" y="2001858"/>
                  <a:pt x="1377053" y="2001858"/>
                </a:cubicBezTo>
                <a:close/>
                <a:moveTo>
                  <a:pt x="1312848" y="2001858"/>
                </a:moveTo>
                <a:cubicBezTo>
                  <a:pt x="1327013" y="2001858"/>
                  <a:pt x="1338507" y="2013352"/>
                  <a:pt x="1338507" y="2027517"/>
                </a:cubicBezTo>
                <a:cubicBezTo>
                  <a:pt x="1338507" y="2041682"/>
                  <a:pt x="1327013" y="2053176"/>
                  <a:pt x="1312848" y="2053176"/>
                </a:cubicBezTo>
                <a:cubicBezTo>
                  <a:pt x="1298683" y="2053176"/>
                  <a:pt x="1287190" y="2041682"/>
                  <a:pt x="1287190" y="2027517"/>
                </a:cubicBezTo>
                <a:cubicBezTo>
                  <a:pt x="1287190" y="2013352"/>
                  <a:pt x="1298683" y="2001858"/>
                  <a:pt x="1312848" y="2001858"/>
                </a:cubicBezTo>
                <a:close/>
                <a:moveTo>
                  <a:pt x="1248643" y="2001858"/>
                </a:moveTo>
                <a:cubicBezTo>
                  <a:pt x="1262808" y="2001858"/>
                  <a:pt x="1274302" y="2013352"/>
                  <a:pt x="1274302" y="2027517"/>
                </a:cubicBezTo>
                <a:cubicBezTo>
                  <a:pt x="1274302" y="2041682"/>
                  <a:pt x="1262808" y="2053176"/>
                  <a:pt x="1248643" y="2053176"/>
                </a:cubicBezTo>
                <a:cubicBezTo>
                  <a:pt x="1234479" y="2053176"/>
                  <a:pt x="1222984" y="2041682"/>
                  <a:pt x="1222984" y="2027517"/>
                </a:cubicBezTo>
                <a:cubicBezTo>
                  <a:pt x="1222984" y="2013352"/>
                  <a:pt x="1234479" y="2001858"/>
                  <a:pt x="1248643" y="2001858"/>
                </a:cubicBezTo>
                <a:close/>
                <a:moveTo>
                  <a:pt x="1184437" y="2001858"/>
                </a:moveTo>
                <a:cubicBezTo>
                  <a:pt x="1198602" y="2001858"/>
                  <a:pt x="1210096" y="2013352"/>
                  <a:pt x="1210096" y="2027517"/>
                </a:cubicBezTo>
                <a:cubicBezTo>
                  <a:pt x="1210096" y="2041682"/>
                  <a:pt x="1198602" y="2053176"/>
                  <a:pt x="1184437" y="2053176"/>
                </a:cubicBezTo>
                <a:cubicBezTo>
                  <a:pt x="1170273" y="2053176"/>
                  <a:pt x="1158780" y="2041682"/>
                  <a:pt x="1158780" y="2027517"/>
                </a:cubicBezTo>
                <a:cubicBezTo>
                  <a:pt x="1158780" y="2013352"/>
                  <a:pt x="1170273" y="2001858"/>
                  <a:pt x="1184437" y="2001858"/>
                </a:cubicBezTo>
                <a:close/>
                <a:moveTo>
                  <a:pt x="1120233" y="2001858"/>
                </a:moveTo>
                <a:cubicBezTo>
                  <a:pt x="1134398" y="2001858"/>
                  <a:pt x="1145892" y="2013352"/>
                  <a:pt x="1145892" y="2027517"/>
                </a:cubicBezTo>
                <a:cubicBezTo>
                  <a:pt x="1145892" y="2041682"/>
                  <a:pt x="1134398" y="2053176"/>
                  <a:pt x="1120233" y="2053176"/>
                </a:cubicBezTo>
                <a:cubicBezTo>
                  <a:pt x="1106068" y="2053176"/>
                  <a:pt x="1094573" y="2041682"/>
                  <a:pt x="1094573" y="2027517"/>
                </a:cubicBezTo>
                <a:cubicBezTo>
                  <a:pt x="1094573" y="2013352"/>
                  <a:pt x="1106068" y="2001858"/>
                  <a:pt x="1120233" y="2001858"/>
                </a:cubicBezTo>
                <a:close/>
                <a:moveTo>
                  <a:pt x="1056027" y="2001858"/>
                </a:moveTo>
                <a:cubicBezTo>
                  <a:pt x="1070191" y="2001858"/>
                  <a:pt x="1081685" y="2013352"/>
                  <a:pt x="1081685" y="2027517"/>
                </a:cubicBezTo>
                <a:cubicBezTo>
                  <a:pt x="1081685" y="2041682"/>
                  <a:pt x="1070191" y="2053176"/>
                  <a:pt x="1056027" y="2053176"/>
                </a:cubicBezTo>
                <a:cubicBezTo>
                  <a:pt x="1041862" y="2053176"/>
                  <a:pt x="1030369" y="2041682"/>
                  <a:pt x="1030369" y="2027517"/>
                </a:cubicBezTo>
                <a:cubicBezTo>
                  <a:pt x="1030369" y="2013352"/>
                  <a:pt x="1041862" y="2001858"/>
                  <a:pt x="1056027" y="2001858"/>
                </a:cubicBezTo>
                <a:close/>
                <a:moveTo>
                  <a:pt x="991823" y="2001858"/>
                </a:moveTo>
                <a:cubicBezTo>
                  <a:pt x="1005986" y="2001858"/>
                  <a:pt x="1017481" y="2013352"/>
                  <a:pt x="1017481" y="2027517"/>
                </a:cubicBezTo>
                <a:cubicBezTo>
                  <a:pt x="1017481" y="2041682"/>
                  <a:pt x="1005986" y="2053176"/>
                  <a:pt x="991823" y="2053176"/>
                </a:cubicBezTo>
                <a:cubicBezTo>
                  <a:pt x="977657" y="2053176"/>
                  <a:pt x="966162" y="2041682"/>
                  <a:pt x="966162" y="2027517"/>
                </a:cubicBezTo>
                <a:cubicBezTo>
                  <a:pt x="966162" y="2013352"/>
                  <a:pt x="977657" y="2001858"/>
                  <a:pt x="991823" y="2001858"/>
                </a:cubicBezTo>
                <a:close/>
                <a:moveTo>
                  <a:pt x="927616" y="2001858"/>
                </a:moveTo>
                <a:cubicBezTo>
                  <a:pt x="941781" y="2001858"/>
                  <a:pt x="953275" y="2013352"/>
                  <a:pt x="953275" y="2027517"/>
                </a:cubicBezTo>
                <a:cubicBezTo>
                  <a:pt x="953275" y="2041682"/>
                  <a:pt x="941781" y="2053176"/>
                  <a:pt x="927616" y="2053176"/>
                </a:cubicBezTo>
                <a:cubicBezTo>
                  <a:pt x="913452" y="2053176"/>
                  <a:pt x="901957" y="2041682"/>
                  <a:pt x="901957" y="2027517"/>
                </a:cubicBezTo>
                <a:cubicBezTo>
                  <a:pt x="901957" y="2013352"/>
                  <a:pt x="913452" y="2001858"/>
                  <a:pt x="927616" y="2001858"/>
                </a:cubicBezTo>
                <a:close/>
                <a:moveTo>
                  <a:pt x="863411" y="2001858"/>
                </a:moveTo>
                <a:cubicBezTo>
                  <a:pt x="877576" y="2001858"/>
                  <a:pt x="889071" y="2013352"/>
                  <a:pt x="889071" y="2027517"/>
                </a:cubicBezTo>
                <a:cubicBezTo>
                  <a:pt x="889071" y="2041682"/>
                  <a:pt x="877576" y="2053176"/>
                  <a:pt x="863411" y="2053176"/>
                </a:cubicBezTo>
                <a:cubicBezTo>
                  <a:pt x="849248" y="2053176"/>
                  <a:pt x="837752" y="2041682"/>
                  <a:pt x="837752" y="2027517"/>
                </a:cubicBezTo>
                <a:cubicBezTo>
                  <a:pt x="837752" y="2013352"/>
                  <a:pt x="849248" y="2001858"/>
                  <a:pt x="863411" y="2001858"/>
                </a:cubicBezTo>
                <a:close/>
                <a:moveTo>
                  <a:pt x="799089" y="2001858"/>
                </a:moveTo>
                <a:cubicBezTo>
                  <a:pt x="813255" y="2001858"/>
                  <a:pt x="824748" y="2013352"/>
                  <a:pt x="824748" y="2027517"/>
                </a:cubicBezTo>
                <a:cubicBezTo>
                  <a:pt x="824748" y="2041682"/>
                  <a:pt x="813255" y="2053176"/>
                  <a:pt x="799089" y="2053176"/>
                </a:cubicBezTo>
                <a:cubicBezTo>
                  <a:pt x="784925" y="2053176"/>
                  <a:pt x="773432" y="2041682"/>
                  <a:pt x="773432" y="2027517"/>
                </a:cubicBezTo>
                <a:cubicBezTo>
                  <a:pt x="773432" y="2013352"/>
                  <a:pt x="784925" y="2001858"/>
                  <a:pt x="799089" y="2001858"/>
                </a:cubicBezTo>
                <a:close/>
                <a:moveTo>
                  <a:pt x="734885" y="2001858"/>
                </a:moveTo>
                <a:cubicBezTo>
                  <a:pt x="749049" y="2001858"/>
                  <a:pt x="760544" y="2013352"/>
                  <a:pt x="760544" y="2027517"/>
                </a:cubicBezTo>
                <a:cubicBezTo>
                  <a:pt x="760544" y="2041682"/>
                  <a:pt x="749049" y="2053176"/>
                  <a:pt x="734885" y="2053176"/>
                </a:cubicBezTo>
                <a:cubicBezTo>
                  <a:pt x="720720" y="2053176"/>
                  <a:pt x="709225" y="2041682"/>
                  <a:pt x="709225" y="2027517"/>
                </a:cubicBezTo>
                <a:cubicBezTo>
                  <a:pt x="709225" y="2013352"/>
                  <a:pt x="720720" y="2001858"/>
                  <a:pt x="734885" y="2001858"/>
                </a:cubicBezTo>
                <a:close/>
                <a:moveTo>
                  <a:pt x="670679" y="2001858"/>
                </a:moveTo>
                <a:cubicBezTo>
                  <a:pt x="684844" y="2001858"/>
                  <a:pt x="696338" y="2013352"/>
                  <a:pt x="696338" y="2027517"/>
                </a:cubicBezTo>
                <a:cubicBezTo>
                  <a:pt x="696338" y="2041682"/>
                  <a:pt x="684844" y="2053176"/>
                  <a:pt x="670679" y="2053176"/>
                </a:cubicBezTo>
                <a:cubicBezTo>
                  <a:pt x="656514" y="2053176"/>
                  <a:pt x="645020" y="2041682"/>
                  <a:pt x="645020" y="2027517"/>
                </a:cubicBezTo>
                <a:cubicBezTo>
                  <a:pt x="645020" y="2013352"/>
                  <a:pt x="656514" y="2001858"/>
                  <a:pt x="670679" y="2001858"/>
                </a:cubicBezTo>
                <a:close/>
                <a:moveTo>
                  <a:pt x="606475" y="2001858"/>
                </a:moveTo>
                <a:cubicBezTo>
                  <a:pt x="620639" y="2001858"/>
                  <a:pt x="632134" y="2013352"/>
                  <a:pt x="632134" y="2027517"/>
                </a:cubicBezTo>
                <a:cubicBezTo>
                  <a:pt x="632134" y="2041682"/>
                  <a:pt x="620639" y="2053176"/>
                  <a:pt x="606475" y="2053176"/>
                </a:cubicBezTo>
                <a:cubicBezTo>
                  <a:pt x="592310" y="2053176"/>
                  <a:pt x="580815" y="2041682"/>
                  <a:pt x="580815" y="2027517"/>
                </a:cubicBezTo>
                <a:cubicBezTo>
                  <a:pt x="580815" y="2013352"/>
                  <a:pt x="592310" y="2001858"/>
                  <a:pt x="606475" y="2001858"/>
                </a:cubicBezTo>
                <a:close/>
                <a:moveTo>
                  <a:pt x="542268" y="2001858"/>
                </a:moveTo>
                <a:cubicBezTo>
                  <a:pt x="556433" y="2001858"/>
                  <a:pt x="567927" y="2013352"/>
                  <a:pt x="567927" y="2027517"/>
                </a:cubicBezTo>
                <a:cubicBezTo>
                  <a:pt x="567927" y="2041682"/>
                  <a:pt x="556433" y="2053176"/>
                  <a:pt x="542268" y="2053176"/>
                </a:cubicBezTo>
                <a:cubicBezTo>
                  <a:pt x="528104" y="2053176"/>
                  <a:pt x="516610" y="2041682"/>
                  <a:pt x="516610" y="2027517"/>
                </a:cubicBezTo>
                <a:cubicBezTo>
                  <a:pt x="516610" y="2013352"/>
                  <a:pt x="528104" y="2001858"/>
                  <a:pt x="542268" y="2001858"/>
                </a:cubicBezTo>
                <a:close/>
                <a:moveTo>
                  <a:pt x="478063" y="2001858"/>
                </a:moveTo>
                <a:cubicBezTo>
                  <a:pt x="492228" y="2001858"/>
                  <a:pt x="503724" y="2013352"/>
                  <a:pt x="503724" y="2027517"/>
                </a:cubicBezTo>
                <a:cubicBezTo>
                  <a:pt x="503724" y="2041682"/>
                  <a:pt x="492228" y="2053176"/>
                  <a:pt x="478063" y="2053176"/>
                </a:cubicBezTo>
                <a:cubicBezTo>
                  <a:pt x="463900" y="2053176"/>
                  <a:pt x="452404" y="2041682"/>
                  <a:pt x="452404" y="2027517"/>
                </a:cubicBezTo>
                <a:cubicBezTo>
                  <a:pt x="452404" y="2013352"/>
                  <a:pt x="463900" y="2001858"/>
                  <a:pt x="478063" y="2001858"/>
                </a:cubicBezTo>
                <a:close/>
                <a:moveTo>
                  <a:pt x="413858" y="2001858"/>
                </a:moveTo>
                <a:cubicBezTo>
                  <a:pt x="428023" y="2001858"/>
                  <a:pt x="439517" y="2013352"/>
                  <a:pt x="439517" y="2027517"/>
                </a:cubicBezTo>
                <a:cubicBezTo>
                  <a:pt x="439517" y="2041682"/>
                  <a:pt x="428023" y="2053176"/>
                  <a:pt x="413858" y="2053176"/>
                </a:cubicBezTo>
                <a:cubicBezTo>
                  <a:pt x="399694" y="2053176"/>
                  <a:pt x="388200" y="2041682"/>
                  <a:pt x="388200" y="2027517"/>
                </a:cubicBezTo>
                <a:cubicBezTo>
                  <a:pt x="388200" y="2013352"/>
                  <a:pt x="399694" y="2001858"/>
                  <a:pt x="413858" y="2001858"/>
                </a:cubicBezTo>
                <a:close/>
                <a:moveTo>
                  <a:pt x="346686" y="2001858"/>
                </a:moveTo>
                <a:cubicBezTo>
                  <a:pt x="360849" y="2001858"/>
                  <a:pt x="372344" y="2013352"/>
                  <a:pt x="372344" y="2027517"/>
                </a:cubicBezTo>
                <a:cubicBezTo>
                  <a:pt x="372344" y="2041682"/>
                  <a:pt x="360849" y="2053176"/>
                  <a:pt x="346686" y="2053176"/>
                </a:cubicBezTo>
                <a:cubicBezTo>
                  <a:pt x="332520" y="2053176"/>
                  <a:pt x="321027" y="2041682"/>
                  <a:pt x="321027" y="2027517"/>
                </a:cubicBezTo>
                <a:cubicBezTo>
                  <a:pt x="321027" y="2013352"/>
                  <a:pt x="332520" y="2001858"/>
                  <a:pt x="346686" y="2001858"/>
                </a:cubicBezTo>
                <a:close/>
                <a:moveTo>
                  <a:pt x="282480" y="2001858"/>
                </a:moveTo>
                <a:cubicBezTo>
                  <a:pt x="296644" y="2001858"/>
                  <a:pt x="308138" y="2013352"/>
                  <a:pt x="308138" y="2027517"/>
                </a:cubicBezTo>
                <a:cubicBezTo>
                  <a:pt x="308138" y="2041682"/>
                  <a:pt x="296644" y="2053176"/>
                  <a:pt x="282480" y="2053176"/>
                </a:cubicBezTo>
                <a:cubicBezTo>
                  <a:pt x="268314" y="2053176"/>
                  <a:pt x="256820" y="2041682"/>
                  <a:pt x="256820" y="2027517"/>
                </a:cubicBezTo>
                <a:cubicBezTo>
                  <a:pt x="256820" y="2013352"/>
                  <a:pt x="268314" y="2001858"/>
                  <a:pt x="282480" y="2001858"/>
                </a:cubicBezTo>
                <a:close/>
                <a:moveTo>
                  <a:pt x="218274" y="2001858"/>
                </a:moveTo>
                <a:cubicBezTo>
                  <a:pt x="232438" y="2001858"/>
                  <a:pt x="243932" y="2013352"/>
                  <a:pt x="243932" y="2027517"/>
                </a:cubicBezTo>
                <a:cubicBezTo>
                  <a:pt x="243932" y="2041682"/>
                  <a:pt x="232438" y="2053176"/>
                  <a:pt x="218274" y="2053176"/>
                </a:cubicBezTo>
                <a:cubicBezTo>
                  <a:pt x="204109" y="2053176"/>
                  <a:pt x="192615" y="2041682"/>
                  <a:pt x="192615" y="2027517"/>
                </a:cubicBezTo>
                <a:cubicBezTo>
                  <a:pt x="192615" y="2013352"/>
                  <a:pt x="204109" y="2001858"/>
                  <a:pt x="218274" y="2001858"/>
                </a:cubicBezTo>
                <a:close/>
                <a:moveTo>
                  <a:pt x="154069" y="2001858"/>
                </a:moveTo>
                <a:cubicBezTo>
                  <a:pt x="168233" y="2001858"/>
                  <a:pt x="179727" y="2013352"/>
                  <a:pt x="179727" y="2027517"/>
                </a:cubicBezTo>
                <a:cubicBezTo>
                  <a:pt x="179727" y="2041682"/>
                  <a:pt x="168233" y="2053176"/>
                  <a:pt x="154069" y="2053176"/>
                </a:cubicBezTo>
                <a:cubicBezTo>
                  <a:pt x="139904" y="2053176"/>
                  <a:pt x="128410" y="2041682"/>
                  <a:pt x="128410" y="2027517"/>
                </a:cubicBezTo>
                <a:cubicBezTo>
                  <a:pt x="128410" y="2013352"/>
                  <a:pt x="139904" y="2001858"/>
                  <a:pt x="154069" y="2001858"/>
                </a:cubicBezTo>
                <a:close/>
                <a:moveTo>
                  <a:pt x="89864" y="2001858"/>
                </a:moveTo>
                <a:cubicBezTo>
                  <a:pt x="104029" y="2001858"/>
                  <a:pt x="115522" y="2013352"/>
                  <a:pt x="115522" y="2027517"/>
                </a:cubicBezTo>
                <a:cubicBezTo>
                  <a:pt x="115522" y="2041682"/>
                  <a:pt x="104029" y="2053176"/>
                  <a:pt x="89864" y="2053176"/>
                </a:cubicBezTo>
                <a:cubicBezTo>
                  <a:pt x="75699" y="2053176"/>
                  <a:pt x="64205" y="2041682"/>
                  <a:pt x="64205" y="2027517"/>
                </a:cubicBezTo>
                <a:cubicBezTo>
                  <a:pt x="64205" y="2013352"/>
                  <a:pt x="75699" y="2001858"/>
                  <a:pt x="89864" y="2001858"/>
                </a:cubicBezTo>
                <a:close/>
                <a:moveTo>
                  <a:pt x="25659" y="2001858"/>
                </a:moveTo>
                <a:cubicBezTo>
                  <a:pt x="39824" y="2001858"/>
                  <a:pt x="51317" y="2013352"/>
                  <a:pt x="51317" y="2027517"/>
                </a:cubicBezTo>
                <a:cubicBezTo>
                  <a:pt x="51317" y="2041682"/>
                  <a:pt x="39824" y="2053176"/>
                  <a:pt x="25659" y="2053176"/>
                </a:cubicBezTo>
                <a:cubicBezTo>
                  <a:pt x="11494" y="2053176"/>
                  <a:pt x="0" y="2041682"/>
                  <a:pt x="0" y="2027517"/>
                </a:cubicBezTo>
                <a:cubicBezTo>
                  <a:pt x="0" y="2013352"/>
                  <a:pt x="11494" y="2001858"/>
                  <a:pt x="25659" y="2001858"/>
                </a:cubicBezTo>
                <a:close/>
                <a:moveTo>
                  <a:pt x="12163307" y="1934634"/>
                </a:moveTo>
                <a:cubicBezTo>
                  <a:pt x="12177471" y="1934634"/>
                  <a:pt x="12188965" y="1946129"/>
                  <a:pt x="12188965" y="1960293"/>
                </a:cubicBezTo>
                <a:cubicBezTo>
                  <a:pt x="12188965" y="1974458"/>
                  <a:pt x="12177471" y="1985952"/>
                  <a:pt x="12163307" y="1985952"/>
                </a:cubicBezTo>
                <a:cubicBezTo>
                  <a:pt x="12149141" y="1985952"/>
                  <a:pt x="12137649" y="1974458"/>
                  <a:pt x="12137649" y="1960293"/>
                </a:cubicBezTo>
                <a:cubicBezTo>
                  <a:pt x="12137649" y="1946129"/>
                  <a:pt x="12149141" y="1934634"/>
                  <a:pt x="12163307" y="1934634"/>
                </a:cubicBezTo>
                <a:close/>
                <a:moveTo>
                  <a:pt x="12099103" y="1934634"/>
                </a:moveTo>
                <a:cubicBezTo>
                  <a:pt x="12113273" y="1934634"/>
                  <a:pt x="12124761" y="1946122"/>
                  <a:pt x="12124761" y="1960293"/>
                </a:cubicBezTo>
                <a:cubicBezTo>
                  <a:pt x="12124761" y="1974465"/>
                  <a:pt x="12113273" y="1985952"/>
                  <a:pt x="12099103" y="1985952"/>
                </a:cubicBezTo>
                <a:cubicBezTo>
                  <a:pt x="12084931" y="1985952"/>
                  <a:pt x="12073441" y="1974465"/>
                  <a:pt x="12073441" y="1960293"/>
                </a:cubicBezTo>
                <a:cubicBezTo>
                  <a:pt x="12073441" y="1946122"/>
                  <a:pt x="12084931" y="1934634"/>
                  <a:pt x="12099103" y="1934634"/>
                </a:cubicBezTo>
                <a:close/>
                <a:moveTo>
                  <a:pt x="12034897" y="1934634"/>
                </a:moveTo>
                <a:cubicBezTo>
                  <a:pt x="12049061" y="1934634"/>
                  <a:pt x="12060557" y="1946129"/>
                  <a:pt x="12060557" y="1960293"/>
                </a:cubicBezTo>
                <a:cubicBezTo>
                  <a:pt x="12060557" y="1974458"/>
                  <a:pt x="12049061" y="1985952"/>
                  <a:pt x="12034897" y="1985952"/>
                </a:cubicBezTo>
                <a:cubicBezTo>
                  <a:pt x="12020731" y="1985952"/>
                  <a:pt x="12009237" y="1974458"/>
                  <a:pt x="12009237" y="1960293"/>
                </a:cubicBezTo>
                <a:cubicBezTo>
                  <a:pt x="12009237" y="1946129"/>
                  <a:pt x="12020731" y="1934634"/>
                  <a:pt x="12034897" y="1934634"/>
                </a:cubicBezTo>
                <a:close/>
                <a:moveTo>
                  <a:pt x="11970691" y="1934634"/>
                </a:moveTo>
                <a:cubicBezTo>
                  <a:pt x="11984855" y="1934634"/>
                  <a:pt x="11996349" y="1946129"/>
                  <a:pt x="11996349" y="1960293"/>
                </a:cubicBezTo>
                <a:cubicBezTo>
                  <a:pt x="11996349" y="1974458"/>
                  <a:pt x="11984855" y="1985952"/>
                  <a:pt x="11970691" y="1985952"/>
                </a:cubicBezTo>
                <a:cubicBezTo>
                  <a:pt x="11956525" y="1985952"/>
                  <a:pt x="11945033" y="1974458"/>
                  <a:pt x="11945033" y="1960293"/>
                </a:cubicBezTo>
                <a:cubicBezTo>
                  <a:pt x="11945033" y="1946129"/>
                  <a:pt x="11956525" y="1934634"/>
                  <a:pt x="11970691" y="1934634"/>
                </a:cubicBezTo>
                <a:close/>
                <a:moveTo>
                  <a:pt x="11906483" y="1934634"/>
                </a:moveTo>
                <a:cubicBezTo>
                  <a:pt x="11920649" y="1934634"/>
                  <a:pt x="11932145" y="1946129"/>
                  <a:pt x="11932145" y="1960293"/>
                </a:cubicBezTo>
                <a:cubicBezTo>
                  <a:pt x="11932145" y="1974458"/>
                  <a:pt x="11920649" y="1985952"/>
                  <a:pt x="11906483" y="1985952"/>
                </a:cubicBezTo>
                <a:cubicBezTo>
                  <a:pt x="11892321" y="1985952"/>
                  <a:pt x="11880825" y="1974458"/>
                  <a:pt x="11880825" y="1960293"/>
                </a:cubicBezTo>
                <a:cubicBezTo>
                  <a:pt x="11880825" y="1946129"/>
                  <a:pt x="11892321" y="1934634"/>
                  <a:pt x="11906483" y="1934634"/>
                </a:cubicBezTo>
                <a:close/>
                <a:moveTo>
                  <a:pt x="11842279" y="1934634"/>
                </a:moveTo>
                <a:cubicBezTo>
                  <a:pt x="11856445" y="1934634"/>
                  <a:pt x="11867941" y="1946129"/>
                  <a:pt x="11867941" y="1960293"/>
                </a:cubicBezTo>
                <a:cubicBezTo>
                  <a:pt x="11867941" y="1974458"/>
                  <a:pt x="11856445" y="1985952"/>
                  <a:pt x="11842279" y="1985952"/>
                </a:cubicBezTo>
                <a:cubicBezTo>
                  <a:pt x="11828117" y="1985952"/>
                  <a:pt x="11816621" y="1974458"/>
                  <a:pt x="11816621" y="1960293"/>
                </a:cubicBezTo>
                <a:cubicBezTo>
                  <a:pt x="11816621" y="1946129"/>
                  <a:pt x="11828117" y="1934634"/>
                  <a:pt x="11842279" y="1934634"/>
                </a:cubicBezTo>
                <a:close/>
                <a:moveTo>
                  <a:pt x="11775107" y="1934634"/>
                </a:moveTo>
                <a:cubicBezTo>
                  <a:pt x="11789271" y="1934634"/>
                  <a:pt x="11800767" y="1946129"/>
                  <a:pt x="11800767" y="1960293"/>
                </a:cubicBezTo>
                <a:cubicBezTo>
                  <a:pt x="11800767" y="1974458"/>
                  <a:pt x="11789271" y="1985952"/>
                  <a:pt x="11775107" y="1985952"/>
                </a:cubicBezTo>
                <a:cubicBezTo>
                  <a:pt x="11760941" y="1985952"/>
                  <a:pt x="11749449" y="1974458"/>
                  <a:pt x="11749449" y="1960293"/>
                </a:cubicBezTo>
                <a:cubicBezTo>
                  <a:pt x="11749449" y="1946129"/>
                  <a:pt x="11760941" y="1934634"/>
                  <a:pt x="11775107" y="1934634"/>
                </a:cubicBezTo>
                <a:close/>
                <a:moveTo>
                  <a:pt x="11710901" y="1934634"/>
                </a:moveTo>
                <a:cubicBezTo>
                  <a:pt x="11725067" y="1934634"/>
                  <a:pt x="11736561" y="1946129"/>
                  <a:pt x="11736561" y="1960293"/>
                </a:cubicBezTo>
                <a:cubicBezTo>
                  <a:pt x="11736561" y="1974458"/>
                  <a:pt x="11725067" y="1985952"/>
                  <a:pt x="11710901" y="1985952"/>
                </a:cubicBezTo>
                <a:cubicBezTo>
                  <a:pt x="11696737" y="1985952"/>
                  <a:pt x="11685243" y="1974458"/>
                  <a:pt x="11685243" y="1960293"/>
                </a:cubicBezTo>
                <a:cubicBezTo>
                  <a:pt x="11685243" y="1946129"/>
                  <a:pt x="11696737" y="1934634"/>
                  <a:pt x="11710901" y="1934634"/>
                </a:cubicBezTo>
                <a:close/>
                <a:moveTo>
                  <a:pt x="11646697" y="1934634"/>
                </a:moveTo>
                <a:cubicBezTo>
                  <a:pt x="11660859" y="1934634"/>
                  <a:pt x="11672355" y="1946129"/>
                  <a:pt x="11672355" y="1960293"/>
                </a:cubicBezTo>
                <a:cubicBezTo>
                  <a:pt x="11672355" y="1974458"/>
                  <a:pt x="11660859" y="1985952"/>
                  <a:pt x="11646697" y="1985952"/>
                </a:cubicBezTo>
                <a:cubicBezTo>
                  <a:pt x="11632529" y="1985952"/>
                  <a:pt x="11621037" y="1974458"/>
                  <a:pt x="11621037" y="1960293"/>
                </a:cubicBezTo>
                <a:cubicBezTo>
                  <a:pt x="11621037" y="1946129"/>
                  <a:pt x="11632529" y="1934634"/>
                  <a:pt x="11646697" y="1934634"/>
                </a:cubicBezTo>
                <a:close/>
                <a:moveTo>
                  <a:pt x="11582491" y="1934634"/>
                </a:moveTo>
                <a:cubicBezTo>
                  <a:pt x="11596655" y="1934634"/>
                  <a:pt x="11608149" y="1946129"/>
                  <a:pt x="11608149" y="1960293"/>
                </a:cubicBezTo>
                <a:cubicBezTo>
                  <a:pt x="11608149" y="1974458"/>
                  <a:pt x="11596655" y="1985952"/>
                  <a:pt x="11582491" y="1985952"/>
                </a:cubicBezTo>
                <a:cubicBezTo>
                  <a:pt x="11568325" y="1985952"/>
                  <a:pt x="11556833" y="1974458"/>
                  <a:pt x="11556833" y="1960293"/>
                </a:cubicBezTo>
                <a:cubicBezTo>
                  <a:pt x="11556833" y="1946129"/>
                  <a:pt x="11568325" y="1934634"/>
                  <a:pt x="11582491" y="1934634"/>
                </a:cubicBezTo>
                <a:close/>
                <a:moveTo>
                  <a:pt x="11518287" y="1934634"/>
                </a:moveTo>
                <a:cubicBezTo>
                  <a:pt x="11532457" y="1934634"/>
                  <a:pt x="11543945" y="1946122"/>
                  <a:pt x="11543945" y="1960293"/>
                </a:cubicBezTo>
                <a:cubicBezTo>
                  <a:pt x="11543945" y="1974465"/>
                  <a:pt x="11532457" y="1985952"/>
                  <a:pt x="11518287" y="1985952"/>
                </a:cubicBezTo>
                <a:cubicBezTo>
                  <a:pt x="11504115" y="1985952"/>
                  <a:pt x="11492627" y="1974465"/>
                  <a:pt x="11492627" y="1960293"/>
                </a:cubicBezTo>
                <a:cubicBezTo>
                  <a:pt x="11492627" y="1946122"/>
                  <a:pt x="11504115" y="1934634"/>
                  <a:pt x="11518287" y="1934634"/>
                </a:cubicBezTo>
                <a:close/>
                <a:moveTo>
                  <a:pt x="11454081" y="1934634"/>
                </a:moveTo>
                <a:cubicBezTo>
                  <a:pt x="11468253" y="1934634"/>
                  <a:pt x="11479739" y="1946122"/>
                  <a:pt x="11479739" y="1960293"/>
                </a:cubicBezTo>
                <a:cubicBezTo>
                  <a:pt x="11479739" y="1974465"/>
                  <a:pt x="11468253" y="1985952"/>
                  <a:pt x="11454081" y="1985952"/>
                </a:cubicBezTo>
                <a:cubicBezTo>
                  <a:pt x="11439909" y="1985952"/>
                  <a:pt x="11428421" y="1974465"/>
                  <a:pt x="11428421" y="1960293"/>
                </a:cubicBezTo>
                <a:cubicBezTo>
                  <a:pt x="11428421" y="1946122"/>
                  <a:pt x="11439909" y="1934634"/>
                  <a:pt x="11454081" y="1934634"/>
                </a:cubicBezTo>
                <a:close/>
                <a:moveTo>
                  <a:pt x="11389875" y="1934634"/>
                </a:moveTo>
                <a:cubicBezTo>
                  <a:pt x="11404040" y="1934634"/>
                  <a:pt x="11415533" y="1946129"/>
                  <a:pt x="11415533" y="1960293"/>
                </a:cubicBezTo>
                <a:cubicBezTo>
                  <a:pt x="11415533" y="1974458"/>
                  <a:pt x="11404040" y="1985952"/>
                  <a:pt x="11389875" y="1985952"/>
                </a:cubicBezTo>
                <a:cubicBezTo>
                  <a:pt x="11375710" y="1985952"/>
                  <a:pt x="11364217" y="1974458"/>
                  <a:pt x="11364217" y="1960293"/>
                </a:cubicBezTo>
                <a:cubicBezTo>
                  <a:pt x="11364217" y="1946129"/>
                  <a:pt x="11375710" y="1934634"/>
                  <a:pt x="11389875" y="1934634"/>
                </a:cubicBezTo>
                <a:close/>
                <a:moveTo>
                  <a:pt x="11325670" y="1934634"/>
                </a:moveTo>
                <a:cubicBezTo>
                  <a:pt x="11339835" y="1934634"/>
                  <a:pt x="11351329" y="1946129"/>
                  <a:pt x="11351329" y="1960293"/>
                </a:cubicBezTo>
                <a:cubicBezTo>
                  <a:pt x="11351329" y="1974458"/>
                  <a:pt x="11339835" y="1985952"/>
                  <a:pt x="11325670" y="1985952"/>
                </a:cubicBezTo>
                <a:cubicBezTo>
                  <a:pt x="11311505" y="1985952"/>
                  <a:pt x="11300012" y="1974458"/>
                  <a:pt x="11300012" y="1960293"/>
                </a:cubicBezTo>
                <a:cubicBezTo>
                  <a:pt x="11300012" y="1946129"/>
                  <a:pt x="11311505" y="1934634"/>
                  <a:pt x="11325670" y="1934634"/>
                </a:cubicBezTo>
                <a:close/>
                <a:moveTo>
                  <a:pt x="11261466" y="1934634"/>
                </a:moveTo>
                <a:cubicBezTo>
                  <a:pt x="11275628" y="1934634"/>
                  <a:pt x="11287124" y="1946129"/>
                  <a:pt x="11287124" y="1960293"/>
                </a:cubicBezTo>
                <a:cubicBezTo>
                  <a:pt x="11287124" y="1974458"/>
                  <a:pt x="11275628" y="1985952"/>
                  <a:pt x="11261466" y="1985952"/>
                </a:cubicBezTo>
                <a:cubicBezTo>
                  <a:pt x="11247301" y="1985952"/>
                  <a:pt x="11235805" y="1974458"/>
                  <a:pt x="11235805" y="1960293"/>
                </a:cubicBezTo>
                <a:cubicBezTo>
                  <a:pt x="11235805" y="1946129"/>
                  <a:pt x="11247301" y="1934634"/>
                  <a:pt x="11261466" y="1934634"/>
                </a:cubicBezTo>
                <a:close/>
                <a:moveTo>
                  <a:pt x="11197259" y="1934634"/>
                </a:moveTo>
                <a:cubicBezTo>
                  <a:pt x="11211424" y="1934634"/>
                  <a:pt x="11222917" y="1946129"/>
                  <a:pt x="11222917" y="1960293"/>
                </a:cubicBezTo>
                <a:cubicBezTo>
                  <a:pt x="11222917" y="1974458"/>
                  <a:pt x="11211424" y="1985952"/>
                  <a:pt x="11197259" y="1985952"/>
                </a:cubicBezTo>
                <a:cubicBezTo>
                  <a:pt x="11183094" y="1985952"/>
                  <a:pt x="11171601" y="1974458"/>
                  <a:pt x="11171601" y="1960293"/>
                </a:cubicBezTo>
                <a:cubicBezTo>
                  <a:pt x="11171601" y="1946129"/>
                  <a:pt x="11183094" y="1934634"/>
                  <a:pt x="11197259" y="1934634"/>
                </a:cubicBezTo>
                <a:close/>
                <a:moveTo>
                  <a:pt x="11133055" y="1934634"/>
                </a:moveTo>
                <a:cubicBezTo>
                  <a:pt x="11147225" y="1934634"/>
                  <a:pt x="11158713" y="1946122"/>
                  <a:pt x="11158713" y="1960293"/>
                </a:cubicBezTo>
                <a:cubicBezTo>
                  <a:pt x="11158713" y="1974465"/>
                  <a:pt x="11147225" y="1985952"/>
                  <a:pt x="11133055" y="1985952"/>
                </a:cubicBezTo>
                <a:cubicBezTo>
                  <a:pt x="11118884" y="1985952"/>
                  <a:pt x="11107396" y="1974465"/>
                  <a:pt x="11107396" y="1960293"/>
                </a:cubicBezTo>
                <a:cubicBezTo>
                  <a:pt x="11107396" y="1946122"/>
                  <a:pt x="11118884" y="1934634"/>
                  <a:pt x="11133055" y="1934634"/>
                </a:cubicBezTo>
                <a:close/>
                <a:moveTo>
                  <a:pt x="11068848" y="1934634"/>
                </a:moveTo>
                <a:cubicBezTo>
                  <a:pt x="11083021" y="1934634"/>
                  <a:pt x="11094509" y="1946122"/>
                  <a:pt x="11094509" y="1960293"/>
                </a:cubicBezTo>
                <a:cubicBezTo>
                  <a:pt x="11094509" y="1974465"/>
                  <a:pt x="11083021" y="1985952"/>
                  <a:pt x="11068848" y="1985952"/>
                </a:cubicBezTo>
                <a:cubicBezTo>
                  <a:pt x="11054677" y="1985952"/>
                  <a:pt x="11043189" y="1974465"/>
                  <a:pt x="11043189" y="1960293"/>
                </a:cubicBezTo>
                <a:cubicBezTo>
                  <a:pt x="11043189" y="1946122"/>
                  <a:pt x="11054677" y="1934634"/>
                  <a:pt x="11068848" y="1934634"/>
                </a:cubicBezTo>
                <a:close/>
                <a:moveTo>
                  <a:pt x="11004643" y="1934634"/>
                </a:moveTo>
                <a:cubicBezTo>
                  <a:pt x="11018808" y="1934634"/>
                  <a:pt x="11030301" y="1946129"/>
                  <a:pt x="11030301" y="1960293"/>
                </a:cubicBezTo>
                <a:cubicBezTo>
                  <a:pt x="11030301" y="1974458"/>
                  <a:pt x="11018808" y="1985952"/>
                  <a:pt x="11004643" y="1985952"/>
                </a:cubicBezTo>
                <a:cubicBezTo>
                  <a:pt x="10990478" y="1985952"/>
                  <a:pt x="10978985" y="1974458"/>
                  <a:pt x="10978985" y="1960293"/>
                </a:cubicBezTo>
                <a:cubicBezTo>
                  <a:pt x="10978985" y="1946129"/>
                  <a:pt x="10990478" y="1934634"/>
                  <a:pt x="11004643" y="1934634"/>
                </a:cubicBezTo>
                <a:close/>
                <a:moveTo>
                  <a:pt x="10940321" y="1934634"/>
                </a:moveTo>
                <a:cubicBezTo>
                  <a:pt x="10954604" y="1934634"/>
                  <a:pt x="10965982" y="1946129"/>
                  <a:pt x="10965982" y="1960293"/>
                </a:cubicBezTo>
                <a:cubicBezTo>
                  <a:pt x="10965982" y="1974458"/>
                  <a:pt x="10954486" y="1985952"/>
                  <a:pt x="10940321" y="1985952"/>
                </a:cubicBezTo>
                <a:cubicBezTo>
                  <a:pt x="10926156" y="1985952"/>
                  <a:pt x="10914663" y="1974458"/>
                  <a:pt x="10914663" y="1960293"/>
                </a:cubicBezTo>
                <a:cubicBezTo>
                  <a:pt x="10914663" y="1946129"/>
                  <a:pt x="10926156" y="1934634"/>
                  <a:pt x="10940321" y="1934634"/>
                </a:cubicBezTo>
                <a:close/>
                <a:moveTo>
                  <a:pt x="10876117" y="1934634"/>
                </a:moveTo>
                <a:cubicBezTo>
                  <a:pt x="10890282" y="1934634"/>
                  <a:pt x="10901775" y="1946129"/>
                  <a:pt x="10901775" y="1960293"/>
                </a:cubicBezTo>
                <a:cubicBezTo>
                  <a:pt x="10901775" y="1974458"/>
                  <a:pt x="10890282" y="1985952"/>
                  <a:pt x="10876117" y="1985952"/>
                </a:cubicBezTo>
                <a:cubicBezTo>
                  <a:pt x="10861952" y="1985952"/>
                  <a:pt x="10850459" y="1974458"/>
                  <a:pt x="10850459" y="1960293"/>
                </a:cubicBezTo>
                <a:cubicBezTo>
                  <a:pt x="10850459" y="1946129"/>
                  <a:pt x="10861952" y="1934634"/>
                  <a:pt x="10876117" y="1934634"/>
                </a:cubicBezTo>
                <a:close/>
                <a:moveTo>
                  <a:pt x="10811912" y="1934634"/>
                </a:moveTo>
                <a:cubicBezTo>
                  <a:pt x="10826077" y="1934634"/>
                  <a:pt x="10837571" y="1946129"/>
                  <a:pt x="10837571" y="1960293"/>
                </a:cubicBezTo>
                <a:cubicBezTo>
                  <a:pt x="10837571" y="1974458"/>
                  <a:pt x="10826077" y="1985952"/>
                  <a:pt x="10811912" y="1985952"/>
                </a:cubicBezTo>
                <a:cubicBezTo>
                  <a:pt x="10797747" y="1985952"/>
                  <a:pt x="10786254" y="1974458"/>
                  <a:pt x="10786254" y="1960293"/>
                </a:cubicBezTo>
                <a:cubicBezTo>
                  <a:pt x="10786254" y="1946129"/>
                  <a:pt x="10797747" y="1934634"/>
                  <a:pt x="10811912" y="1934634"/>
                </a:cubicBezTo>
                <a:close/>
                <a:moveTo>
                  <a:pt x="10747708" y="1934634"/>
                </a:moveTo>
                <a:cubicBezTo>
                  <a:pt x="10761878" y="1934634"/>
                  <a:pt x="10773366" y="1946122"/>
                  <a:pt x="10773366" y="1960293"/>
                </a:cubicBezTo>
                <a:cubicBezTo>
                  <a:pt x="10773366" y="1974465"/>
                  <a:pt x="10761878" y="1985952"/>
                  <a:pt x="10747708" y="1985952"/>
                </a:cubicBezTo>
                <a:cubicBezTo>
                  <a:pt x="10733535" y="1985952"/>
                  <a:pt x="10722047" y="1974465"/>
                  <a:pt x="10722047" y="1960293"/>
                </a:cubicBezTo>
                <a:cubicBezTo>
                  <a:pt x="10722047" y="1946122"/>
                  <a:pt x="10733535" y="1934634"/>
                  <a:pt x="10747708" y="1934634"/>
                </a:cubicBezTo>
                <a:close/>
                <a:moveTo>
                  <a:pt x="10683501" y="1934634"/>
                </a:moveTo>
                <a:cubicBezTo>
                  <a:pt x="10697666" y="1934634"/>
                  <a:pt x="10709159" y="1946129"/>
                  <a:pt x="10709159" y="1960293"/>
                </a:cubicBezTo>
                <a:cubicBezTo>
                  <a:pt x="10709159" y="1974458"/>
                  <a:pt x="10697666" y="1985952"/>
                  <a:pt x="10683501" y="1985952"/>
                </a:cubicBezTo>
                <a:cubicBezTo>
                  <a:pt x="10669336" y="1985952"/>
                  <a:pt x="10657843" y="1974458"/>
                  <a:pt x="10657843" y="1960293"/>
                </a:cubicBezTo>
                <a:cubicBezTo>
                  <a:pt x="10657843" y="1946129"/>
                  <a:pt x="10669336" y="1934634"/>
                  <a:pt x="10683501" y="1934634"/>
                </a:cubicBezTo>
                <a:close/>
                <a:moveTo>
                  <a:pt x="10619297" y="1934634"/>
                </a:moveTo>
                <a:cubicBezTo>
                  <a:pt x="10633462" y="1934634"/>
                  <a:pt x="10644955" y="1946129"/>
                  <a:pt x="10644955" y="1960293"/>
                </a:cubicBezTo>
                <a:cubicBezTo>
                  <a:pt x="10644955" y="1974458"/>
                  <a:pt x="10633462" y="1985952"/>
                  <a:pt x="10619297" y="1985952"/>
                </a:cubicBezTo>
                <a:cubicBezTo>
                  <a:pt x="10605132" y="1985952"/>
                  <a:pt x="10593639" y="1974458"/>
                  <a:pt x="10593639" y="1960293"/>
                </a:cubicBezTo>
                <a:cubicBezTo>
                  <a:pt x="10593639" y="1946129"/>
                  <a:pt x="10605132" y="1934634"/>
                  <a:pt x="10619297" y="1934634"/>
                </a:cubicBezTo>
                <a:close/>
                <a:moveTo>
                  <a:pt x="10555092" y="1934634"/>
                </a:moveTo>
                <a:cubicBezTo>
                  <a:pt x="10569255" y="1934634"/>
                  <a:pt x="10580751" y="1946129"/>
                  <a:pt x="10580751" y="1960293"/>
                </a:cubicBezTo>
                <a:cubicBezTo>
                  <a:pt x="10580751" y="1974458"/>
                  <a:pt x="10569255" y="1985952"/>
                  <a:pt x="10555092" y="1985952"/>
                </a:cubicBezTo>
                <a:cubicBezTo>
                  <a:pt x="10540927" y="1985952"/>
                  <a:pt x="10529432" y="1974458"/>
                  <a:pt x="10529432" y="1960293"/>
                </a:cubicBezTo>
                <a:cubicBezTo>
                  <a:pt x="10529432" y="1946129"/>
                  <a:pt x="10540927" y="1934634"/>
                  <a:pt x="10555092" y="1934634"/>
                </a:cubicBezTo>
                <a:close/>
                <a:moveTo>
                  <a:pt x="10490885" y="1934634"/>
                </a:moveTo>
                <a:cubicBezTo>
                  <a:pt x="10505050" y="1934634"/>
                  <a:pt x="10516544" y="1946129"/>
                  <a:pt x="10516544" y="1960293"/>
                </a:cubicBezTo>
                <a:cubicBezTo>
                  <a:pt x="10516544" y="1974458"/>
                  <a:pt x="10505050" y="1985952"/>
                  <a:pt x="10490885" y="1985952"/>
                </a:cubicBezTo>
                <a:cubicBezTo>
                  <a:pt x="10476720" y="1985952"/>
                  <a:pt x="10465227" y="1974458"/>
                  <a:pt x="10465227" y="1960293"/>
                </a:cubicBezTo>
                <a:cubicBezTo>
                  <a:pt x="10465227" y="1946129"/>
                  <a:pt x="10476720" y="1934634"/>
                  <a:pt x="10490885" y="1934634"/>
                </a:cubicBezTo>
                <a:close/>
                <a:moveTo>
                  <a:pt x="10426681" y="1934634"/>
                </a:moveTo>
                <a:cubicBezTo>
                  <a:pt x="10440851" y="1934634"/>
                  <a:pt x="10452339" y="1946122"/>
                  <a:pt x="10452339" y="1960293"/>
                </a:cubicBezTo>
                <a:cubicBezTo>
                  <a:pt x="10452339" y="1974465"/>
                  <a:pt x="10440851" y="1985952"/>
                  <a:pt x="10426681" y="1985952"/>
                </a:cubicBezTo>
                <a:cubicBezTo>
                  <a:pt x="10412508" y="1985952"/>
                  <a:pt x="10401023" y="1974465"/>
                  <a:pt x="10401023" y="1960293"/>
                </a:cubicBezTo>
                <a:cubicBezTo>
                  <a:pt x="10401023" y="1946122"/>
                  <a:pt x="10412508" y="1934634"/>
                  <a:pt x="10426681" y="1934634"/>
                </a:cubicBezTo>
                <a:close/>
                <a:moveTo>
                  <a:pt x="10362474" y="1934634"/>
                </a:moveTo>
                <a:cubicBezTo>
                  <a:pt x="10376647" y="1934634"/>
                  <a:pt x="10388135" y="1946122"/>
                  <a:pt x="10388135" y="1960293"/>
                </a:cubicBezTo>
                <a:cubicBezTo>
                  <a:pt x="10388135" y="1974465"/>
                  <a:pt x="10376647" y="1985952"/>
                  <a:pt x="10362474" y="1985952"/>
                </a:cubicBezTo>
                <a:cubicBezTo>
                  <a:pt x="10348304" y="1985952"/>
                  <a:pt x="10336816" y="1974465"/>
                  <a:pt x="10336816" y="1960293"/>
                </a:cubicBezTo>
                <a:cubicBezTo>
                  <a:pt x="10336816" y="1946122"/>
                  <a:pt x="10348304" y="1934634"/>
                  <a:pt x="10362474" y="1934634"/>
                </a:cubicBezTo>
                <a:close/>
                <a:moveTo>
                  <a:pt x="10298270" y="1934634"/>
                </a:moveTo>
                <a:cubicBezTo>
                  <a:pt x="10312435" y="1934634"/>
                  <a:pt x="10323928" y="1946129"/>
                  <a:pt x="10323928" y="1960293"/>
                </a:cubicBezTo>
                <a:cubicBezTo>
                  <a:pt x="10323928" y="1974458"/>
                  <a:pt x="10312435" y="1985952"/>
                  <a:pt x="10298270" y="1985952"/>
                </a:cubicBezTo>
                <a:cubicBezTo>
                  <a:pt x="10284105" y="1985952"/>
                  <a:pt x="10272611" y="1974458"/>
                  <a:pt x="10272611" y="1960293"/>
                </a:cubicBezTo>
                <a:cubicBezTo>
                  <a:pt x="10272611" y="1946129"/>
                  <a:pt x="10284105" y="1934634"/>
                  <a:pt x="10298270" y="1934634"/>
                </a:cubicBezTo>
                <a:close/>
                <a:moveTo>
                  <a:pt x="10234065" y="1934634"/>
                </a:moveTo>
                <a:cubicBezTo>
                  <a:pt x="10248228" y="1934634"/>
                  <a:pt x="10259723" y="1946129"/>
                  <a:pt x="10259723" y="1960293"/>
                </a:cubicBezTo>
                <a:cubicBezTo>
                  <a:pt x="10259723" y="1974458"/>
                  <a:pt x="10248228" y="1985952"/>
                  <a:pt x="10234065" y="1985952"/>
                </a:cubicBezTo>
                <a:cubicBezTo>
                  <a:pt x="10219900" y="1985952"/>
                  <a:pt x="10208404" y="1974458"/>
                  <a:pt x="10208404" y="1960293"/>
                </a:cubicBezTo>
                <a:cubicBezTo>
                  <a:pt x="10208404" y="1946129"/>
                  <a:pt x="10219900" y="1934634"/>
                  <a:pt x="10234065" y="1934634"/>
                </a:cubicBezTo>
                <a:close/>
                <a:moveTo>
                  <a:pt x="10169858" y="1934634"/>
                </a:moveTo>
                <a:cubicBezTo>
                  <a:pt x="10184023" y="1934634"/>
                  <a:pt x="10195519" y="1946129"/>
                  <a:pt x="10195519" y="1960293"/>
                </a:cubicBezTo>
                <a:cubicBezTo>
                  <a:pt x="10195519" y="1974458"/>
                  <a:pt x="10184023" y="1985952"/>
                  <a:pt x="10169858" y="1985952"/>
                </a:cubicBezTo>
                <a:cubicBezTo>
                  <a:pt x="10155693" y="1985952"/>
                  <a:pt x="10144200" y="1974458"/>
                  <a:pt x="10144200" y="1960293"/>
                </a:cubicBezTo>
                <a:cubicBezTo>
                  <a:pt x="10144200" y="1946129"/>
                  <a:pt x="10155693" y="1934634"/>
                  <a:pt x="10169858" y="1934634"/>
                </a:cubicBezTo>
                <a:close/>
                <a:moveTo>
                  <a:pt x="10105654" y="1934634"/>
                </a:moveTo>
                <a:cubicBezTo>
                  <a:pt x="10119819" y="1934634"/>
                  <a:pt x="10131312" y="1946129"/>
                  <a:pt x="10131312" y="1960293"/>
                </a:cubicBezTo>
                <a:cubicBezTo>
                  <a:pt x="10131312" y="1974458"/>
                  <a:pt x="10119819" y="1985952"/>
                  <a:pt x="10105654" y="1985952"/>
                </a:cubicBezTo>
                <a:cubicBezTo>
                  <a:pt x="10091489" y="1985952"/>
                  <a:pt x="10079996" y="1974458"/>
                  <a:pt x="10079996" y="1960293"/>
                </a:cubicBezTo>
                <a:cubicBezTo>
                  <a:pt x="10079996" y="1946129"/>
                  <a:pt x="10091489" y="1934634"/>
                  <a:pt x="10105654" y="1934634"/>
                </a:cubicBezTo>
                <a:close/>
                <a:moveTo>
                  <a:pt x="10041450" y="1934634"/>
                </a:moveTo>
                <a:cubicBezTo>
                  <a:pt x="10055620" y="1934634"/>
                  <a:pt x="10067108" y="1946122"/>
                  <a:pt x="10067108" y="1960293"/>
                </a:cubicBezTo>
                <a:cubicBezTo>
                  <a:pt x="10067108" y="1974465"/>
                  <a:pt x="10055620" y="1985952"/>
                  <a:pt x="10041450" y="1985952"/>
                </a:cubicBezTo>
                <a:cubicBezTo>
                  <a:pt x="10027279" y="1985952"/>
                  <a:pt x="10015789" y="1974465"/>
                  <a:pt x="10015789" y="1960293"/>
                </a:cubicBezTo>
                <a:cubicBezTo>
                  <a:pt x="10015789" y="1946122"/>
                  <a:pt x="10027279" y="1934634"/>
                  <a:pt x="10041450" y="1934634"/>
                </a:cubicBezTo>
                <a:close/>
                <a:moveTo>
                  <a:pt x="9977242" y="1934634"/>
                </a:moveTo>
                <a:cubicBezTo>
                  <a:pt x="9991416" y="1934634"/>
                  <a:pt x="10002903" y="1946122"/>
                  <a:pt x="10002903" y="1960293"/>
                </a:cubicBezTo>
                <a:cubicBezTo>
                  <a:pt x="10002903" y="1974465"/>
                  <a:pt x="9991416" y="1985952"/>
                  <a:pt x="9977242" y="1985952"/>
                </a:cubicBezTo>
                <a:cubicBezTo>
                  <a:pt x="9963072" y="1985952"/>
                  <a:pt x="9951584" y="1974465"/>
                  <a:pt x="9951584" y="1960293"/>
                </a:cubicBezTo>
                <a:cubicBezTo>
                  <a:pt x="9951584" y="1946122"/>
                  <a:pt x="9963072" y="1934634"/>
                  <a:pt x="9977242" y="1934634"/>
                </a:cubicBezTo>
                <a:close/>
                <a:moveTo>
                  <a:pt x="9913038" y="1934634"/>
                </a:moveTo>
                <a:cubicBezTo>
                  <a:pt x="9927203" y="1934634"/>
                  <a:pt x="9938696" y="1946129"/>
                  <a:pt x="9938696" y="1960293"/>
                </a:cubicBezTo>
                <a:cubicBezTo>
                  <a:pt x="9938696" y="1974458"/>
                  <a:pt x="9927203" y="1985952"/>
                  <a:pt x="9913038" y="1985952"/>
                </a:cubicBezTo>
                <a:cubicBezTo>
                  <a:pt x="9898873" y="1985952"/>
                  <a:pt x="9887380" y="1974458"/>
                  <a:pt x="9887380" y="1960293"/>
                </a:cubicBezTo>
                <a:cubicBezTo>
                  <a:pt x="9887380" y="1946129"/>
                  <a:pt x="9898873" y="1934634"/>
                  <a:pt x="9913038" y="1934634"/>
                </a:cubicBezTo>
                <a:close/>
                <a:moveTo>
                  <a:pt x="9848716" y="1934634"/>
                </a:moveTo>
                <a:cubicBezTo>
                  <a:pt x="9862996" y="1934634"/>
                  <a:pt x="9874374" y="1946129"/>
                  <a:pt x="9874374" y="1960293"/>
                </a:cubicBezTo>
                <a:cubicBezTo>
                  <a:pt x="9874374" y="1974458"/>
                  <a:pt x="9862881" y="1985952"/>
                  <a:pt x="9848716" y="1985952"/>
                </a:cubicBezTo>
                <a:cubicBezTo>
                  <a:pt x="9834551" y="1985952"/>
                  <a:pt x="9823058" y="1974458"/>
                  <a:pt x="9823058" y="1960293"/>
                </a:cubicBezTo>
                <a:cubicBezTo>
                  <a:pt x="9823058" y="1946129"/>
                  <a:pt x="9834551" y="1934634"/>
                  <a:pt x="9848716" y="1934634"/>
                </a:cubicBezTo>
                <a:close/>
                <a:moveTo>
                  <a:pt x="9784512" y="1934634"/>
                </a:moveTo>
                <a:cubicBezTo>
                  <a:pt x="9798677" y="1934634"/>
                  <a:pt x="9810170" y="1946129"/>
                  <a:pt x="9810170" y="1960293"/>
                </a:cubicBezTo>
                <a:cubicBezTo>
                  <a:pt x="9810170" y="1974458"/>
                  <a:pt x="9798677" y="1985952"/>
                  <a:pt x="9784512" y="1985952"/>
                </a:cubicBezTo>
                <a:cubicBezTo>
                  <a:pt x="9770347" y="1985952"/>
                  <a:pt x="9758853" y="1974458"/>
                  <a:pt x="9758853" y="1960293"/>
                </a:cubicBezTo>
                <a:cubicBezTo>
                  <a:pt x="9758853" y="1946129"/>
                  <a:pt x="9770347" y="1934634"/>
                  <a:pt x="9784512" y="1934634"/>
                </a:cubicBezTo>
                <a:close/>
                <a:moveTo>
                  <a:pt x="9720307" y="1934634"/>
                </a:moveTo>
                <a:cubicBezTo>
                  <a:pt x="9734470" y="1934634"/>
                  <a:pt x="9745965" y="1946129"/>
                  <a:pt x="9745965" y="1960293"/>
                </a:cubicBezTo>
                <a:cubicBezTo>
                  <a:pt x="9745965" y="1974458"/>
                  <a:pt x="9734470" y="1985952"/>
                  <a:pt x="9720307" y="1985952"/>
                </a:cubicBezTo>
                <a:cubicBezTo>
                  <a:pt x="9706142" y="1985952"/>
                  <a:pt x="9694646" y="1974458"/>
                  <a:pt x="9694646" y="1960293"/>
                </a:cubicBezTo>
                <a:cubicBezTo>
                  <a:pt x="9694646" y="1946129"/>
                  <a:pt x="9706142" y="1934634"/>
                  <a:pt x="9720307" y="1934634"/>
                </a:cubicBezTo>
                <a:close/>
                <a:moveTo>
                  <a:pt x="9656100" y="1934634"/>
                </a:moveTo>
                <a:cubicBezTo>
                  <a:pt x="9670271" y="1934634"/>
                  <a:pt x="9681758" y="1946122"/>
                  <a:pt x="9681758" y="1960293"/>
                </a:cubicBezTo>
                <a:cubicBezTo>
                  <a:pt x="9681758" y="1974465"/>
                  <a:pt x="9670271" y="1985952"/>
                  <a:pt x="9656100" y="1985952"/>
                </a:cubicBezTo>
                <a:cubicBezTo>
                  <a:pt x="9641930" y="1985952"/>
                  <a:pt x="9630442" y="1974465"/>
                  <a:pt x="9630442" y="1960293"/>
                </a:cubicBezTo>
                <a:cubicBezTo>
                  <a:pt x="9630442" y="1946122"/>
                  <a:pt x="9641930" y="1934634"/>
                  <a:pt x="9656100" y="1934634"/>
                </a:cubicBezTo>
                <a:close/>
                <a:moveTo>
                  <a:pt x="9591896" y="1934634"/>
                </a:moveTo>
                <a:cubicBezTo>
                  <a:pt x="9606061" y="1934634"/>
                  <a:pt x="9617554" y="1946129"/>
                  <a:pt x="9617554" y="1960293"/>
                </a:cubicBezTo>
                <a:cubicBezTo>
                  <a:pt x="9617554" y="1974458"/>
                  <a:pt x="9606061" y="1985952"/>
                  <a:pt x="9591896" y="1985952"/>
                </a:cubicBezTo>
                <a:cubicBezTo>
                  <a:pt x="9577731" y="1985952"/>
                  <a:pt x="9566238" y="1974458"/>
                  <a:pt x="9566238" y="1960293"/>
                </a:cubicBezTo>
                <a:cubicBezTo>
                  <a:pt x="9566238" y="1946129"/>
                  <a:pt x="9577731" y="1934634"/>
                  <a:pt x="9591896" y="1934634"/>
                </a:cubicBezTo>
                <a:close/>
                <a:moveTo>
                  <a:pt x="9527689" y="1934634"/>
                </a:moveTo>
                <a:cubicBezTo>
                  <a:pt x="9541854" y="1934634"/>
                  <a:pt x="9553350" y="1946129"/>
                  <a:pt x="9553350" y="1960293"/>
                </a:cubicBezTo>
                <a:cubicBezTo>
                  <a:pt x="9553350" y="1974458"/>
                  <a:pt x="9541854" y="1985952"/>
                  <a:pt x="9527689" y="1985952"/>
                </a:cubicBezTo>
                <a:cubicBezTo>
                  <a:pt x="9513524" y="1985952"/>
                  <a:pt x="9502031" y="1974458"/>
                  <a:pt x="9502031" y="1960293"/>
                </a:cubicBezTo>
                <a:cubicBezTo>
                  <a:pt x="9502031" y="1946129"/>
                  <a:pt x="9513524" y="1934634"/>
                  <a:pt x="9527689" y="1934634"/>
                </a:cubicBezTo>
                <a:close/>
                <a:moveTo>
                  <a:pt x="9463485" y="1934634"/>
                </a:moveTo>
                <a:cubicBezTo>
                  <a:pt x="9477650" y="1934634"/>
                  <a:pt x="9489143" y="1946129"/>
                  <a:pt x="9489143" y="1960293"/>
                </a:cubicBezTo>
                <a:cubicBezTo>
                  <a:pt x="9489143" y="1974458"/>
                  <a:pt x="9477650" y="1985952"/>
                  <a:pt x="9463485" y="1985952"/>
                </a:cubicBezTo>
                <a:cubicBezTo>
                  <a:pt x="9449320" y="1985952"/>
                  <a:pt x="9437826" y="1974458"/>
                  <a:pt x="9437826" y="1960293"/>
                </a:cubicBezTo>
                <a:cubicBezTo>
                  <a:pt x="9437826" y="1946129"/>
                  <a:pt x="9449320" y="1934634"/>
                  <a:pt x="9463485" y="1934634"/>
                </a:cubicBezTo>
                <a:close/>
                <a:moveTo>
                  <a:pt x="9399280" y="1934634"/>
                </a:moveTo>
                <a:cubicBezTo>
                  <a:pt x="9413445" y="1934634"/>
                  <a:pt x="9424938" y="1946129"/>
                  <a:pt x="9424938" y="1960293"/>
                </a:cubicBezTo>
                <a:cubicBezTo>
                  <a:pt x="9424938" y="1974458"/>
                  <a:pt x="9413445" y="1985952"/>
                  <a:pt x="9399280" y="1985952"/>
                </a:cubicBezTo>
                <a:cubicBezTo>
                  <a:pt x="9385115" y="1985952"/>
                  <a:pt x="9373619" y="1974458"/>
                  <a:pt x="9373619" y="1960293"/>
                </a:cubicBezTo>
                <a:cubicBezTo>
                  <a:pt x="9373619" y="1946129"/>
                  <a:pt x="9385115" y="1934634"/>
                  <a:pt x="9399280" y="1934634"/>
                </a:cubicBezTo>
                <a:close/>
                <a:moveTo>
                  <a:pt x="9335073" y="1934634"/>
                </a:moveTo>
                <a:cubicBezTo>
                  <a:pt x="9349246" y="1934634"/>
                  <a:pt x="9360734" y="1946122"/>
                  <a:pt x="9360734" y="1960293"/>
                </a:cubicBezTo>
                <a:cubicBezTo>
                  <a:pt x="9360734" y="1974465"/>
                  <a:pt x="9349246" y="1985952"/>
                  <a:pt x="9335073" y="1985952"/>
                </a:cubicBezTo>
                <a:cubicBezTo>
                  <a:pt x="9320903" y="1985952"/>
                  <a:pt x="9309415" y="1974465"/>
                  <a:pt x="9309415" y="1960293"/>
                </a:cubicBezTo>
                <a:cubicBezTo>
                  <a:pt x="9309415" y="1946122"/>
                  <a:pt x="9320903" y="1934634"/>
                  <a:pt x="9335073" y="1934634"/>
                </a:cubicBezTo>
                <a:close/>
                <a:moveTo>
                  <a:pt x="9270869" y="1934634"/>
                </a:moveTo>
                <a:cubicBezTo>
                  <a:pt x="9285039" y="1934634"/>
                  <a:pt x="9296527" y="1946122"/>
                  <a:pt x="9296527" y="1960293"/>
                </a:cubicBezTo>
                <a:cubicBezTo>
                  <a:pt x="9296527" y="1974465"/>
                  <a:pt x="9285039" y="1985952"/>
                  <a:pt x="9270869" y="1985952"/>
                </a:cubicBezTo>
                <a:cubicBezTo>
                  <a:pt x="9256698" y="1985952"/>
                  <a:pt x="9245211" y="1974465"/>
                  <a:pt x="9245211" y="1960293"/>
                </a:cubicBezTo>
                <a:cubicBezTo>
                  <a:pt x="9245211" y="1946122"/>
                  <a:pt x="9256698" y="1934634"/>
                  <a:pt x="9270869" y="1934634"/>
                </a:cubicBezTo>
                <a:close/>
                <a:moveTo>
                  <a:pt x="9206664" y="1934634"/>
                </a:moveTo>
                <a:cubicBezTo>
                  <a:pt x="9220829" y="1934634"/>
                  <a:pt x="9232323" y="1946129"/>
                  <a:pt x="9232323" y="1960293"/>
                </a:cubicBezTo>
                <a:cubicBezTo>
                  <a:pt x="9232323" y="1974458"/>
                  <a:pt x="9220829" y="1985952"/>
                  <a:pt x="9206664" y="1985952"/>
                </a:cubicBezTo>
                <a:cubicBezTo>
                  <a:pt x="9192499" y="1985952"/>
                  <a:pt x="9181006" y="1974458"/>
                  <a:pt x="9181006" y="1960293"/>
                </a:cubicBezTo>
                <a:cubicBezTo>
                  <a:pt x="9181006" y="1946129"/>
                  <a:pt x="9192499" y="1934634"/>
                  <a:pt x="9206664" y="1934634"/>
                </a:cubicBezTo>
                <a:close/>
                <a:moveTo>
                  <a:pt x="9142457" y="1934634"/>
                </a:moveTo>
                <a:cubicBezTo>
                  <a:pt x="9156622" y="1934634"/>
                  <a:pt x="9168118" y="1946129"/>
                  <a:pt x="9168118" y="1960293"/>
                </a:cubicBezTo>
                <a:cubicBezTo>
                  <a:pt x="9168118" y="1974458"/>
                  <a:pt x="9156622" y="1985952"/>
                  <a:pt x="9142457" y="1985952"/>
                </a:cubicBezTo>
                <a:cubicBezTo>
                  <a:pt x="9128292" y="1985952"/>
                  <a:pt x="9116799" y="1974458"/>
                  <a:pt x="9116799" y="1960293"/>
                </a:cubicBezTo>
                <a:cubicBezTo>
                  <a:pt x="9116799" y="1946129"/>
                  <a:pt x="9128292" y="1934634"/>
                  <a:pt x="9142457" y="1934634"/>
                </a:cubicBezTo>
                <a:close/>
                <a:moveTo>
                  <a:pt x="9078253" y="1934634"/>
                </a:moveTo>
                <a:cubicBezTo>
                  <a:pt x="9092418" y="1934634"/>
                  <a:pt x="9103911" y="1946129"/>
                  <a:pt x="9103911" y="1960293"/>
                </a:cubicBezTo>
                <a:cubicBezTo>
                  <a:pt x="9103911" y="1974458"/>
                  <a:pt x="9092418" y="1985952"/>
                  <a:pt x="9078253" y="1985952"/>
                </a:cubicBezTo>
                <a:cubicBezTo>
                  <a:pt x="9064088" y="1985952"/>
                  <a:pt x="9052595" y="1974458"/>
                  <a:pt x="9052595" y="1960293"/>
                </a:cubicBezTo>
                <a:cubicBezTo>
                  <a:pt x="9052595" y="1946129"/>
                  <a:pt x="9064088" y="1934634"/>
                  <a:pt x="9078253" y="1934634"/>
                </a:cubicBezTo>
                <a:close/>
                <a:moveTo>
                  <a:pt x="9014049" y="1934634"/>
                </a:moveTo>
                <a:cubicBezTo>
                  <a:pt x="9028214" y="1934634"/>
                  <a:pt x="9039707" y="1946129"/>
                  <a:pt x="9039707" y="1960293"/>
                </a:cubicBezTo>
                <a:cubicBezTo>
                  <a:pt x="9039707" y="1974458"/>
                  <a:pt x="9028214" y="1985952"/>
                  <a:pt x="9014049" y="1985952"/>
                </a:cubicBezTo>
                <a:cubicBezTo>
                  <a:pt x="8999884" y="1985952"/>
                  <a:pt x="8988388" y="1974458"/>
                  <a:pt x="8988388" y="1960293"/>
                </a:cubicBezTo>
                <a:cubicBezTo>
                  <a:pt x="8988388" y="1946129"/>
                  <a:pt x="8999884" y="1934634"/>
                  <a:pt x="9014049" y="1934634"/>
                </a:cubicBezTo>
                <a:close/>
                <a:moveTo>
                  <a:pt x="8949842" y="1934634"/>
                </a:moveTo>
                <a:cubicBezTo>
                  <a:pt x="8964015" y="1934634"/>
                  <a:pt x="8975503" y="1946122"/>
                  <a:pt x="8975503" y="1960293"/>
                </a:cubicBezTo>
                <a:cubicBezTo>
                  <a:pt x="8975503" y="1974465"/>
                  <a:pt x="8964015" y="1985952"/>
                  <a:pt x="8949842" y="1985952"/>
                </a:cubicBezTo>
                <a:cubicBezTo>
                  <a:pt x="8935671" y="1985952"/>
                  <a:pt x="8924183" y="1974465"/>
                  <a:pt x="8924183" y="1960293"/>
                </a:cubicBezTo>
                <a:cubicBezTo>
                  <a:pt x="8924183" y="1946122"/>
                  <a:pt x="8935671" y="1934634"/>
                  <a:pt x="8949842" y="1934634"/>
                </a:cubicBezTo>
                <a:close/>
                <a:moveTo>
                  <a:pt x="8885637" y="1934634"/>
                </a:moveTo>
                <a:cubicBezTo>
                  <a:pt x="8899808" y="1934634"/>
                  <a:pt x="8911296" y="1946122"/>
                  <a:pt x="8911296" y="1960293"/>
                </a:cubicBezTo>
                <a:cubicBezTo>
                  <a:pt x="8911296" y="1974465"/>
                  <a:pt x="8899808" y="1985952"/>
                  <a:pt x="8885637" y="1985952"/>
                </a:cubicBezTo>
                <a:cubicBezTo>
                  <a:pt x="8871467" y="1985952"/>
                  <a:pt x="8859979" y="1974465"/>
                  <a:pt x="8859979" y="1960293"/>
                </a:cubicBezTo>
                <a:cubicBezTo>
                  <a:pt x="8859979" y="1946122"/>
                  <a:pt x="8871467" y="1934634"/>
                  <a:pt x="8885637" y="1934634"/>
                </a:cubicBezTo>
                <a:close/>
                <a:moveTo>
                  <a:pt x="8821433" y="1934634"/>
                </a:moveTo>
                <a:cubicBezTo>
                  <a:pt x="8835598" y="1934634"/>
                  <a:pt x="8847091" y="1946129"/>
                  <a:pt x="8847091" y="1960293"/>
                </a:cubicBezTo>
                <a:cubicBezTo>
                  <a:pt x="8847091" y="1974458"/>
                  <a:pt x="8835598" y="1985952"/>
                  <a:pt x="8821433" y="1985952"/>
                </a:cubicBezTo>
                <a:cubicBezTo>
                  <a:pt x="8807268" y="1985952"/>
                  <a:pt x="8795772" y="1974458"/>
                  <a:pt x="8795772" y="1960293"/>
                </a:cubicBezTo>
                <a:cubicBezTo>
                  <a:pt x="8795772" y="1946129"/>
                  <a:pt x="8807268" y="1934634"/>
                  <a:pt x="8821433" y="1934634"/>
                </a:cubicBezTo>
                <a:close/>
                <a:moveTo>
                  <a:pt x="8757226" y="1934634"/>
                </a:moveTo>
                <a:cubicBezTo>
                  <a:pt x="8771391" y="1934634"/>
                  <a:pt x="8782887" y="1946129"/>
                  <a:pt x="8782887" y="1960293"/>
                </a:cubicBezTo>
                <a:cubicBezTo>
                  <a:pt x="8782887" y="1974458"/>
                  <a:pt x="8771391" y="1985952"/>
                  <a:pt x="8757226" y="1985952"/>
                </a:cubicBezTo>
                <a:cubicBezTo>
                  <a:pt x="8743061" y="1985952"/>
                  <a:pt x="8731568" y="1974458"/>
                  <a:pt x="8731568" y="1960293"/>
                </a:cubicBezTo>
                <a:cubicBezTo>
                  <a:pt x="8731568" y="1946129"/>
                  <a:pt x="8743061" y="1934634"/>
                  <a:pt x="8757226" y="1934634"/>
                </a:cubicBezTo>
                <a:close/>
                <a:moveTo>
                  <a:pt x="8692904" y="1934634"/>
                </a:moveTo>
                <a:cubicBezTo>
                  <a:pt x="8707069" y="1934634"/>
                  <a:pt x="8718565" y="1946129"/>
                  <a:pt x="8718565" y="1960293"/>
                </a:cubicBezTo>
                <a:cubicBezTo>
                  <a:pt x="8718565" y="1974458"/>
                  <a:pt x="8707069" y="1985952"/>
                  <a:pt x="8692904" y="1985952"/>
                </a:cubicBezTo>
                <a:cubicBezTo>
                  <a:pt x="8678741" y="1985952"/>
                  <a:pt x="8667246" y="1974458"/>
                  <a:pt x="8667246" y="1960293"/>
                </a:cubicBezTo>
                <a:cubicBezTo>
                  <a:pt x="8667246" y="1946129"/>
                  <a:pt x="8678741" y="1934634"/>
                  <a:pt x="8692904" y="1934634"/>
                </a:cubicBezTo>
                <a:close/>
                <a:moveTo>
                  <a:pt x="8628699" y="1934634"/>
                </a:moveTo>
                <a:cubicBezTo>
                  <a:pt x="8642864" y="1934634"/>
                  <a:pt x="8654358" y="1946129"/>
                  <a:pt x="8654358" y="1960293"/>
                </a:cubicBezTo>
                <a:cubicBezTo>
                  <a:pt x="8654358" y="1974458"/>
                  <a:pt x="8642864" y="1985952"/>
                  <a:pt x="8628699" y="1985952"/>
                </a:cubicBezTo>
                <a:cubicBezTo>
                  <a:pt x="8614534" y="1985952"/>
                  <a:pt x="8603041" y="1974458"/>
                  <a:pt x="8603041" y="1960293"/>
                </a:cubicBezTo>
                <a:cubicBezTo>
                  <a:pt x="8603041" y="1946129"/>
                  <a:pt x="8614534" y="1934634"/>
                  <a:pt x="8628699" y="1934634"/>
                </a:cubicBezTo>
                <a:close/>
                <a:moveTo>
                  <a:pt x="8564495" y="1934634"/>
                </a:moveTo>
                <a:cubicBezTo>
                  <a:pt x="8578665" y="1934634"/>
                  <a:pt x="8590153" y="1946122"/>
                  <a:pt x="8590153" y="1960293"/>
                </a:cubicBezTo>
                <a:cubicBezTo>
                  <a:pt x="8590153" y="1974465"/>
                  <a:pt x="8578665" y="1985952"/>
                  <a:pt x="8564495" y="1985952"/>
                </a:cubicBezTo>
                <a:cubicBezTo>
                  <a:pt x="8550325" y="1985952"/>
                  <a:pt x="8538837" y="1974465"/>
                  <a:pt x="8538837" y="1960293"/>
                </a:cubicBezTo>
                <a:cubicBezTo>
                  <a:pt x="8538837" y="1946122"/>
                  <a:pt x="8550325" y="1934634"/>
                  <a:pt x="8564495" y="1934634"/>
                </a:cubicBezTo>
                <a:close/>
                <a:moveTo>
                  <a:pt x="8500288" y="1934634"/>
                </a:moveTo>
                <a:cubicBezTo>
                  <a:pt x="8514453" y="1934634"/>
                  <a:pt x="8525949" y="1946129"/>
                  <a:pt x="8525949" y="1960293"/>
                </a:cubicBezTo>
                <a:cubicBezTo>
                  <a:pt x="8525949" y="1974458"/>
                  <a:pt x="8514453" y="1985952"/>
                  <a:pt x="8500288" y="1985952"/>
                </a:cubicBezTo>
                <a:cubicBezTo>
                  <a:pt x="8486126" y="1985952"/>
                  <a:pt x="8474630" y="1974458"/>
                  <a:pt x="8474630" y="1960293"/>
                </a:cubicBezTo>
                <a:cubicBezTo>
                  <a:pt x="8474630" y="1946129"/>
                  <a:pt x="8486126" y="1934634"/>
                  <a:pt x="8500288" y="1934634"/>
                </a:cubicBezTo>
                <a:close/>
                <a:moveTo>
                  <a:pt x="8436084" y="1934634"/>
                </a:moveTo>
                <a:cubicBezTo>
                  <a:pt x="8450249" y="1934634"/>
                  <a:pt x="8461745" y="1946129"/>
                  <a:pt x="8461745" y="1960293"/>
                </a:cubicBezTo>
                <a:cubicBezTo>
                  <a:pt x="8461745" y="1974458"/>
                  <a:pt x="8450249" y="1985952"/>
                  <a:pt x="8436084" y="1985952"/>
                </a:cubicBezTo>
                <a:cubicBezTo>
                  <a:pt x="8421919" y="1985952"/>
                  <a:pt x="8410426" y="1974458"/>
                  <a:pt x="8410426" y="1960293"/>
                </a:cubicBezTo>
                <a:cubicBezTo>
                  <a:pt x="8410426" y="1946129"/>
                  <a:pt x="8421919" y="1934634"/>
                  <a:pt x="8436084" y="1934634"/>
                </a:cubicBezTo>
                <a:close/>
                <a:moveTo>
                  <a:pt x="8371879" y="1934634"/>
                </a:moveTo>
                <a:cubicBezTo>
                  <a:pt x="8386044" y="1934634"/>
                  <a:pt x="8397538" y="1946129"/>
                  <a:pt x="8397538" y="1960293"/>
                </a:cubicBezTo>
                <a:cubicBezTo>
                  <a:pt x="8397538" y="1974458"/>
                  <a:pt x="8386044" y="1985952"/>
                  <a:pt x="8371879" y="1985952"/>
                </a:cubicBezTo>
                <a:cubicBezTo>
                  <a:pt x="8357714" y="1985952"/>
                  <a:pt x="8346221" y="1974458"/>
                  <a:pt x="8346221" y="1960293"/>
                </a:cubicBezTo>
                <a:cubicBezTo>
                  <a:pt x="8346221" y="1946129"/>
                  <a:pt x="8357714" y="1934634"/>
                  <a:pt x="8371879" y="1934634"/>
                </a:cubicBezTo>
                <a:close/>
                <a:moveTo>
                  <a:pt x="8307675" y="1934634"/>
                </a:moveTo>
                <a:cubicBezTo>
                  <a:pt x="8321837" y="1934634"/>
                  <a:pt x="8333333" y="1946129"/>
                  <a:pt x="8333333" y="1960293"/>
                </a:cubicBezTo>
                <a:cubicBezTo>
                  <a:pt x="8333333" y="1974458"/>
                  <a:pt x="8321837" y="1985952"/>
                  <a:pt x="8307675" y="1985952"/>
                </a:cubicBezTo>
                <a:cubicBezTo>
                  <a:pt x="8293510" y="1985952"/>
                  <a:pt x="8282014" y="1974458"/>
                  <a:pt x="8282014" y="1960293"/>
                </a:cubicBezTo>
                <a:cubicBezTo>
                  <a:pt x="8282014" y="1946129"/>
                  <a:pt x="8293510" y="1934634"/>
                  <a:pt x="8307675" y="1934634"/>
                </a:cubicBezTo>
                <a:close/>
                <a:moveTo>
                  <a:pt x="8243468" y="1934634"/>
                </a:moveTo>
                <a:cubicBezTo>
                  <a:pt x="8257638" y="1934634"/>
                  <a:pt x="8269126" y="1946122"/>
                  <a:pt x="8269126" y="1960293"/>
                </a:cubicBezTo>
                <a:cubicBezTo>
                  <a:pt x="8269126" y="1974465"/>
                  <a:pt x="8257638" y="1985952"/>
                  <a:pt x="8243468" y="1985952"/>
                </a:cubicBezTo>
                <a:cubicBezTo>
                  <a:pt x="8229298" y="1985952"/>
                  <a:pt x="8217810" y="1974465"/>
                  <a:pt x="8217810" y="1960293"/>
                </a:cubicBezTo>
                <a:cubicBezTo>
                  <a:pt x="8217810" y="1946122"/>
                  <a:pt x="8229298" y="1934634"/>
                  <a:pt x="8243468" y="1934634"/>
                </a:cubicBezTo>
                <a:close/>
                <a:moveTo>
                  <a:pt x="8179264" y="1934634"/>
                </a:moveTo>
                <a:cubicBezTo>
                  <a:pt x="8193434" y="1934634"/>
                  <a:pt x="8204922" y="1946122"/>
                  <a:pt x="8204922" y="1960293"/>
                </a:cubicBezTo>
                <a:cubicBezTo>
                  <a:pt x="8204922" y="1974465"/>
                  <a:pt x="8193434" y="1985952"/>
                  <a:pt x="8179264" y="1985952"/>
                </a:cubicBezTo>
                <a:cubicBezTo>
                  <a:pt x="8165091" y="1985952"/>
                  <a:pt x="8153603" y="1974465"/>
                  <a:pt x="8153603" y="1960293"/>
                </a:cubicBezTo>
                <a:cubicBezTo>
                  <a:pt x="8153603" y="1946122"/>
                  <a:pt x="8165091" y="1934634"/>
                  <a:pt x="8179264" y="1934634"/>
                </a:cubicBezTo>
                <a:close/>
                <a:moveTo>
                  <a:pt x="8115057" y="1934634"/>
                </a:moveTo>
                <a:cubicBezTo>
                  <a:pt x="8129222" y="1934634"/>
                  <a:pt x="8140717" y="1946129"/>
                  <a:pt x="8140717" y="1960293"/>
                </a:cubicBezTo>
                <a:cubicBezTo>
                  <a:pt x="8140717" y="1974458"/>
                  <a:pt x="8129222" y="1985952"/>
                  <a:pt x="8115057" y="1985952"/>
                </a:cubicBezTo>
                <a:cubicBezTo>
                  <a:pt x="8100894" y="1985952"/>
                  <a:pt x="8089398" y="1974458"/>
                  <a:pt x="8089398" y="1960293"/>
                </a:cubicBezTo>
                <a:cubicBezTo>
                  <a:pt x="8089398" y="1946129"/>
                  <a:pt x="8100894" y="1934634"/>
                  <a:pt x="8115057" y="1934634"/>
                </a:cubicBezTo>
                <a:close/>
                <a:moveTo>
                  <a:pt x="8050852" y="1934634"/>
                </a:moveTo>
                <a:cubicBezTo>
                  <a:pt x="8065017" y="1934634"/>
                  <a:pt x="8076510" y="1946129"/>
                  <a:pt x="8076510" y="1960293"/>
                </a:cubicBezTo>
                <a:cubicBezTo>
                  <a:pt x="8076510" y="1974458"/>
                  <a:pt x="8065017" y="1985952"/>
                  <a:pt x="8050852" y="1985952"/>
                </a:cubicBezTo>
                <a:cubicBezTo>
                  <a:pt x="8036687" y="1985952"/>
                  <a:pt x="8025194" y="1974458"/>
                  <a:pt x="8025194" y="1960293"/>
                </a:cubicBezTo>
                <a:cubicBezTo>
                  <a:pt x="8025194" y="1946129"/>
                  <a:pt x="8036687" y="1934634"/>
                  <a:pt x="8050852" y="1934634"/>
                </a:cubicBezTo>
                <a:close/>
                <a:moveTo>
                  <a:pt x="7986648" y="1934634"/>
                </a:moveTo>
                <a:cubicBezTo>
                  <a:pt x="8000813" y="1934634"/>
                  <a:pt x="8012306" y="1946129"/>
                  <a:pt x="8012306" y="1960293"/>
                </a:cubicBezTo>
                <a:cubicBezTo>
                  <a:pt x="8012306" y="1974458"/>
                  <a:pt x="8000813" y="1985952"/>
                  <a:pt x="7986648" y="1985952"/>
                </a:cubicBezTo>
                <a:cubicBezTo>
                  <a:pt x="7972483" y="1985952"/>
                  <a:pt x="7960990" y="1974458"/>
                  <a:pt x="7960990" y="1960293"/>
                </a:cubicBezTo>
                <a:cubicBezTo>
                  <a:pt x="7960990" y="1946129"/>
                  <a:pt x="7972483" y="1934634"/>
                  <a:pt x="7986648" y="1934634"/>
                </a:cubicBezTo>
                <a:close/>
                <a:moveTo>
                  <a:pt x="7922444" y="1934634"/>
                </a:moveTo>
                <a:cubicBezTo>
                  <a:pt x="7936606" y="1934634"/>
                  <a:pt x="7948102" y="1946129"/>
                  <a:pt x="7948102" y="1960293"/>
                </a:cubicBezTo>
                <a:cubicBezTo>
                  <a:pt x="7948102" y="1974458"/>
                  <a:pt x="7936606" y="1985952"/>
                  <a:pt x="7922444" y="1985952"/>
                </a:cubicBezTo>
                <a:cubicBezTo>
                  <a:pt x="7908279" y="1985952"/>
                  <a:pt x="7896783" y="1974458"/>
                  <a:pt x="7896783" y="1960293"/>
                </a:cubicBezTo>
                <a:cubicBezTo>
                  <a:pt x="7896783" y="1946129"/>
                  <a:pt x="7908279" y="1934634"/>
                  <a:pt x="7922444" y="1934634"/>
                </a:cubicBezTo>
                <a:close/>
                <a:moveTo>
                  <a:pt x="7858237" y="1934634"/>
                </a:moveTo>
                <a:cubicBezTo>
                  <a:pt x="7872407" y="1934634"/>
                  <a:pt x="7883895" y="1946122"/>
                  <a:pt x="7883895" y="1960293"/>
                </a:cubicBezTo>
                <a:cubicBezTo>
                  <a:pt x="7883895" y="1974465"/>
                  <a:pt x="7872407" y="1985952"/>
                  <a:pt x="7858237" y="1985952"/>
                </a:cubicBezTo>
                <a:cubicBezTo>
                  <a:pt x="7844066" y="1985952"/>
                  <a:pt x="7832578" y="1974465"/>
                  <a:pt x="7832578" y="1960293"/>
                </a:cubicBezTo>
                <a:cubicBezTo>
                  <a:pt x="7832578" y="1946122"/>
                  <a:pt x="7844066" y="1934634"/>
                  <a:pt x="7858237" y="1934634"/>
                </a:cubicBezTo>
                <a:close/>
                <a:moveTo>
                  <a:pt x="7794032" y="1934634"/>
                </a:moveTo>
                <a:cubicBezTo>
                  <a:pt x="7808203" y="1934634"/>
                  <a:pt x="7819690" y="1946122"/>
                  <a:pt x="7819690" y="1960293"/>
                </a:cubicBezTo>
                <a:cubicBezTo>
                  <a:pt x="7819690" y="1974465"/>
                  <a:pt x="7808203" y="1985952"/>
                  <a:pt x="7794032" y="1985952"/>
                </a:cubicBezTo>
                <a:cubicBezTo>
                  <a:pt x="7779862" y="1985952"/>
                  <a:pt x="7768371" y="1974465"/>
                  <a:pt x="7768371" y="1960293"/>
                </a:cubicBezTo>
                <a:cubicBezTo>
                  <a:pt x="7768371" y="1946122"/>
                  <a:pt x="7779862" y="1934634"/>
                  <a:pt x="7794032" y="1934634"/>
                </a:cubicBezTo>
                <a:close/>
                <a:moveTo>
                  <a:pt x="7729825" y="1934634"/>
                </a:moveTo>
                <a:cubicBezTo>
                  <a:pt x="7743990" y="1934634"/>
                  <a:pt x="7755486" y="1946129"/>
                  <a:pt x="7755486" y="1960293"/>
                </a:cubicBezTo>
                <a:cubicBezTo>
                  <a:pt x="7755486" y="1974458"/>
                  <a:pt x="7743990" y="1985952"/>
                  <a:pt x="7729825" y="1985952"/>
                </a:cubicBezTo>
                <a:cubicBezTo>
                  <a:pt x="7715660" y="1985952"/>
                  <a:pt x="7704167" y="1974458"/>
                  <a:pt x="7704167" y="1960293"/>
                </a:cubicBezTo>
                <a:cubicBezTo>
                  <a:pt x="7704167" y="1946129"/>
                  <a:pt x="7715660" y="1934634"/>
                  <a:pt x="7729825" y="1934634"/>
                </a:cubicBezTo>
                <a:close/>
                <a:moveTo>
                  <a:pt x="7665621" y="1934634"/>
                </a:moveTo>
                <a:cubicBezTo>
                  <a:pt x="7679786" y="1934634"/>
                  <a:pt x="7691279" y="1946129"/>
                  <a:pt x="7691279" y="1960293"/>
                </a:cubicBezTo>
                <a:cubicBezTo>
                  <a:pt x="7691279" y="1974458"/>
                  <a:pt x="7679786" y="1985952"/>
                  <a:pt x="7665621" y="1985952"/>
                </a:cubicBezTo>
                <a:cubicBezTo>
                  <a:pt x="7651456" y="1985952"/>
                  <a:pt x="7639963" y="1974458"/>
                  <a:pt x="7639963" y="1960293"/>
                </a:cubicBezTo>
                <a:cubicBezTo>
                  <a:pt x="7639963" y="1946129"/>
                  <a:pt x="7651456" y="1934634"/>
                  <a:pt x="7665621" y="1934634"/>
                </a:cubicBezTo>
                <a:close/>
                <a:moveTo>
                  <a:pt x="7601299" y="1934634"/>
                </a:moveTo>
                <a:cubicBezTo>
                  <a:pt x="7615464" y="1934634"/>
                  <a:pt x="7626959" y="1946129"/>
                  <a:pt x="7626959" y="1960293"/>
                </a:cubicBezTo>
                <a:cubicBezTo>
                  <a:pt x="7626959" y="1974458"/>
                  <a:pt x="7615464" y="1985952"/>
                  <a:pt x="7601299" y="1985952"/>
                </a:cubicBezTo>
                <a:cubicBezTo>
                  <a:pt x="7587134" y="1985952"/>
                  <a:pt x="7575640" y="1974458"/>
                  <a:pt x="7575640" y="1960293"/>
                </a:cubicBezTo>
                <a:cubicBezTo>
                  <a:pt x="7575640" y="1946129"/>
                  <a:pt x="7587134" y="1934634"/>
                  <a:pt x="7601299" y="1934634"/>
                </a:cubicBezTo>
                <a:close/>
                <a:moveTo>
                  <a:pt x="7537094" y="1934634"/>
                </a:moveTo>
                <a:cubicBezTo>
                  <a:pt x="7551259" y="1934634"/>
                  <a:pt x="7562752" y="1946129"/>
                  <a:pt x="7562752" y="1960293"/>
                </a:cubicBezTo>
                <a:cubicBezTo>
                  <a:pt x="7562752" y="1974458"/>
                  <a:pt x="7551259" y="1985952"/>
                  <a:pt x="7537094" y="1985952"/>
                </a:cubicBezTo>
                <a:cubicBezTo>
                  <a:pt x="7522929" y="1985952"/>
                  <a:pt x="7511436" y="1974458"/>
                  <a:pt x="7511436" y="1960293"/>
                </a:cubicBezTo>
                <a:cubicBezTo>
                  <a:pt x="7511436" y="1946129"/>
                  <a:pt x="7522929" y="1934634"/>
                  <a:pt x="7537094" y="1934634"/>
                </a:cubicBezTo>
                <a:close/>
                <a:moveTo>
                  <a:pt x="7472890" y="1934634"/>
                </a:moveTo>
                <a:cubicBezTo>
                  <a:pt x="7487060" y="1934634"/>
                  <a:pt x="7498548" y="1946122"/>
                  <a:pt x="7498548" y="1960293"/>
                </a:cubicBezTo>
                <a:cubicBezTo>
                  <a:pt x="7498548" y="1974465"/>
                  <a:pt x="7487060" y="1985952"/>
                  <a:pt x="7472890" y="1985952"/>
                </a:cubicBezTo>
                <a:cubicBezTo>
                  <a:pt x="7458717" y="1985952"/>
                  <a:pt x="7447229" y="1974465"/>
                  <a:pt x="7447229" y="1960293"/>
                </a:cubicBezTo>
                <a:cubicBezTo>
                  <a:pt x="7447229" y="1946122"/>
                  <a:pt x="7458717" y="1934634"/>
                  <a:pt x="7472890" y="1934634"/>
                </a:cubicBezTo>
                <a:close/>
                <a:moveTo>
                  <a:pt x="7408683" y="1934634"/>
                </a:moveTo>
                <a:cubicBezTo>
                  <a:pt x="7422848" y="1934634"/>
                  <a:pt x="7434341" y="1946129"/>
                  <a:pt x="7434341" y="1960293"/>
                </a:cubicBezTo>
                <a:cubicBezTo>
                  <a:pt x="7434341" y="1974458"/>
                  <a:pt x="7422848" y="1985952"/>
                  <a:pt x="7408683" y="1985952"/>
                </a:cubicBezTo>
                <a:cubicBezTo>
                  <a:pt x="7394518" y="1985952"/>
                  <a:pt x="7383025" y="1974458"/>
                  <a:pt x="7383025" y="1960293"/>
                </a:cubicBezTo>
                <a:cubicBezTo>
                  <a:pt x="7383025" y="1946129"/>
                  <a:pt x="7394518" y="1934634"/>
                  <a:pt x="7408683" y="1934634"/>
                </a:cubicBezTo>
                <a:close/>
                <a:moveTo>
                  <a:pt x="7344479" y="1934634"/>
                </a:moveTo>
                <a:cubicBezTo>
                  <a:pt x="7358644" y="1934634"/>
                  <a:pt x="7370137" y="1946129"/>
                  <a:pt x="7370137" y="1960293"/>
                </a:cubicBezTo>
                <a:cubicBezTo>
                  <a:pt x="7370137" y="1974458"/>
                  <a:pt x="7358644" y="1985952"/>
                  <a:pt x="7344479" y="1985952"/>
                </a:cubicBezTo>
                <a:cubicBezTo>
                  <a:pt x="7330314" y="1985952"/>
                  <a:pt x="7318820" y="1974458"/>
                  <a:pt x="7318820" y="1960293"/>
                </a:cubicBezTo>
                <a:cubicBezTo>
                  <a:pt x="7318820" y="1946129"/>
                  <a:pt x="7330314" y="1934634"/>
                  <a:pt x="7344479" y="1934634"/>
                </a:cubicBezTo>
                <a:close/>
                <a:moveTo>
                  <a:pt x="7280274" y="1934634"/>
                </a:moveTo>
                <a:cubicBezTo>
                  <a:pt x="7294437" y="1934634"/>
                  <a:pt x="7305932" y="1946129"/>
                  <a:pt x="7305932" y="1960293"/>
                </a:cubicBezTo>
                <a:cubicBezTo>
                  <a:pt x="7305932" y="1974458"/>
                  <a:pt x="7294437" y="1985952"/>
                  <a:pt x="7280274" y="1985952"/>
                </a:cubicBezTo>
                <a:cubicBezTo>
                  <a:pt x="7266109" y="1985952"/>
                  <a:pt x="7254613" y="1974458"/>
                  <a:pt x="7254613" y="1960293"/>
                </a:cubicBezTo>
                <a:cubicBezTo>
                  <a:pt x="7254613" y="1946129"/>
                  <a:pt x="7266109" y="1934634"/>
                  <a:pt x="7280274" y="1934634"/>
                </a:cubicBezTo>
                <a:close/>
                <a:moveTo>
                  <a:pt x="7216067" y="1934634"/>
                </a:moveTo>
                <a:cubicBezTo>
                  <a:pt x="7230232" y="1934634"/>
                  <a:pt x="7241725" y="1946129"/>
                  <a:pt x="7241725" y="1960293"/>
                </a:cubicBezTo>
                <a:cubicBezTo>
                  <a:pt x="7241725" y="1974458"/>
                  <a:pt x="7230232" y="1985952"/>
                  <a:pt x="7216067" y="1985952"/>
                </a:cubicBezTo>
                <a:cubicBezTo>
                  <a:pt x="7201902" y="1985952"/>
                  <a:pt x="7190409" y="1974458"/>
                  <a:pt x="7190409" y="1960293"/>
                </a:cubicBezTo>
                <a:cubicBezTo>
                  <a:pt x="7190409" y="1946129"/>
                  <a:pt x="7201902" y="1934634"/>
                  <a:pt x="7216067" y="1934634"/>
                </a:cubicBezTo>
                <a:close/>
                <a:moveTo>
                  <a:pt x="7151863" y="1934634"/>
                </a:moveTo>
                <a:cubicBezTo>
                  <a:pt x="7166033" y="1934634"/>
                  <a:pt x="7177521" y="1946122"/>
                  <a:pt x="7177521" y="1960293"/>
                </a:cubicBezTo>
                <a:cubicBezTo>
                  <a:pt x="7177521" y="1974465"/>
                  <a:pt x="7166033" y="1985952"/>
                  <a:pt x="7151863" y="1985952"/>
                </a:cubicBezTo>
                <a:cubicBezTo>
                  <a:pt x="7137692" y="1985952"/>
                  <a:pt x="7126205" y="1974465"/>
                  <a:pt x="7126205" y="1960293"/>
                </a:cubicBezTo>
                <a:cubicBezTo>
                  <a:pt x="7126205" y="1946122"/>
                  <a:pt x="7137692" y="1934634"/>
                  <a:pt x="7151863" y="1934634"/>
                </a:cubicBezTo>
                <a:close/>
                <a:moveTo>
                  <a:pt x="7087658" y="1934634"/>
                </a:moveTo>
                <a:cubicBezTo>
                  <a:pt x="7101829" y="1934634"/>
                  <a:pt x="7113317" y="1946122"/>
                  <a:pt x="7113317" y="1960293"/>
                </a:cubicBezTo>
                <a:cubicBezTo>
                  <a:pt x="7113317" y="1974465"/>
                  <a:pt x="7101829" y="1985952"/>
                  <a:pt x="7087658" y="1985952"/>
                </a:cubicBezTo>
                <a:cubicBezTo>
                  <a:pt x="7073485" y="1985952"/>
                  <a:pt x="7061998" y="1974465"/>
                  <a:pt x="7061998" y="1960293"/>
                </a:cubicBezTo>
                <a:cubicBezTo>
                  <a:pt x="7061998" y="1946122"/>
                  <a:pt x="7073485" y="1934634"/>
                  <a:pt x="7087658" y="1934634"/>
                </a:cubicBezTo>
                <a:close/>
                <a:moveTo>
                  <a:pt x="7023451" y="1934634"/>
                </a:moveTo>
                <a:cubicBezTo>
                  <a:pt x="7037616" y="1934634"/>
                  <a:pt x="7049112" y="1946129"/>
                  <a:pt x="7049112" y="1960293"/>
                </a:cubicBezTo>
                <a:cubicBezTo>
                  <a:pt x="7049112" y="1974458"/>
                  <a:pt x="7037616" y="1985952"/>
                  <a:pt x="7023451" y="1985952"/>
                </a:cubicBezTo>
                <a:cubicBezTo>
                  <a:pt x="7009289" y="1985952"/>
                  <a:pt x="6997793" y="1974458"/>
                  <a:pt x="6997793" y="1960293"/>
                </a:cubicBezTo>
                <a:cubicBezTo>
                  <a:pt x="6997793" y="1946129"/>
                  <a:pt x="7009289" y="1934634"/>
                  <a:pt x="7023451" y="1934634"/>
                </a:cubicBezTo>
                <a:close/>
                <a:moveTo>
                  <a:pt x="6959247" y="1934634"/>
                </a:moveTo>
                <a:cubicBezTo>
                  <a:pt x="6973412" y="1934634"/>
                  <a:pt x="6984905" y="1946129"/>
                  <a:pt x="6984905" y="1960293"/>
                </a:cubicBezTo>
                <a:cubicBezTo>
                  <a:pt x="6984905" y="1974458"/>
                  <a:pt x="6973412" y="1985952"/>
                  <a:pt x="6959247" y="1985952"/>
                </a:cubicBezTo>
                <a:cubicBezTo>
                  <a:pt x="6945082" y="1985952"/>
                  <a:pt x="6933589" y="1974458"/>
                  <a:pt x="6933589" y="1960293"/>
                </a:cubicBezTo>
                <a:cubicBezTo>
                  <a:pt x="6933589" y="1946129"/>
                  <a:pt x="6945082" y="1934634"/>
                  <a:pt x="6959247" y="1934634"/>
                </a:cubicBezTo>
                <a:close/>
                <a:moveTo>
                  <a:pt x="6895043" y="1934634"/>
                </a:moveTo>
                <a:cubicBezTo>
                  <a:pt x="6909208" y="1934634"/>
                  <a:pt x="6920701" y="1946129"/>
                  <a:pt x="6920701" y="1960293"/>
                </a:cubicBezTo>
                <a:cubicBezTo>
                  <a:pt x="6920701" y="1974458"/>
                  <a:pt x="6909208" y="1985952"/>
                  <a:pt x="6895043" y="1985952"/>
                </a:cubicBezTo>
                <a:cubicBezTo>
                  <a:pt x="6880878" y="1985952"/>
                  <a:pt x="6869382" y="1974458"/>
                  <a:pt x="6869382" y="1960293"/>
                </a:cubicBezTo>
                <a:cubicBezTo>
                  <a:pt x="6869382" y="1946129"/>
                  <a:pt x="6880878" y="1934634"/>
                  <a:pt x="6895043" y="1934634"/>
                </a:cubicBezTo>
                <a:close/>
                <a:moveTo>
                  <a:pt x="6830836" y="1934634"/>
                </a:moveTo>
                <a:cubicBezTo>
                  <a:pt x="6845001" y="1934634"/>
                  <a:pt x="6856494" y="1946129"/>
                  <a:pt x="6856494" y="1960293"/>
                </a:cubicBezTo>
                <a:cubicBezTo>
                  <a:pt x="6856494" y="1974458"/>
                  <a:pt x="6845001" y="1985952"/>
                  <a:pt x="6830836" y="1985952"/>
                </a:cubicBezTo>
                <a:cubicBezTo>
                  <a:pt x="6816671" y="1985952"/>
                  <a:pt x="6805178" y="1974458"/>
                  <a:pt x="6805178" y="1960293"/>
                </a:cubicBezTo>
                <a:cubicBezTo>
                  <a:pt x="6805178" y="1946129"/>
                  <a:pt x="6816671" y="1934634"/>
                  <a:pt x="6830836" y="1934634"/>
                </a:cubicBezTo>
                <a:close/>
                <a:moveTo>
                  <a:pt x="6766631" y="1934634"/>
                </a:moveTo>
                <a:cubicBezTo>
                  <a:pt x="6780802" y="1934634"/>
                  <a:pt x="6792290" y="1946122"/>
                  <a:pt x="6792290" y="1960293"/>
                </a:cubicBezTo>
                <a:cubicBezTo>
                  <a:pt x="6792290" y="1974465"/>
                  <a:pt x="6780802" y="1985952"/>
                  <a:pt x="6766631" y="1985952"/>
                </a:cubicBezTo>
                <a:cubicBezTo>
                  <a:pt x="6752461" y="1985952"/>
                  <a:pt x="6740973" y="1974465"/>
                  <a:pt x="6740973" y="1960293"/>
                </a:cubicBezTo>
                <a:cubicBezTo>
                  <a:pt x="6740973" y="1946122"/>
                  <a:pt x="6752461" y="1934634"/>
                  <a:pt x="6766631" y="1934634"/>
                </a:cubicBezTo>
                <a:close/>
                <a:moveTo>
                  <a:pt x="6702427" y="1934634"/>
                </a:moveTo>
                <a:cubicBezTo>
                  <a:pt x="6716597" y="1934634"/>
                  <a:pt x="6728085" y="1946122"/>
                  <a:pt x="6728085" y="1960293"/>
                </a:cubicBezTo>
                <a:cubicBezTo>
                  <a:pt x="6728085" y="1974465"/>
                  <a:pt x="6716597" y="1985952"/>
                  <a:pt x="6702427" y="1985952"/>
                </a:cubicBezTo>
                <a:cubicBezTo>
                  <a:pt x="6688254" y="1985952"/>
                  <a:pt x="6676766" y="1974465"/>
                  <a:pt x="6676766" y="1960293"/>
                </a:cubicBezTo>
                <a:cubicBezTo>
                  <a:pt x="6676766" y="1946122"/>
                  <a:pt x="6688254" y="1934634"/>
                  <a:pt x="6702427" y="1934634"/>
                </a:cubicBezTo>
                <a:close/>
                <a:moveTo>
                  <a:pt x="6638220" y="1934634"/>
                </a:moveTo>
                <a:cubicBezTo>
                  <a:pt x="6652385" y="1934634"/>
                  <a:pt x="6663881" y="1946129"/>
                  <a:pt x="6663881" y="1960293"/>
                </a:cubicBezTo>
                <a:cubicBezTo>
                  <a:pt x="6663881" y="1974458"/>
                  <a:pt x="6652385" y="1985952"/>
                  <a:pt x="6638220" y="1985952"/>
                </a:cubicBezTo>
                <a:cubicBezTo>
                  <a:pt x="6624055" y="1985952"/>
                  <a:pt x="6612562" y="1974458"/>
                  <a:pt x="6612562" y="1960293"/>
                </a:cubicBezTo>
                <a:cubicBezTo>
                  <a:pt x="6612562" y="1946129"/>
                  <a:pt x="6624055" y="1934634"/>
                  <a:pt x="6638220" y="1934634"/>
                </a:cubicBezTo>
                <a:close/>
                <a:moveTo>
                  <a:pt x="6574016" y="1934634"/>
                </a:moveTo>
                <a:cubicBezTo>
                  <a:pt x="6588181" y="1934634"/>
                  <a:pt x="6599674" y="1946129"/>
                  <a:pt x="6599674" y="1960293"/>
                </a:cubicBezTo>
                <a:cubicBezTo>
                  <a:pt x="6599674" y="1974458"/>
                  <a:pt x="6588181" y="1985952"/>
                  <a:pt x="6574016" y="1985952"/>
                </a:cubicBezTo>
                <a:cubicBezTo>
                  <a:pt x="6559851" y="1985952"/>
                  <a:pt x="6548357" y="1974458"/>
                  <a:pt x="6548357" y="1960293"/>
                </a:cubicBezTo>
                <a:cubicBezTo>
                  <a:pt x="6548357" y="1946129"/>
                  <a:pt x="6559851" y="1934634"/>
                  <a:pt x="6574016" y="1934634"/>
                </a:cubicBezTo>
                <a:close/>
                <a:moveTo>
                  <a:pt x="6509693" y="1934634"/>
                </a:moveTo>
                <a:cubicBezTo>
                  <a:pt x="6523858" y="1934634"/>
                  <a:pt x="6535352" y="1946129"/>
                  <a:pt x="6535352" y="1960293"/>
                </a:cubicBezTo>
                <a:cubicBezTo>
                  <a:pt x="6535352" y="1974458"/>
                  <a:pt x="6523858" y="1985952"/>
                  <a:pt x="6509693" y="1985952"/>
                </a:cubicBezTo>
                <a:cubicBezTo>
                  <a:pt x="6495528" y="1985952"/>
                  <a:pt x="6484035" y="1974458"/>
                  <a:pt x="6484035" y="1960293"/>
                </a:cubicBezTo>
                <a:cubicBezTo>
                  <a:pt x="6484035" y="1946129"/>
                  <a:pt x="6495528" y="1934634"/>
                  <a:pt x="6509693" y="1934634"/>
                </a:cubicBezTo>
                <a:close/>
                <a:moveTo>
                  <a:pt x="6445489" y="1934634"/>
                </a:moveTo>
                <a:cubicBezTo>
                  <a:pt x="6459654" y="1934634"/>
                  <a:pt x="6471147" y="1946129"/>
                  <a:pt x="6471147" y="1960293"/>
                </a:cubicBezTo>
                <a:cubicBezTo>
                  <a:pt x="6471147" y="1974458"/>
                  <a:pt x="6459654" y="1985952"/>
                  <a:pt x="6445489" y="1985952"/>
                </a:cubicBezTo>
                <a:cubicBezTo>
                  <a:pt x="6431324" y="1985952"/>
                  <a:pt x="6419831" y="1974458"/>
                  <a:pt x="6419831" y="1960293"/>
                </a:cubicBezTo>
                <a:cubicBezTo>
                  <a:pt x="6419831" y="1946129"/>
                  <a:pt x="6431324" y="1934634"/>
                  <a:pt x="6445489" y="1934634"/>
                </a:cubicBezTo>
                <a:close/>
                <a:moveTo>
                  <a:pt x="6381282" y="1934634"/>
                </a:moveTo>
                <a:cubicBezTo>
                  <a:pt x="6395455" y="1934634"/>
                  <a:pt x="6406943" y="1946122"/>
                  <a:pt x="6406943" y="1960293"/>
                </a:cubicBezTo>
                <a:cubicBezTo>
                  <a:pt x="6406943" y="1974465"/>
                  <a:pt x="6395455" y="1985952"/>
                  <a:pt x="6381282" y="1985952"/>
                </a:cubicBezTo>
                <a:cubicBezTo>
                  <a:pt x="6367112" y="1985952"/>
                  <a:pt x="6355624" y="1974465"/>
                  <a:pt x="6355624" y="1960293"/>
                </a:cubicBezTo>
                <a:cubicBezTo>
                  <a:pt x="6355624" y="1946122"/>
                  <a:pt x="6367112" y="1934634"/>
                  <a:pt x="6381282" y="1934634"/>
                </a:cubicBezTo>
                <a:close/>
                <a:moveTo>
                  <a:pt x="6317078" y="1934634"/>
                </a:moveTo>
                <a:cubicBezTo>
                  <a:pt x="6331243" y="1934634"/>
                  <a:pt x="6342736" y="1946129"/>
                  <a:pt x="6342736" y="1960293"/>
                </a:cubicBezTo>
                <a:cubicBezTo>
                  <a:pt x="6342736" y="1974458"/>
                  <a:pt x="6331243" y="1985952"/>
                  <a:pt x="6317078" y="1985952"/>
                </a:cubicBezTo>
                <a:cubicBezTo>
                  <a:pt x="6302913" y="1985952"/>
                  <a:pt x="6291420" y="1974458"/>
                  <a:pt x="6291420" y="1960293"/>
                </a:cubicBezTo>
                <a:cubicBezTo>
                  <a:pt x="6291420" y="1946129"/>
                  <a:pt x="6302913" y="1934634"/>
                  <a:pt x="6317078" y="1934634"/>
                </a:cubicBezTo>
                <a:close/>
                <a:moveTo>
                  <a:pt x="6252873" y="1934634"/>
                </a:moveTo>
                <a:cubicBezTo>
                  <a:pt x="6267036" y="1934634"/>
                  <a:pt x="6278532" y="1946129"/>
                  <a:pt x="6278532" y="1960293"/>
                </a:cubicBezTo>
                <a:cubicBezTo>
                  <a:pt x="6278532" y="1974458"/>
                  <a:pt x="6267036" y="1985952"/>
                  <a:pt x="6252873" y="1985952"/>
                </a:cubicBezTo>
                <a:cubicBezTo>
                  <a:pt x="6238708" y="1985952"/>
                  <a:pt x="6227213" y="1974458"/>
                  <a:pt x="6227213" y="1960293"/>
                </a:cubicBezTo>
                <a:cubicBezTo>
                  <a:pt x="6227213" y="1946129"/>
                  <a:pt x="6238708" y="1934634"/>
                  <a:pt x="6252873" y="1934634"/>
                </a:cubicBezTo>
                <a:close/>
                <a:moveTo>
                  <a:pt x="6188666" y="1934634"/>
                </a:moveTo>
                <a:cubicBezTo>
                  <a:pt x="6202831" y="1934634"/>
                  <a:pt x="6214327" y="1946129"/>
                  <a:pt x="6214327" y="1960293"/>
                </a:cubicBezTo>
                <a:cubicBezTo>
                  <a:pt x="6214327" y="1974458"/>
                  <a:pt x="6202831" y="1985952"/>
                  <a:pt x="6188666" y="1985952"/>
                </a:cubicBezTo>
                <a:cubicBezTo>
                  <a:pt x="6174504" y="1985952"/>
                  <a:pt x="6163008" y="1974458"/>
                  <a:pt x="6163008" y="1960293"/>
                </a:cubicBezTo>
                <a:cubicBezTo>
                  <a:pt x="6163008" y="1946129"/>
                  <a:pt x="6174504" y="1934634"/>
                  <a:pt x="6188666" y="1934634"/>
                </a:cubicBezTo>
                <a:close/>
                <a:moveTo>
                  <a:pt x="6124462" y="1934634"/>
                </a:moveTo>
                <a:cubicBezTo>
                  <a:pt x="6138627" y="1934634"/>
                  <a:pt x="6150123" y="1946129"/>
                  <a:pt x="6150123" y="1960293"/>
                </a:cubicBezTo>
                <a:cubicBezTo>
                  <a:pt x="6150123" y="1974458"/>
                  <a:pt x="6138627" y="1985952"/>
                  <a:pt x="6124462" y="1985952"/>
                </a:cubicBezTo>
                <a:cubicBezTo>
                  <a:pt x="6110297" y="1985952"/>
                  <a:pt x="6098804" y="1974458"/>
                  <a:pt x="6098804" y="1960293"/>
                </a:cubicBezTo>
                <a:cubicBezTo>
                  <a:pt x="6098804" y="1946129"/>
                  <a:pt x="6110297" y="1934634"/>
                  <a:pt x="6124462" y="1934634"/>
                </a:cubicBezTo>
                <a:close/>
                <a:moveTo>
                  <a:pt x="6064505" y="1934634"/>
                </a:moveTo>
                <a:cubicBezTo>
                  <a:pt x="6078666" y="1934634"/>
                  <a:pt x="6090163" y="1946129"/>
                  <a:pt x="6090163" y="1960293"/>
                </a:cubicBezTo>
                <a:cubicBezTo>
                  <a:pt x="6090163" y="1974458"/>
                  <a:pt x="6078666" y="1985952"/>
                  <a:pt x="6064505" y="1985952"/>
                </a:cubicBezTo>
                <a:cubicBezTo>
                  <a:pt x="6050336" y="1985952"/>
                  <a:pt x="6038844" y="1974458"/>
                  <a:pt x="6038844" y="1960293"/>
                </a:cubicBezTo>
                <a:cubicBezTo>
                  <a:pt x="6038844" y="1946129"/>
                  <a:pt x="6050336" y="1934634"/>
                  <a:pt x="6064505" y="1934634"/>
                </a:cubicBezTo>
                <a:close/>
                <a:moveTo>
                  <a:pt x="6000298" y="1934634"/>
                </a:moveTo>
                <a:cubicBezTo>
                  <a:pt x="6014463" y="1934634"/>
                  <a:pt x="6025956" y="1946129"/>
                  <a:pt x="6025956" y="1960293"/>
                </a:cubicBezTo>
                <a:cubicBezTo>
                  <a:pt x="6025956" y="1974458"/>
                  <a:pt x="6014463" y="1985952"/>
                  <a:pt x="6000298" y="1985952"/>
                </a:cubicBezTo>
                <a:cubicBezTo>
                  <a:pt x="5986133" y="1985952"/>
                  <a:pt x="5974639" y="1974458"/>
                  <a:pt x="5974639" y="1960293"/>
                </a:cubicBezTo>
                <a:cubicBezTo>
                  <a:pt x="5974639" y="1946129"/>
                  <a:pt x="5986133" y="1934634"/>
                  <a:pt x="6000298" y="1934634"/>
                </a:cubicBezTo>
                <a:close/>
                <a:moveTo>
                  <a:pt x="5936092" y="1934634"/>
                </a:moveTo>
                <a:cubicBezTo>
                  <a:pt x="5950255" y="1934634"/>
                  <a:pt x="5961751" y="1946129"/>
                  <a:pt x="5961751" y="1960293"/>
                </a:cubicBezTo>
                <a:cubicBezTo>
                  <a:pt x="5961751" y="1974458"/>
                  <a:pt x="5950255" y="1985952"/>
                  <a:pt x="5936092" y="1985952"/>
                </a:cubicBezTo>
                <a:cubicBezTo>
                  <a:pt x="5921928" y="1985952"/>
                  <a:pt x="5910435" y="1974458"/>
                  <a:pt x="5910435" y="1960293"/>
                </a:cubicBezTo>
                <a:cubicBezTo>
                  <a:pt x="5910435" y="1946129"/>
                  <a:pt x="5921928" y="1934634"/>
                  <a:pt x="5936092" y="1934634"/>
                </a:cubicBezTo>
                <a:close/>
                <a:moveTo>
                  <a:pt x="5871887" y="1934634"/>
                </a:moveTo>
                <a:cubicBezTo>
                  <a:pt x="5886051" y="1934634"/>
                  <a:pt x="5897547" y="1946129"/>
                  <a:pt x="5897547" y="1960293"/>
                </a:cubicBezTo>
                <a:cubicBezTo>
                  <a:pt x="5897547" y="1974458"/>
                  <a:pt x="5886051" y="1985952"/>
                  <a:pt x="5871887" y="1985952"/>
                </a:cubicBezTo>
                <a:cubicBezTo>
                  <a:pt x="5857722" y="1985952"/>
                  <a:pt x="5846228" y="1974458"/>
                  <a:pt x="5846228" y="1960293"/>
                </a:cubicBezTo>
                <a:cubicBezTo>
                  <a:pt x="5846228" y="1946129"/>
                  <a:pt x="5857722" y="1934634"/>
                  <a:pt x="5871887" y="1934634"/>
                </a:cubicBezTo>
                <a:close/>
                <a:moveTo>
                  <a:pt x="5807683" y="1934634"/>
                </a:moveTo>
                <a:cubicBezTo>
                  <a:pt x="5821853" y="1934634"/>
                  <a:pt x="5833341" y="1946122"/>
                  <a:pt x="5833341" y="1960293"/>
                </a:cubicBezTo>
                <a:cubicBezTo>
                  <a:pt x="5833341" y="1974465"/>
                  <a:pt x="5821853" y="1985952"/>
                  <a:pt x="5807683" y="1985952"/>
                </a:cubicBezTo>
                <a:cubicBezTo>
                  <a:pt x="5793512" y="1985952"/>
                  <a:pt x="5782024" y="1974465"/>
                  <a:pt x="5782024" y="1960293"/>
                </a:cubicBezTo>
                <a:cubicBezTo>
                  <a:pt x="5782024" y="1946122"/>
                  <a:pt x="5793512" y="1934634"/>
                  <a:pt x="5807683" y="1934634"/>
                </a:cubicBezTo>
                <a:close/>
                <a:moveTo>
                  <a:pt x="5743477" y="1934634"/>
                </a:moveTo>
                <a:cubicBezTo>
                  <a:pt x="5757648" y="1934634"/>
                  <a:pt x="5769136" y="1946122"/>
                  <a:pt x="5769136" y="1960293"/>
                </a:cubicBezTo>
                <a:cubicBezTo>
                  <a:pt x="5769136" y="1974465"/>
                  <a:pt x="5757648" y="1985952"/>
                  <a:pt x="5743477" y="1985952"/>
                </a:cubicBezTo>
                <a:cubicBezTo>
                  <a:pt x="5729307" y="1985952"/>
                  <a:pt x="5717818" y="1974465"/>
                  <a:pt x="5717818" y="1960293"/>
                </a:cubicBezTo>
                <a:cubicBezTo>
                  <a:pt x="5717818" y="1946122"/>
                  <a:pt x="5729307" y="1934634"/>
                  <a:pt x="5743477" y="1934634"/>
                </a:cubicBezTo>
                <a:close/>
                <a:moveTo>
                  <a:pt x="5679272" y="1934634"/>
                </a:moveTo>
                <a:cubicBezTo>
                  <a:pt x="5693437" y="1934634"/>
                  <a:pt x="5704930" y="1946129"/>
                  <a:pt x="5704930" y="1960293"/>
                </a:cubicBezTo>
                <a:cubicBezTo>
                  <a:pt x="5704930" y="1974458"/>
                  <a:pt x="5693437" y="1985952"/>
                  <a:pt x="5679272" y="1985952"/>
                </a:cubicBezTo>
                <a:cubicBezTo>
                  <a:pt x="5665108" y="1985952"/>
                  <a:pt x="5653614" y="1974458"/>
                  <a:pt x="5653614" y="1960293"/>
                </a:cubicBezTo>
                <a:cubicBezTo>
                  <a:pt x="5653614" y="1946129"/>
                  <a:pt x="5665108" y="1934634"/>
                  <a:pt x="5679272" y="1934634"/>
                </a:cubicBezTo>
                <a:close/>
                <a:moveTo>
                  <a:pt x="5615066" y="1934634"/>
                </a:moveTo>
                <a:cubicBezTo>
                  <a:pt x="5629231" y="1934634"/>
                  <a:pt x="5640726" y="1946129"/>
                  <a:pt x="5640726" y="1960293"/>
                </a:cubicBezTo>
                <a:cubicBezTo>
                  <a:pt x="5640726" y="1974458"/>
                  <a:pt x="5629231" y="1985952"/>
                  <a:pt x="5615066" y="1985952"/>
                </a:cubicBezTo>
                <a:cubicBezTo>
                  <a:pt x="5600901" y="1985952"/>
                  <a:pt x="5589407" y="1974458"/>
                  <a:pt x="5589407" y="1960293"/>
                </a:cubicBezTo>
                <a:cubicBezTo>
                  <a:pt x="5589407" y="1946129"/>
                  <a:pt x="5600901" y="1934634"/>
                  <a:pt x="5615066" y="1934634"/>
                </a:cubicBezTo>
                <a:close/>
                <a:moveTo>
                  <a:pt x="5550862" y="1934634"/>
                </a:moveTo>
                <a:cubicBezTo>
                  <a:pt x="5565027" y="1934634"/>
                  <a:pt x="5576520" y="1946129"/>
                  <a:pt x="5576520" y="1960293"/>
                </a:cubicBezTo>
                <a:cubicBezTo>
                  <a:pt x="5576520" y="1974458"/>
                  <a:pt x="5565027" y="1985952"/>
                  <a:pt x="5550862" y="1985952"/>
                </a:cubicBezTo>
                <a:cubicBezTo>
                  <a:pt x="5536697" y="1985952"/>
                  <a:pt x="5525203" y="1974458"/>
                  <a:pt x="5525203" y="1960293"/>
                </a:cubicBezTo>
                <a:cubicBezTo>
                  <a:pt x="5525203" y="1946129"/>
                  <a:pt x="5536697" y="1934634"/>
                  <a:pt x="5550862" y="1934634"/>
                </a:cubicBezTo>
                <a:close/>
                <a:moveTo>
                  <a:pt x="5486655" y="1934634"/>
                </a:moveTo>
                <a:cubicBezTo>
                  <a:pt x="5500819" y="1934634"/>
                  <a:pt x="5512316" y="1946129"/>
                  <a:pt x="5512316" y="1960293"/>
                </a:cubicBezTo>
                <a:cubicBezTo>
                  <a:pt x="5512316" y="1974458"/>
                  <a:pt x="5500819" y="1985952"/>
                  <a:pt x="5486655" y="1985952"/>
                </a:cubicBezTo>
                <a:cubicBezTo>
                  <a:pt x="5472491" y="1985952"/>
                  <a:pt x="5460997" y="1974458"/>
                  <a:pt x="5460997" y="1960293"/>
                </a:cubicBezTo>
                <a:cubicBezTo>
                  <a:pt x="5460997" y="1946129"/>
                  <a:pt x="5472491" y="1934634"/>
                  <a:pt x="5486655" y="1934634"/>
                </a:cubicBezTo>
                <a:close/>
                <a:moveTo>
                  <a:pt x="5422451" y="1934634"/>
                </a:moveTo>
                <a:cubicBezTo>
                  <a:pt x="5436621" y="1934634"/>
                  <a:pt x="5448109" y="1946122"/>
                  <a:pt x="5448109" y="1960293"/>
                </a:cubicBezTo>
                <a:cubicBezTo>
                  <a:pt x="5448109" y="1974465"/>
                  <a:pt x="5436621" y="1985952"/>
                  <a:pt x="5422451" y="1985952"/>
                </a:cubicBezTo>
                <a:cubicBezTo>
                  <a:pt x="5408280" y="1985952"/>
                  <a:pt x="5396791" y="1974465"/>
                  <a:pt x="5396791" y="1960293"/>
                </a:cubicBezTo>
                <a:cubicBezTo>
                  <a:pt x="5396791" y="1946122"/>
                  <a:pt x="5408280" y="1934634"/>
                  <a:pt x="5422451" y="1934634"/>
                </a:cubicBezTo>
                <a:close/>
                <a:moveTo>
                  <a:pt x="5358245" y="1934634"/>
                </a:moveTo>
                <a:cubicBezTo>
                  <a:pt x="5372417" y="1934634"/>
                  <a:pt x="5383904" y="1946122"/>
                  <a:pt x="5383904" y="1960293"/>
                </a:cubicBezTo>
                <a:cubicBezTo>
                  <a:pt x="5383904" y="1974465"/>
                  <a:pt x="5372417" y="1985952"/>
                  <a:pt x="5358245" y="1985952"/>
                </a:cubicBezTo>
                <a:cubicBezTo>
                  <a:pt x="5344076" y="1985952"/>
                  <a:pt x="5332587" y="1974465"/>
                  <a:pt x="5332587" y="1960293"/>
                </a:cubicBezTo>
                <a:cubicBezTo>
                  <a:pt x="5332587" y="1946122"/>
                  <a:pt x="5344076" y="1934634"/>
                  <a:pt x="5358245" y="1934634"/>
                </a:cubicBezTo>
                <a:close/>
                <a:moveTo>
                  <a:pt x="5294040" y="1934634"/>
                </a:moveTo>
                <a:cubicBezTo>
                  <a:pt x="5308205" y="1934634"/>
                  <a:pt x="5319699" y="1946129"/>
                  <a:pt x="5319699" y="1960293"/>
                </a:cubicBezTo>
                <a:cubicBezTo>
                  <a:pt x="5319699" y="1974458"/>
                  <a:pt x="5308205" y="1985952"/>
                  <a:pt x="5294040" y="1985952"/>
                </a:cubicBezTo>
                <a:cubicBezTo>
                  <a:pt x="5279877" y="1985952"/>
                  <a:pt x="5268382" y="1974458"/>
                  <a:pt x="5268382" y="1960293"/>
                </a:cubicBezTo>
                <a:cubicBezTo>
                  <a:pt x="5268382" y="1946129"/>
                  <a:pt x="5279877" y="1934634"/>
                  <a:pt x="5294040" y="1934634"/>
                </a:cubicBezTo>
                <a:close/>
                <a:moveTo>
                  <a:pt x="5229719" y="1934634"/>
                </a:moveTo>
                <a:cubicBezTo>
                  <a:pt x="5243999" y="1934634"/>
                  <a:pt x="5255377" y="1946129"/>
                  <a:pt x="5255377" y="1960293"/>
                </a:cubicBezTo>
                <a:cubicBezTo>
                  <a:pt x="5255377" y="1974458"/>
                  <a:pt x="5243883" y="1985952"/>
                  <a:pt x="5229719" y="1985952"/>
                </a:cubicBezTo>
                <a:cubicBezTo>
                  <a:pt x="5215554" y="1985952"/>
                  <a:pt x="5204058" y="1974458"/>
                  <a:pt x="5204058" y="1960293"/>
                </a:cubicBezTo>
                <a:cubicBezTo>
                  <a:pt x="5204058" y="1946129"/>
                  <a:pt x="5215554" y="1934634"/>
                  <a:pt x="5229719" y="1934634"/>
                </a:cubicBezTo>
                <a:close/>
                <a:moveTo>
                  <a:pt x="5165514" y="1934634"/>
                </a:moveTo>
                <a:cubicBezTo>
                  <a:pt x="5179678" y="1934634"/>
                  <a:pt x="5191171" y="1946129"/>
                  <a:pt x="5191171" y="1960293"/>
                </a:cubicBezTo>
                <a:cubicBezTo>
                  <a:pt x="5191171" y="1974458"/>
                  <a:pt x="5179678" y="1985952"/>
                  <a:pt x="5165514" y="1985952"/>
                </a:cubicBezTo>
                <a:cubicBezTo>
                  <a:pt x="5151349" y="1985952"/>
                  <a:pt x="5139855" y="1974458"/>
                  <a:pt x="5139855" y="1960293"/>
                </a:cubicBezTo>
                <a:cubicBezTo>
                  <a:pt x="5139855" y="1946129"/>
                  <a:pt x="5151349" y="1934634"/>
                  <a:pt x="5165514" y="1934634"/>
                </a:cubicBezTo>
                <a:close/>
                <a:moveTo>
                  <a:pt x="5101309" y="1934634"/>
                </a:moveTo>
                <a:cubicBezTo>
                  <a:pt x="5115473" y="1934634"/>
                  <a:pt x="5126967" y="1946129"/>
                  <a:pt x="5126967" y="1960293"/>
                </a:cubicBezTo>
                <a:cubicBezTo>
                  <a:pt x="5126967" y="1974458"/>
                  <a:pt x="5115473" y="1985952"/>
                  <a:pt x="5101309" y="1985952"/>
                </a:cubicBezTo>
                <a:cubicBezTo>
                  <a:pt x="5087142" y="1985952"/>
                  <a:pt x="5075649" y="1974458"/>
                  <a:pt x="5075649" y="1960293"/>
                </a:cubicBezTo>
                <a:cubicBezTo>
                  <a:pt x="5075649" y="1946129"/>
                  <a:pt x="5087142" y="1934634"/>
                  <a:pt x="5101309" y="1934634"/>
                </a:cubicBezTo>
                <a:close/>
                <a:moveTo>
                  <a:pt x="5037104" y="1934634"/>
                </a:moveTo>
                <a:cubicBezTo>
                  <a:pt x="5051273" y="1934634"/>
                  <a:pt x="5062762" y="1946122"/>
                  <a:pt x="5062762" y="1960293"/>
                </a:cubicBezTo>
                <a:cubicBezTo>
                  <a:pt x="5062762" y="1974465"/>
                  <a:pt x="5051273" y="1985952"/>
                  <a:pt x="5037104" y="1985952"/>
                </a:cubicBezTo>
                <a:cubicBezTo>
                  <a:pt x="5022930" y="1985952"/>
                  <a:pt x="5011444" y="1974465"/>
                  <a:pt x="5011444" y="1960293"/>
                </a:cubicBezTo>
                <a:cubicBezTo>
                  <a:pt x="5011444" y="1946122"/>
                  <a:pt x="5022930" y="1934634"/>
                  <a:pt x="5037104" y="1934634"/>
                </a:cubicBezTo>
                <a:close/>
                <a:moveTo>
                  <a:pt x="4972896" y="1934634"/>
                </a:moveTo>
                <a:cubicBezTo>
                  <a:pt x="4987063" y="1934634"/>
                  <a:pt x="4998557" y="1946129"/>
                  <a:pt x="4998557" y="1960293"/>
                </a:cubicBezTo>
                <a:cubicBezTo>
                  <a:pt x="4998557" y="1974458"/>
                  <a:pt x="4987063" y="1985952"/>
                  <a:pt x="4972896" y="1985952"/>
                </a:cubicBezTo>
                <a:cubicBezTo>
                  <a:pt x="4958732" y="1985952"/>
                  <a:pt x="4947240" y="1974458"/>
                  <a:pt x="4947240" y="1960293"/>
                </a:cubicBezTo>
                <a:cubicBezTo>
                  <a:pt x="4947240" y="1946129"/>
                  <a:pt x="4958732" y="1934634"/>
                  <a:pt x="4972896" y="1934634"/>
                </a:cubicBezTo>
                <a:close/>
                <a:moveTo>
                  <a:pt x="4908693" y="1934634"/>
                </a:moveTo>
                <a:cubicBezTo>
                  <a:pt x="4922857" y="1934634"/>
                  <a:pt x="4934352" y="1946129"/>
                  <a:pt x="4934352" y="1960293"/>
                </a:cubicBezTo>
                <a:cubicBezTo>
                  <a:pt x="4934352" y="1974458"/>
                  <a:pt x="4922857" y="1985952"/>
                  <a:pt x="4908693" y="1985952"/>
                </a:cubicBezTo>
                <a:cubicBezTo>
                  <a:pt x="4894527" y="1985952"/>
                  <a:pt x="4883033" y="1974458"/>
                  <a:pt x="4883033" y="1960293"/>
                </a:cubicBezTo>
                <a:cubicBezTo>
                  <a:pt x="4883033" y="1946129"/>
                  <a:pt x="4894527" y="1934634"/>
                  <a:pt x="4908693" y="1934634"/>
                </a:cubicBezTo>
                <a:close/>
                <a:moveTo>
                  <a:pt x="4844487" y="1934634"/>
                </a:moveTo>
                <a:cubicBezTo>
                  <a:pt x="4858650" y="1934634"/>
                  <a:pt x="4870146" y="1946129"/>
                  <a:pt x="4870146" y="1960293"/>
                </a:cubicBezTo>
                <a:cubicBezTo>
                  <a:pt x="4870146" y="1974458"/>
                  <a:pt x="4858650" y="1985952"/>
                  <a:pt x="4844487" y="1985952"/>
                </a:cubicBezTo>
                <a:cubicBezTo>
                  <a:pt x="4830322" y="1985952"/>
                  <a:pt x="4818828" y="1974458"/>
                  <a:pt x="4818828" y="1960293"/>
                </a:cubicBezTo>
                <a:cubicBezTo>
                  <a:pt x="4818828" y="1946129"/>
                  <a:pt x="4830322" y="1934634"/>
                  <a:pt x="4844487" y="1934634"/>
                </a:cubicBezTo>
                <a:close/>
                <a:moveTo>
                  <a:pt x="4780282" y="1934634"/>
                </a:moveTo>
                <a:cubicBezTo>
                  <a:pt x="4794447" y="1934634"/>
                  <a:pt x="4805941" y="1946129"/>
                  <a:pt x="4805941" y="1960293"/>
                </a:cubicBezTo>
                <a:cubicBezTo>
                  <a:pt x="4805941" y="1974458"/>
                  <a:pt x="4794447" y="1985952"/>
                  <a:pt x="4780282" y="1985952"/>
                </a:cubicBezTo>
                <a:cubicBezTo>
                  <a:pt x="4766118" y="1985952"/>
                  <a:pt x="4754622" y="1974458"/>
                  <a:pt x="4754622" y="1960293"/>
                </a:cubicBezTo>
                <a:cubicBezTo>
                  <a:pt x="4754622" y="1946129"/>
                  <a:pt x="4766118" y="1934634"/>
                  <a:pt x="4780282" y="1934634"/>
                </a:cubicBezTo>
                <a:close/>
                <a:moveTo>
                  <a:pt x="4716077" y="1934634"/>
                </a:moveTo>
                <a:cubicBezTo>
                  <a:pt x="4730248" y="1934634"/>
                  <a:pt x="4741736" y="1946122"/>
                  <a:pt x="4741736" y="1960293"/>
                </a:cubicBezTo>
                <a:cubicBezTo>
                  <a:pt x="4741736" y="1974465"/>
                  <a:pt x="4730248" y="1985952"/>
                  <a:pt x="4716077" y="1985952"/>
                </a:cubicBezTo>
                <a:cubicBezTo>
                  <a:pt x="4701906" y="1985952"/>
                  <a:pt x="4690419" y="1974465"/>
                  <a:pt x="4690419" y="1960293"/>
                </a:cubicBezTo>
                <a:cubicBezTo>
                  <a:pt x="4690419" y="1946122"/>
                  <a:pt x="4701906" y="1934634"/>
                  <a:pt x="4716077" y="1934634"/>
                </a:cubicBezTo>
                <a:close/>
                <a:moveTo>
                  <a:pt x="4651872" y="1934634"/>
                </a:moveTo>
                <a:cubicBezTo>
                  <a:pt x="4666042" y="1934634"/>
                  <a:pt x="4677531" y="1946122"/>
                  <a:pt x="4677531" y="1960293"/>
                </a:cubicBezTo>
                <a:cubicBezTo>
                  <a:pt x="4677531" y="1974465"/>
                  <a:pt x="4666042" y="1985952"/>
                  <a:pt x="4651872" y="1985952"/>
                </a:cubicBezTo>
                <a:cubicBezTo>
                  <a:pt x="4637700" y="1985952"/>
                  <a:pt x="4626213" y="1974465"/>
                  <a:pt x="4626213" y="1960293"/>
                </a:cubicBezTo>
                <a:cubicBezTo>
                  <a:pt x="4626213" y="1946122"/>
                  <a:pt x="4637700" y="1934634"/>
                  <a:pt x="4651872" y="1934634"/>
                </a:cubicBezTo>
                <a:close/>
                <a:moveTo>
                  <a:pt x="4587666" y="1934634"/>
                </a:moveTo>
                <a:cubicBezTo>
                  <a:pt x="4601830" y="1934634"/>
                  <a:pt x="4613324" y="1946129"/>
                  <a:pt x="4613324" y="1960293"/>
                </a:cubicBezTo>
                <a:cubicBezTo>
                  <a:pt x="4613324" y="1974458"/>
                  <a:pt x="4601830" y="1985952"/>
                  <a:pt x="4587666" y="1985952"/>
                </a:cubicBezTo>
                <a:cubicBezTo>
                  <a:pt x="4573501" y="1985952"/>
                  <a:pt x="4562007" y="1974458"/>
                  <a:pt x="4562007" y="1960293"/>
                </a:cubicBezTo>
                <a:cubicBezTo>
                  <a:pt x="4562007" y="1946129"/>
                  <a:pt x="4573501" y="1934634"/>
                  <a:pt x="4587666" y="1934634"/>
                </a:cubicBezTo>
                <a:close/>
                <a:moveTo>
                  <a:pt x="4523461" y="1934634"/>
                </a:moveTo>
                <a:cubicBezTo>
                  <a:pt x="4537626" y="1934634"/>
                  <a:pt x="4549121" y="1946129"/>
                  <a:pt x="4549121" y="1960293"/>
                </a:cubicBezTo>
                <a:cubicBezTo>
                  <a:pt x="4549121" y="1974458"/>
                  <a:pt x="4537626" y="1985952"/>
                  <a:pt x="4523461" y="1985952"/>
                </a:cubicBezTo>
                <a:cubicBezTo>
                  <a:pt x="4509296" y="1985952"/>
                  <a:pt x="4497802" y="1974458"/>
                  <a:pt x="4497802" y="1960293"/>
                </a:cubicBezTo>
                <a:cubicBezTo>
                  <a:pt x="4497802" y="1946129"/>
                  <a:pt x="4509296" y="1934634"/>
                  <a:pt x="4523461" y="1934634"/>
                </a:cubicBezTo>
                <a:close/>
                <a:moveTo>
                  <a:pt x="4459256" y="1934634"/>
                </a:moveTo>
                <a:cubicBezTo>
                  <a:pt x="4473420" y="1934634"/>
                  <a:pt x="4484914" y="1946129"/>
                  <a:pt x="4484914" y="1960293"/>
                </a:cubicBezTo>
                <a:cubicBezTo>
                  <a:pt x="4484914" y="1974458"/>
                  <a:pt x="4473420" y="1985952"/>
                  <a:pt x="4459256" y="1985952"/>
                </a:cubicBezTo>
                <a:cubicBezTo>
                  <a:pt x="4445091" y="1985952"/>
                  <a:pt x="4433596" y="1974458"/>
                  <a:pt x="4433596" y="1960293"/>
                </a:cubicBezTo>
                <a:cubicBezTo>
                  <a:pt x="4433596" y="1946129"/>
                  <a:pt x="4445091" y="1934634"/>
                  <a:pt x="4459256" y="1934634"/>
                </a:cubicBezTo>
                <a:close/>
                <a:moveTo>
                  <a:pt x="4395050" y="1934634"/>
                </a:moveTo>
                <a:cubicBezTo>
                  <a:pt x="4409214" y="1934634"/>
                  <a:pt x="4420710" y="1946129"/>
                  <a:pt x="4420710" y="1960293"/>
                </a:cubicBezTo>
                <a:cubicBezTo>
                  <a:pt x="4420710" y="1974458"/>
                  <a:pt x="4409214" y="1985952"/>
                  <a:pt x="4395050" y="1985952"/>
                </a:cubicBezTo>
                <a:cubicBezTo>
                  <a:pt x="4380886" y="1985952"/>
                  <a:pt x="4369391" y="1974458"/>
                  <a:pt x="4369391" y="1960293"/>
                </a:cubicBezTo>
                <a:cubicBezTo>
                  <a:pt x="4369391" y="1946129"/>
                  <a:pt x="4380886" y="1934634"/>
                  <a:pt x="4395050" y="1934634"/>
                </a:cubicBezTo>
                <a:close/>
                <a:moveTo>
                  <a:pt x="4330845" y="1934634"/>
                </a:moveTo>
                <a:cubicBezTo>
                  <a:pt x="4345017" y="1934634"/>
                  <a:pt x="4356504" y="1946122"/>
                  <a:pt x="4356504" y="1960293"/>
                </a:cubicBezTo>
                <a:cubicBezTo>
                  <a:pt x="4356504" y="1974465"/>
                  <a:pt x="4345017" y="1985952"/>
                  <a:pt x="4330845" y="1985952"/>
                </a:cubicBezTo>
                <a:cubicBezTo>
                  <a:pt x="4316675" y="1985952"/>
                  <a:pt x="4305186" y="1974465"/>
                  <a:pt x="4305186" y="1960293"/>
                </a:cubicBezTo>
                <a:cubicBezTo>
                  <a:pt x="4305186" y="1946122"/>
                  <a:pt x="4316675" y="1934634"/>
                  <a:pt x="4330845" y="1934634"/>
                </a:cubicBezTo>
                <a:close/>
                <a:moveTo>
                  <a:pt x="4266640" y="1934634"/>
                </a:moveTo>
                <a:cubicBezTo>
                  <a:pt x="4280811" y="1934634"/>
                  <a:pt x="4292298" y="1946122"/>
                  <a:pt x="4292298" y="1960293"/>
                </a:cubicBezTo>
                <a:cubicBezTo>
                  <a:pt x="4292298" y="1974465"/>
                  <a:pt x="4280811" y="1985952"/>
                  <a:pt x="4266640" y="1985952"/>
                </a:cubicBezTo>
                <a:cubicBezTo>
                  <a:pt x="4252470" y="1985952"/>
                  <a:pt x="4240981" y="1974465"/>
                  <a:pt x="4240981" y="1960293"/>
                </a:cubicBezTo>
                <a:cubicBezTo>
                  <a:pt x="4240981" y="1946122"/>
                  <a:pt x="4252470" y="1934634"/>
                  <a:pt x="4266640" y="1934634"/>
                </a:cubicBezTo>
                <a:close/>
                <a:moveTo>
                  <a:pt x="4202435" y="1934634"/>
                </a:moveTo>
                <a:cubicBezTo>
                  <a:pt x="4216598" y="1934634"/>
                  <a:pt x="4228093" y="1946129"/>
                  <a:pt x="4228093" y="1960293"/>
                </a:cubicBezTo>
                <a:cubicBezTo>
                  <a:pt x="4228093" y="1974458"/>
                  <a:pt x="4216598" y="1985952"/>
                  <a:pt x="4202435" y="1985952"/>
                </a:cubicBezTo>
                <a:cubicBezTo>
                  <a:pt x="4188268" y="1985952"/>
                  <a:pt x="4176776" y="1974458"/>
                  <a:pt x="4176776" y="1960293"/>
                </a:cubicBezTo>
                <a:cubicBezTo>
                  <a:pt x="4176776" y="1946129"/>
                  <a:pt x="4188268" y="1934634"/>
                  <a:pt x="4202435" y="1934634"/>
                </a:cubicBezTo>
                <a:close/>
                <a:moveTo>
                  <a:pt x="4138112" y="1934634"/>
                </a:moveTo>
                <a:cubicBezTo>
                  <a:pt x="4152394" y="1934634"/>
                  <a:pt x="4163773" y="1946129"/>
                  <a:pt x="4163773" y="1960293"/>
                </a:cubicBezTo>
                <a:cubicBezTo>
                  <a:pt x="4163773" y="1974458"/>
                  <a:pt x="4152277" y="1985952"/>
                  <a:pt x="4138112" y="1985952"/>
                </a:cubicBezTo>
                <a:cubicBezTo>
                  <a:pt x="4123948" y="1985952"/>
                  <a:pt x="4112454" y="1974458"/>
                  <a:pt x="4112454" y="1960293"/>
                </a:cubicBezTo>
                <a:cubicBezTo>
                  <a:pt x="4112454" y="1946129"/>
                  <a:pt x="4123948" y="1934634"/>
                  <a:pt x="4138112" y="1934634"/>
                </a:cubicBezTo>
                <a:close/>
                <a:moveTo>
                  <a:pt x="4073908" y="1934634"/>
                </a:moveTo>
                <a:cubicBezTo>
                  <a:pt x="4088073" y="1934634"/>
                  <a:pt x="4099565" y="1946129"/>
                  <a:pt x="4099565" y="1960293"/>
                </a:cubicBezTo>
                <a:cubicBezTo>
                  <a:pt x="4099565" y="1974458"/>
                  <a:pt x="4088073" y="1985952"/>
                  <a:pt x="4073908" y="1985952"/>
                </a:cubicBezTo>
                <a:cubicBezTo>
                  <a:pt x="4059743" y="1985952"/>
                  <a:pt x="4048248" y="1974458"/>
                  <a:pt x="4048248" y="1960293"/>
                </a:cubicBezTo>
                <a:cubicBezTo>
                  <a:pt x="4048248" y="1946129"/>
                  <a:pt x="4059743" y="1934634"/>
                  <a:pt x="4073908" y="1934634"/>
                </a:cubicBezTo>
                <a:close/>
                <a:moveTo>
                  <a:pt x="4009702" y="1934634"/>
                </a:moveTo>
                <a:cubicBezTo>
                  <a:pt x="4023866" y="1934634"/>
                  <a:pt x="4035362" y="1946129"/>
                  <a:pt x="4035362" y="1960293"/>
                </a:cubicBezTo>
                <a:cubicBezTo>
                  <a:pt x="4035362" y="1974458"/>
                  <a:pt x="4023866" y="1985952"/>
                  <a:pt x="4009702" y="1985952"/>
                </a:cubicBezTo>
                <a:cubicBezTo>
                  <a:pt x="3995538" y="1985952"/>
                  <a:pt x="3984043" y="1974458"/>
                  <a:pt x="3984043" y="1960293"/>
                </a:cubicBezTo>
                <a:cubicBezTo>
                  <a:pt x="3984043" y="1946129"/>
                  <a:pt x="3995538" y="1934634"/>
                  <a:pt x="4009702" y="1934634"/>
                </a:cubicBezTo>
                <a:close/>
                <a:moveTo>
                  <a:pt x="3945497" y="1934634"/>
                </a:moveTo>
                <a:cubicBezTo>
                  <a:pt x="3959668" y="1934634"/>
                  <a:pt x="3971155" y="1946122"/>
                  <a:pt x="3971155" y="1960293"/>
                </a:cubicBezTo>
                <a:cubicBezTo>
                  <a:pt x="3971155" y="1974465"/>
                  <a:pt x="3959668" y="1985952"/>
                  <a:pt x="3945497" y="1985952"/>
                </a:cubicBezTo>
                <a:cubicBezTo>
                  <a:pt x="3931325" y="1985952"/>
                  <a:pt x="3919838" y="1974465"/>
                  <a:pt x="3919838" y="1960293"/>
                </a:cubicBezTo>
                <a:cubicBezTo>
                  <a:pt x="3919838" y="1946122"/>
                  <a:pt x="3931325" y="1934634"/>
                  <a:pt x="3945497" y="1934634"/>
                </a:cubicBezTo>
                <a:close/>
                <a:moveTo>
                  <a:pt x="3881291" y="1934634"/>
                </a:moveTo>
                <a:cubicBezTo>
                  <a:pt x="3895456" y="1934634"/>
                  <a:pt x="3906950" y="1946129"/>
                  <a:pt x="3906950" y="1960293"/>
                </a:cubicBezTo>
                <a:cubicBezTo>
                  <a:pt x="3906950" y="1974458"/>
                  <a:pt x="3895456" y="1985952"/>
                  <a:pt x="3881291" y="1985952"/>
                </a:cubicBezTo>
                <a:cubicBezTo>
                  <a:pt x="3867127" y="1985952"/>
                  <a:pt x="3855633" y="1974458"/>
                  <a:pt x="3855633" y="1960293"/>
                </a:cubicBezTo>
                <a:cubicBezTo>
                  <a:pt x="3855633" y="1946129"/>
                  <a:pt x="3867127" y="1934634"/>
                  <a:pt x="3881291" y="1934634"/>
                </a:cubicBezTo>
                <a:close/>
                <a:moveTo>
                  <a:pt x="3817085" y="1934634"/>
                </a:moveTo>
                <a:cubicBezTo>
                  <a:pt x="3831252" y="1934634"/>
                  <a:pt x="3842745" y="1946129"/>
                  <a:pt x="3842745" y="1960293"/>
                </a:cubicBezTo>
                <a:cubicBezTo>
                  <a:pt x="3842745" y="1974458"/>
                  <a:pt x="3831252" y="1985952"/>
                  <a:pt x="3817085" y="1985952"/>
                </a:cubicBezTo>
                <a:cubicBezTo>
                  <a:pt x="3802921" y="1985952"/>
                  <a:pt x="3791427" y="1974458"/>
                  <a:pt x="3791427" y="1960293"/>
                </a:cubicBezTo>
                <a:cubicBezTo>
                  <a:pt x="3791427" y="1946129"/>
                  <a:pt x="3802921" y="1934634"/>
                  <a:pt x="3817085" y="1934634"/>
                </a:cubicBezTo>
                <a:close/>
                <a:moveTo>
                  <a:pt x="3752882" y="1934634"/>
                </a:moveTo>
                <a:cubicBezTo>
                  <a:pt x="3767045" y="1934634"/>
                  <a:pt x="3778539" y="1946129"/>
                  <a:pt x="3778539" y="1960293"/>
                </a:cubicBezTo>
                <a:cubicBezTo>
                  <a:pt x="3778539" y="1974458"/>
                  <a:pt x="3767045" y="1985952"/>
                  <a:pt x="3752882" y="1985952"/>
                </a:cubicBezTo>
                <a:cubicBezTo>
                  <a:pt x="3738717" y="1985952"/>
                  <a:pt x="3727221" y="1974458"/>
                  <a:pt x="3727221" y="1960293"/>
                </a:cubicBezTo>
                <a:cubicBezTo>
                  <a:pt x="3727221" y="1946129"/>
                  <a:pt x="3738717" y="1934634"/>
                  <a:pt x="3752882" y="1934634"/>
                </a:cubicBezTo>
                <a:close/>
                <a:moveTo>
                  <a:pt x="3688674" y="1934634"/>
                </a:moveTo>
                <a:cubicBezTo>
                  <a:pt x="3702840" y="1934634"/>
                  <a:pt x="3714335" y="1946129"/>
                  <a:pt x="3714335" y="1960293"/>
                </a:cubicBezTo>
                <a:cubicBezTo>
                  <a:pt x="3714335" y="1974458"/>
                  <a:pt x="3702840" y="1985952"/>
                  <a:pt x="3688674" y="1985952"/>
                </a:cubicBezTo>
                <a:cubicBezTo>
                  <a:pt x="3674510" y="1985952"/>
                  <a:pt x="3663017" y="1974458"/>
                  <a:pt x="3663017" y="1960293"/>
                </a:cubicBezTo>
                <a:cubicBezTo>
                  <a:pt x="3663017" y="1946129"/>
                  <a:pt x="3674510" y="1934634"/>
                  <a:pt x="3688674" y="1934634"/>
                </a:cubicBezTo>
                <a:close/>
                <a:moveTo>
                  <a:pt x="3624472" y="1934634"/>
                </a:moveTo>
                <a:cubicBezTo>
                  <a:pt x="3638640" y="1934634"/>
                  <a:pt x="3650129" y="1946122"/>
                  <a:pt x="3650129" y="1960293"/>
                </a:cubicBezTo>
                <a:cubicBezTo>
                  <a:pt x="3650129" y="1974465"/>
                  <a:pt x="3638640" y="1985952"/>
                  <a:pt x="3624472" y="1985952"/>
                </a:cubicBezTo>
                <a:cubicBezTo>
                  <a:pt x="3610300" y="1985952"/>
                  <a:pt x="3598810" y="1974465"/>
                  <a:pt x="3598810" y="1960293"/>
                </a:cubicBezTo>
                <a:cubicBezTo>
                  <a:pt x="3598810" y="1946122"/>
                  <a:pt x="3610300" y="1934634"/>
                  <a:pt x="3624472" y="1934634"/>
                </a:cubicBezTo>
                <a:close/>
                <a:moveTo>
                  <a:pt x="3560264" y="1934634"/>
                </a:moveTo>
                <a:cubicBezTo>
                  <a:pt x="3574438" y="1934634"/>
                  <a:pt x="3585923" y="1946122"/>
                  <a:pt x="3585923" y="1960293"/>
                </a:cubicBezTo>
                <a:cubicBezTo>
                  <a:pt x="3585923" y="1974465"/>
                  <a:pt x="3574438" y="1985952"/>
                  <a:pt x="3560264" y="1985952"/>
                </a:cubicBezTo>
                <a:cubicBezTo>
                  <a:pt x="3546095" y="1985952"/>
                  <a:pt x="3534607" y="1974465"/>
                  <a:pt x="3534607" y="1960293"/>
                </a:cubicBezTo>
                <a:cubicBezTo>
                  <a:pt x="3534607" y="1946122"/>
                  <a:pt x="3546095" y="1934634"/>
                  <a:pt x="3560264" y="1934634"/>
                </a:cubicBezTo>
                <a:close/>
                <a:moveTo>
                  <a:pt x="3496060" y="1934634"/>
                </a:moveTo>
                <a:cubicBezTo>
                  <a:pt x="3510225" y="1934634"/>
                  <a:pt x="3521719" y="1946129"/>
                  <a:pt x="3521719" y="1960293"/>
                </a:cubicBezTo>
                <a:cubicBezTo>
                  <a:pt x="3521719" y="1974458"/>
                  <a:pt x="3510225" y="1985952"/>
                  <a:pt x="3496060" y="1985952"/>
                </a:cubicBezTo>
                <a:cubicBezTo>
                  <a:pt x="3481895" y="1985952"/>
                  <a:pt x="3470400" y="1974458"/>
                  <a:pt x="3470400" y="1960293"/>
                </a:cubicBezTo>
                <a:cubicBezTo>
                  <a:pt x="3470400" y="1946129"/>
                  <a:pt x="3481895" y="1934634"/>
                  <a:pt x="3496060" y="1934634"/>
                </a:cubicBezTo>
                <a:close/>
                <a:moveTo>
                  <a:pt x="3431855" y="1934634"/>
                </a:moveTo>
                <a:cubicBezTo>
                  <a:pt x="3446019" y="1934634"/>
                  <a:pt x="3457512" y="1946129"/>
                  <a:pt x="3457512" y="1960293"/>
                </a:cubicBezTo>
                <a:cubicBezTo>
                  <a:pt x="3457512" y="1974458"/>
                  <a:pt x="3446019" y="1985952"/>
                  <a:pt x="3431855" y="1985952"/>
                </a:cubicBezTo>
                <a:cubicBezTo>
                  <a:pt x="3417690" y="1985952"/>
                  <a:pt x="3406196" y="1974458"/>
                  <a:pt x="3406196" y="1960293"/>
                </a:cubicBezTo>
                <a:cubicBezTo>
                  <a:pt x="3406196" y="1946129"/>
                  <a:pt x="3417690" y="1934634"/>
                  <a:pt x="3431855" y="1934634"/>
                </a:cubicBezTo>
                <a:close/>
                <a:moveTo>
                  <a:pt x="3367649" y="1934634"/>
                </a:moveTo>
                <a:cubicBezTo>
                  <a:pt x="3381813" y="1934634"/>
                  <a:pt x="3393308" y="1946129"/>
                  <a:pt x="3393308" y="1960293"/>
                </a:cubicBezTo>
                <a:cubicBezTo>
                  <a:pt x="3393308" y="1974458"/>
                  <a:pt x="3381813" y="1985952"/>
                  <a:pt x="3367649" y="1985952"/>
                </a:cubicBezTo>
                <a:cubicBezTo>
                  <a:pt x="3353484" y="1985952"/>
                  <a:pt x="3341990" y="1974458"/>
                  <a:pt x="3341990" y="1960293"/>
                </a:cubicBezTo>
                <a:cubicBezTo>
                  <a:pt x="3341990" y="1946129"/>
                  <a:pt x="3353484" y="1934634"/>
                  <a:pt x="3367649" y="1934634"/>
                </a:cubicBezTo>
                <a:close/>
                <a:moveTo>
                  <a:pt x="3303444" y="1934634"/>
                </a:moveTo>
                <a:cubicBezTo>
                  <a:pt x="3317609" y="1934634"/>
                  <a:pt x="3329102" y="1946129"/>
                  <a:pt x="3329102" y="1960293"/>
                </a:cubicBezTo>
                <a:cubicBezTo>
                  <a:pt x="3329102" y="1974458"/>
                  <a:pt x="3317609" y="1985952"/>
                  <a:pt x="3303444" y="1985952"/>
                </a:cubicBezTo>
                <a:cubicBezTo>
                  <a:pt x="3289279" y="1985952"/>
                  <a:pt x="3277785" y="1974458"/>
                  <a:pt x="3277785" y="1960293"/>
                </a:cubicBezTo>
                <a:cubicBezTo>
                  <a:pt x="3277785" y="1946129"/>
                  <a:pt x="3289279" y="1934634"/>
                  <a:pt x="3303444" y="1934634"/>
                </a:cubicBezTo>
                <a:close/>
                <a:moveTo>
                  <a:pt x="3239238" y="1934634"/>
                </a:moveTo>
                <a:cubicBezTo>
                  <a:pt x="3253410" y="1934634"/>
                  <a:pt x="3264898" y="1946122"/>
                  <a:pt x="3264898" y="1960293"/>
                </a:cubicBezTo>
                <a:cubicBezTo>
                  <a:pt x="3264898" y="1974465"/>
                  <a:pt x="3253410" y="1985952"/>
                  <a:pt x="3239238" y="1985952"/>
                </a:cubicBezTo>
                <a:cubicBezTo>
                  <a:pt x="3225068" y="1985952"/>
                  <a:pt x="3213580" y="1974465"/>
                  <a:pt x="3213580" y="1960293"/>
                </a:cubicBezTo>
                <a:cubicBezTo>
                  <a:pt x="3213580" y="1946122"/>
                  <a:pt x="3225068" y="1934634"/>
                  <a:pt x="3239238" y="1934634"/>
                </a:cubicBezTo>
                <a:close/>
                <a:moveTo>
                  <a:pt x="3175034" y="1934634"/>
                </a:moveTo>
                <a:cubicBezTo>
                  <a:pt x="3189204" y="1934634"/>
                  <a:pt x="3200692" y="1946122"/>
                  <a:pt x="3200692" y="1960293"/>
                </a:cubicBezTo>
                <a:cubicBezTo>
                  <a:pt x="3200692" y="1974465"/>
                  <a:pt x="3189204" y="1985952"/>
                  <a:pt x="3175034" y="1985952"/>
                </a:cubicBezTo>
                <a:cubicBezTo>
                  <a:pt x="3160862" y="1985952"/>
                  <a:pt x="3149375" y="1974465"/>
                  <a:pt x="3149375" y="1960293"/>
                </a:cubicBezTo>
                <a:cubicBezTo>
                  <a:pt x="3149375" y="1946122"/>
                  <a:pt x="3160862" y="1934634"/>
                  <a:pt x="3175034" y="1934634"/>
                </a:cubicBezTo>
                <a:close/>
                <a:moveTo>
                  <a:pt x="3110828" y="1934634"/>
                </a:moveTo>
                <a:cubicBezTo>
                  <a:pt x="3124992" y="1934634"/>
                  <a:pt x="3136487" y="1946129"/>
                  <a:pt x="3136487" y="1960293"/>
                </a:cubicBezTo>
                <a:cubicBezTo>
                  <a:pt x="3136487" y="1974458"/>
                  <a:pt x="3124992" y="1985952"/>
                  <a:pt x="3110828" y="1985952"/>
                </a:cubicBezTo>
                <a:cubicBezTo>
                  <a:pt x="3096663" y="1985952"/>
                  <a:pt x="3085170" y="1974458"/>
                  <a:pt x="3085170" y="1960293"/>
                </a:cubicBezTo>
                <a:cubicBezTo>
                  <a:pt x="3085170" y="1946129"/>
                  <a:pt x="3096663" y="1934634"/>
                  <a:pt x="3110828" y="1934634"/>
                </a:cubicBezTo>
                <a:close/>
                <a:moveTo>
                  <a:pt x="3046623" y="1934634"/>
                </a:moveTo>
                <a:cubicBezTo>
                  <a:pt x="3060788" y="1934634"/>
                  <a:pt x="3072282" y="1946129"/>
                  <a:pt x="3072282" y="1960293"/>
                </a:cubicBezTo>
                <a:cubicBezTo>
                  <a:pt x="3072282" y="1974458"/>
                  <a:pt x="3060788" y="1985952"/>
                  <a:pt x="3046623" y="1985952"/>
                </a:cubicBezTo>
                <a:cubicBezTo>
                  <a:pt x="3032458" y="1985952"/>
                  <a:pt x="3020964" y="1974458"/>
                  <a:pt x="3020964" y="1960293"/>
                </a:cubicBezTo>
                <a:cubicBezTo>
                  <a:pt x="3020964" y="1946129"/>
                  <a:pt x="3032458" y="1934634"/>
                  <a:pt x="3046623" y="1934634"/>
                </a:cubicBezTo>
                <a:close/>
                <a:moveTo>
                  <a:pt x="2982301" y="1934634"/>
                </a:moveTo>
                <a:cubicBezTo>
                  <a:pt x="2996466" y="1934634"/>
                  <a:pt x="3007960" y="1946129"/>
                  <a:pt x="3007960" y="1960293"/>
                </a:cubicBezTo>
                <a:cubicBezTo>
                  <a:pt x="3007960" y="1974458"/>
                  <a:pt x="2996466" y="1985952"/>
                  <a:pt x="2982301" y="1985952"/>
                </a:cubicBezTo>
                <a:cubicBezTo>
                  <a:pt x="2968137" y="1985952"/>
                  <a:pt x="2956642" y="1974458"/>
                  <a:pt x="2956642" y="1960293"/>
                </a:cubicBezTo>
                <a:cubicBezTo>
                  <a:pt x="2956642" y="1946129"/>
                  <a:pt x="2968137" y="1934634"/>
                  <a:pt x="2982301" y="1934634"/>
                </a:cubicBezTo>
                <a:close/>
                <a:moveTo>
                  <a:pt x="2918096" y="1934634"/>
                </a:moveTo>
                <a:cubicBezTo>
                  <a:pt x="2932261" y="1934634"/>
                  <a:pt x="2943755" y="1946129"/>
                  <a:pt x="2943755" y="1960293"/>
                </a:cubicBezTo>
                <a:cubicBezTo>
                  <a:pt x="2943755" y="1974458"/>
                  <a:pt x="2932261" y="1985952"/>
                  <a:pt x="2918096" y="1985952"/>
                </a:cubicBezTo>
                <a:cubicBezTo>
                  <a:pt x="2903931" y="1985952"/>
                  <a:pt x="2892438" y="1974458"/>
                  <a:pt x="2892438" y="1960293"/>
                </a:cubicBezTo>
                <a:cubicBezTo>
                  <a:pt x="2892438" y="1946129"/>
                  <a:pt x="2903931" y="1934634"/>
                  <a:pt x="2918096" y="1934634"/>
                </a:cubicBezTo>
                <a:close/>
                <a:moveTo>
                  <a:pt x="2853890" y="1934634"/>
                </a:moveTo>
                <a:cubicBezTo>
                  <a:pt x="2868062" y="1934634"/>
                  <a:pt x="2879550" y="1946122"/>
                  <a:pt x="2879550" y="1960293"/>
                </a:cubicBezTo>
                <a:cubicBezTo>
                  <a:pt x="2879550" y="1974465"/>
                  <a:pt x="2868062" y="1985952"/>
                  <a:pt x="2853890" y="1985952"/>
                </a:cubicBezTo>
                <a:cubicBezTo>
                  <a:pt x="2839720" y="1985952"/>
                  <a:pt x="2828231" y="1974465"/>
                  <a:pt x="2828231" y="1960293"/>
                </a:cubicBezTo>
                <a:cubicBezTo>
                  <a:pt x="2828231" y="1946122"/>
                  <a:pt x="2839720" y="1934634"/>
                  <a:pt x="2853890" y="1934634"/>
                </a:cubicBezTo>
                <a:close/>
                <a:moveTo>
                  <a:pt x="2789686" y="1934634"/>
                </a:moveTo>
                <a:cubicBezTo>
                  <a:pt x="2803850" y="1934634"/>
                  <a:pt x="2815344" y="1946129"/>
                  <a:pt x="2815344" y="1960293"/>
                </a:cubicBezTo>
                <a:cubicBezTo>
                  <a:pt x="2815344" y="1974458"/>
                  <a:pt x="2803850" y="1985952"/>
                  <a:pt x="2789686" y="1985952"/>
                </a:cubicBezTo>
                <a:cubicBezTo>
                  <a:pt x="2775521" y="1985952"/>
                  <a:pt x="2764027" y="1974458"/>
                  <a:pt x="2764027" y="1960293"/>
                </a:cubicBezTo>
                <a:cubicBezTo>
                  <a:pt x="2764027" y="1946129"/>
                  <a:pt x="2775521" y="1934634"/>
                  <a:pt x="2789686" y="1934634"/>
                </a:cubicBezTo>
                <a:close/>
                <a:moveTo>
                  <a:pt x="2725480" y="1934634"/>
                </a:moveTo>
                <a:cubicBezTo>
                  <a:pt x="2739644" y="1934634"/>
                  <a:pt x="2751140" y="1946129"/>
                  <a:pt x="2751140" y="1960293"/>
                </a:cubicBezTo>
                <a:cubicBezTo>
                  <a:pt x="2751140" y="1974458"/>
                  <a:pt x="2739644" y="1985952"/>
                  <a:pt x="2725480" y="1985952"/>
                </a:cubicBezTo>
                <a:cubicBezTo>
                  <a:pt x="2711315" y="1985952"/>
                  <a:pt x="2699821" y="1974458"/>
                  <a:pt x="2699821" y="1960293"/>
                </a:cubicBezTo>
                <a:cubicBezTo>
                  <a:pt x="2699821" y="1946129"/>
                  <a:pt x="2711315" y="1934634"/>
                  <a:pt x="2725480" y="1934634"/>
                </a:cubicBezTo>
                <a:close/>
                <a:moveTo>
                  <a:pt x="2661276" y="1934634"/>
                </a:moveTo>
                <a:cubicBezTo>
                  <a:pt x="2675440" y="1934634"/>
                  <a:pt x="2686933" y="1946129"/>
                  <a:pt x="2686933" y="1960293"/>
                </a:cubicBezTo>
                <a:cubicBezTo>
                  <a:pt x="2686933" y="1974458"/>
                  <a:pt x="2675440" y="1985952"/>
                  <a:pt x="2661276" y="1985952"/>
                </a:cubicBezTo>
                <a:cubicBezTo>
                  <a:pt x="2647111" y="1985952"/>
                  <a:pt x="2635616" y="1974458"/>
                  <a:pt x="2635616" y="1960293"/>
                </a:cubicBezTo>
                <a:cubicBezTo>
                  <a:pt x="2635616" y="1946129"/>
                  <a:pt x="2647111" y="1934634"/>
                  <a:pt x="2661276" y="1934634"/>
                </a:cubicBezTo>
                <a:close/>
                <a:moveTo>
                  <a:pt x="2597069" y="1934634"/>
                </a:moveTo>
                <a:cubicBezTo>
                  <a:pt x="2611234" y="1934634"/>
                  <a:pt x="2622729" y="1946129"/>
                  <a:pt x="2622729" y="1960293"/>
                </a:cubicBezTo>
                <a:cubicBezTo>
                  <a:pt x="2622729" y="1974458"/>
                  <a:pt x="2611234" y="1985952"/>
                  <a:pt x="2597069" y="1985952"/>
                </a:cubicBezTo>
                <a:cubicBezTo>
                  <a:pt x="2582904" y="1985952"/>
                  <a:pt x="2571410" y="1974458"/>
                  <a:pt x="2571410" y="1960293"/>
                </a:cubicBezTo>
                <a:cubicBezTo>
                  <a:pt x="2571410" y="1946129"/>
                  <a:pt x="2582904" y="1934634"/>
                  <a:pt x="2597069" y="1934634"/>
                </a:cubicBezTo>
                <a:close/>
                <a:moveTo>
                  <a:pt x="2532865" y="1934634"/>
                </a:moveTo>
                <a:cubicBezTo>
                  <a:pt x="2547035" y="1934634"/>
                  <a:pt x="2558523" y="1946122"/>
                  <a:pt x="2558523" y="1960293"/>
                </a:cubicBezTo>
                <a:cubicBezTo>
                  <a:pt x="2558523" y="1974465"/>
                  <a:pt x="2547035" y="1985952"/>
                  <a:pt x="2532865" y="1985952"/>
                </a:cubicBezTo>
                <a:cubicBezTo>
                  <a:pt x="2518693" y="1985952"/>
                  <a:pt x="2507205" y="1974465"/>
                  <a:pt x="2507205" y="1960293"/>
                </a:cubicBezTo>
                <a:cubicBezTo>
                  <a:pt x="2507205" y="1946122"/>
                  <a:pt x="2518693" y="1934634"/>
                  <a:pt x="2532865" y="1934634"/>
                </a:cubicBezTo>
                <a:close/>
                <a:moveTo>
                  <a:pt x="2468658" y="1934634"/>
                </a:moveTo>
                <a:cubicBezTo>
                  <a:pt x="2482831" y="1934634"/>
                  <a:pt x="2494318" y="1946122"/>
                  <a:pt x="2494318" y="1960293"/>
                </a:cubicBezTo>
                <a:cubicBezTo>
                  <a:pt x="2494318" y="1974465"/>
                  <a:pt x="2482831" y="1985952"/>
                  <a:pt x="2468658" y="1985952"/>
                </a:cubicBezTo>
                <a:cubicBezTo>
                  <a:pt x="2454488" y="1985952"/>
                  <a:pt x="2443000" y="1974465"/>
                  <a:pt x="2443000" y="1960293"/>
                </a:cubicBezTo>
                <a:cubicBezTo>
                  <a:pt x="2443000" y="1946122"/>
                  <a:pt x="2454488" y="1934634"/>
                  <a:pt x="2468658" y="1934634"/>
                </a:cubicBezTo>
                <a:close/>
                <a:moveTo>
                  <a:pt x="2404454" y="1934634"/>
                </a:moveTo>
                <a:cubicBezTo>
                  <a:pt x="2418619" y="1934634"/>
                  <a:pt x="2430112" y="1946129"/>
                  <a:pt x="2430112" y="1960293"/>
                </a:cubicBezTo>
                <a:cubicBezTo>
                  <a:pt x="2430112" y="1974458"/>
                  <a:pt x="2418619" y="1985952"/>
                  <a:pt x="2404454" y="1985952"/>
                </a:cubicBezTo>
                <a:cubicBezTo>
                  <a:pt x="2390289" y="1985952"/>
                  <a:pt x="2378795" y="1974458"/>
                  <a:pt x="2378795" y="1960293"/>
                </a:cubicBezTo>
                <a:cubicBezTo>
                  <a:pt x="2378795" y="1946129"/>
                  <a:pt x="2390289" y="1934634"/>
                  <a:pt x="2404454" y="1934634"/>
                </a:cubicBezTo>
                <a:close/>
                <a:moveTo>
                  <a:pt x="2340249" y="1934634"/>
                </a:moveTo>
                <a:cubicBezTo>
                  <a:pt x="2354413" y="1934634"/>
                  <a:pt x="2365908" y="1946129"/>
                  <a:pt x="2365908" y="1960293"/>
                </a:cubicBezTo>
                <a:cubicBezTo>
                  <a:pt x="2365908" y="1974458"/>
                  <a:pt x="2354413" y="1985952"/>
                  <a:pt x="2340249" y="1985952"/>
                </a:cubicBezTo>
                <a:cubicBezTo>
                  <a:pt x="2326084" y="1985952"/>
                  <a:pt x="2314590" y="1974458"/>
                  <a:pt x="2314590" y="1960293"/>
                </a:cubicBezTo>
                <a:cubicBezTo>
                  <a:pt x="2314590" y="1946129"/>
                  <a:pt x="2326084" y="1934634"/>
                  <a:pt x="2340249" y="1934634"/>
                </a:cubicBezTo>
                <a:close/>
                <a:moveTo>
                  <a:pt x="2276044" y="1934634"/>
                </a:moveTo>
                <a:cubicBezTo>
                  <a:pt x="2290208" y="1934634"/>
                  <a:pt x="2301702" y="1946129"/>
                  <a:pt x="2301702" y="1960293"/>
                </a:cubicBezTo>
                <a:cubicBezTo>
                  <a:pt x="2301702" y="1974458"/>
                  <a:pt x="2290208" y="1985952"/>
                  <a:pt x="2276044" y="1985952"/>
                </a:cubicBezTo>
                <a:cubicBezTo>
                  <a:pt x="2261879" y="1985952"/>
                  <a:pt x="2250385" y="1974458"/>
                  <a:pt x="2250385" y="1960293"/>
                </a:cubicBezTo>
                <a:cubicBezTo>
                  <a:pt x="2250385" y="1946129"/>
                  <a:pt x="2261879" y="1934634"/>
                  <a:pt x="2276044" y="1934634"/>
                </a:cubicBezTo>
                <a:close/>
                <a:moveTo>
                  <a:pt x="2211838" y="1934634"/>
                </a:moveTo>
                <a:cubicBezTo>
                  <a:pt x="2226003" y="1934634"/>
                  <a:pt x="2237497" y="1946129"/>
                  <a:pt x="2237497" y="1960293"/>
                </a:cubicBezTo>
                <a:cubicBezTo>
                  <a:pt x="2237497" y="1974458"/>
                  <a:pt x="2226003" y="1985952"/>
                  <a:pt x="2211838" y="1985952"/>
                </a:cubicBezTo>
                <a:cubicBezTo>
                  <a:pt x="2197673" y="1985952"/>
                  <a:pt x="2186178" y="1974458"/>
                  <a:pt x="2186178" y="1960293"/>
                </a:cubicBezTo>
                <a:cubicBezTo>
                  <a:pt x="2186178" y="1946129"/>
                  <a:pt x="2197673" y="1934634"/>
                  <a:pt x="2211838" y="1934634"/>
                </a:cubicBezTo>
                <a:close/>
                <a:moveTo>
                  <a:pt x="2147633" y="1934634"/>
                </a:moveTo>
                <a:cubicBezTo>
                  <a:pt x="2161804" y="1934634"/>
                  <a:pt x="2173293" y="1946122"/>
                  <a:pt x="2173293" y="1960293"/>
                </a:cubicBezTo>
                <a:cubicBezTo>
                  <a:pt x="2173293" y="1974465"/>
                  <a:pt x="2161804" y="1985952"/>
                  <a:pt x="2147633" y="1985952"/>
                </a:cubicBezTo>
                <a:cubicBezTo>
                  <a:pt x="2133462" y="1985952"/>
                  <a:pt x="2121975" y="1974465"/>
                  <a:pt x="2121975" y="1960293"/>
                </a:cubicBezTo>
                <a:cubicBezTo>
                  <a:pt x="2121975" y="1946122"/>
                  <a:pt x="2133462" y="1934634"/>
                  <a:pt x="2147633" y="1934634"/>
                </a:cubicBezTo>
                <a:close/>
                <a:moveTo>
                  <a:pt x="2083427" y="1934634"/>
                </a:moveTo>
                <a:cubicBezTo>
                  <a:pt x="2097599" y="1934634"/>
                  <a:pt x="2109087" y="1946122"/>
                  <a:pt x="2109087" y="1960293"/>
                </a:cubicBezTo>
                <a:cubicBezTo>
                  <a:pt x="2109087" y="1974465"/>
                  <a:pt x="2097599" y="1985952"/>
                  <a:pt x="2083427" y="1985952"/>
                </a:cubicBezTo>
                <a:cubicBezTo>
                  <a:pt x="2069257" y="1985952"/>
                  <a:pt x="2057768" y="1974465"/>
                  <a:pt x="2057768" y="1960293"/>
                </a:cubicBezTo>
                <a:cubicBezTo>
                  <a:pt x="2057768" y="1946122"/>
                  <a:pt x="2069257" y="1934634"/>
                  <a:pt x="2083427" y="1934634"/>
                </a:cubicBezTo>
                <a:close/>
                <a:moveTo>
                  <a:pt x="2019222" y="1934634"/>
                </a:moveTo>
                <a:cubicBezTo>
                  <a:pt x="2033387" y="1934634"/>
                  <a:pt x="2044880" y="1946129"/>
                  <a:pt x="2044880" y="1960293"/>
                </a:cubicBezTo>
                <a:cubicBezTo>
                  <a:pt x="2044880" y="1974458"/>
                  <a:pt x="2033387" y="1985952"/>
                  <a:pt x="2019222" y="1985952"/>
                </a:cubicBezTo>
                <a:cubicBezTo>
                  <a:pt x="2005058" y="1985952"/>
                  <a:pt x="1993563" y="1974458"/>
                  <a:pt x="1993563" y="1960293"/>
                </a:cubicBezTo>
                <a:cubicBezTo>
                  <a:pt x="1993563" y="1946129"/>
                  <a:pt x="2005058" y="1934634"/>
                  <a:pt x="2019222" y="1934634"/>
                </a:cubicBezTo>
                <a:close/>
                <a:moveTo>
                  <a:pt x="1955016" y="1934634"/>
                </a:moveTo>
                <a:cubicBezTo>
                  <a:pt x="1969181" y="1934634"/>
                  <a:pt x="1980676" y="1946129"/>
                  <a:pt x="1980676" y="1960293"/>
                </a:cubicBezTo>
                <a:cubicBezTo>
                  <a:pt x="1980676" y="1974458"/>
                  <a:pt x="1969181" y="1985952"/>
                  <a:pt x="1955016" y="1985952"/>
                </a:cubicBezTo>
                <a:cubicBezTo>
                  <a:pt x="1940851" y="1985952"/>
                  <a:pt x="1929358" y="1974458"/>
                  <a:pt x="1929358" y="1960293"/>
                </a:cubicBezTo>
                <a:cubicBezTo>
                  <a:pt x="1929358" y="1946129"/>
                  <a:pt x="1940851" y="1934634"/>
                  <a:pt x="1955016" y="1934634"/>
                </a:cubicBezTo>
                <a:close/>
                <a:moveTo>
                  <a:pt x="1890696" y="1934634"/>
                </a:moveTo>
                <a:cubicBezTo>
                  <a:pt x="1904860" y="1934634"/>
                  <a:pt x="1916355" y="1946129"/>
                  <a:pt x="1916355" y="1960293"/>
                </a:cubicBezTo>
                <a:cubicBezTo>
                  <a:pt x="1916355" y="1974458"/>
                  <a:pt x="1904860" y="1985952"/>
                  <a:pt x="1890696" y="1985952"/>
                </a:cubicBezTo>
                <a:cubicBezTo>
                  <a:pt x="1876531" y="1985952"/>
                  <a:pt x="1865037" y="1974458"/>
                  <a:pt x="1865037" y="1960293"/>
                </a:cubicBezTo>
                <a:cubicBezTo>
                  <a:pt x="1865037" y="1946129"/>
                  <a:pt x="1876531" y="1934634"/>
                  <a:pt x="1890696" y="1934634"/>
                </a:cubicBezTo>
                <a:close/>
                <a:moveTo>
                  <a:pt x="1826490" y="1934634"/>
                </a:moveTo>
                <a:cubicBezTo>
                  <a:pt x="1840654" y="1934634"/>
                  <a:pt x="1852149" y="1946129"/>
                  <a:pt x="1852149" y="1960293"/>
                </a:cubicBezTo>
                <a:cubicBezTo>
                  <a:pt x="1852149" y="1974458"/>
                  <a:pt x="1840654" y="1985952"/>
                  <a:pt x="1826490" y="1985952"/>
                </a:cubicBezTo>
                <a:cubicBezTo>
                  <a:pt x="1812325" y="1985952"/>
                  <a:pt x="1800830" y="1974458"/>
                  <a:pt x="1800830" y="1960293"/>
                </a:cubicBezTo>
                <a:cubicBezTo>
                  <a:pt x="1800830" y="1946129"/>
                  <a:pt x="1812325" y="1934634"/>
                  <a:pt x="1826490" y="1934634"/>
                </a:cubicBezTo>
                <a:close/>
                <a:moveTo>
                  <a:pt x="1762285" y="1934634"/>
                </a:moveTo>
                <a:cubicBezTo>
                  <a:pt x="1776456" y="1934634"/>
                  <a:pt x="1787944" y="1946122"/>
                  <a:pt x="1787944" y="1960293"/>
                </a:cubicBezTo>
                <a:cubicBezTo>
                  <a:pt x="1787944" y="1974465"/>
                  <a:pt x="1776456" y="1985952"/>
                  <a:pt x="1762285" y="1985952"/>
                </a:cubicBezTo>
                <a:cubicBezTo>
                  <a:pt x="1748114" y="1985952"/>
                  <a:pt x="1736626" y="1974465"/>
                  <a:pt x="1736626" y="1960293"/>
                </a:cubicBezTo>
                <a:cubicBezTo>
                  <a:pt x="1736626" y="1946122"/>
                  <a:pt x="1748114" y="1934634"/>
                  <a:pt x="1762285" y="1934634"/>
                </a:cubicBezTo>
                <a:close/>
                <a:moveTo>
                  <a:pt x="1698080" y="1934634"/>
                </a:moveTo>
                <a:cubicBezTo>
                  <a:pt x="1712244" y="1934634"/>
                  <a:pt x="1723738" y="1946129"/>
                  <a:pt x="1723738" y="1960293"/>
                </a:cubicBezTo>
                <a:cubicBezTo>
                  <a:pt x="1723738" y="1974458"/>
                  <a:pt x="1712244" y="1985952"/>
                  <a:pt x="1698080" y="1985952"/>
                </a:cubicBezTo>
                <a:cubicBezTo>
                  <a:pt x="1683915" y="1985952"/>
                  <a:pt x="1672420" y="1974458"/>
                  <a:pt x="1672420" y="1960293"/>
                </a:cubicBezTo>
                <a:cubicBezTo>
                  <a:pt x="1672420" y="1946129"/>
                  <a:pt x="1683915" y="1934634"/>
                  <a:pt x="1698080" y="1934634"/>
                </a:cubicBezTo>
                <a:close/>
                <a:moveTo>
                  <a:pt x="1633874" y="1934634"/>
                </a:moveTo>
                <a:cubicBezTo>
                  <a:pt x="1648039" y="1934634"/>
                  <a:pt x="1659533" y="1946129"/>
                  <a:pt x="1659533" y="1960293"/>
                </a:cubicBezTo>
                <a:cubicBezTo>
                  <a:pt x="1659533" y="1974458"/>
                  <a:pt x="1648039" y="1985952"/>
                  <a:pt x="1633874" y="1985952"/>
                </a:cubicBezTo>
                <a:cubicBezTo>
                  <a:pt x="1619710" y="1985952"/>
                  <a:pt x="1608216" y="1974458"/>
                  <a:pt x="1608216" y="1960293"/>
                </a:cubicBezTo>
                <a:cubicBezTo>
                  <a:pt x="1608216" y="1946129"/>
                  <a:pt x="1619710" y="1934634"/>
                  <a:pt x="1633874" y="1934634"/>
                </a:cubicBezTo>
                <a:close/>
                <a:moveTo>
                  <a:pt x="1569669" y="1934634"/>
                </a:moveTo>
                <a:cubicBezTo>
                  <a:pt x="1583834" y="1934634"/>
                  <a:pt x="1595328" y="1946129"/>
                  <a:pt x="1595328" y="1960293"/>
                </a:cubicBezTo>
                <a:cubicBezTo>
                  <a:pt x="1595328" y="1974458"/>
                  <a:pt x="1583834" y="1985952"/>
                  <a:pt x="1569669" y="1985952"/>
                </a:cubicBezTo>
                <a:cubicBezTo>
                  <a:pt x="1555504" y="1985952"/>
                  <a:pt x="1544010" y="1974458"/>
                  <a:pt x="1544010" y="1960293"/>
                </a:cubicBezTo>
                <a:cubicBezTo>
                  <a:pt x="1544010" y="1946129"/>
                  <a:pt x="1555504" y="1934634"/>
                  <a:pt x="1569669" y="1934634"/>
                </a:cubicBezTo>
                <a:close/>
                <a:moveTo>
                  <a:pt x="1505464" y="1934634"/>
                </a:moveTo>
                <a:cubicBezTo>
                  <a:pt x="1519629" y="1934634"/>
                  <a:pt x="1531123" y="1946129"/>
                  <a:pt x="1531123" y="1960293"/>
                </a:cubicBezTo>
                <a:cubicBezTo>
                  <a:pt x="1531123" y="1974458"/>
                  <a:pt x="1519629" y="1985952"/>
                  <a:pt x="1505464" y="1985952"/>
                </a:cubicBezTo>
                <a:cubicBezTo>
                  <a:pt x="1491299" y="1985952"/>
                  <a:pt x="1479806" y="1974458"/>
                  <a:pt x="1479806" y="1960293"/>
                </a:cubicBezTo>
                <a:cubicBezTo>
                  <a:pt x="1479806" y="1946129"/>
                  <a:pt x="1491299" y="1934634"/>
                  <a:pt x="1505464" y="1934634"/>
                </a:cubicBezTo>
                <a:close/>
                <a:moveTo>
                  <a:pt x="1441258" y="1934634"/>
                </a:moveTo>
                <a:cubicBezTo>
                  <a:pt x="1455430" y="1934634"/>
                  <a:pt x="1466917" y="1946122"/>
                  <a:pt x="1466917" y="1960293"/>
                </a:cubicBezTo>
                <a:cubicBezTo>
                  <a:pt x="1466917" y="1974465"/>
                  <a:pt x="1455430" y="1985952"/>
                  <a:pt x="1441258" y="1985952"/>
                </a:cubicBezTo>
                <a:cubicBezTo>
                  <a:pt x="1427087" y="1985952"/>
                  <a:pt x="1415599" y="1974465"/>
                  <a:pt x="1415599" y="1960293"/>
                </a:cubicBezTo>
                <a:cubicBezTo>
                  <a:pt x="1415599" y="1946122"/>
                  <a:pt x="1427087" y="1934634"/>
                  <a:pt x="1441258" y="1934634"/>
                </a:cubicBezTo>
                <a:close/>
                <a:moveTo>
                  <a:pt x="1377053" y="1934634"/>
                </a:moveTo>
                <a:cubicBezTo>
                  <a:pt x="1391224" y="1934634"/>
                  <a:pt x="1402712" y="1946122"/>
                  <a:pt x="1402712" y="1960293"/>
                </a:cubicBezTo>
                <a:cubicBezTo>
                  <a:pt x="1402712" y="1974465"/>
                  <a:pt x="1391224" y="1985952"/>
                  <a:pt x="1377053" y="1985952"/>
                </a:cubicBezTo>
                <a:cubicBezTo>
                  <a:pt x="1362882" y="1985952"/>
                  <a:pt x="1351395" y="1974465"/>
                  <a:pt x="1351395" y="1960293"/>
                </a:cubicBezTo>
                <a:cubicBezTo>
                  <a:pt x="1351395" y="1946122"/>
                  <a:pt x="1362882" y="1934634"/>
                  <a:pt x="1377053" y="1934634"/>
                </a:cubicBezTo>
                <a:close/>
                <a:moveTo>
                  <a:pt x="1312848" y="1934634"/>
                </a:moveTo>
                <a:cubicBezTo>
                  <a:pt x="1327013" y="1934634"/>
                  <a:pt x="1338507" y="1946129"/>
                  <a:pt x="1338507" y="1960293"/>
                </a:cubicBezTo>
                <a:cubicBezTo>
                  <a:pt x="1338507" y="1974458"/>
                  <a:pt x="1327013" y="1985952"/>
                  <a:pt x="1312848" y="1985952"/>
                </a:cubicBezTo>
                <a:cubicBezTo>
                  <a:pt x="1298683" y="1985952"/>
                  <a:pt x="1287190" y="1974458"/>
                  <a:pt x="1287190" y="1960293"/>
                </a:cubicBezTo>
                <a:cubicBezTo>
                  <a:pt x="1287190" y="1946129"/>
                  <a:pt x="1298683" y="1934634"/>
                  <a:pt x="1312848" y="1934634"/>
                </a:cubicBezTo>
                <a:close/>
                <a:moveTo>
                  <a:pt x="1248643" y="1934634"/>
                </a:moveTo>
                <a:cubicBezTo>
                  <a:pt x="1262808" y="1934634"/>
                  <a:pt x="1274302" y="1946129"/>
                  <a:pt x="1274302" y="1960293"/>
                </a:cubicBezTo>
                <a:cubicBezTo>
                  <a:pt x="1274302" y="1974458"/>
                  <a:pt x="1262808" y="1985952"/>
                  <a:pt x="1248643" y="1985952"/>
                </a:cubicBezTo>
                <a:cubicBezTo>
                  <a:pt x="1234479" y="1985952"/>
                  <a:pt x="1222984" y="1974458"/>
                  <a:pt x="1222984" y="1960293"/>
                </a:cubicBezTo>
                <a:cubicBezTo>
                  <a:pt x="1222984" y="1946129"/>
                  <a:pt x="1234479" y="1934634"/>
                  <a:pt x="1248643" y="1934634"/>
                </a:cubicBezTo>
                <a:close/>
                <a:moveTo>
                  <a:pt x="1184437" y="1934634"/>
                </a:moveTo>
                <a:cubicBezTo>
                  <a:pt x="1198602" y="1934634"/>
                  <a:pt x="1210096" y="1946129"/>
                  <a:pt x="1210096" y="1960293"/>
                </a:cubicBezTo>
                <a:cubicBezTo>
                  <a:pt x="1210096" y="1974458"/>
                  <a:pt x="1198602" y="1985952"/>
                  <a:pt x="1184437" y="1985952"/>
                </a:cubicBezTo>
                <a:cubicBezTo>
                  <a:pt x="1170273" y="1985952"/>
                  <a:pt x="1158780" y="1974458"/>
                  <a:pt x="1158780" y="1960293"/>
                </a:cubicBezTo>
                <a:cubicBezTo>
                  <a:pt x="1158780" y="1946129"/>
                  <a:pt x="1170273" y="1934634"/>
                  <a:pt x="1184437" y="1934634"/>
                </a:cubicBezTo>
                <a:close/>
                <a:moveTo>
                  <a:pt x="1120233" y="1934634"/>
                </a:moveTo>
                <a:cubicBezTo>
                  <a:pt x="1134398" y="1934634"/>
                  <a:pt x="1145892" y="1946129"/>
                  <a:pt x="1145892" y="1960293"/>
                </a:cubicBezTo>
                <a:cubicBezTo>
                  <a:pt x="1145892" y="1974458"/>
                  <a:pt x="1134398" y="1985952"/>
                  <a:pt x="1120233" y="1985952"/>
                </a:cubicBezTo>
                <a:cubicBezTo>
                  <a:pt x="1106068" y="1985952"/>
                  <a:pt x="1094573" y="1974458"/>
                  <a:pt x="1094573" y="1960293"/>
                </a:cubicBezTo>
                <a:cubicBezTo>
                  <a:pt x="1094573" y="1946129"/>
                  <a:pt x="1106068" y="1934634"/>
                  <a:pt x="1120233" y="1934634"/>
                </a:cubicBezTo>
                <a:close/>
                <a:moveTo>
                  <a:pt x="1056027" y="1934634"/>
                </a:moveTo>
                <a:cubicBezTo>
                  <a:pt x="1070199" y="1934634"/>
                  <a:pt x="1081685" y="1946122"/>
                  <a:pt x="1081685" y="1960293"/>
                </a:cubicBezTo>
                <a:cubicBezTo>
                  <a:pt x="1081685" y="1974465"/>
                  <a:pt x="1070199" y="1985952"/>
                  <a:pt x="1056027" y="1985952"/>
                </a:cubicBezTo>
                <a:cubicBezTo>
                  <a:pt x="1041857" y="1985952"/>
                  <a:pt x="1030369" y="1974465"/>
                  <a:pt x="1030369" y="1960293"/>
                </a:cubicBezTo>
                <a:cubicBezTo>
                  <a:pt x="1030369" y="1946122"/>
                  <a:pt x="1041857" y="1934634"/>
                  <a:pt x="1056027" y="1934634"/>
                </a:cubicBezTo>
                <a:close/>
                <a:moveTo>
                  <a:pt x="991823" y="1934634"/>
                </a:moveTo>
                <a:cubicBezTo>
                  <a:pt x="1005993" y="1934634"/>
                  <a:pt x="1017481" y="1946122"/>
                  <a:pt x="1017481" y="1960293"/>
                </a:cubicBezTo>
                <a:cubicBezTo>
                  <a:pt x="1017481" y="1974465"/>
                  <a:pt x="1005993" y="1985952"/>
                  <a:pt x="991823" y="1985952"/>
                </a:cubicBezTo>
                <a:cubicBezTo>
                  <a:pt x="977652" y="1985952"/>
                  <a:pt x="966162" y="1974465"/>
                  <a:pt x="966162" y="1960293"/>
                </a:cubicBezTo>
                <a:cubicBezTo>
                  <a:pt x="966162" y="1946122"/>
                  <a:pt x="977652" y="1934634"/>
                  <a:pt x="991823" y="1934634"/>
                </a:cubicBezTo>
                <a:close/>
                <a:moveTo>
                  <a:pt x="927616" y="1934634"/>
                </a:moveTo>
                <a:cubicBezTo>
                  <a:pt x="941781" y="1934634"/>
                  <a:pt x="953275" y="1946129"/>
                  <a:pt x="953275" y="1960293"/>
                </a:cubicBezTo>
                <a:cubicBezTo>
                  <a:pt x="953275" y="1974458"/>
                  <a:pt x="941781" y="1985952"/>
                  <a:pt x="927616" y="1985952"/>
                </a:cubicBezTo>
                <a:cubicBezTo>
                  <a:pt x="913452" y="1985952"/>
                  <a:pt x="901957" y="1974458"/>
                  <a:pt x="901957" y="1960293"/>
                </a:cubicBezTo>
                <a:cubicBezTo>
                  <a:pt x="901957" y="1946129"/>
                  <a:pt x="913452" y="1934634"/>
                  <a:pt x="927616" y="1934634"/>
                </a:cubicBezTo>
                <a:close/>
                <a:moveTo>
                  <a:pt x="863411" y="1934634"/>
                </a:moveTo>
                <a:cubicBezTo>
                  <a:pt x="877576" y="1934634"/>
                  <a:pt x="889071" y="1946129"/>
                  <a:pt x="889071" y="1960293"/>
                </a:cubicBezTo>
                <a:cubicBezTo>
                  <a:pt x="889071" y="1974458"/>
                  <a:pt x="877576" y="1985952"/>
                  <a:pt x="863411" y="1985952"/>
                </a:cubicBezTo>
                <a:cubicBezTo>
                  <a:pt x="849248" y="1985952"/>
                  <a:pt x="837752" y="1974458"/>
                  <a:pt x="837752" y="1960293"/>
                </a:cubicBezTo>
                <a:cubicBezTo>
                  <a:pt x="837752" y="1946129"/>
                  <a:pt x="849248" y="1934634"/>
                  <a:pt x="863411" y="1934634"/>
                </a:cubicBezTo>
                <a:close/>
                <a:moveTo>
                  <a:pt x="799089" y="1934634"/>
                </a:moveTo>
                <a:cubicBezTo>
                  <a:pt x="813255" y="1934634"/>
                  <a:pt x="824748" y="1946129"/>
                  <a:pt x="824748" y="1960293"/>
                </a:cubicBezTo>
                <a:cubicBezTo>
                  <a:pt x="824748" y="1974458"/>
                  <a:pt x="813255" y="1985952"/>
                  <a:pt x="799089" y="1985952"/>
                </a:cubicBezTo>
                <a:cubicBezTo>
                  <a:pt x="784925" y="1985952"/>
                  <a:pt x="773432" y="1974458"/>
                  <a:pt x="773432" y="1960293"/>
                </a:cubicBezTo>
                <a:cubicBezTo>
                  <a:pt x="773432" y="1946129"/>
                  <a:pt x="784925" y="1934634"/>
                  <a:pt x="799089" y="1934634"/>
                </a:cubicBezTo>
                <a:close/>
                <a:moveTo>
                  <a:pt x="734885" y="1934634"/>
                </a:moveTo>
                <a:cubicBezTo>
                  <a:pt x="749049" y="1934634"/>
                  <a:pt x="760544" y="1946129"/>
                  <a:pt x="760544" y="1960293"/>
                </a:cubicBezTo>
                <a:cubicBezTo>
                  <a:pt x="760544" y="1974458"/>
                  <a:pt x="749049" y="1985952"/>
                  <a:pt x="734885" y="1985952"/>
                </a:cubicBezTo>
                <a:cubicBezTo>
                  <a:pt x="720720" y="1985952"/>
                  <a:pt x="709225" y="1974458"/>
                  <a:pt x="709225" y="1960293"/>
                </a:cubicBezTo>
                <a:cubicBezTo>
                  <a:pt x="709225" y="1946129"/>
                  <a:pt x="720720" y="1934634"/>
                  <a:pt x="734885" y="1934634"/>
                </a:cubicBezTo>
                <a:close/>
                <a:moveTo>
                  <a:pt x="670679" y="1934634"/>
                </a:moveTo>
                <a:cubicBezTo>
                  <a:pt x="684851" y="1934634"/>
                  <a:pt x="696338" y="1946122"/>
                  <a:pt x="696338" y="1960293"/>
                </a:cubicBezTo>
                <a:cubicBezTo>
                  <a:pt x="696338" y="1974465"/>
                  <a:pt x="684851" y="1985952"/>
                  <a:pt x="670679" y="1985952"/>
                </a:cubicBezTo>
                <a:cubicBezTo>
                  <a:pt x="656509" y="1985952"/>
                  <a:pt x="645020" y="1974465"/>
                  <a:pt x="645020" y="1960293"/>
                </a:cubicBezTo>
                <a:cubicBezTo>
                  <a:pt x="645020" y="1946122"/>
                  <a:pt x="656509" y="1934634"/>
                  <a:pt x="670679" y="1934634"/>
                </a:cubicBezTo>
                <a:close/>
                <a:moveTo>
                  <a:pt x="606475" y="1934634"/>
                </a:moveTo>
                <a:cubicBezTo>
                  <a:pt x="620639" y="1934634"/>
                  <a:pt x="632134" y="1946129"/>
                  <a:pt x="632134" y="1960293"/>
                </a:cubicBezTo>
                <a:cubicBezTo>
                  <a:pt x="632134" y="1974458"/>
                  <a:pt x="620639" y="1985952"/>
                  <a:pt x="606475" y="1985952"/>
                </a:cubicBezTo>
                <a:cubicBezTo>
                  <a:pt x="592310" y="1985952"/>
                  <a:pt x="580815" y="1974458"/>
                  <a:pt x="580815" y="1960293"/>
                </a:cubicBezTo>
                <a:cubicBezTo>
                  <a:pt x="580815" y="1946129"/>
                  <a:pt x="592310" y="1934634"/>
                  <a:pt x="606475" y="1934634"/>
                </a:cubicBezTo>
                <a:close/>
                <a:moveTo>
                  <a:pt x="542268" y="1934634"/>
                </a:moveTo>
                <a:cubicBezTo>
                  <a:pt x="556433" y="1934634"/>
                  <a:pt x="567927" y="1946129"/>
                  <a:pt x="567927" y="1960293"/>
                </a:cubicBezTo>
                <a:cubicBezTo>
                  <a:pt x="567927" y="1974458"/>
                  <a:pt x="556433" y="1985952"/>
                  <a:pt x="542268" y="1985952"/>
                </a:cubicBezTo>
                <a:cubicBezTo>
                  <a:pt x="528104" y="1985952"/>
                  <a:pt x="516610" y="1974458"/>
                  <a:pt x="516610" y="1960293"/>
                </a:cubicBezTo>
                <a:cubicBezTo>
                  <a:pt x="516610" y="1946129"/>
                  <a:pt x="528104" y="1934634"/>
                  <a:pt x="542268" y="1934634"/>
                </a:cubicBezTo>
                <a:close/>
                <a:moveTo>
                  <a:pt x="478063" y="1934634"/>
                </a:moveTo>
                <a:cubicBezTo>
                  <a:pt x="492228" y="1934634"/>
                  <a:pt x="503724" y="1946129"/>
                  <a:pt x="503724" y="1960293"/>
                </a:cubicBezTo>
                <a:cubicBezTo>
                  <a:pt x="503724" y="1974458"/>
                  <a:pt x="492228" y="1985952"/>
                  <a:pt x="478063" y="1985952"/>
                </a:cubicBezTo>
                <a:cubicBezTo>
                  <a:pt x="463900" y="1985952"/>
                  <a:pt x="452404" y="1974458"/>
                  <a:pt x="452404" y="1960293"/>
                </a:cubicBezTo>
                <a:cubicBezTo>
                  <a:pt x="452404" y="1946129"/>
                  <a:pt x="463900" y="1934634"/>
                  <a:pt x="478063" y="1934634"/>
                </a:cubicBezTo>
                <a:close/>
                <a:moveTo>
                  <a:pt x="413858" y="1934634"/>
                </a:moveTo>
                <a:cubicBezTo>
                  <a:pt x="428023" y="1934634"/>
                  <a:pt x="439517" y="1946129"/>
                  <a:pt x="439517" y="1960293"/>
                </a:cubicBezTo>
                <a:cubicBezTo>
                  <a:pt x="439517" y="1974458"/>
                  <a:pt x="428023" y="1985952"/>
                  <a:pt x="413858" y="1985952"/>
                </a:cubicBezTo>
                <a:cubicBezTo>
                  <a:pt x="399694" y="1985952"/>
                  <a:pt x="388200" y="1974458"/>
                  <a:pt x="388200" y="1960293"/>
                </a:cubicBezTo>
                <a:cubicBezTo>
                  <a:pt x="388200" y="1946129"/>
                  <a:pt x="399694" y="1934634"/>
                  <a:pt x="413858" y="1934634"/>
                </a:cubicBezTo>
                <a:close/>
                <a:moveTo>
                  <a:pt x="346686" y="1934634"/>
                </a:moveTo>
                <a:cubicBezTo>
                  <a:pt x="360849" y="1934634"/>
                  <a:pt x="372344" y="1946129"/>
                  <a:pt x="372344" y="1960293"/>
                </a:cubicBezTo>
                <a:cubicBezTo>
                  <a:pt x="372344" y="1974458"/>
                  <a:pt x="360849" y="1985952"/>
                  <a:pt x="346686" y="1985952"/>
                </a:cubicBezTo>
                <a:cubicBezTo>
                  <a:pt x="332520" y="1985952"/>
                  <a:pt x="321027" y="1974458"/>
                  <a:pt x="321027" y="1960293"/>
                </a:cubicBezTo>
                <a:cubicBezTo>
                  <a:pt x="321027" y="1946129"/>
                  <a:pt x="332520" y="1934634"/>
                  <a:pt x="346686" y="1934634"/>
                </a:cubicBezTo>
                <a:close/>
                <a:moveTo>
                  <a:pt x="282480" y="1934634"/>
                </a:moveTo>
                <a:cubicBezTo>
                  <a:pt x="296644" y="1934634"/>
                  <a:pt x="308138" y="1946129"/>
                  <a:pt x="308138" y="1960293"/>
                </a:cubicBezTo>
                <a:cubicBezTo>
                  <a:pt x="308138" y="1974458"/>
                  <a:pt x="296644" y="1985952"/>
                  <a:pt x="282480" y="1985952"/>
                </a:cubicBezTo>
                <a:cubicBezTo>
                  <a:pt x="268314" y="1985952"/>
                  <a:pt x="256820" y="1974458"/>
                  <a:pt x="256820" y="1960293"/>
                </a:cubicBezTo>
                <a:cubicBezTo>
                  <a:pt x="256820" y="1946129"/>
                  <a:pt x="268314" y="1934634"/>
                  <a:pt x="282480" y="1934634"/>
                </a:cubicBezTo>
                <a:close/>
                <a:moveTo>
                  <a:pt x="218274" y="1934634"/>
                </a:moveTo>
                <a:cubicBezTo>
                  <a:pt x="232438" y="1934634"/>
                  <a:pt x="243932" y="1946129"/>
                  <a:pt x="243932" y="1960293"/>
                </a:cubicBezTo>
                <a:cubicBezTo>
                  <a:pt x="243932" y="1974458"/>
                  <a:pt x="232438" y="1985952"/>
                  <a:pt x="218274" y="1985952"/>
                </a:cubicBezTo>
                <a:cubicBezTo>
                  <a:pt x="204109" y="1985952"/>
                  <a:pt x="192615" y="1974458"/>
                  <a:pt x="192615" y="1960293"/>
                </a:cubicBezTo>
                <a:cubicBezTo>
                  <a:pt x="192615" y="1946129"/>
                  <a:pt x="204109" y="1934634"/>
                  <a:pt x="218274" y="1934634"/>
                </a:cubicBezTo>
                <a:close/>
                <a:moveTo>
                  <a:pt x="154069" y="1934634"/>
                </a:moveTo>
                <a:cubicBezTo>
                  <a:pt x="168233" y="1934634"/>
                  <a:pt x="179727" y="1946129"/>
                  <a:pt x="179727" y="1960293"/>
                </a:cubicBezTo>
                <a:cubicBezTo>
                  <a:pt x="179727" y="1974458"/>
                  <a:pt x="168233" y="1985952"/>
                  <a:pt x="154069" y="1985952"/>
                </a:cubicBezTo>
                <a:cubicBezTo>
                  <a:pt x="139904" y="1985952"/>
                  <a:pt x="128410" y="1974458"/>
                  <a:pt x="128410" y="1960293"/>
                </a:cubicBezTo>
                <a:cubicBezTo>
                  <a:pt x="128410" y="1946129"/>
                  <a:pt x="139904" y="1934634"/>
                  <a:pt x="154069" y="1934634"/>
                </a:cubicBezTo>
                <a:close/>
                <a:moveTo>
                  <a:pt x="89864" y="1934634"/>
                </a:moveTo>
                <a:cubicBezTo>
                  <a:pt x="104034" y="1934634"/>
                  <a:pt x="115522" y="1946122"/>
                  <a:pt x="115522" y="1960293"/>
                </a:cubicBezTo>
                <a:cubicBezTo>
                  <a:pt x="115522" y="1974465"/>
                  <a:pt x="104034" y="1985952"/>
                  <a:pt x="89864" y="1985952"/>
                </a:cubicBezTo>
                <a:cubicBezTo>
                  <a:pt x="75693" y="1985952"/>
                  <a:pt x="64205" y="1974465"/>
                  <a:pt x="64205" y="1960293"/>
                </a:cubicBezTo>
                <a:cubicBezTo>
                  <a:pt x="64205" y="1946122"/>
                  <a:pt x="75693" y="1934634"/>
                  <a:pt x="89864" y="1934634"/>
                </a:cubicBezTo>
                <a:close/>
                <a:moveTo>
                  <a:pt x="25659" y="1934634"/>
                </a:moveTo>
                <a:cubicBezTo>
                  <a:pt x="39829" y="1934634"/>
                  <a:pt x="51317" y="1946122"/>
                  <a:pt x="51317" y="1960293"/>
                </a:cubicBezTo>
                <a:cubicBezTo>
                  <a:pt x="51317" y="1974465"/>
                  <a:pt x="39829" y="1985952"/>
                  <a:pt x="25659" y="1985952"/>
                </a:cubicBezTo>
                <a:cubicBezTo>
                  <a:pt x="11488" y="1985952"/>
                  <a:pt x="0" y="1974465"/>
                  <a:pt x="0" y="1960293"/>
                </a:cubicBezTo>
                <a:cubicBezTo>
                  <a:pt x="0" y="1946122"/>
                  <a:pt x="11488" y="1934634"/>
                  <a:pt x="25659" y="1934634"/>
                </a:cubicBezTo>
                <a:close/>
                <a:moveTo>
                  <a:pt x="12163307" y="1867527"/>
                </a:moveTo>
                <a:cubicBezTo>
                  <a:pt x="12177471" y="1867527"/>
                  <a:pt x="12188965" y="1879020"/>
                  <a:pt x="12188965" y="1893185"/>
                </a:cubicBezTo>
                <a:cubicBezTo>
                  <a:pt x="12188965" y="1907350"/>
                  <a:pt x="12177471" y="1918844"/>
                  <a:pt x="12163307" y="1918844"/>
                </a:cubicBezTo>
                <a:cubicBezTo>
                  <a:pt x="12149141" y="1918844"/>
                  <a:pt x="12137649" y="1907350"/>
                  <a:pt x="12137649" y="1893185"/>
                </a:cubicBezTo>
                <a:cubicBezTo>
                  <a:pt x="12137649" y="1879020"/>
                  <a:pt x="12149141" y="1867527"/>
                  <a:pt x="12163307" y="1867527"/>
                </a:cubicBezTo>
                <a:close/>
                <a:moveTo>
                  <a:pt x="12099103" y="1867527"/>
                </a:moveTo>
                <a:cubicBezTo>
                  <a:pt x="12113273" y="1867527"/>
                  <a:pt x="12124761" y="1879014"/>
                  <a:pt x="12124761" y="1893185"/>
                </a:cubicBezTo>
                <a:cubicBezTo>
                  <a:pt x="12124761" y="1907356"/>
                  <a:pt x="12113273" y="1918844"/>
                  <a:pt x="12099103" y="1918844"/>
                </a:cubicBezTo>
                <a:cubicBezTo>
                  <a:pt x="12084931" y="1918844"/>
                  <a:pt x="12073441" y="1907356"/>
                  <a:pt x="12073441" y="1893185"/>
                </a:cubicBezTo>
                <a:cubicBezTo>
                  <a:pt x="12073441" y="1879014"/>
                  <a:pt x="12084931" y="1867527"/>
                  <a:pt x="12099103" y="1867527"/>
                </a:cubicBezTo>
                <a:close/>
                <a:moveTo>
                  <a:pt x="12034897" y="1867527"/>
                </a:moveTo>
                <a:cubicBezTo>
                  <a:pt x="12049061" y="1867527"/>
                  <a:pt x="12060557" y="1879020"/>
                  <a:pt x="12060557" y="1893185"/>
                </a:cubicBezTo>
                <a:cubicBezTo>
                  <a:pt x="12060557" y="1907350"/>
                  <a:pt x="12049061" y="1918844"/>
                  <a:pt x="12034897" y="1918844"/>
                </a:cubicBezTo>
                <a:cubicBezTo>
                  <a:pt x="12020731" y="1918844"/>
                  <a:pt x="12009237" y="1907350"/>
                  <a:pt x="12009237" y="1893185"/>
                </a:cubicBezTo>
                <a:cubicBezTo>
                  <a:pt x="12009237" y="1879020"/>
                  <a:pt x="12020731" y="1867527"/>
                  <a:pt x="12034897" y="1867527"/>
                </a:cubicBezTo>
                <a:close/>
                <a:moveTo>
                  <a:pt x="11970691" y="1867527"/>
                </a:moveTo>
                <a:cubicBezTo>
                  <a:pt x="11984855" y="1867527"/>
                  <a:pt x="11996349" y="1879020"/>
                  <a:pt x="11996349" y="1893185"/>
                </a:cubicBezTo>
                <a:cubicBezTo>
                  <a:pt x="11996349" y="1907350"/>
                  <a:pt x="11984855" y="1918844"/>
                  <a:pt x="11970691" y="1918844"/>
                </a:cubicBezTo>
                <a:cubicBezTo>
                  <a:pt x="11956525" y="1918844"/>
                  <a:pt x="11945033" y="1907350"/>
                  <a:pt x="11945033" y="1893185"/>
                </a:cubicBezTo>
                <a:cubicBezTo>
                  <a:pt x="11945033" y="1879020"/>
                  <a:pt x="11956525" y="1867527"/>
                  <a:pt x="11970691" y="1867527"/>
                </a:cubicBezTo>
                <a:close/>
                <a:moveTo>
                  <a:pt x="11906483" y="1867527"/>
                </a:moveTo>
                <a:cubicBezTo>
                  <a:pt x="11920649" y="1867527"/>
                  <a:pt x="11932145" y="1879020"/>
                  <a:pt x="11932145" y="1893185"/>
                </a:cubicBezTo>
                <a:cubicBezTo>
                  <a:pt x="11932145" y="1907350"/>
                  <a:pt x="11920649" y="1918844"/>
                  <a:pt x="11906483" y="1918844"/>
                </a:cubicBezTo>
                <a:cubicBezTo>
                  <a:pt x="11892321" y="1918844"/>
                  <a:pt x="11880825" y="1907350"/>
                  <a:pt x="11880825" y="1893185"/>
                </a:cubicBezTo>
                <a:cubicBezTo>
                  <a:pt x="11880825" y="1879020"/>
                  <a:pt x="11892321" y="1867527"/>
                  <a:pt x="11906483" y="1867527"/>
                </a:cubicBezTo>
                <a:close/>
                <a:moveTo>
                  <a:pt x="11842279" y="1867527"/>
                </a:moveTo>
                <a:cubicBezTo>
                  <a:pt x="11856445" y="1867527"/>
                  <a:pt x="11867941" y="1879020"/>
                  <a:pt x="11867941" y="1893185"/>
                </a:cubicBezTo>
                <a:cubicBezTo>
                  <a:pt x="11867941" y="1907350"/>
                  <a:pt x="11856445" y="1918844"/>
                  <a:pt x="11842279" y="1918844"/>
                </a:cubicBezTo>
                <a:cubicBezTo>
                  <a:pt x="11828117" y="1918844"/>
                  <a:pt x="11816621" y="1907350"/>
                  <a:pt x="11816621" y="1893185"/>
                </a:cubicBezTo>
                <a:cubicBezTo>
                  <a:pt x="11816621" y="1879020"/>
                  <a:pt x="11828117" y="1867527"/>
                  <a:pt x="11842279" y="1867527"/>
                </a:cubicBezTo>
                <a:close/>
                <a:moveTo>
                  <a:pt x="11775107" y="1867527"/>
                </a:moveTo>
                <a:cubicBezTo>
                  <a:pt x="11789271" y="1867527"/>
                  <a:pt x="11800767" y="1879020"/>
                  <a:pt x="11800767" y="1893185"/>
                </a:cubicBezTo>
                <a:cubicBezTo>
                  <a:pt x="11800767" y="1907350"/>
                  <a:pt x="11789271" y="1918844"/>
                  <a:pt x="11775107" y="1918844"/>
                </a:cubicBezTo>
                <a:cubicBezTo>
                  <a:pt x="11760941" y="1918844"/>
                  <a:pt x="11749449" y="1907350"/>
                  <a:pt x="11749449" y="1893185"/>
                </a:cubicBezTo>
                <a:cubicBezTo>
                  <a:pt x="11749449" y="1879020"/>
                  <a:pt x="11760941" y="1867527"/>
                  <a:pt x="11775107" y="1867527"/>
                </a:cubicBezTo>
                <a:close/>
                <a:moveTo>
                  <a:pt x="11710901" y="1867527"/>
                </a:moveTo>
                <a:cubicBezTo>
                  <a:pt x="11725067" y="1867527"/>
                  <a:pt x="11736561" y="1879020"/>
                  <a:pt x="11736561" y="1893185"/>
                </a:cubicBezTo>
                <a:cubicBezTo>
                  <a:pt x="11736561" y="1907350"/>
                  <a:pt x="11725067" y="1918844"/>
                  <a:pt x="11710901" y="1918844"/>
                </a:cubicBezTo>
                <a:cubicBezTo>
                  <a:pt x="11696737" y="1918844"/>
                  <a:pt x="11685243" y="1907350"/>
                  <a:pt x="11685243" y="1893185"/>
                </a:cubicBezTo>
                <a:cubicBezTo>
                  <a:pt x="11685243" y="1879020"/>
                  <a:pt x="11696737" y="1867527"/>
                  <a:pt x="11710901" y="1867527"/>
                </a:cubicBezTo>
                <a:close/>
                <a:moveTo>
                  <a:pt x="11646697" y="1867527"/>
                </a:moveTo>
                <a:cubicBezTo>
                  <a:pt x="11660859" y="1867527"/>
                  <a:pt x="11672355" y="1879020"/>
                  <a:pt x="11672355" y="1893185"/>
                </a:cubicBezTo>
                <a:cubicBezTo>
                  <a:pt x="11672355" y="1907350"/>
                  <a:pt x="11660859" y="1918844"/>
                  <a:pt x="11646697" y="1918844"/>
                </a:cubicBezTo>
                <a:cubicBezTo>
                  <a:pt x="11632529" y="1918844"/>
                  <a:pt x="11621037" y="1907350"/>
                  <a:pt x="11621037" y="1893185"/>
                </a:cubicBezTo>
                <a:cubicBezTo>
                  <a:pt x="11621037" y="1879020"/>
                  <a:pt x="11632529" y="1867527"/>
                  <a:pt x="11646697" y="1867527"/>
                </a:cubicBezTo>
                <a:close/>
                <a:moveTo>
                  <a:pt x="11582491" y="1867527"/>
                </a:moveTo>
                <a:cubicBezTo>
                  <a:pt x="11596655" y="1867527"/>
                  <a:pt x="11608149" y="1879020"/>
                  <a:pt x="11608149" y="1893185"/>
                </a:cubicBezTo>
                <a:cubicBezTo>
                  <a:pt x="11608149" y="1907350"/>
                  <a:pt x="11596655" y="1918844"/>
                  <a:pt x="11582491" y="1918844"/>
                </a:cubicBezTo>
                <a:cubicBezTo>
                  <a:pt x="11568325" y="1918844"/>
                  <a:pt x="11556833" y="1907350"/>
                  <a:pt x="11556833" y="1893185"/>
                </a:cubicBezTo>
                <a:cubicBezTo>
                  <a:pt x="11556833" y="1879020"/>
                  <a:pt x="11568325" y="1867527"/>
                  <a:pt x="11582491" y="1867527"/>
                </a:cubicBezTo>
                <a:close/>
                <a:moveTo>
                  <a:pt x="11518287" y="1867527"/>
                </a:moveTo>
                <a:cubicBezTo>
                  <a:pt x="11532457" y="1867527"/>
                  <a:pt x="11543945" y="1879014"/>
                  <a:pt x="11543945" y="1893185"/>
                </a:cubicBezTo>
                <a:cubicBezTo>
                  <a:pt x="11543945" y="1907356"/>
                  <a:pt x="11532457" y="1918844"/>
                  <a:pt x="11518287" y="1918844"/>
                </a:cubicBezTo>
                <a:cubicBezTo>
                  <a:pt x="11504115" y="1918844"/>
                  <a:pt x="11492627" y="1907356"/>
                  <a:pt x="11492627" y="1893185"/>
                </a:cubicBezTo>
                <a:cubicBezTo>
                  <a:pt x="11492627" y="1879014"/>
                  <a:pt x="11504115" y="1867527"/>
                  <a:pt x="11518287" y="1867527"/>
                </a:cubicBezTo>
                <a:close/>
                <a:moveTo>
                  <a:pt x="11454081" y="1867527"/>
                </a:moveTo>
                <a:cubicBezTo>
                  <a:pt x="11468253" y="1867527"/>
                  <a:pt x="11479739" y="1879014"/>
                  <a:pt x="11479739" y="1893185"/>
                </a:cubicBezTo>
                <a:cubicBezTo>
                  <a:pt x="11479739" y="1907356"/>
                  <a:pt x="11468253" y="1918844"/>
                  <a:pt x="11454081" y="1918844"/>
                </a:cubicBezTo>
                <a:cubicBezTo>
                  <a:pt x="11439909" y="1918844"/>
                  <a:pt x="11428421" y="1907356"/>
                  <a:pt x="11428421" y="1893185"/>
                </a:cubicBezTo>
                <a:cubicBezTo>
                  <a:pt x="11428421" y="1879014"/>
                  <a:pt x="11439909" y="1867527"/>
                  <a:pt x="11454081" y="1867527"/>
                </a:cubicBezTo>
                <a:close/>
                <a:moveTo>
                  <a:pt x="11389875" y="1867527"/>
                </a:moveTo>
                <a:cubicBezTo>
                  <a:pt x="11404040" y="1867527"/>
                  <a:pt x="11415533" y="1879020"/>
                  <a:pt x="11415533" y="1893185"/>
                </a:cubicBezTo>
                <a:cubicBezTo>
                  <a:pt x="11415533" y="1907350"/>
                  <a:pt x="11404040" y="1918844"/>
                  <a:pt x="11389875" y="1918844"/>
                </a:cubicBezTo>
                <a:cubicBezTo>
                  <a:pt x="11375710" y="1918844"/>
                  <a:pt x="11364217" y="1907350"/>
                  <a:pt x="11364217" y="1893185"/>
                </a:cubicBezTo>
                <a:cubicBezTo>
                  <a:pt x="11364217" y="1879020"/>
                  <a:pt x="11375710" y="1867527"/>
                  <a:pt x="11389875" y="1867527"/>
                </a:cubicBezTo>
                <a:close/>
                <a:moveTo>
                  <a:pt x="11325670" y="1867527"/>
                </a:moveTo>
                <a:cubicBezTo>
                  <a:pt x="11339835" y="1867527"/>
                  <a:pt x="11351329" y="1879020"/>
                  <a:pt x="11351329" y="1893185"/>
                </a:cubicBezTo>
                <a:cubicBezTo>
                  <a:pt x="11351329" y="1907350"/>
                  <a:pt x="11339835" y="1918844"/>
                  <a:pt x="11325670" y="1918844"/>
                </a:cubicBezTo>
                <a:cubicBezTo>
                  <a:pt x="11311505" y="1918844"/>
                  <a:pt x="11300012" y="1907350"/>
                  <a:pt x="11300012" y="1893185"/>
                </a:cubicBezTo>
                <a:cubicBezTo>
                  <a:pt x="11300012" y="1879020"/>
                  <a:pt x="11311505" y="1867527"/>
                  <a:pt x="11325670" y="1867527"/>
                </a:cubicBezTo>
                <a:close/>
                <a:moveTo>
                  <a:pt x="11261466" y="1867527"/>
                </a:moveTo>
                <a:cubicBezTo>
                  <a:pt x="11275628" y="1867527"/>
                  <a:pt x="11287124" y="1879020"/>
                  <a:pt x="11287124" y="1893185"/>
                </a:cubicBezTo>
                <a:cubicBezTo>
                  <a:pt x="11287124" y="1907350"/>
                  <a:pt x="11275628" y="1918844"/>
                  <a:pt x="11261466" y="1918844"/>
                </a:cubicBezTo>
                <a:cubicBezTo>
                  <a:pt x="11247301" y="1918844"/>
                  <a:pt x="11235805" y="1907350"/>
                  <a:pt x="11235805" y="1893185"/>
                </a:cubicBezTo>
                <a:cubicBezTo>
                  <a:pt x="11235805" y="1879020"/>
                  <a:pt x="11247301" y="1867527"/>
                  <a:pt x="11261466" y="1867527"/>
                </a:cubicBezTo>
                <a:close/>
                <a:moveTo>
                  <a:pt x="11197259" y="1867527"/>
                </a:moveTo>
                <a:cubicBezTo>
                  <a:pt x="11211424" y="1867527"/>
                  <a:pt x="11222917" y="1879020"/>
                  <a:pt x="11222917" y="1893185"/>
                </a:cubicBezTo>
                <a:cubicBezTo>
                  <a:pt x="11222917" y="1907350"/>
                  <a:pt x="11211424" y="1918844"/>
                  <a:pt x="11197259" y="1918844"/>
                </a:cubicBezTo>
                <a:cubicBezTo>
                  <a:pt x="11183094" y="1918844"/>
                  <a:pt x="11171601" y="1907350"/>
                  <a:pt x="11171601" y="1893185"/>
                </a:cubicBezTo>
                <a:cubicBezTo>
                  <a:pt x="11171601" y="1879020"/>
                  <a:pt x="11183094" y="1867527"/>
                  <a:pt x="11197259" y="1867527"/>
                </a:cubicBezTo>
                <a:close/>
                <a:moveTo>
                  <a:pt x="11133055" y="1867527"/>
                </a:moveTo>
                <a:cubicBezTo>
                  <a:pt x="11147225" y="1867527"/>
                  <a:pt x="11158713" y="1879014"/>
                  <a:pt x="11158713" y="1893185"/>
                </a:cubicBezTo>
                <a:cubicBezTo>
                  <a:pt x="11158713" y="1907356"/>
                  <a:pt x="11147225" y="1918844"/>
                  <a:pt x="11133055" y="1918844"/>
                </a:cubicBezTo>
                <a:cubicBezTo>
                  <a:pt x="11118884" y="1918844"/>
                  <a:pt x="11107396" y="1907356"/>
                  <a:pt x="11107396" y="1893185"/>
                </a:cubicBezTo>
                <a:cubicBezTo>
                  <a:pt x="11107396" y="1879014"/>
                  <a:pt x="11118884" y="1867527"/>
                  <a:pt x="11133055" y="1867527"/>
                </a:cubicBezTo>
                <a:close/>
                <a:moveTo>
                  <a:pt x="11068848" y="1867527"/>
                </a:moveTo>
                <a:cubicBezTo>
                  <a:pt x="11083021" y="1867527"/>
                  <a:pt x="11094509" y="1879014"/>
                  <a:pt x="11094509" y="1893185"/>
                </a:cubicBezTo>
                <a:cubicBezTo>
                  <a:pt x="11094509" y="1907356"/>
                  <a:pt x="11083021" y="1918844"/>
                  <a:pt x="11068848" y="1918844"/>
                </a:cubicBezTo>
                <a:cubicBezTo>
                  <a:pt x="11054677" y="1918844"/>
                  <a:pt x="11043189" y="1907356"/>
                  <a:pt x="11043189" y="1893185"/>
                </a:cubicBezTo>
                <a:cubicBezTo>
                  <a:pt x="11043189" y="1879014"/>
                  <a:pt x="11054677" y="1867527"/>
                  <a:pt x="11068848" y="1867527"/>
                </a:cubicBezTo>
                <a:close/>
                <a:moveTo>
                  <a:pt x="11004643" y="1867527"/>
                </a:moveTo>
                <a:cubicBezTo>
                  <a:pt x="11018808" y="1867527"/>
                  <a:pt x="11030301" y="1879020"/>
                  <a:pt x="11030301" y="1893185"/>
                </a:cubicBezTo>
                <a:cubicBezTo>
                  <a:pt x="11030301" y="1907350"/>
                  <a:pt x="11018808" y="1918844"/>
                  <a:pt x="11004643" y="1918844"/>
                </a:cubicBezTo>
                <a:cubicBezTo>
                  <a:pt x="10990478" y="1918844"/>
                  <a:pt x="10978985" y="1907350"/>
                  <a:pt x="10978985" y="1893185"/>
                </a:cubicBezTo>
                <a:cubicBezTo>
                  <a:pt x="10978985" y="1879020"/>
                  <a:pt x="10990478" y="1867527"/>
                  <a:pt x="11004643" y="1867527"/>
                </a:cubicBezTo>
                <a:close/>
                <a:moveTo>
                  <a:pt x="10940321" y="1867527"/>
                </a:moveTo>
                <a:cubicBezTo>
                  <a:pt x="10954604" y="1867527"/>
                  <a:pt x="10965982" y="1879020"/>
                  <a:pt x="10965982" y="1893185"/>
                </a:cubicBezTo>
                <a:cubicBezTo>
                  <a:pt x="10965982" y="1907350"/>
                  <a:pt x="10954486" y="1918844"/>
                  <a:pt x="10940321" y="1918844"/>
                </a:cubicBezTo>
                <a:cubicBezTo>
                  <a:pt x="10926156" y="1918844"/>
                  <a:pt x="10914663" y="1907350"/>
                  <a:pt x="10914663" y="1893185"/>
                </a:cubicBezTo>
                <a:cubicBezTo>
                  <a:pt x="10914663" y="1879020"/>
                  <a:pt x="10926156" y="1867527"/>
                  <a:pt x="10940321" y="1867527"/>
                </a:cubicBezTo>
                <a:close/>
                <a:moveTo>
                  <a:pt x="10876117" y="1867527"/>
                </a:moveTo>
                <a:cubicBezTo>
                  <a:pt x="10890282" y="1867527"/>
                  <a:pt x="10901775" y="1879020"/>
                  <a:pt x="10901775" y="1893185"/>
                </a:cubicBezTo>
                <a:cubicBezTo>
                  <a:pt x="10901775" y="1907350"/>
                  <a:pt x="10890282" y="1918844"/>
                  <a:pt x="10876117" y="1918844"/>
                </a:cubicBezTo>
                <a:cubicBezTo>
                  <a:pt x="10861952" y="1918844"/>
                  <a:pt x="10850459" y="1907350"/>
                  <a:pt x="10850459" y="1893185"/>
                </a:cubicBezTo>
                <a:cubicBezTo>
                  <a:pt x="10850459" y="1879020"/>
                  <a:pt x="10861952" y="1867527"/>
                  <a:pt x="10876117" y="1867527"/>
                </a:cubicBezTo>
                <a:close/>
                <a:moveTo>
                  <a:pt x="10811912" y="1867527"/>
                </a:moveTo>
                <a:cubicBezTo>
                  <a:pt x="10826077" y="1867527"/>
                  <a:pt x="10837571" y="1879020"/>
                  <a:pt x="10837571" y="1893185"/>
                </a:cubicBezTo>
                <a:cubicBezTo>
                  <a:pt x="10837571" y="1907350"/>
                  <a:pt x="10826077" y="1918844"/>
                  <a:pt x="10811912" y="1918844"/>
                </a:cubicBezTo>
                <a:cubicBezTo>
                  <a:pt x="10797747" y="1918844"/>
                  <a:pt x="10786254" y="1907350"/>
                  <a:pt x="10786254" y="1893185"/>
                </a:cubicBezTo>
                <a:cubicBezTo>
                  <a:pt x="10786254" y="1879020"/>
                  <a:pt x="10797747" y="1867527"/>
                  <a:pt x="10811912" y="1867527"/>
                </a:cubicBezTo>
                <a:close/>
                <a:moveTo>
                  <a:pt x="10747708" y="1867527"/>
                </a:moveTo>
                <a:cubicBezTo>
                  <a:pt x="10761878" y="1867527"/>
                  <a:pt x="10773366" y="1879014"/>
                  <a:pt x="10773366" y="1893185"/>
                </a:cubicBezTo>
                <a:cubicBezTo>
                  <a:pt x="10773366" y="1907356"/>
                  <a:pt x="10761878" y="1918844"/>
                  <a:pt x="10747708" y="1918844"/>
                </a:cubicBezTo>
                <a:cubicBezTo>
                  <a:pt x="10733535" y="1918844"/>
                  <a:pt x="10722047" y="1907356"/>
                  <a:pt x="10722047" y="1893185"/>
                </a:cubicBezTo>
                <a:cubicBezTo>
                  <a:pt x="10722047" y="1879014"/>
                  <a:pt x="10733535" y="1867527"/>
                  <a:pt x="10747708" y="1867527"/>
                </a:cubicBezTo>
                <a:close/>
                <a:moveTo>
                  <a:pt x="10683501" y="1867527"/>
                </a:moveTo>
                <a:cubicBezTo>
                  <a:pt x="10697666" y="1867527"/>
                  <a:pt x="10709159" y="1879020"/>
                  <a:pt x="10709159" y="1893185"/>
                </a:cubicBezTo>
                <a:cubicBezTo>
                  <a:pt x="10709159" y="1907350"/>
                  <a:pt x="10697666" y="1918844"/>
                  <a:pt x="10683501" y="1918844"/>
                </a:cubicBezTo>
                <a:cubicBezTo>
                  <a:pt x="10669336" y="1918844"/>
                  <a:pt x="10657843" y="1907350"/>
                  <a:pt x="10657843" y="1893185"/>
                </a:cubicBezTo>
                <a:cubicBezTo>
                  <a:pt x="10657843" y="1879020"/>
                  <a:pt x="10669336" y="1867527"/>
                  <a:pt x="10683501" y="1867527"/>
                </a:cubicBezTo>
                <a:close/>
                <a:moveTo>
                  <a:pt x="10619297" y="1867527"/>
                </a:moveTo>
                <a:cubicBezTo>
                  <a:pt x="10633462" y="1867527"/>
                  <a:pt x="10644955" y="1879020"/>
                  <a:pt x="10644955" y="1893185"/>
                </a:cubicBezTo>
                <a:cubicBezTo>
                  <a:pt x="10644955" y="1907350"/>
                  <a:pt x="10633462" y="1918844"/>
                  <a:pt x="10619297" y="1918844"/>
                </a:cubicBezTo>
                <a:cubicBezTo>
                  <a:pt x="10605132" y="1918844"/>
                  <a:pt x="10593639" y="1907350"/>
                  <a:pt x="10593639" y="1893185"/>
                </a:cubicBezTo>
                <a:cubicBezTo>
                  <a:pt x="10593639" y="1879020"/>
                  <a:pt x="10605132" y="1867527"/>
                  <a:pt x="10619297" y="1867527"/>
                </a:cubicBezTo>
                <a:close/>
                <a:moveTo>
                  <a:pt x="10555092" y="1867527"/>
                </a:moveTo>
                <a:cubicBezTo>
                  <a:pt x="10569255" y="1867527"/>
                  <a:pt x="10580751" y="1879020"/>
                  <a:pt x="10580751" y="1893185"/>
                </a:cubicBezTo>
                <a:cubicBezTo>
                  <a:pt x="10580751" y="1907350"/>
                  <a:pt x="10569255" y="1918844"/>
                  <a:pt x="10555092" y="1918844"/>
                </a:cubicBezTo>
                <a:cubicBezTo>
                  <a:pt x="10540927" y="1918844"/>
                  <a:pt x="10529432" y="1907350"/>
                  <a:pt x="10529432" y="1893185"/>
                </a:cubicBezTo>
                <a:cubicBezTo>
                  <a:pt x="10529432" y="1879020"/>
                  <a:pt x="10540927" y="1867527"/>
                  <a:pt x="10555092" y="1867527"/>
                </a:cubicBezTo>
                <a:close/>
                <a:moveTo>
                  <a:pt x="10490885" y="1867527"/>
                </a:moveTo>
                <a:cubicBezTo>
                  <a:pt x="10505050" y="1867527"/>
                  <a:pt x="10516544" y="1879020"/>
                  <a:pt x="10516544" y="1893185"/>
                </a:cubicBezTo>
                <a:cubicBezTo>
                  <a:pt x="10516544" y="1907350"/>
                  <a:pt x="10505050" y="1918844"/>
                  <a:pt x="10490885" y="1918844"/>
                </a:cubicBezTo>
                <a:cubicBezTo>
                  <a:pt x="10476720" y="1918844"/>
                  <a:pt x="10465227" y="1907350"/>
                  <a:pt x="10465227" y="1893185"/>
                </a:cubicBezTo>
                <a:cubicBezTo>
                  <a:pt x="10465227" y="1879020"/>
                  <a:pt x="10476720" y="1867527"/>
                  <a:pt x="10490885" y="1867527"/>
                </a:cubicBezTo>
                <a:close/>
                <a:moveTo>
                  <a:pt x="10426681" y="1867527"/>
                </a:moveTo>
                <a:cubicBezTo>
                  <a:pt x="10440851" y="1867527"/>
                  <a:pt x="10452339" y="1879014"/>
                  <a:pt x="10452339" y="1893185"/>
                </a:cubicBezTo>
                <a:cubicBezTo>
                  <a:pt x="10452339" y="1907356"/>
                  <a:pt x="10440851" y="1918844"/>
                  <a:pt x="10426681" y="1918844"/>
                </a:cubicBezTo>
                <a:cubicBezTo>
                  <a:pt x="10412508" y="1918844"/>
                  <a:pt x="10401023" y="1907356"/>
                  <a:pt x="10401023" y="1893185"/>
                </a:cubicBezTo>
                <a:cubicBezTo>
                  <a:pt x="10401023" y="1879014"/>
                  <a:pt x="10412508" y="1867527"/>
                  <a:pt x="10426681" y="1867527"/>
                </a:cubicBezTo>
                <a:close/>
                <a:moveTo>
                  <a:pt x="10362474" y="1867527"/>
                </a:moveTo>
                <a:cubicBezTo>
                  <a:pt x="10376647" y="1867527"/>
                  <a:pt x="10388135" y="1879014"/>
                  <a:pt x="10388135" y="1893185"/>
                </a:cubicBezTo>
                <a:cubicBezTo>
                  <a:pt x="10388135" y="1907356"/>
                  <a:pt x="10376647" y="1918844"/>
                  <a:pt x="10362474" y="1918844"/>
                </a:cubicBezTo>
                <a:cubicBezTo>
                  <a:pt x="10348304" y="1918844"/>
                  <a:pt x="10336816" y="1907356"/>
                  <a:pt x="10336816" y="1893185"/>
                </a:cubicBezTo>
                <a:cubicBezTo>
                  <a:pt x="10336816" y="1879014"/>
                  <a:pt x="10348304" y="1867527"/>
                  <a:pt x="10362474" y="1867527"/>
                </a:cubicBezTo>
                <a:close/>
                <a:moveTo>
                  <a:pt x="10298270" y="1867527"/>
                </a:moveTo>
                <a:cubicBezTo>
                  <a:pt x="10312435" y="1867527"/>
                  <a:pt x="10323928" y="1879020"/>
                  <a:pt x="10323928" y="1893185"/>
                </a:cubicBezTo>
                <a:cubicBezTo>
                  <a:pt x="10323928" y="1907350"/>
                  <a:pt x="10312435" y="1918844"/>
                  <a:pt x="10298270" y="1918844"/>
                </a:cubicBezTo>
                <a:cubicBezTo>
                  <a:pt x="10284105" y="1918844"/>
                  <a:pt x="10272611" y="1907350"/>
                  <a:pt x="10272611" y="1893185"/>
                </a:cubicBezTo>
                <a:cubicBezTo>
                  <a:pt x="10272611" y="1879020"/>
                  <a:pt x="10284105" y="1867527"/>
                  <a:pt x="10298270" y="1867527"/>
                </a:cubicBezTo>
                <a:close/>
                <a:moveTo>
                  <a:pt x="10234065" y="1867527"/>
                </a:moveTo>
                <a:cubicBezTo>
                  <a:pt x="10248228" y="1867527"/>
                  <a:pt x="10259723" y="1879020"/>
                  <a:pt x="10259723" y="1893185"/>
                </a:cubicBezTo>
                <a:cubicBezTo>
                  <a:pt x="10259723" y="1907350"/>
                  <a:pt x="10248228" y="1918844"/>
                  <a:pt x="10234065" y="1918844"/>
                </a:cubicBezTo>
                <a:cubicBezTo>
                  <a:pt x="10219900" y="1918844"/>
                  <a:pt x="10208404" y="1907350"/>
                  <a:pt x="10208404" y="1893185"/>
                </a:cubicBezTo>
                <a:cubicBezTo>
                  <a:pt x="10208404" y="1879020"/>
                  <a:pt x="10219900" y="1867527"/>
                  <a:pt x="10234065" y="1867527"/>
                </a:cubicBezTo>
                <a:close/>
                <a:moveTo>
                  <a:pt x="10169858" y="1867527"/>
                </a:moveTo>
                <a:cubicBezTo>
                  <a:pt x="10184023" y="1867527"/>
                  <a:pt x="10195519" y="1879020"/>
                  <a:pt x="10195519" y="1893185"/>
                </a:cubicBezTo>
                <a:cubicBezTo>
                  <a:pt x="10195519" y="1907350"/>
                  <a:pt x="10184023" y="1918844"/>
                  <a:pt x="10169858" y="1918844"/>
                </a:cubicBezTo>
                <a:cubicBezTo>
                  <a:pt x="10155693" y="1918844"/>
                  <a:pt x="10144200" y="1907350"/>
                  <a:pt x="10144200" y="1893185"/>
                </a:cubicBezTo>
                <a:cubicBezTo>
                  <a:pt x="10144200" y="1879020"/>
                  <a:pt x="10155693" y="1867527"/>
                  <a:pt x="10169858" y="1867527"/>
                </a:cubicBezTo>
                <a:close/>
                <a:moveTo>
                  <a:pt x="10105654" y="1867527"/>
                </a:moveTo>
                <a:cubicBezTo>
                  <a:pt x="10119819" y="1867527"/>
                  <a:pt x="10131312" y="1879020"/>
                  <a:pt x="10131312" y="1893185"/>
                </a:cubicBezTo>
                <a:cubicBezTo>
                  <a:pt x="10131312" y="1907350"/>
                  <a:pt x="10119819" y="1918844"/>
                  <a:pt x="10105654" y="1918844"/>
                </a:cubicBezTo>
                <a:cubicBezTo>
                  <a:pt x="10091489" y="1918844"/>
                  <a:pt x="10079996" y="1907350"/>
                  <a:pt x="10079996" y="1893185"/>
                </a:cubicBezTo>
                <a:cubicBezTo>
                  <a:pt x="10079996" y="1879020"/>
                  <a:pt x="10091489" y="1867527"/>
                  <a:pt x="10105654" y="1867527"/>
                </a:cubicBezTo>
                <a:close/>
                <a:moveTo>
                  <a:pt x="10041450" y="1867527"/>
                </a:moveTo>
                <a:cubicBezTo>
                  <a:pt x="10055620" y="1867527"/>
                  <a:pt x="10067108" y="1879014"/>
                  <a:pt x="10067108" y="1893185"/>
                </a:cubicBezTo>
                <a:cubicBezTo>
                  <a:pt x="10067108" y="1907356"/>
                  <a:pt x="10055620" y="1918844"/>
                  <a:pt x="10041450" y="1918844"/>
                </a:cubicBezTo>
                <a:cubicBezTo>
                  <a:pt x="10027279" y="1918844"/>
                  <a:pt x="10015789" y="1907356"/>
                  <a:pt x="10015789" y="1893185"/>
                </a:cubicBezTo>
                <a:cubicBezTo>
                  <a:pt x="10015789" y="1879014"/>
                  <a:pt x="10027279" y="1867527"/>
                  <a:pt x="10041450" y="1867527"/>
                </a:cubicBezTo>
                <a:close/>
                <a:moveTo>
                  <a:pt x="9977242" y="1867527"/>
                </a:moveTo>
                <a:cubicBezTo>
                  <a:pt x="9991416" y="1867527"/>
                  <a:pt x="10002903" y="1879014"/>
                  <a:pt x="10002903" y="1893185"/>
                </a:cubicBezTo>
                <a:cubicBezTo>
                  <a:pt x="10002903" y="1907356"/>
                  <a:pt x="9991416" y="1918844"/>
                  <a:pt x="9977242" y="1918844"/>
                </a:cubicBezTo>
                <a:cubicBezTo>
                  <a:pt x="9963072" y="1918844"/>
                  <a:pt x="9951584" y="1907356"/>
                  <a:pt x="9951584" y="1893185"/>
                </a:cubicBezTo>
                <a:cubicBezTo>
                  <a:pt x="9951584" y="1879014"/>
                  <a:pt x="9963072" y="1867527"/>
                  <a:pt x="9977242" y="1867527"/>
                </a:cubicBezTo>
                <a:close/>
                <a:moveTo>
                  <a:pt x="9913038" y="1867527"/>
                </a:moveTo>
                <a:cubicBezTo>
                  <a:pt x="9927203" y="1867527"/>
                  <a:pt x="9938696" y="1879020"/>
                  <a:pt x="9938696" y="1893185"/>
                </a:cubicBezTo>
                <a:cubicBezTo>
                  <a:pt x="9938696" y="1907350"/>
                  <a:pt x="9927203" y="1918844"/>
                  <a:pt x="9913038" y="1918844"/>
                </a:cubicBezTo>
                <a:cubicBezTo>
                  <a:pt x="9898873" y="1918844"/>
                  <a:pt x="9887380" y="1907350"/>
                  <a:pt x="9887380" y="1893185"/>
                </a:cubicBezTo>
                <a:cubicBezTo>
                  <a:pt x="9887380" y="1879020"/>
                  <a:pt x="9898873" y="1867527"/>
                  <a:pt x="9913038" y="1867527"/>
                </a:cubicBezTo>
                <a:close/>
                <a:moveTo>
                  <a:pt x="9848716" y="1867527"/>
                </a:moveTo>
                <a:cubicBezTo>
                  <a:pt x="9862996" y="1867527"/>
                  <a:pt x="9874374" y="1879020"/>
                  <a:pt x="9874374" y="1893185"/>
                </a:cubicBezTo>
                <a:cubicBezTo>
                  <a:pt x="9874374" y="1907350"/>
                  <a:pt x="9862881" y="1918844"/>
                  <a:pt x="9848716" y="1918844"/>
                </a:cubicBezTo>
                <a:cubicBezTo>
                  <a:pt x="9834551" y="1918844"/>
                  <a:pt x="9823058" y="1907350"/>
                  <a:pt x="9823058" y="1893185"/>
                </a:cubicBezTo>
                <a:cubicBezTo>
                  <a:pt x="9823058" y="1879020"/>
                  <a:pt x="9834551" y="1867527"/>
                  <a:pt x="9848716" y="1867527"/>
                </a:cubicBezTo>
                <a:close/>
                <a:moveTo>
                  <a:pt x="9784512" y="1867527"/>
                </a:moveTo>
                <a:cubicBezTo>
                  <a:pt x="9798677" y="1867527"/>
                  <a:pt x="9810170" y="1879020"/>
                  <a:pt x="9810170" y="1893185"/>
                </a:cubicBezTo>
                <a:cubicBezTo>
                  <a:pt x="9810170" y="1907350"/>
                  <a:pt x="9798677" y="1918844"/>
                  <a:pt x="9784512" y="1918844"/>
                </a:cubicBezTo>
                <a:cubicBezTo>
                  <a:pt x="9770347" y="1918844"/>
                  <a:pt x="9758853" y="1907350"/>
                  <a:pt x="9758853" y="1893185"/>
                </a:cubicBezTo>
                <a:cubicBezTo>
                  <a:pt x="9758853" y="1879020"/>
                  <a:pt x="9770347" y="1867527"/>
                  <a:pt x="9784512" y="1867527"/>
                </a:cubicBezTo>
                <a:close/>
                <a:moveTo>
                  <a:pt x="9720307" y="1867527"/>
                </a:moveTo>
                <a:cubicBezTo>
                  <a:pt x="9734470" y="1867527"/>
                  <a:pt x="9745965" y="1879020"/>
                  <a:pt x="9745965" y="1893185"/>
                </a:cubicBezTo>
                <a:cubicBezTo>
                  <a:pt x="9745965" y="1907350"/>
                  <a:pt x="9734470" y="1918844"/>
                  <a:pt x="9720307" y="1918844"/>
                </a:cubicBezTo>
                <a:cubicBezTo>
                  <a:pt x="9706142" y="1918844"/>
                  <a:pt x="9694646" y="1907350"/>
                  <a:pt x="9694646" y="1893185"/>
                </a:cubicBezTo>
                <a:cubicBezTo>
                  <a:pt x="9694646" y="1879020"/>
                  <a:pt x="9706142" y="1867527"/>
                  <a:pt x="9720307" y="1867527"/>
                </a:cubicBezTo>
                <a:close/>
                <a:moveTo>
                  <a:pt x="9656100" y="1867527"/>
                </a:moveTo>
                <a:cubicBezTo>
                  <a:pt x="9670271" y="1867527"/>
                  <a:pt x="9681758" y="1879014"/>
                  <a:pt x="9681758" y="1893185"/>
                </a:cubicBezTo>
                <a:cubicBezTo>
                  <a:pt x="9681758" y="1907356"/>
                  <a:pt x="9670271" y="1918844"/>
                  <a:pt x="9656100" y="1918844"/>
                </a:cubicBezTo>
                <a:cubicBezTo>
                  <a:pt x="9641930" y="1918844"/>
                  <a:pt x="9630442" y="1907356"/>
                  <a:pt x="9630442" y="1893185"/>
                </a:cubicBezTo>
                <a:cubicBezTo>
                  <a:pt x="9630442" y="1879014"/>
                  <a:pt x="9641930" y="1867527"/>
                  <a:pt x="9656100" y="1867527"/>
                </a:cubicBezTo>
                <a:close/>
                <a:moveTo>
                  <a:pt x="9591896" y="1867527"/>
                </a:moveTo>
                <a:cubicBezTo>
                  <a:pt x="9606061" y="1867527"/>
                  <a:pt x="9617554" y="1879020"/>
                  <a:pt x="9617554" y="1893185"/>
                </a:cubicBezTo>
                <a:cubicBezTo>
                  <a:pt x="9617554" y="1907350"/>
                  <a:pt x="9606061" y="1918844"/>
                  <a:pt x="9591896" y="1918844"/>
                </a:cubicBezTo>
                <a:cubicBezTo>
                  <a:pt x="9577731" y="1918844"/>
                  <a:pt x="9566238" y="1907350"/>
                  <a:pt x="9566238" y="1893185"/>
                </a:cubicBezTo>
                <a:cubicBezTo>
                  <a:pt x="9566238" y="1879020"/>
                  <a:pt x="9577731" y="1867527"/>
                  <a:pt x="9591896" y="1867527"/>
                </a:cubicBezTo>
                <a:close/>
                <a:moveTo>
                  <a:pt x="9527689" y="1867527"/>
                </a:moveTo>
                <a:cubicBezTo>
                  <a:pt x="9541854" y="1867527"/>
                  <a:pt x="9553350" y="1879020"/>
                  <a:pt x="9553350" y="1893185"/>
                </a:cubicBezTo>
                <a:cubicBezTo>
                  <a:pt x="9553350" y="1907350"/>
                  <a:pt x="9541854" y="1918844"/>
                  <a:pt x="9527689" y="1918844"/>
                </a:cubicBezTo>
                <a:cubicBezTo>
                  <a:pt x="9513524" y="1918844"/>
                  <a:pt x="9502031" y="1907350"/>
                  <a:pt x="9502031" y="1893185"/>
                </a:cubicBezTo>
                <a:cubicBezTo>
                  <a:pt x="9502031" y="1879020"/>
                  <a:pt x="9513524" y="1867527"/>
                  <a:pt x="9527689" y="1867527"/>
                </a:cubicBezTo>
                <a:close/>
                <a:moveTo>
                  <a:pt x="9463485" y="1867527"/>
                </a:moveTo>
                <a:cubicBezTo>
                  <a:pt x="9477650" y="1867527"/>
                  <a:pt x="9489143" y="1879020"/>
                  <a:pt x="9489143" y="1893185"/>
                </a:cubicBezTo>
                <a:cubicBezTo>
                  <a:pt x="9489143" y="1907350"/>
                  <a:pt x="9477650" y="1918844"/>
                  <a:pt x="9463485" y="1918844"/>
                </a:cubicBezTo>
                <a:cubicBezTo>
                  <a:pt x="9449320" y="1918844"/>
                  <a:pt x="9437826" y="1907350"/>
                  <a:pt x="9437826" y="1893185"/>
                </a:cubicBezTo>
                <a:cubicBezTo>
                  <a:pt x="9437826" y="1879020"/>
                  <a:pt x="9449320" y="1867527"/>
                  <a:pt x="9463485" y="1867527"/>
                </a:cubicBezTo>
                <a:close/>
                <a:moveTo>
                  <a:pt x="9399280" y="1867527"/>
                </a:moveTo>
                <a:cubicBezTo>
                  <a:pt x="9413445" y="1867527"/>
                  <a:pt x="9424938" y="1879020"/>
                  <a:pt x="9424938" y="1893185"/>
                </a:cubicBezTo>
                <a:cubicBezTo>
                  <a:pt x="9424938" y="1907350"/>
                  <a:pt x="9413445" y="1918844"/>
                  <a:pt x="9399280" y="1918844"/>
                </a:cubicBezTo>
                <a:cubicBezTo>
                  <a:pt x="9385115" y="1918844"/>
                  <a:pt x="9373619" y="1907350"/>
                  <a:pt x="9373619" y="1893185"/>
                </a:cubicBezTo>
                <a:cubicBezTo>
                  <a:pt x="9373619" y="1879020"/>
                  <a:pt x="9385115" y="1867527"/>
                  <a:pt x="9399280" y="1867527"/>
                </a:cubicBezTo>
                <a:close/>
                <a:moveTo>
                  <a:pt x="9335073" y="1867527"/>
                </a:moveTo>
                <a:cubicBezTo>
                  <a:pt x="9349246" y="1867527"/>
                  <a:pt x="9360734" y="1879014"/>
                  <a:pt x="9360734" y="1893185"/>
                </a:cubicBezTo>
                <a:cubicBezTo>
                  <a:pt x="9360734" y="1907356"/>
                  <a:pt x="9349246" y="1918844"/>
                  <a:pt x="9335073" y="1918844"/>
                </a:cubicBezTo>
                <a:cubicBezTo>
                  <a:pt x="9320903" y="1918844"/>
                  <a:pt x="9309415" y="1907356"/>
                  <a:pt x="9309415" y="1893185"/>
                </a:cubicBezTo>
                <a:cubicBezTo>
                  <a:pt x="9309415" y="1879014"/>
                  <a:pt x="9320903" y="1867527"/>
                  <a:pt x="9335073" y="1867527"/>
                </a:cubicBezTo>
                <a:close/>
                <a:moveTo>
                  <a:pt x="9270869" y="1867527"/>
                </a:moveTo>
                <a:cubicBezTo>
                  <a:pt x="9285039" y="1867527"/>
                  <a:pt x="9296527" y="1879014"/>
                  <a:pt x="9296527" y="1893185"/>
                </a:cubicBezTo>
                <a:cubicBezTo>
                  <a:pt x="9296527" y="1907356"/>
                  <a:pt x="9285039" y="1918844"/>
                  <a:pt x="9270869" y="1918844"/>
                </a:cubicBezTo>
                <a:cubicBezTo>
                  <a:pt x="9256698" y="1918844"/>
                  <a:pt x="9245211" y="1907356"/>
                  <a:pt x="9245211" y="1893185"/>
                </a:cubicBezTo>
                <a:cubicBezTo>
                  <a:pt x="9245211" y="1879014"/>
                  <a:pt x="9256698" y="1867527"/>
                  <a:pt x="9270869" y="1867527"/>
                </a:cubicBezTo>
                <a:close/>
                <a:moveTo>
                  <a:pt x="9206664" y="1867527"/>
                </a:moveTo>
                <a:cubicBezTo>
                  <a:pt x="9220829" y="1867527"/>
                  <a:pt x="9232323" y="1879020"/>
                  <a:pt x="9232323" y="1893185"/>
                </a:cubicBezTo>
                <a:cubicBezTo>
                  <a:pt x="9232323" y="1907350"/>
                  <a:pt x="9220829" y="1918844"/>
                  <a:pt x="9206664" y="1918844"/>
                </a:cubicBezTo>
                <a:cubicBezTo>
                  <a:pt x="9192499" y="1918844"/>
                  <a:pt x="9181006" y="1907350"/>
                  <a:pt x="9181006" y="1893185"/>
                </a:cubicBezTo>
                <a:cubicBezTo>
                  <a:pt x="9181006" y="1879020"/>
                  <a:pt x="9192499" y="1867527"/>
                  <a:pt x="9206664" y="1867527"/>
                </a:cubicBezTo>
                <a:close/>
                <a:moveTo>
                  <a:pt x="9142457" y="1867527"/>
                </a:moveTo>
                <a:cubicBezTo>
                  <a:pt x="9156622" y="1867527"/>
                  <a:pt x="9168118" y="1879020"/>
                  <a:pt x="9168118" y="1893185"/>
                </a:cubicBezTo>
                <a:cubicBezTo>
                  <a:pt x="9168118" y="1907350"/>
                  <a:pt x="9156622" y="1918844"/>
                  <a:pt x="9142457" y="1918844"/>
                </a:cubicBezTo>
                <a:cubicBezTo>
                  <a:pt x="9128292" y="1918844"/>
                  <a:pt x="9116799" y="1907350"/>
                  <a:pt x="9116799" y="1893185"/>
                </a:cubicBezTo>
                <a:cubicBezTo>
                  <a:pt x="9116799" y="1879020"/>
                  <a:pt x="9128292" y="1867527"/>
                  <a:pt x="9142457" y="1867527"/>
                </a:cubicBezTo>
                <a:close/>
                <a:moveTo>
                  <a:pt x="9078253" y="1867527"/>
                </a:moveTo>
                <a:cubicBezTo>
                  <a:pt x="9092418" y="1867527"/>
                  <a:pt x="9103911" y="1879020"/>
                  <a:pt x="9103911" y="1893185"/>
                </a:cubicBezTo>
                <a:cubicBezTo>
                  <a:pt x="9103911" y="1907350"/>
                  <a:pt x="9092418" y="1918844"/>
                  <a:pt x="9078253" y="1918844"/>
                </a:cubicBezTo>
                <a:cubicBezTo>
                  <a:pt x="9064088" y="1918844"/>
                  <a:pt x="9052595" y="1907350"/>
                  <a:pt x="9052595" y="1893185"/>
                </a:cubicBezTo>
                <a:cubicBezTo>
                  <a:pt x="9052595" y="1879020"/>
                  <a:pt x="9064088" y="1867527"/>
                  <a:pt x="9078253" y="1867527"/>
                </a:cubicBezTo>
                <a:close/>
                <a:moveTo>
                  <a:pt x="9014049" y="1867527"/>
                </a:moveTo>
                <a:cubicBezTo>
                  <a:pt x="9028214" y="1867527"/>
                  <a:pt x="9039707" y="1879020"/>
                  <a:pt x="9039707" y="1893185"/>
                </a:cubicBezTo>
                <a:cubicBezTo>
                  <a:pt x="9039707" y="1907350"/>
                  <a:pt x="9028214" y="1918844"/>
                  <a:pt x="9014049" y="1918844"/>
                </a:cubicBezTo>
                <a:cubicBezTo>
                  <a:pt x="8999884" y="1918844"/>
                  <a:pt x="8988388" y="1907350"/>
                  <a:pt x="8988388" y="1893185"/>
                </a:cubicBezTo>
                <a:cubicBezTo>
                  <a:pt x="8988388" y="1879020"/>
                  <a:pt x="8999884" y="1867527"/>
                  <a:pt x="9014049" y="1867527"/>
                </a:cubicBezTo>
                <a:close/>
                <a:moveTo>
                  <a:pt x="8949842" y="1867527"/>
                </a:moveTo>
                <a:cubicBezTo>
                  <a:pt x="8964015" y="1867527"/>
                  <a:pt x="8975503" y="1879014"/>
                  <a:pt x="8975503" y="1893185"/>
                </a:cubicBezTo>
                <a:cubicBezTo>
                  <a:pt x="8975503" y="1907356"/>
                  <a:pt x="8964015" y="1918844"/>
                  <a:pt x="8949842" y="1918844"/>
                </a:cubicBezTo>
                <a:cubicBezTo>
                  <a:pt x="8935671" y="1918844"/>
                  <a:pt x="8924183" y="1907356"/>
                  <a:pt x="8924183" y="1893185"/>
                </a:cubicBezTo>
                <a:cubicBezTo>
                  <a:pt x="8924183" y="1879014"/>
                  <a:pt x="8935671" y="1867527"/>
                  <a:pt x="8949842" y="1867527"/>
                </a:cubicBezTo>
                <a:close/>
                <a:moveTo>
                  <a:pt x="8885637" y="1867527"/>
                </a:moveTo>
                <a:cubicBezTo>
                  <a:pt x="8899808" y="1867527"/>
                  <a:pt x="8911296" y="1879014"/>
                  <a:pt x="8911296" y="1893185"/>
                </a:cubicBezTo>
                <a:cubicBezTo>
                  <a:pt x="8911296" y="1907356"/>
                  <a:pt x="8899808" y="1918844"/>
                  <a:pt x="8885637" y="1918844"/>
                </a:cubicBezTo>
                <a:cubicBezTo>
                  <a:pt x="8871467" y="1918844"/>
                  <a:pt x="8859979" y="1907356"/>
                  <a:pt x="8859979" y="1893185"/>
                </a:cubicBezTo>
                <a:cubicBezTo>
                  <a:pt x="8859979" y="1879014"/>
                  <a:pt x="8871467" y="1867527"/>
                  <a:pt x="8885637" y="1867527"/>
                </a:cubicBezTo>
                <a:close/>
                <a:moveTo>
                  <a:pt x="8821433" y="1867527"/>
                </a:moveTo>
                <a:cubicBezTo>
                  <a:pt x="8835598" y="1867527"/>
                  <a:pt x="8847091" y="1879020"/>
                  <a:pt x="8847091" y="1893185"/>
                </a:cubicBezTo>
                <a:cubicBezTo>
                  <a:pt x="8847091" y="1907350"/>
                  <a:pt x="8835598" y="1918844"/>
                  <a:pt x="8821433" y="1918844"/>
                </a:cubicBezTo>
                <a:cubicBezTo>
                  <a:pt x="8807268" y="1918844"/>
                  <a:pt x="8795772" y="1907350"/>
                  <a:pt x="8795772" y="1893185"/>
                </a:cubicBezTo>
                <a:cubicBezTo>
                  <a:pt x="8795772" y="1879020"/>
                  <a:pt x="8807268" y="1867527"/>
                  <a:pt x="8821433" y="1867527"/>
                </a:cubicBezTo>
                <a:close/>
                <a:moveTo>
                  <a:pt x="8757226" y="1867527"/>
                </a:moveTo>
                <a:cubicBezTo>
                  <a:pt x="8771391" y="1867527"/>
                  <a:pt x="8782887" y="1879020"/>
                  <a:pt x="8782887" y="1893185"/>
                </a:cubicBezTo>
                <a:cubicBezTo>
                  <a:pt x="8782887" y="1907350"/>
                  <a:pt x="8771391" y="1918844"/>
                  <a:pt x="8757226" y="1918844"/>
                </a:cubicBezTo>
                <a:cubicBezTo>
                  <a:pt x="8743061" y="1918844"/>
                  <a:pt x="8731568" y="1907350"/>
                  <a:pt x="8731568" y="1893185"/>
                </a:cubicBezTo>
                <a:cubicBezTo>
                  <a:pt x="8731568" y="1879020"/>
                  <a:pt x="8743061" y="1867527"/>
                  <a:pt x="8757226" y="1867527"/>
                </a:cubicBezTo>
                <a:close/>
                <a:moveTo>
                  <a:pt x="8692904" y="1867527"/>
                </a:moveTo>
                <a:cubicBezTo>
                  <a:pt x="8707069" y="1867527"/>
                  <a:pt x="8718565" y="1879020"/>
                  <a:pt x="8718565" y="1893185"/>
                </a:cubicBezTo>
                <a:cubicBezTo>
                  <a:pt x="8718565" y="1907350"/>
                  <a:pt x="8707069" y="1918844"/>
                  <a:pt x="8692904" y="1918844"/>
                </a:cubicBezTo>
                <a:cubicBezTo>
                  <a:pt x="8678741" y="1918844"/>
                  <a:pt x="8667246" y="1907350"/>
                  <a:pt x="8667246" y="1893185"/>
                </a:cubicBezTo>
                <a:cubicBezTo>
                  <a:pt x="8667246" y="1879020"/>
                  <a:pt x="8678741" y="1867527"/>
                  <a:pt x="8692904" y="1867527"/>
                </a:cubicBezTo>
                <a:close/>
                <a:moveTo>
                  <a:pt x="8628699" y="1867527"/>
                </a:moveTo>
                <a:cubicBezTo>
                  <a:pt x="8642864" y="1867527"/>
                  <a:pt x="8654358" y="1879020"/>
                  <a:pt x="8654358" y="1893185"/>
                </a:cubicBezTo>
                <a:cubicBezTo>
                  <a:pt x="8654358" y="1907350"/>
                  <a:pt x="8642864" y="1918844"/>
                  <a:pt x="8628699" y="1918844"/>
                </a:cubicBezTo>
                <a:cubicBezTo>
                  <a:pt x="8614534" y="1918844"/>
                  <a:pt x="8603041" y="1907350"/>
                  <a:pt x="8603041" y="1893185"/>
                </a:cubicBezTo>
                <a:cubicBezTo>
                  <a:pt x="8603041" y="1879020"/>
                  <a:pt x="8614534" y="1867527"/>
                  <a:pt x="8628699" y="1867527"/>
                </a:cubicBezTo>
                <a:close/>
                <a:moveTo>
                  <a:pt x="8564495" y="1867527"/>
                </a:moveTo>
                <a:cubicBezTo>
                  <a:pt x="8578665" y="1867527"/>
                  <a:pt x="8590153" y="1879014"/>
                  <a:pt x="8590153" y="1893185"/>
                </a:cubicBezTo>
                <a:cubicBezTo>
                  <a:pt x="8590153" y="1907356"/>
                  <a:pt x="8578665" y="1918844"/>
                  <a:pt x="8564495" y="1918844"/>
                </a:cubicBezTo>
                <a:cubicBezTo>
                  <a:pt x="8550325" y="1918844"/>
                  <a:pt x="8538837" y="1907356"/>
                  <a:pt x="8538837" y="1893185"/>
                </a:cubicBezTo>
                <a:cubicBezTo>
                  <a:pt x="8538837" y="1879014"/>
                  <a:pt x="8550325" y="1867527"/>
                  <a:pt x="8564495" y="1867527"/>
                </a:cubicBezTo>
                <a:close/>
                <a:moveTo>
                  <a:pt x="8500288" y="1867527"/>
                </a:moveTo>
                <a:cubicBezTo>
                  <a:pt x="8514453" y="1867527"/>
                  <a:pt x="8525949" y="1879020"/>
                  <a:pt x="8525949" y="1893185"/>
                </a:cubicBezTo>
                <a:cubicBezTo>
                  <a:pt x="8525949" y="1907350"/>
                  <a:pt x="8514453" y="1918844"/>
                  <a:pt x="8500288" y="1918844"/>
                </a:cubicBezTo>
                <a:cubicBezTo>
                  <a:pt x="8486126" y="1918844"/>
                  <a:pt x="8474630" y="1907350"/>
                  <a:pt x="8474630" y="1893185"/>
                </a:cubicBezTo>
                <a:cubicBezTo>
                  <a:pt x="8474630" y="1879020"/>
                  <a:pt x="8486126" y="1867527"/>
                  <a:pt x="8500288" y="1867527"/>
                </a:cubicBezTo>
                <a:close/>
                <a:moveTo>
                  <a:pt x="8436084" y="1867527"/>
                </a:moveTo>
                <a:cubicBezTo>
                  <a:pt x="8450249" y="1867527"/>
                  <a:pt x="8461745" y="1879020"/>
                  <a:pt x="8461745" y="1893185"/>
                </a:cubicBezTo>
                <a:cubicBezTo>
                  <a:pt x="8461745" y="1907350"/>
                  <a:pt x="8450249" y="1918844"/>
                  <a:pt x="8436084" y="1918844"/>
                </a:cubicBezTo>
                <a:cubicBezTo>
                  <a:pt x="8421919" y="1918844"/>
                  <a:pt x="8410426" y="1907350"/>
                  <a:pt x="8410426" y="1893185"/>
                </a:cubicBezTo>
                <a:cubicBezTo>
                  <a:pt x="8410426" y="1879020"/>
                  <a:pt x="8421919" y="1867527"/>
                  <a:pt x="8436084" y="1867527"/>
                </a:cubicBezTo>
                <a:close/>
                <a:moveTo>
                  <a:pt x="8307675" y="1867527"/>
                </a:moveTo>
                <a:cubicBezTo>
                  <a:pt x="8321837" y="1867527"/>
                  <a:pt x="8333333" y="1879020"/>
                  <a:pt x="8333333" y="1893185"/>
                </a:cubicBezTo>
                <a:cubicBezTo>
                  <a:pt x="8333333" y="1907350"/>
                  <a:pt x="8321837" y="1918844"/>
                  <a:pt x="8307675" y="1918844"/>
                </a:cubicBezTo>
                <a:cubicBezTo>
                  <a:pt x="8293510" y="1918844"/>
                  <a:pt x="8282014" y="1907350"/>
                  <a:pt x="8282014" y="1893185"/>
                </a:cubicBezTo>
                <a:cubicBezTo>
                  <a:pt x="8282014" y="1879020"/>
                  <a:pt x="8293510" y="1867527"/>
                  <a:pt x="8307675" y="1867527"/>
                </a:cubicBezTo>
                <a:close/>
                <a:moveTo>
                  <a:pt x="8243468" y="1867527"/>
                </a:moveTo>
                <a:cubicBezTo>
                  <a:pt x="8257638" y="1867527"/>
                  <a:pt x="8269126" y="1879014"/>
                  <a:pt x="8269126" y="1893185"/>
                </a:cubicBezTo>
                <a:cubicBezTo>
                  <a:pt x="8269126" y="1907356"/>
                  <a:pt x="8257638" y="1918844"/>
                  <a:pt x="8243468" y="1918844"/>
                </a:cubicBezTo>
                <a:cubicBezTo>
                  <a:pt x="8229298" y="1918844"/>
                  <a:pt x="8217810" y="1907356"/>
                  <a:pt x="8217810" y="1893185"/>
                </a:cubicBezTo>
                <a:cubicBezTo>
                  <a:pt x="8217810" y="1879014"/>
                  <a:pt x="8229298" y="1867527"/>
                  <a:pt x="8243468" y="1867527"/>
                </a:cubicBezTo>
                <a:close/>
                <a:moveTo>
                  <a:pt x="8179264" y="1867527"/>
                </a:moveTo>
                <a:cubicBezTo>
                  <a:pt x="8193434" y="1867527"/>
                  <a:pt x="8204922" y="1879014"/>
                  <a:pt x="8204922" y="1893185"/>
                </a:cubicBezTo>
                <a:cubicBezTo>
                  <a:pt x="8204922" y="1907356"/>
                  <a:pt x="8193434" y="1918844"/>
                  <a:pt x="8179264" y="1918844"/>
                </a:cubicBezTo>
                <a:cubicBezTo>
                  <a:pt x="8165091" y="1918844"/>
                  <a:pt x="8153603" y="1907356"/>
                  <a:pt x="8153603" y="1893185"/>
                </a:cubicBezTo>
                <a:cubicBezTo>
                  <a:pt x="8153603" y="1879014"/>
                  <a:pt x="8165091" y="1867527"/>
                  <a:pt x="8179264" y="1867527"/>
                </a:cubicBezTo>
                <a:close/>
                <a:moveTo>
                  <a:pt x="8115057" y="1867527"/>
                </a:moveTo>
                <a:cubicBezTo>
                  <a:pt x="8129222" y="1867527"/>
                  <a:pt x="8140717" y="1879020"/>
                  <a:pt x="8140717" y="1893185"/>
                </a:cubicBezTo>
                <a:cubicBezTo>
                  <a:pt x="8140717" y="1907350"/>
                  <a:pt x="8129222" y="1918844"/>
                  <a:pt x="8115057" y="1918844"/>
                </a:cubicBezTo>
                <a:cubicBezTo>
                  <a:pt x="8100894" y="1918844"/>
                  <a:pt x="8089398" y="1907350"/>
                  <a:pt x="8089398" y="1893185"/>
                </a:cubicBezTo>
                <a:cubicBezTo>
                  <a:pt x="8089398" y="1879020"/>
                  <a:pt x="8100894" y="1867527"/>
                  <a:pt x="8115057" y="1867527"/>
                </a:cubicBezTo>
                <a:close/>
                <a:moveTo>
                  <a:pt x="8050852" y="1867527"/>
                </a:moveTo>
                <a:cubicBezTo>
                  <a:pt x="8065017" y="1867527"/>
                  <a:pt x="8076510" y="1879020"/>
                  <a:pt x="8076510" y="1893185"/>
                </a:cubicBezTo>
                <a:cubicBezTo>
                  <a:pt x="8076510" y="1907350"/>
                  <a:pt x="8065017" y="1918844"/>
                  <a:pt x="8050852" y="1918844"/>
                </a:cubicBezTo>
                <a:cubicBezTo>
                  <a:pt x="8036687" y="1918844"/>
                  <a:pt x="8025194" y="1907350"/>
                  <a:pt x="8025194" y="1893185"/>
                </a:cubicBezTo>
                <a:cubicBezTo>
                  <a:pt x="8025194" y="1879020"/>
                  <a:pt x="8036687" y="1867527"/>
                  <a:pt x="8050852" y="1867527"/>
                </a:cubicBezTo>
                <a:close/>
                <a:moveTo>
                  <a:pt x="7986648" y="1867527"/>
                </a:moveTo>
                <a:cubicBezTo>
                  <a:pt x="8000813" y="1867527"/>
                  <a:pt x="8012306" y="1879020"/>
                  <a:pt x="8012306" y="1893185"/>
                </a:cubicBezTo>
                <a:cubicBezTo>
                  <a:pt x="8012306" y="1907350"/>
                  <a:pt x="8000813" y="1918844"/>
                  <a:pt x="7986648" y="1918844"/>
                </a:cubicBezTo>
                <a:cubicBezTo>
                  <a:pt x="7972483" y="1918844"/>
                  <a:pt x="7960990" y="1907350"/>
                  <a:pt x="7960990" y="1893185"/>
                </a:cubicBezTo>
                <a:cubicBezTo>
                  <a:pt x="7960990" y="1879020"/>
                  <a:pt x="7972483" y="1867527"/>
                  <a:pt x="7986648" y="1867527"/>
                </a:cubicBezTo>
                <a:close/>
                <a:moveTo>
                  <a:pt x="7922444" y="1867527"/>
                </a:moveTo>
                <a:cubicBezTo>
                  <a:pt x="7936606" y="1867527"/>
                  <a:pt x="7948102" y="1879020"/>
                  <a:pt x="7948102" y="1893185"/>
                </a:cubicBezTo>
                <a:cubicBezTo>
                  <a:pt x="7948102" y="1907350"/>
                  <a:pt x="7936606" y="1918844"/>
                  <a:pt x="7922444" y="1918844"/>
                </a:cubicBezTo>
                <a:cubicBezTo>
                  <a:pt x="7908279" y="1918844"/>
                  <a:pt x="7896783" y="1907350"/>
                  <a:pt x="7896783" y="1893185"/>
                </a:cubicBezTo>
                <a:cubicBezTo>
                  <a:pt x="7896783" y="1879020"/>
                  <a:pt x="7908279" y="1867527"/>
                  <a:pt x="7922444" y="1867527"/>
                </a:cubicBezTo>
                <a:close/>
                <a:moveTo>
                  <a:pt x="7858237" y="1867527"/>
                </a:moveTo>
                <a:cubicBezTo>
                  <a:pt x="7872407" y="1867527"/>
                  <a:pt x="7883895" y="1879014"/>
                  <a:pt x="7883895" y="1893185"/>
                </a:cubicBezTo>
                <a:cubicBezTo>
                  <a:pt x="7883895" y="1907356"/>
                  <a:pt x="7872407" y="1918844"/>
                  <a:pt x="7858237" y="1918844"/>
                </a:cubicBezTo>
                <a:cubicBezTo>
                  <a:pt x="7844066" y="1918844"/>
                  <a:pt x="7832578" y="1907356"/>
                  <a:pt x="7832578" y="1893185"/>
                </a:cubicBezTo>
                <a:cubicBezTo>
                  <a:pt x="7832578" y="1879014"/>
                  <a:pt x="7844066" y="1867527"/>
                  <a:pt x="7858237" y="1867527"/>
                </a:cubicBezTo>
                <a:close/>
                <a:moveTo>
                  <a:pt x="7794032" y="1867527"/>
                </a:moveTo>
                <a:cubicBezTo>
                  <a:pt x="7808203" y="1867527"/>
                  <a:pt x="7819690" y="1879014"/>
                  <a:pt x="7819690" y="1893185"/>
                </a:cubicBezTo>
                <a:cubicBezTo>
                  <a:pt x="7819690" y="1907356"/>
                  <a:pt x="7808203" y="1918844"/>
                  <a:pt x="7794032" y="1918844"/>
                </a:cubicBezTo>
                <a:cubicBezTo>
                  <a:pt x="7779862" y="1918844"/>
                  <a:pt x="7768371" y="1907356"/>
                  <a:pt x="7768371" y="1893185"/>
                </a:cubicBezTo>
                <a:cubicBezTo>
                  <a:pt x="7768371" y="1879014"/>
                  <a:pt x="7779862" y="1867527"/>
                  <a:pt x="7794032" y="1867527"/>
                </a:cubicBezTo>
                <a:close/>
                <a:moveTo>
                  <a:pt x="7729825" y="1867527"/>
                </a:moveTo>
                <a:cubicBezTo>
                  <a:pt x="7743990" y="1867527"/>
                  <a:pt x="7755486" y="1879020"/>
                  <a:pt x="7755486" y="1893185"/>
                </a:cubicBezTo>
                <a:cubicBezTo>
                  <a:pt x="7755486" y="1907350"/>
                  <a:pt x="7743990" y="1918844"/>
                  <a:pt x="7729825" y="1918844"/>
                </a:cubicBezTo>
                <a:cubicBezTo>
                  <a:pt x="7715660" y="1918844"/>
                  <a:pt x="7704167" y="1907350"/>
                  <a:pt x="7704167" y="1893185"/>
                </a:cubicBezTo>
                <a:cubicBezTo>
                  <a:pt x="7704167" y="1879020"/>
                  <a:pt x="7715660" y="1867527"/>
                  <a:pt x="7729825" y="1867527"/>
                </a:cubicBezTo>
                <a:close/>
                <a:moveTo>
                  <a:pt x="7665621" y="1867527"/>
                </a:moveTo>
                <a:cubicBezTo>
                  <a:pt x="7679786" y="1867527"/>
                  <a:pt x="7691279" y="1879020"/>
                  <a:pt x="7691279" y="1893185"/>
                </a:cubicBezTo>
                <a:cubicBezTo>
                  <a:pt x="7691279" y="1907350"/>
                  <a:pt x="7679786" y="1918844"/>
                  <a:pt x="7665621" y="1918844"/>
                </a:cubicBezTo>
                <a:cubicBezTo>
                  <a:pt x="7651456" y="1918844"/>
                  <a:pt x="7639963" y="1907350"/>
                  <a:pt x="7639963" y="1893185"/>
                </a:cubicBezTo>
                <a:cubicBezTo>
                  <a:pt x="7639963" y="1879020"/>
                  <a:pt x="7651456" y="1867527"/>
                  <a:pt x="7665621" y="1867527"/>
                </a:cubicBezTo>
                <a:close/>
                <a:moveTo>
                  <a:pt x="7601299" y="1867527"/>
                </a:moveTo>
                <a:cubicBezTo>
                  <a:pt x="7615464" y="1867527"/>
                  <a:pt x="7626959" y="1879020"/>
                  <a:pt x="7626959" y="1893185"/>
                </a:cubicBezTo>
                <a:cubicBezTo>
                  <a:pt x="7626959" y="1907350"/>
                  <a:pt x="7615464" y="1918844"/>
                  <a:pt x="7601299" y="1918844"/>
                </a:cubicBezTo>
                <a:cubicBezTo>
                  <a:pt x="7587134" y="1918844"/>
                  <a:pt x="7575640" y="1907350"/>
                  <a:pt x="7575640" y="1893185"/>
                </a:cubicBezTo>
                <a:cubicBezTo>
                  <a:pt x="7575640" y="1879020"/>
                  <a:pt x="7587134" y="1867527"/>
                  <a:pt x="7601299" y="1867527"/>
                </a:cubicBezTo>
                <a:close/>
                <a:moveTo>
                  <a:pt x="7537094" y="1867527"/>
                </a:moveTo>
                <a:cubicBezTo>
                  <a:pt x="7551259" y="1867527"/>
                  <a:pt x="7562752" y="1879020"/>
                  <a:pt x="7562752" y="1893185"/>
                </a:cubicBezTo>
                <a:cubicBezTo>
                  <a:pt x="7562752" y="1907350"/>
                  <a:pt x="7551259" y="1918844"/>
                  <a:pt x="7537094" y="1918844"/>
                </a:cubicBezTo>
                <a:cubicBezTo>
                  <a:pt x="7522929" y="1918844"/>
                  <a:pt x="7511436" y="1907350"/>
                  <a:pt x="7511436" y="1893185"/>
                </a:cubicBezTo>
                <a:cubicBezTo>
                  <a:pt x="7511436" y="1879020"/>
                  <a:pt x="7522929" y="1867527"/>
                  <a:pt x="7537094" y="1867527"/>
                </a:cubicBezTo>
                <a:close/>
                <a:moveTo>
                  <a:pt x="7472890" y="1867527"/>
                </a:moveTo>
                <a:cubicBezTo>
                  <a:pt x="7487060" y="1867527"/>
                  <a:pt x="7498548" y="1879014"/>
                  <a:pt x="7498548" y="1893185"/>
                </a:cubicBezTo>
                <a:cubicBezTo>
                  <a:pt x="7498548" y="1907356"/>
                  <a:pt x="7487060" y="1918844"/>
                  <a:pt x="7472890" y="1918844"/>
                </a:cubicBezTo>
                <a:cubicBezTo>
                  <a:pt x="7458717" y="1918844"/>
                  <a:pt x="7447229" y="1907356"/>
                  <a:pt x="7447229" y="1893185"/>
                </a:cubicBezTo>
                <a:cubicBezTo>
                  <a:pt x="7447229" y="1879014"/>
                  <a:pt x="7458717" y="1867527"/>
                  <a:pt x="7472890" y="1867527"/>
                </a:cubicBezTo>
                <a:close/>
                <a:moveTo>
                  <a:pt x="7408683" y="1867527"/>
                </a:moveTo>
                <a:cubicBezTo>
                  <a:pt x="7422848" y="1867527"/>
                  <a:pt x="7434341" y="1879020"/>
                  <a:pt x="7434341" y="1893185"/>
                </a:cubicBezTo>
                <a:cubicBezTo>
                  <a:pt x="7434341" y="1907350"/>
                  <a:pt x="7422848" y="1918844"/>
                  <a:pt x="7408683" y="1918844"/>
                </a:cubicBezTo>
                <a:cubicBezTo>
                  <a:pt x="7394518" y="1918844"/>
                  <a:pt x="7383025" y="1907350"/>
                  <a:pt x="7383025" y="1893185"/>
                </a:cubicBezTo>
                <a:cubicBezTo>
                  <a:pt x="7383025" y="1879020"/>
                  <a:pt x="7394518" y="1867527"/>
                  <a:pt x="7408683" y="1867527"/>
                </a:cubicBezTo>
                <a:close/>
                <a:moveTo>
                  <a:pt x="7344479" y="1867527"/>
                </a:moveTo>
                <a:cubicBezTo>
                  <a:pt x="7358644" y="1867527"/>
                  <a:pt x="7370137" y="1879020"/>
                  <a:pt x="7370137" y="1893185"/>
                </a:cubicBezTo>
                <a:cubicBezTo>
                  <a:pt x="7370137" y="1907350"/>
                  <a:pt x="7358644" y="1918844"/>
                  <a:pt x="7344479" y="1918844"/>
                </a:cubicBezTo>
                <a:cubicBezTo>
                  <a:pt x="7330314" y="1918844"/>
                  <a:pt x="7318820" y="1907350"/>
                  <a:pt x="7318820" y="1893185"/>
                </a:cubicBezTo>
                <a:cubicBezTo>
                  <a:pt x="7318820" y="1879020"/>
                  <a:pt x="7330314" y="1867527"/>
                  <a:pt x="7344479" y="1867527"/>
                </a:cubicBezTo>
                <a:close/>
                <a:moveTo>
                  <a:pt x="7280274" y="1867527"/>
                </a:moveTo>
                <a:cubicBezTo>
                  <a:pt x="7294437" y="1867527"/>
                  <a:pt x="7305932" y="1879020"/>
                  <a:pt x="7305932" y="1893185"/>
                </a:cubicBezTo>
                <a:cubicBezTo>
                  <a:pt x="7305932" y="1907350"/>
                  <a:pt x="7294437" y="1918844"/>
                  <a:pt x="7280274" y="1918844"/>
                </a:cubicBezTo>
                <a:cubicBezTo>
                  <a:pt x="7266109" y="1918844"/>
                  <a:pt x="7254613" y="1907350"/>
                  <a:pt x="7254613" y="1893185"/>
                </a:cubicBezTo>
                <a:cubicBezTo>
                  <a:pt x="7254613" y="1879020"/>
                  <a:pt x="7266109" y="1867527"/>
                  <a:pt x="7280274" y="1867527"/>
                </a:cubicBezTo>
                <a:close/>
                <a:moveTo>
                  <a:pt x="7216067" y="1867527"/>
                </a:moveTo>
                <a:cubicBezTo>
                  <a:pt x="7230232" y="1867527"/>
                  <a:pt x="7241725" y="1879020"/>
                  <a:pt x="7241725" y="1893185"/>
                </a:cubicBezTo>
                <a:cubicBezTo>
                  <a:pt x="7241725" y="1907350"/>
                  <a:pt x="7230232" y="1918844"/>
                  <a:pt x="7216067" y="1918844"/>
                </a:cubicBezTo>
                <a:cubicBezTo>
                  <a:pt x="7201902" y="1918844"/>
                  <a:pt x="7190409" y="1907350"/>
                  <a:pt x="7190409" y="1893185"/>
                </a:cubicBezTo>
                <a:cubicBezTo>
                  <a:pt x="7190409" y="1879020"/>
                  <a:pt x="7201902" y="1867527"/>
                  <a:pt x="7216067" y="1867527"/>
                </a:cubicBezTo>
                <a:close/>
                <a:moveTo>
                  <a:pt x="7151863" y="1867527"/>
                </a:moveTo>
                <a:cubicBezTo>
                  <a:pt x="7166033" y="1867527"/>
                  <a:pt x="7177521" y="1879014"/>
                  <a:pt x="7177521" y="1893185"/>
                </a:cubicBezTo>
                <a:cubicBezTo>
                  <a:pt x="7177521" y="1907356"/>
                  <a:pt x="7166033" y="1918844"/>
                  <a:pt x="7151863" y="1918844"/>
                </a:cubicBezTo>
                <a:cubicBezTo>
                  <a:pt x="7137692" y="1918844"/>
                  <a:pt x="7126205" y="1907356"/>
                  <a:pt x="7126205" y="1893185"/>
                </a:cubicBezTo>
                <a:cubicBezTo>
                  <a:pt x="7126205" y="1879014"/>
                  <a:pt x="7137692" y="1867527"/>
                  <a:pt x="7151863" y="1867527"/>
                </a:cubicBezTo>
                <a:close/>
                <a:moveTo>
                  <a:pt x="7087658" y="1867527"/>
                </a:moveTo>
                <a:cubicBezTo>
                  <a:pt x="7101829" y="1867527"/>
                  <a:pt x="7113317" y="1879014"/>
                  <a:pt x="7113317" y="1893185"/>
                </a:cubicBezTo>
                <a:cubicBezTo>
                  <a:pt x="7113317" y="1907356"/>
                  <a:pt x="7101829" y="1918844"/>
                  <a:pt x="7087658" y="1918844"/>
                </a:cubicBezTo>
                <a:cubicBezTo>
                  <a:pt x="7073485" y="1918844"/>
                  <a:pt x="7061998" y="1907356"/>
                  <a:pt x="7061998" y="1893185"/>
                </a:cubicBezTo>
                <a:cubicBezTo>
                  <a:pt x="7061998" y="1879014"/>
                  <a:pt x="7073485" y="1867527"/>
                  <a:pt x="7087658" y="1867527"/>
                </a:cubicBezTo>
                <a:close/>
                <a:moveTo>
                  <a:pt x="7023451" y="1867527"/>
                </a:moveTo>
                <a:cubicBezTo>
                  <a:pt x="7037616" y="1867527"/>
                  <a:pt x="7049112" y="1879020"/>
                  <a:pt x="7049112" y="1893185"/>
                </a:cubicBezTo>
                <a:cubicBezTo>
                  <a:pt x="7049112" y="1907350"/>
                  <a:pt x="7037616" y="1918844"/>
                  <a:pt x="7023451" y="1918844"/>
                </a:cubicBezTo>
                <a:cubicBezTo>
                  <a:pt x="7009289" y="1918844"/>
                  <a:pt x="6997793" y="1907350"/>
                  <a:pt x="6997793" y="1893185"/>
                </a:cubicBezTo>
                <a:cubicBezTo>
                  <a:pt x="6997793" y="1879020"/>
                  <a:pt x="7009289" y="1867527"/>
                  <a:pt x="7023451" y="1867527"/>
                </a:cubicBezTo>
                <a:close/>
                <a:moveTo>
                  <a:pt x="6959247" y="1867527"/>
                </a:moveTo>
                <a:cubicBezTo>
                  <a:pt x="6973412" y="1867527"/>
                  <a:pt x="6984905" y="1879020"/>
                  <a:pt x="6984905" y="1893185"/>
                </a:cubicBezTo>
                <a:cubicBezTo>
                  <a:pt x="6984905" y="1907350"/>
                  <a:pt x="6973412" y="1918844"/>
                  <a:pt x="6959247" y="1918844"/>
                </a:cubicBezTo>
                <a:cubicBezTo>
                  <a:pt x="6945082" y="1918844"/>
                  <a:pt x="6933589" y="1907350"/>
                  <a:pt x="6933589" y="1893185"/>
                </a:cubicBezTo>
                <a:cubicBezTo>
                  <a:pt x="6933589" y="1879020"/>
                  <a:pt x="6945082" y="1867527"/>
                  <a:pt x="6959247" y="1867527"/>
                </a:cubicBezTo>
                <a:close/>
                <a:moveTo>
                  <a:pt x="6895043" y="1867527"/>
                </a:moveTo>
                <a:cubicBezTo>
                  <a:pt x="6909208" y="1867527"/>
                  <a:pt x="6920701" y="1879020"/>
                  <a:pt x="6920701" y="1893185"/>
                </a:cubicBezTo>
                <a:cubicBezTo>
                  <a:pt x="6920701" y="1907350"/>
                  <a:pt x="6909208" y="1918844"/>
                  <a:pt x="6895043" y="1918844"/>
                </a:cubicBezTo>
                <a:cubicBezTo>
                  <a:pt x="6880878" y="1918844"/>
                  <a:pt x="6869382" y="1907350"/>
                  <a:pt x="6869382" y="1893185"/>
                </a:cubicBezTo>
                <a:cubicBezTo>
                  <a:pt x="6869382" y="1879020"/>
                  <a:pt x="6880878" y="1867527"/>
                  <a:pt x="6895043" y="1867527"/>
                </a:cubicBezTo>
                <a:close/>
                <a:moveTo>
                  <a:pt x="6830836" y="1867527"/>
                </a:moveTo>
                <a:cubicBezTo>
                  <a:pt x="6845001" y="1867527"/>
                  <a:pt x="6856494" y="1879020"/>
                  <a:pt x="6856494" y="1893185"/>
                </a:cubicBezTo>
                <a:cubicBezTo>
                  <a:pt x="6856494" y="1907350"/>
                  <a:pt x="6845001" y="1918844"/>
                  <a:pt x="6830836" y="1918844"/>
                </a:cubicBezTo>
                <a:cubicBezTo>
                  <a:pt x="6816671" y="1918844"/>
                  <a:pt x="6805178" y="1907350"/>
                  <a:pt x="6805178" y="1893185"/>
                </a:cubicBezTo>
                <a:cubicBezTo>
                  <a:pt x="6805178" y="1879020"/>
                  <a:pt x="6816671" y="1867527"/>
                  <a:pt x="6830836" y="1867527"/>
                </a:cubicBezTo>
                <a:close/>
                <a:moveTo>
                  <a:pt x="6766631" y="1867527"/>
                </a:moveTo>
                <a:cubicBezTo>
                  <a:pt x="6780802" y="1867527"/>
                  <a:pt x="6792290" y="1879014"/>
                  <a:pt x="6792290" y="1893185"/>
                </a:cubicBezTo>
                <a:cubicBezTo>
                  <a:pt x="6792290" y="1907356"/>
                  <a:pt x="6780802" y="1918844"/>
                  <a:pt x="6766631" y="1918844"/>
                </a:cubicBezTo>
                <a:cubicBezTo>
                  <a:pt x="6752461" y="1918844"/>
                  <a:pt x="6740973" y="1907356"/>
                  <a:pt x="6740973" y="1893185"/>
                </a:cubicBezTo>
                <a:cubicBezTo>
                  <a:pt x="6740973" y="1879014"/>
                  <a:pt x="6752461" y="1867527"/>
                  <a:pt x="6766631" y="1867527"/>
                </a:cubicBezTo>
                <a:close/>
                <a:moveTo>
                  <a:pt x="6702427" y="1867527"/>
                </a:moveTo>
                <a:cubicBezTo>
                  <a:pt x="6716597" y="1867527"/>
                  <a:pt x="6728085" y="1879014"/>
                  <a:pt x="6728085" y="1893185"/>
                </a:cubicBezTo>
                <a:cubicBezTo>
                  <a:pt x="6728085" y="1907356"/>
                  <a:pt x="6716597" y="1918844"/>
                  <a:pt x="6702427" y="1918844"/>
                </a:cubicBezTo>
                <a:cubicBezTo>
                  <a:pt x="6688254" y="1918844"/>
                  <a:pt x="6676766" y="1907356"/>
                  <a:pt x="6676766" y="1893185"/>
                </a:cubicBezTo>
                <a:cubicBezTo>
                  <a:pt x="6676766" y="1879014"/>
                  <a:pt x="6688254" y="1867527"/>
                  <a:pt x="6702427" y="1867527"/>
                </a:cubicBezTo>
                <a:close/>
                <a:moveTo>
                  <a:pt x="6638220" y="1867527"/>
                </a:moveTo>
                <a:cubicBezTo>
                  <a:pt x="6652385" y="1867527"/>
                  <a:pt x="6663881" y="1879020"/>
                  <a:pt x="6663881" y="1893185"/>
                </a:cubicBezTo>
                <a:cubicBezTo>
                  <a:pt x="6663881" y="1907350"/>
                  <a:pt x="6652385" y="1918844"/>
                  <a:pt x="6638220" y="1918844"/>
                </a:cubicBezTo>
                <a:cubicBezTo>
                  <a:pt x="6624055" y="1918844"/>
                  <a:pt x="6612562" y="1907350"/>
                  <a:pt x="6612562" y="1893185"/>
                </a:cubicBezTo>
                <a:cubicBezTo>
                  <a:pt x="6612562" y="1879020"/>
                  <a:pt x="6624055" y="1867527"/>
                  <a:pt x="6638220" y="1867527"/>
                </a:cubicBezTo>
                <a:close/>
                <a:moveTo>
                  <a:pt x="6574016" y="1867527"/>
                </a:moveTo>
                <a:cubicBezTo>
                  <a:pt x="6588181" y="1867527"/>
                  <a:pt x="6599674" y="1879020"/>
                  <a:pt x="6599674" y="1893185"/>
                </a:cubicBezTo>
                <a:cubicBezTo>
                  <a:pt x="6599674" y="1907350"/>
                  <a:pt x="6588181" y="1918844"/>
                  <a:pt x="6574016" y="1918844"/>
                </a:cubicBezTo>
                <a:cubicBezTo>
                  <a:pt x="6559851" y="1918844"/>
                  <a:pt x="6548357" y="1907350"/>
                  <a:pt x="6548357" y="1893185"/>
                </a:cubicBezTo>
                <a:cubicBezTo>
                  <a:pt x="6548357" y="1879020"/>
                  <a:pt x="6559851" y="1867527"/>
                  <a:pt x="6574016" y="1867527"/>
                </a:cubicBezTo>
                <a:close/>
                <a:moveTo>
                  <a:pt x="6509693" y="1867527"/>
                </a:moveTo>
                <a:cubicBezTo>
                  <a:pt x="6523858" y="1867527"/>
                  <a:pt x="6535352" y="1879020"/>
                  <a:pt x="6535352" y="1893185"/>
                </a:cubicBezTo>
                <a:cubicBezTo>
                  <a:pt x="6535352" y="1907350"/>
                  <a:pt x="6523858" y="1918844"/>
                  <a:pt x="6509693" y="1918844"/>
                </a:cubicBezTo>
                <a:cubicBezTo>
                  <a:pt x="6495528" y="1918844"/>
                  <a:pt x="6484035" y="1907350"/>
                  <a:pt x="6484035" y="1893185"/>
                </a:cubicBezTo>
                <a:cubicBezTo>
                  <a:pt x="6484035" y="1879020"/>
                  <a:pt x="6495528" y="1867527"/>
                  <a:pt x="6509693" y="1867527"/>
                </a:cubicBezTo>
                <a:close/>
                <a:moveTo>
                  <a:pt x="6445489" y="1867527"/>
                </a:moveTo>
                <a:cubicBezTo>
                  <a:pt x="6459654" y="1867527"/>
                  <a:pt x="6471147" y="1879020"/>
                  <a:pt x="6471147" y="1893185"/>
                </a:cubicBezTo>
                <a:cubicBezTo>
                  <a:pt x="6471147" y="1907350"/>
                  <a:pt x="6459654" y="1918844"/>
                  <a:pt x="6445489" y="1918844"/>
                </a:cubicBezTo>
                <a:cubicBezTo>
                  <a:pt x="6431324" y="1918844"/>
                  <a:pt x="6419831" y="1907350"/>
                  <a:pt x="6419831" y="1893185"/>
                </a:cubicBezTo>
                <a:cubicBezTo>
                  <a:pt x="6419831" y="1879020"/>
                  <a:pt x="6431324" y="1867527"/>
                  <a:pt x="6445489" y="1867527"/>
                </a:cubicBezTo>
                <a:close/>
                <a:moveTo>
                  <a:pt x="6381282" y="1867527"/>
                </a:moveTo>
                <a:cubicBezTo>
                  <a:pt x="6395455" y="1867527"/>
                  <a:pt x="6406943" y="1879014"/>
                  <a:pt x="6406943" y="1893185"/>
                </a:cubicBezTo>
                <a:cubicBezTo>
                  <a:pt x="6406943" y="1907356"/>
                  <a:pt x="6395455" y="1918844"/>
                  <a:pt x="6381282" y="1918844"/>
                </a:cubicBezTo>
                <a:cubicBezTo>
                  <a:pt x="6367112" y="1918844"/>
                  <a:pt x="6355624" y="1907356"/>
                  <a:pt x="6355624" y="1893185"/>
                </a:cubicBezTo>
                <a:cubicBezTo>
                  <a:pt x="6355624" y="1879014"/>
                  <a:pt x="6367112" y="1867527"/>
                  <a:pt x="6381282" y="1867527"/>
                </a:cubicBezTo>
                <a:close/>
                <a:moveTo>
                  <a:pt x="6317078" y="1867527"/>
                </a:moveTo>
                <a:cubicBezTo>
                  <a:pt x="6331243" y="1867527"/>
                  <a:pt x="6342736" y="1879020"/>
                  <a:pt x="6342736" y="1893185"/>
                </a:cubicBezTo>
                <a:cubicBezTo>
                  <a:pt x="6342736" y="1907350"/>
                  <a:pt x="6331243" y="1918844"/>
                  <a:pt x="6317078" y="1918844"/>
                </a:cubicBezTo>
                <a:cubicBezTo>
                  <a:pt x="6302913" y="1918844"/>
                  <a:pt x="6291420" y="1907350"/>
                  <a:pt x="6291420" y="1893185"/>
                </a:cubicBezTo>
                <a:cubicBezTo>
                  <a:pt x="6291420" y="1879020"/>
                  <a:pt x="6302913" y="1867527"/>
                  <a:pt x="6317078" y="1867527"/>
                </a:cubicBezTo>
                <a:close/>
                <a:moveTo>
                  <a:pt x="6252873" y="1867527"/>
                </a:moveTo>
                <a:cubicBezTo>
                  <a:pt x="6267036" y="1867527"/>
                  <a:pt x="6278532" y="1879020"/>
                  <a:pt x="6278532" y="1893185"/>
                </a:cubicBezTo>
                <a:cubicBezTo>
                  <a:pt x="6278532" y="1907350"/>
                  <a:pt x="6267036" y="1918844"/>
                  <a:pt x="6252873" y="1918844"/>
                </a:cubicBezTo>
                <a:cubicBezTo>
                  <a:pt x="6238708" y="1918844"/>
                  <a:pt x="6227213" y="1907350"/>
                  <a:pt x="6227213" y="1893185"/>
                </a:cubicBezTo>
                <a:cubicBezTo>
                  <a:pt x="6227213" y="1879020"/>
                  <a:pt x="6238708" y="1867527"/>
                  <a:pt x="6252873" y="1867527"/>
                </a:cubicBezTo>
                <a:close/>
                <a:moveTo>
                  <a:pt x="6188666" y="1867527"/>
                </a:moveTo>
                <a:cubicBezTo>
                  <a:pt x="6202831" y="1867527"/>
                  <a:pt x="6214327" y="1879020"/>
                  <a:pt x="6214327" y="1893185"/>
                </a:cubicBezTo>
                <a:cubicBezTo>
                  <a:pt x="6214327" y="1907350"/>
                  <a:pt x="6202831" y="1918844"/>
                  <a:pt x="6188666" y="1918844"/>
                </a:cubicBezTo>
                <a:cubicBezTo>
                  <a:pt x="6174504" y="1918844"/>
                  <a:pt x="6163008" y="1907350"/>
                  <a:pt x="6163008" y="1893185"/>
                </a:cubicBezTo>
                <a:cubicBezTo>
                  <a:pt x="6163008" y="1879020"/>
                  <a:pt x="6174504" y="1867527"/>
                  <a:pt x="6188666" y="1867527"/>
                </a:cubicBezTo>
                <a:close/>
                <a:moveTo>
                  <a:pt x="6124462" y="1867527"/>
                </a:moveTo>
                <a:cubicBezTo>
                  <a:pt x="6138627" y="1867527"/>
                  <a:pt x="6150123" y="1879020"/>
                  <a:pt x="6150123" y="1893185"/>
                </a:cubicBezTo>
                <a:cubicBezTo>
                  <a:pt x="6150123" y="1907350"/>
                  <a:pt x="6138627" y="1918844"/>
                  <a:pt x="6124462" y="1918844"/>
                </a:cubicBezTo>
                <a:cubicBezTo>
                  <a:pt x="6110297" y="1918844"/>
                  <a:pt x="6098804" y="1907350"/>
                  <a:pt x="6098804" y="1893185"/>
                </a:cubicBezTo>
                <a:cubicBezTo>
                  <a:pt x="6098804" y="1879020"/>
                  <a:pt x="6110297" y="1867527"/>
                  <a:pt x="6124462" y="1867527"/>
                </a:cubicBezTo>
                <a:close/>
                <a:moveTo>
                  <a:pt x="6064505" y="1867527"/>
                </a:moveTo>
                <a:cubicBezTo>
                  <a:pt x="6078666" y="1867527"/>
                  <a:pt x="6090163" y="1879020"/>
                  <a:pt x="6090163" y="1893185"/>
                </a:cubicBezTo>
                <a:cubicBezTo>
                  <a:pt x="6090163" y="1907350"/>
                  <a:pt x="6078666" y="1918844"/>
                  <a:pt x="6064505" y="1918844"/>
                </a:cubicBezTo>
                <a:cubicBezTo>
                  <a:pt x="6050336" y="1918844"/>
                  <a:pt x="6038844" y="1907350"/>
                  <a:pt x="6038844" y="1893185"/>
                </a:cubicBezTo>
                <a:cubicBezTo>
                  <a:pt x="6038844" y="1879020"/>
                  <a:pt x="6050336" y="1867527"/>
                  <a:pt x="6064505" y="1867527"/>
                </a:cubicBezTo>
                <a:close/>
                <a:moveTo>
                  <a:pt x="6000298" y="1867527"/>
                </a:moveTo>
                <a:cubicBezTo>
                  <a:pt x="6014463" y="1867527"/>
                  <a:pt x="6025956" y="1879020"/>
                  <a:pt x="6025956" y="1893185"/>
                </a:cubicBezTo>
                <a:cubicBezTo>
                  <a:pt x="6025956" y="1907350"/>
                  <a:pt x="6014463" y="1918844"/>
                  <a:pt x="6000298" y="1918844"/>
                </a:cubicBezTo>
                <a:cubicBezTo>
                  <a:pt x="5986133" y="1918844"/>
                  <a:pt x="5974639" y="1907350"/>
                  <a:pt x="5974639" y="1893185"/>
                </a:cubicBezTo>
                <a:cubicBezTo>
                  <a:pt x="5974639" y="1879020"/>
                  <a:pt x="5986133" y="1867527"/>
                  <a:pt x="6000298" y="1867527"/>
                </a:cubicBezTo>
                <a:close/>
                <a:moveTo>
                  <a:pt x="5936092" y="1867527"/>
                </a:moveTo>
                <a:cubicBezTo>
                  <a:pt x="5950255" y="1867527"/>
                  <a:pt x="5961751" y="1879020"/>
                  <a:pt x="5961751" y="1893185"/>
                </a:cubicBezTo>
                <a:cubicBezTo>
                  <a:pt x="5961751" y="1907350"/>
                  <a:pt x="5950255" y="1918844"/>
                  <a:pt x="5936092" y="1918844"/>
                </a:cubicBezTo>
                <a:cubicBezTo>
                  <a:pt x="5921928" y="1918844"/>
                  <a:pt x="5910435" y="1907350"/>
                  <a:pt x="5910435" y="1893185"/>
                </a:cubicBezTo>
                <a:cubicBezTo>
                  <a:pt x="5910435" y="1879020"/>
                  <a:pt x="5921928" y="1867527"/>
                  <a:pt x="5936092" y="1867527"/>
                </a:cubicBezTo>
                <a:close/>
                <a:moveTo>
                  <a:pt x="5871887" y="1867527"/>
                </a:moveTo>
                <a:cubicBezTo>
                  <a:pt x="5886051" y="1867527"/>
                  <a:pt x="5897547" y="1879020"/>
                  <a:pt x="5897547" y="1893185"/>
                </a:cubicBezTo>
                <a:cubicBezTo>
                  <a:pt x="5897547" y="1907350"/>
                  <a:pt x="5886051" y="1918844"/>
                  <a:pt x="5871887" y="1918844"/>
                </a:cubicBezTo>
                <a:cubicBezTo>
                  <a:pt x="5857722" y="1918844"/>
                  <a:pt x="5846228" y="1907350"/>
                  <a:pt x="5846228" y="1893185"/>
                </a:cubicBezTo>
                <a:cubicBezTo>
                  <a:pt x="5846228" y="1879020"/>
                  <a:pt x="5857722" y="1867527"/>
                  <a:pt x="5871887" y="1867527"/>
                </a:cubicBezTo>
                <a:close/>
                <a:moveTo>
                  <a:pt x="5807683" y="1867527"/>
                </a:moveTo>
                <a:cubicBezTo>
                  <a:pt x="5821853" y="1867527"/>
                  <a:pt x="5833341" y="1879014"/>
                  <a:pt x="5833341" y="1893185"/>
                </a:cubicBezTo>
                <a:cubicBezTo>
                  <a:pt x="5833341" y="1907356"/>
                  <a:pt x="5821853" y="1918844"/>
                  <a:pt x="5807683" y="1918844"/>
                </a:cubicBezTo>
                <a:cubicBezTo>
                  <a:pt x="5793512" y="1918844"/>
                  <a:pt x="5782024" y="1907356"/>
                  <a:pt x="5782024" y="1893185"/>
                </a:cubicBezTo>
                <a:cubicBezTo>
                  <a:pt x="5782024" y="1879014"/>
                  <a:pt x="5793512" y="1867527"/>
                  <a:pt x="5807683" y="1867527"/>
                </a:cubicBezTo>
                <a:close/>
                <a:moveTo>
                  <a:pt x="5743477" y="1867527"/>
                </a:moveTo>
                <a:cubicBezTo>
                  <a:pt x="5757648" y="1867527"/>
                  <a:pt x="5769136" y="1879014"/>
                  <a:pt x="5769136" y="1893185"/>
                </a:cubicBezTo>
                <a:cubicBezTo>
                  <a:pt x="5769136" y="1907356"/>
                  <a:pt x="5757648" y="1918844"/>
                  <a:pt x="5743477" y="1918844"/>
                </a:cubicBezTo>
                <a:cubicBezTo>
                  <a:pt x="5729307" y="1918844"/>
                  <a:pt x="5717818" y="1907356"/>
                  <a:pt x="5717818" y="1893185"/>
                </a:cubicBezTo>
                <a:cubicBezTo>
                  <a:pt x="5717818" y="1879014"/>
                  <a:pt x="5729307" y="1867527"/>
                  <a:pt x="5743477" y="1867527"/>
                </a:cubicBezTo>
                <a:close/>
                <a:moveTo>
                  <a:pt x="5679272" y="1867527"/>
                </a:moveTo>
                <a:cubicBezTo>
                  <a:pt x="5693437" y="1867527"/>
                  <a:pt x="5704930" y="1879020"/>
                  <a:pt x="5704930" y="1893185"/>
                </a:cubicBezTo>
                <a:cubicBezTo>
                  <a:pt x="5704930" y="1907350"/>
                  <a:pt x="5693437" y="1918844"/>
                  <a:pt x="5679272" y="1918844"/>
                </a:cubicBezTo>
                <a:cubicBezTo>
                  <a:pt x="5665108" y="1918844"/>
                  <a:pt x="5653614" y="1907350"/>
                  <a:pt x="5653614" y="1893185"/>
                </a:cubicBezTo>
                <a:cubicBezTo>
                  <a:pt x="5653614" y="1879020"/>
                  <a:pt x="5665108" y="1867527"/>
                  <a:pt x="5679272" y="1867527"/>
                </a:cubicBezTo>
                <a:close/>
                <a:moveTo>
                  <a:pt x="5615066" y="1867527"/>
                </a:moveTo>
                <a:cubicBezTo>
                  <a:pt x="5629231" y="1867527"/>
                  <a:pt x="5640726" y="1879020"/>
                  <a:pt x="5640726" y="1893185"/>
                </a:cubicBezTo>
                <a:cubicBezTo>
                  <a:pt x="5640726" y="1907350"/>
                  <a:pt x="5629231" y="1918844"/>
                  <a:pt x="5615066" y="1918844"/>
                </a:cubicBezTo>
                <a:cubicBezTo>
                  <a:pt x="5600901" y="1918844"/>
                  <a:pt x="5589407" y="1907350"/>
                  <a:pt x="5589407" y="1893185"/>
                </a:cubicBezTo>
                <a:cubicBezTo>
                  <a:pt x="5589407" y="1879020"/>
                  <a:pt x="5600901" y="1867527"/>
                  <a:pt x="5615066" y="1867527"/>
                </a:cubicBezTo>
                <a:close/>
                <a:moveTo>
                  <a:pt x="5550862" y="1867527"/>
                </a:moveTo>
                <a:cubicBezTo>
                  <a:pt x="5565027" y="1867527"/>
                  <a:pt x="5576520" y="1879020"/>
                  <a:pt x="5576520" y="1893185"/>
                </a:cubicBezTo>
                <a:cubicBezTo>
                  <a:pt x="5576520" y="1907350"/>
                  <a:pt x="5565027" y="1918844"/>
                  <a:pt x="5550862" y="1918844"/>
                </a:cubicBezTo>
                <a:cubicBezTo>
                  <a:pt x="5536697" y="1918844"/>
                  <a:pt x="5525203" y="1907350"/>
                  <a:pt x="5525203" y="1893185"/>
                </a:cubicBezTo>
                <a:cubicBezTo>
                  <a:pt x="5525203" y="1879020"/>
                  <a:pt x="5536697" y="1867527"/>
                  <a:pt x="5550862" y="1867527"/>
                </a:cubicBezTo>
                <a:close/>
                <a:moveTo>
                  <a:pt x="5486655" y="1867527"/>
                </a:moveTo>
                <a:cubicBezTo>
                  <a:pt x="5500819" y="1867527"/>
                  <a:pt x="5512316" y="1879020"/>
                  <a:pt x="5512316" y="1893185"/>
                </a:cubicBezTo>
                <a:cubicBezTo>
                  <a:pt x="5512316" y="1907350"/>
                  <a:pt x="5500819" y="1918844"/>
                  <a:pt x="5486655" y="1918844"/>
                </a:cubicBezTo>
                <a:cubicBezTo>
                  <a:pt x="5472491" y="1918844"/>
                  <a:pt x="5460997" y="1907350"/>
                  <a:pt x="5460997" y="1893185"/>
                </a:cubicBezTo>
                <a:cubicBezTo>
                  <a:pt x="5460997" y="1879020"/>
                  <a:pt x="5472491" y="1867527"/>
                  <a:pt x="5486655" y="1867527"/>
                </a:cubicBezTo>
                <a:close/>
                <a:moveTo>
                  <a:pt x="5422451" y="1867527"/>
                </a:moveTo>
                <a:cubicBezTo>
                  <a:pt x="5436621" y="1867527"/>
                  <a:pt x="5448109" y="1879014"/>
                  <a:pt x="5448109" y="1893185"/>
                </a:cubicBezTo>
                <a:cubicBezTo>
                  <a:pt x="5448109" y="1907356"/>
                  <a:pt x="5436621" y="1918844"/>
                  <a:pt x="5422451" y="1918844"/>
                </a:cubicBezTo>
                <a:cubicBezTo>
                  <a:pt x="5408280" y="1918844"/>
                  <a:pt x="5396791" y="1907356"/>
                  <a:pt x="5396791" y="1893185"/>
                </a:cubicBezTo>
                <a:cubicBezTo>
                  <a:pt x="5396791" y="1879014"/>
                  <a:pt x="5408280" y="1867527"/>
                  <a:pt x="5422451" y="1867527"/>
                </a:cubicBezTo>
                <a:close/>
                <a:moveTo>
                  <a:pt x="5358245" y="1867527"/>
                </a:moveTo>
                <a:cubicBezTo>
                  <a:pt x="5372417" y="1867527"/>
                  <a:pt x="5383904" y="1879014"/>
                  <a:pt x="5383904" y="1893185"/>
                </a:cubicBezTo>
                <a:cubicBezTo>
                  <a:pt x="5383904" y="1907356"/>
                  <a:pt x="5372417" y="1918844"/>
                  <a:pt x="5358245" y="1918844"/>
                </a:cubicBezTo>
                <a:cubicBezTo>
                  <a:pt x="5344076" y="1918844"/>
                  <a:pt x="5332587" y="1907356"/>
                  <a:pt x="5332587" y="1893185"/>
                </a:cubicBezTo>
                <a:cubicBezTo>
                  <a:pt x="5332587" y="1879014"/>
                  <a:pt x="5344076" y="1867527"/>
                  <a:pt x="5358245" y="1867527"/>
                </a:cubicBezTo>
                <a:close/>
                <a:moveTo>
                  <a:pt x="5294040" y="1867527"/>
                </a:moveTo>
                <a:cubicBezTo>
                  <a:pt x="5308205" y="1867527"/>
                  <a:pt x="5319699" y="1879020"/>
                  <a:pt x="5319699" y="1893185"/>
                </a:cubicBezTo>
                <a:cubicBezTo>
                  <a:pt x="5319699" y="1907350"/>
                  <a:pt x="5308205" y="1918844"/>
                  <a:pt x="5294040" y="1918844"/>
                </a:cubicBezTo>
                <a:cubicBezTo>
                  <a:pt x="5279877" y="1918844"/>
                  <a:pt x="5268382" y="1907350"/>
                  <a:pt x="5268382" y="1893185"/>
                </a:cubicBezTo>
                <a:cubicBezTo>
                  <a:pt x="5268382" y="1879020"/>
                  <a:pt x="5279877" y="1867527"/>
                  <a:pt x="5294040" y="1867527"/>
                </a:cubicBezTo>
                <a:close/>
                <a:moveTo>
                  <a:pt x="5229719" y="1867527"/>
                </a:moveTo>
                <a:cubicBezTo>
                  <a:pt x="5243999" y="1867527"/>
                  <a:pt x="5255377" y="1879020"/>
                  <a:pt x="5255377" y="1893185"/>
                </a:cubicBezTo>
                <a:cubicBezTo>
                  <a:pt x="5255377" y="1907350"/>
                  <a:pt x="5243883" y="1918844"/>
                  <a:pt x="5229719" y="1918844"/>
                </a:cubicBezTo>
                <a:cubicBezTo>
                  <a:pt x="5215554" y="1918844"/>
                  <a:pt x="5204058" y="1907350"/>
                  <a:pt x="5204058" y="1893185"/>
                </a:cubicBezTo>
                <a:cubicBezTo>
                  <a:pt x="5204058" y="1879020"/>
                  <a:pt x="5215554" y="1867527"/>
                  <a:pt x="5229719" y="1867527"/>
                </a:cubicBezTo>
                <a:close/>
                <a:moveTo>
                  <a:pt x="5165514" y="1867527"/>
                </a:moveTo>
                <a:cubicBezTo>
                  <a:pt x="5179678" y="1867527"/>
                  <a:pt x="5191171" y="1879020"/>
                  <a:pt x="5191171" y="1893185"/>
                </a:cubicBezTo>
                <a:cubicBezTo>
                  <a:pt x="5191171" y="1907350"/>
                  <a:pt x="5179678" y="1918844"/>
                  <a:pt x="5165514" y="1918844"/>
                </a:cubicBezTo>
                <a:cubicBezTo>
                  <a:pt x="5151349" y="1918844"/>
                  <a:pt x="5139855" y="1907350"/>
                  <a:pt x="5139855" y="1893185"/>
                </a:cubicBezTo>
                <a:cubicBezTo>
                  <a:pt x="5139855" y="1879020"/>
                  <a:pt x="5151349" y="1867527"/>
                  <a:pt x="5165514" y="1867527"/>
                </a:cubicBezTo>
                <a:close/>
                <a:moveTo>
                  <a:pt x="5101309" y="1867527"/>
                </a:moveTo>
                <a:cubicBezTo>
                  <a:pt x="5115473" y="1867527"/>
                  <a:pt x="5126967" y="1879020"/>
                  <a:pt x="5126967" y="1893185"/>
                </a:cubicBezTo>
                <a:cubicBezTo>
                  <a:pt x="5126967" y="1907350"/>
                  <a:pt x="5115473" y="1918844"/>
                  <a:pt x="5101309" y="1918844"/>
                </a:cubicBezTo>
                <a:cubicBezTo>
                  <a:pt x="5087142" y="1918844"/>
                  <a:pt x="5075649" y="1907350"/>
                  <a:pt x="5075649" y="1893185"/>
                </a:cubicBezTo>
                <a:cubicBezTo>
                  <a:pt x="5075649" y="1879020"/>
                  <a:pt x="5087142" y="1867527"/>
                  <a:pt x="5101309" y="1867527"/>
                </a:cubicBezTo>
                <a:close/>
                <a:moveTo>
                  <a:pt x="5037104" y="1867527"/>
                </a:moveTo>
                <a:cubicBezTo>
                  <a:pt x="5051273" y="1867527"/>
                  <a:pt x="5062762" y="1879014"/>
                  <a:pt x="5062762" y="1893185"/>
                </a:cubicBezTo>
                <a:cubicBezTo>
                  <a:pt x="5062762" y="1907356"/>
                  <a:pt x="5051273" y="1918844"/>
                  <a:pt x="5037104" y="1918844"/>
                </a:cubicBezTo>
                <a:cubicBezTo>
                  <a:pt x="5022930" y="1918844"/>
                  <a:pt x="5011444" y="1907356"/>
                  <a:pt x="5011444" y="1893185"/>
                </a:cubicBezTo>
                <a:cubicBezTo>
                  <a:pt x="5011444" y="1879014"/>
                  <a:pt x="5022930" y="1867527"/>
                  <a:pt x="5037104" y="1867527"/>
                </a:cubicBezTo>
                <a:close/>
                <a:moveTo>
                  <a:pt x="4972896" y="1867527"/>
                </a:moveTo>
                <a:cubicBezTo>
                  <a:pt x="4987063" y="1867527"/>
                  <a:pt x="4998557" y="1879020"/>
                  <a:pt x="4998557" y="1893185"/>
                </a:cubicBezTo>
                <a:cubicBezTo>
                  <a:pt x="4998557" y="1907350"/>
                  <a:pt x="4987063" y="1918844"/>
                  <a:pt x="4972896" y="1918844"/>
                </a:cubicBezTo>
                <a:cubicBezTo>
                  <a:pt x="4958732" y="1918844"/>
                  <a:pt x="4947240" y="1907350"/>
                  <a:pt x="4947240" y="1893185"/>
                </a:cubicBezTo>
                <a:cubicBezTo>
                  <a:pt x="4947240" y="1879020"/>
                  <a:pt x="4958732" y="1867527"/>
                  <a:pt x="4972896" y="1867527"/>
                </a:cubicBezTo>
                <a:close/>
                <a:moveTo>
                  <a:pt x="4908693" y="1867527"/>
                </a:moveTo>
                <a:cubicBezTo>
                  <a:pt x="4922857" y="1867527"/>
                  <a:pt x="4934352" y="1879020"/>
                  <a:pt x="4934352" y="1893185"/>
                </a:cubicBezTo>
                <a:cubicBezTo>
                  <a:pt x="4934352" y="1907350"/>
                  <a:pt x="4922857" y="1918844"/>
                  <a:pt x="4908693" y="1918844"/>
                </a:cubicBezTo>
                <a:cubicBezTo>
                  <a:pt x="4894527" y="1918844"/>
                  <a:pt x="4883033" y="1907350"/>
                  <a:pt x="4883033" y="1893185"/>
                </a:cubicBezTo>
                <a:cubicBezTo>
                  <a:pt x="4883033" y="1879020"/>
                  <a:pt x="4894527" y="1867527"/>
                  <a:pt x="4908693" y="1867527"/>
                </a:cubicBezTo>
                <a:close/>
                <a:moveTo>
                  <a:pt x="4844487" y="1867527"/>
                </a:moveTo>
                <a:cubicBezTo>
                  <a:pt x="4858650" y="1867527"/>
                  <a:pt x="4870146" y="1879020"/>
                  <a:pt x="4870146" y="1893185"/>
                </a:cubicBezTo>
                <a:cubicBezTo>
                  <a:pt x="4870146" y="1907350"/>
                  <a:pt x="4858650" y="1918844"/>
                  <a:pt x="4844487" y="1918844"/>
                </a:cubicBezTo>
                <a:cubicBezTo>
                  <a:pt x="4830322" y="1918844"/>
                  <a:pt x="4818828" y="1907350"/>
                  <a:pt x="4818828" y="1893185"/>
                </a:cubicBezTo>
                <a:cubicBezTo>
                  <a:pt x="4818828" y="1879020"/>
                  <a:pt x="4830322" y="1867527"/>
                  <a:pt x="4844487" y="1867527"/>
                </a:cubicBezTo>
                <a:close/>
                <a:moveTo>
                  <a:pt x="4780282" y="1867527"/>
                </a:moveTo>
                <a:cubicBezTo>
                  <a:pt x="4794447" y="1867527"/>
                  <a:pt x="4805941" y="1879020"/>
                  <a:pt x="4805941" y="1893185"/>
                </a:cubicBezTo>
                <a:cubicBezTo>
                  <a:pt x="4805941" y="1907350"/>
                  <a:pt x="4794447" y="1918844"/>
                  <a:pt x="4780282" y="1918844"/>
                </a:cubicBezTo>
                <a:cubicBezTo>
                  <a:pt x="4766118" y="1918844"/>
                  <a:pt x="4754622" y="1907350"/>
                  <a:pt x="4754622" y="1893185"/>
                </a:cubicBezTo>
                <a:cubicBezTo>
                  <a:pt x="4754622" y="1879020"/>
                  <a:pt x="4766118" y="1867527"/>
                  <a:pt x="4780282" y="1867527"/>
                </a:cubicBezTo>
                <a:close/>
                <a:moveTo>
                  <a:pt x="4716077" y="1867527"/>
                </a:moveTo>
                <a:cubicBezTo>
                  <a:pt x="4730248" y="1867527"/>
                  <a:pt x="4741736" y="1879014"/>
                  <a:pt x="4741736" y="1893185"/>
                </a:cubicBezTo>
                <a:cubicBezTo>
                  <a:pt x="4741736" y="1907356"/>
                  <a:pt x="4730248" y="1918844"/>
                  <a:pt x="4716077" y="1918844"/>
                </a:cubicBezTo>
                <a:cubicBezTo>
                  <a:pt x="4701906" y="1918844"/>
                  <a:pt x="4690419" y="1907356"/>
                  <a:pt x="4690419" y="1893185"/>
                </a:cubicBezTo>
                <a:cubicBezTo>
                  <a:pt x="4690419" y="1879014"/>
                  <a:pt x="4701906" y="1867527"/>
                  <a:pt x="4716077" y="1867527"/>
                </a:cubicBezTo>
                <a:close/>
                <a:moveTo>
                  <a:pt x="4651872" y="1867527"/>
                </a:moveTo>
                <a:cubicBezTo>
                  <a:pt x="4666042" y="1867527"/>
                  <a:pt x="4677531" y="1879014"/>
                  <a:pt x="4677531" y="1893185"/>
                </a:cubicBezTo>
                <a:cubicBezTo>
                  <a:pt x="4677531" y="1907356"/>
                  <a:pt x="4666042" y="1918844"/>
                  <a:pt x="4651872" y="1918844"/>
                </a:cubicBezTo>
                <a:cubicBezTo>
                  <a:pt x="4637700" y="1918844"/>
                  <a:pt x="4626213" y="1907356"/>
                  <a:pt x="4626213" y="1893185"/>
                </a:cubicBezTo>
                <a:cubicBezTo>
                  <a:pt x="4626213" y="1879014"/>
                  <a:pt x="4637700" y="1867527"/>
                  <a:pt x="4651872" y="1867527"/>
                </a:cubicBezTo>
                <a:close/>
                <a:moveTo>
                  <a:pt x="4587666" y="1867527"/>
                </a:moveTo>
                <a:cubicBezTo>
                  <a:pt x="4601830" y="1867527"/>
                  <a:pt x="4613324" y="1879020"/>
                  <a:pt x="4613324" y="1893185"/>
                </a:cubicBezTo>
                <a:cubicBezTo>
                  <a:pt x="4613324" y="1907350"/>
                  <a:pt x="4601830" y="1918844"/>
                  <a:pt x="4587666" y="1918844"/>
                </a:cubicBezTo>
                <a:cubicBezTo>
                  <a:pt x="4573501" y="1918844"/>
                  <a:pt x="4562007" y="1907350"/>
                  <a:pt x="4562007" y="1893185"/>
                </a:cubicBezTo>
                <a:cubicBezTo>
                  <a:pt x="4562007" y="1879020"/>
                  <a:pt x="4573501" y="1867527"/>
                  <a:pt x="4587666" y="1867527"/>
                </a:cubicBezTo>
                <a:close/>
                <a:moveTo>
                  <a:pt x="4523461" y="1867527"/>
                </a:moveTo>
                <a:cubicBezTo>
                  <a:pt x="4537626" y="1867527"/>
                  <a:pt x="4549121" y="1879020"/>
                  <a:pt x="4549121" y="1893185"/>
                </a:cubicBezTo>
                <a:cubicBezTo>
                  <a:pt x="4549121" y="1907350"/>
                  <a:pt x="4537626" y="1918844"/>
                  <a:pt x="4523461" y="1918844"/>
                </a:cubicBezTo>
                <a:cubicBezTo>
                  <a:pt x="4509296" y="1918844"/>
                  <a:pt x="4497802" y="1907350"/>
                  <a:pt x="4497802" y="1893185"/>
                </a:cubicBezTo>
                <a:cubicBezTo>
                  <a:pt x="4497802" y="1879020"/>
                  <a:pt x="4509296" y="1867527"/>
                  <a:pt x="4523461" y="1867527"/>
                </a:cubicBezTo>
                <a:close/>
                <a:moveTo>
                  <a:pt x="4459256" y="1867527"/>
                </a:moveTo>
                <a:cubicBezTo>
                  <a:pt x="4473420" y="1867527"/>
                  <a:pt x="4484914" y="1879020"/>
                  <a:pt x="4484914" y="1893185"/>
                </a:cubicBezTo>
                <a:cubicBezTo>
                  <a:pt x="4484914" y="1907350"/>
                  <a:pt x="4473420" y="1918844"/>
                  <a:pt x="4459256" y="1918844"/>
                </a:cubicBezTo>
                <a:cubicBezTo>
                  <a:pt x="4445091" y="1918844"/>
                  <a:pt x="4433596" y="1907350"/>
                  <a:pt x="4433596" y="1893185"/>
                </a:cubicBezTo>
                <a:cubicBezTo>
                  <a:pt x="4433596" y="1879020"/>
                  <a:pt x="4445091" y="1867527"/>
                  <a:pt x="4459256" y="1867527"/>
                </a:cubicBezTo>
                <a:close/>
                <a:moveTo>
                  <a:pt x="4395050" y="1867527"/>
                </a:moveTo>
                <a:cubicBezTo>
                  <a:pt x="4409214" y="1867527"/>
                  <a:pt x="4420710" y="1879020"/>
                  <a:pt x="4420710" y="1893185"/>
                </a:cubicBezTo>
                <a:cubicBezTo>
                  <a:pt x="4420710" y="1907350"/>
                  <a:pt x="4409214" y="1918844"/>
                  <a:pt x="4395050" y="1918844"/>
                </a:cubicBezTo>
                <a:cubicBezTo>
                  <a:pt x="4380886" y="1918844"/>
                  <a:pt x="4369391" y="1907350"/>
                  <a:pt x="4369391" y="1893185"/>
                </a:cubicBezTo>
                <a:cubicBezTo>
                  <a:pt x="4369391" y="1879020"/>
                  <a:pt x="4380886" y="1867527"/>
                  <a:pt x="4395050" y="1867527"/>
                </a:cubicBezTo>
                <a:close/>
                <a:moveTo>
                  <a:pt x="4330845" y="1867527"/>
                </a:moveTo>
                <a:cubicBezTo>
                  <a:pt x="4345017" y="1867527"/>
                  <a:pt x="4356504" y="1879014"/>
                  <a:pt x="4356504" y="1893185"/>
                </a:cubicBezTo>
                <a:cubicBezTo>
                  <a:pt x="4356504" y="1907356"/>
                  <a:pt x="4345017" y="1918844"/>
                  <a:pt x="4330845" y="1918844"/>
                </a:cubicBezTo>
                <a:cubicBezTo>
                  <a:pt x="4316675" y="1918844"/>
                  <a:pt x="4305186" y="1907356"/>
                  <a:pt x="4305186" y="1893185"/>
                </a:cubicBezTo>
                <a:cubicBezTo>
                  <a:pt x="4305186" y="1879014"/>
                  <a:pt x="4316675" y="1867527"/>
                  <a:pt x="4330845" y="1867527"/>
                </a:cubicBezTo>
                <a:close/>
                <a:moveTo>
                  <a:pt x="4266640" y="1867527"/>
                </a:moveTo>
                <a:cubicBezTo>
                  <a:pt x="4280811" y="1867527"/>
                  <a:pt x="4292298" y="1879014"/>
                  <a:pt x="4292298" y="1893185"/>
                </a:cubicBezTo>
                <a:cubicBezTo>
                  <a:pt x="4292298" y="1907356"/>
                  <a:pt x="4280811" y="1918844"/>
                  <a:pt x="4266640" y="1918844"/>
                </a:cubicBezTo>
                <a:cubicBezTo>
                  <a:pt x="4252470" y="1918844"/>
                  <a:pt x="4240981" y="1907356"/>
                  <a:pt x="4240981" y="1893185"/>
                </a:cubicBezTo>
                <a:cubicBezTo>
                  <a:pt x="4240981" y="1879014"/>
                  <a:pt x="4252470" y="1867527"/>
                  <a:pt x="4266640" y="1867527"/>
                </a:cubicBezTo>
                <a:close/>
                <a:moveTo>
                  <a:pt x="4202435" y="1867527"/>
                </a:moveTo>
                <a:cubicBezTo>
                  <a:pt x="4216598" y="1867527"/>
                  <a:pt x="4228093" y="1879020"/>
                  <a:pt x="4228093" y="1893185"/>
                </a:cubicBezTo>
                <a:cubicBezTo>
                  <a:pt x="4228093" y="1907350"/>
                  <a:pt x="4216598" y="1918844"/>
                  <a:pt x="4202435" y="1918844"/>
                </a:cubicBezTo>
                <a:cubicBezTo>
                  <a:pt x="4188268" y="1918844"/>
                  <a:pt x="4176776" y="1907350"/>
                  <a:pt x="4176776" y="1893185"/>
                </a:cubicBezTo>
                <a:cubicBezTo>
                  <a:pt x="4176776" y="1879020"/>
                  <a:pt x="4188268" y="1867527"/>
                  <a:pt x="4202435" y="1867527"/>
                </a:cubicBezTo>
                <a:close/>
                <a:moveTo>
                  <a:pt x="4138112" y="1867527"/>
                </a:moveTo>
                <a:cubicBezTo>
                  <a:pt x="4152394" y="1867527"/>
                  <a:pt x="4163773" y="1879020"/>
                  <a:pt x="4163773" y="1893185"/>
                </a:cubicBezTo>
                <a:cubicBezTo>
                  <a:pt x="4163773" y="1907350"/>
                  <a:pt x="4152277" y="1918844"/>
                  <a:pt x="4138112" y="1918844"/>
                </a:cubicBezTo>
                <a:cubicBezTo>
                  <a:pt x="4123948" y="1918844"/>
                  <a:pt x="4112454" y="1907350"/>
                  <a:pt x="4112454" y="1893185"/>
                </a:cubicBezTo>
                <a:cubicBezTo>
                  <a:pt x="4112454" y="1879020"/>
                  <a:pt x="4123948" y="1867527"/>
                  <a:pt x="4138112" y="1867527"/>
                </a:cubicBezTo>
                <a:close/>
                <a:moveTo>
                  <a:pt x="4073908" y="1867527"/>
                </a:moveTo>
                <a:cubicBezTo>
                  <a:pt x="4088073" y="1867527"/>
                  <a:pt x="4099565" y="1879020"/>
                  <a:pt x="4099565" y="1893185"/>
                </a:cubicBezTo>
                <a:cubicBezTo>
                  <a:pt x="4099565" y="1907350"/>
                  <a:pt x="4088073" y="1918844"/>
                  <a:pt x="4073908" y="1918844"/>
                </a:cubicBezTo>
                <a:cubicBezTo>
                  <a:pt x="4059743" y="1918844"/>
                  <a:pt x="4048248" y="1907350"/>
                  <a:pt x="4048248" y="1893185"/>
                </a:cubicBezTo>
                <a:cubicBezTo>
                  <a:pt x="4048248" y="1879020"/>
                  <a:pt x="4059743" y="1867527"/>
                  <a:pt x="4073908" y="1867527"/>
                </a:cubicBezTo>
                <a:close/>
                <a:moveTo>
                  <a:pt x="4009702" y="1867527"/>
                </a:moveTo>
                <a:cubicBezTo>
                  <a:pt x="4023866" y="1867527"/>
                  <a:pt x="4035362" y="1879020"/>
                  <a:pt x="4035362" y="1893185"/>
                </a:cubicBezTo>
                <a:cubicBezTo>
                  <a:pt x="4035362" y="1907350"/>
                  <a:pt x="4023866" y="1918844"/>
                  <a:pt x="4009702" y="1918844"/>
                </a:cubicBezTo>
                <a:cubicBezTo>
                  <a:pt x="3995538" y="1918844"/>
                  <a:pt x="3984043" y="1907350"/>
                  <a:pt x="3984043" y="1893185"/>
                </a:cubicBezTo>
                <a:cubicBezTo>
                  <a:pt x="3984043" y="1879020"/>
                  <a:pt x="3995538" y="1867527"/>
                  <a:pt x="4009702" y="1867527"/>
                </a:cubicBezTo>
                <a:close/>
                <a:moveTo>
                  <a:pt x="3945497" y="1867527"/>
                </a:moveTo>
                <a:cubicBezTo>
                  <a:pt x="3959668" y="1867527"/>
                  <a:pt x="3971155" y="1879014"/>
                  <a:pt x="3971155" y="1893185"/>
                </a:cubicBezTo>
                <a:cubicBezTo>
                  <a:pt x="3971155" y="1907356"/>
                  <a:pt x="3959668" y="1918844"/>
                  <a:pt x="3945497" y="1918844"/>
                </a:cubicBezTo>
                <a:cubicBezTo>
                  <a:pt x="3931325" y="1918844"/>
                  <a:pt x="3919838" y="1907356"/>
                  <a:pt x="3919838" y="1893185"/>
                </a:cubicBezTo>
                <a:cubicBezTo>
                  <a:pt x="3919838" y="1879014"/>
                  <a:pt x="3931325" y="1867527"/>
                  <a:pt x="3945497" y="1867527"/>
                </a:cubicBezTo>
                <a:close/>
                <a:moveTo>
                  <a:pt x="3881291" y="1867527"/>
                </a:moveTo>
                <a:cubicBezTo>
                  <a:pt x="3895456" y="1867527"/>
                  <a:pt x="3906950" y="1879020"/>
                  <a:pt x="3906950" y="1893185"/>
                </a:cubicBezTo>
                <a:cubicBezTo>
                  <a:pt x="3906950" y="1907350"/>
                  <a:pt x="3895456" y="1918844"/>
                  <a:pt x="3881291" y="1918844"/>
                </a:cubicBezTo>
                <a:cubicBezTo>
                  <a:pt x="3867127" y="1918844"/>
                  <a:pt x="3855633" y="1907350"/>
                  <a:pt x="3855633" y="1893185"/>
                </a:cubicBezTo>
                <a:cubicBezTo>
                  <a:pt x="3855633" y="1879020"/>
                  <a:pt x="3867127" y="1867527"/>
                  <a:pt x="3881291" y="1867527"/>
                </a:cubicBezTo>
                <a:close/>
                <a:moveTo>
                  <a:pt x="3817085" y="1867527"/>
                </a:moveTo>
                <a:cubicBezTo>
                  <a:pt x="3831252" y="1867527"/>
                  <a:pt x="3842745" y="1879020"/>
                  <a:pt x="3842745" y="1893185"/>
                </a:cubicBezTo>
                <a:cubicBezTo>
                  <a:pt x="3842745" y="1907350"/>
                  <a:pt x="3831252" y="1918844"/>
                  <a:pt x="3817085" y="1918844"/>
                </a:cubicBezTo>
                <a:cubicBezTo>
                  <a:pt x="3802921" y="1918844"/>
                  <a:pt x="3791427" y="1907350"/>
                  <a:pt x="3791427" y="1893185"/>
                </a:cubicBezTo>
                <a:cubicBezTo>
                  <a:pt x="3791427" y="1879020"/>
                  <a:pt x="3802921" y="1867527"/>
                  <a:pt x="3817085" y="1867527"/>
                </a:cubicBezTo>
                <a:close/>
                <a:moveTo>
                  <a:pt x="3752882" y="1867527"/>
                </a:moveTo>
                <a:cubicBezTo>
                  <a:pt x="3767045" y="1867527"/>
                  <a:pt x="3778539" y="1879020"/>
                  <a:pt x="3778539" y="1893185"/>
                </a:cubicBezTo>
                <a:cubicBezTo>
                  <a:pt x="3778539" y="1907350"/>
                  <a:pt x="3767045" y="1918844"/>
                  <a:pt x="3752882" y="1918844"/>
                </a:cubicBezTo>
                <a:cubicBezTo>
                  <a:pt x="3738717" y="1918844"/>
                  <a:pt x="3727221" y="1907350"/>
                  <a:pt x="3727221" y="1893185"/>
                </a:cubicBezTo>
                <a:cubicBezTo>
                  <a:pt x="3727221" y="1879020"/>
                  <a:pt x="3738717" y="1867527"/>
                  <a:pt x="3752882" y="1867527"/>
                </a:cubicBezTo>
                <a:close/>
                <a:moveTo>
                  <a:pt x="3688674" y="1867527"/>
                </a:moveTo>
                <a:cubicBezTo>
                  <a:pt x="3702840" y="1867527"/>
                  <a:pt x="3714335" y="1879020"/>
                  <a:pt x="3714335" y="1893185"/>
                </a:cubicBezTo>
                <a:cubicBezTo>
                  <a:pt x="3714335" y="1907350"/>
                  <a:pt x="3702840" y="1918844"/>
                  <a:pt x="3688674" y="1918844"/>
                </a:cubicBezTo>
                <a:cubicBezTo>
                  <a:pt x="3674510" y="1918844"/>
                  <a:pt x="3663017" y="1907350"/>
                  <a:pt x="3663017" y="1893185"/>
                </a:cubicBezTo>
                <a:cubicBezTo>
                  <a:pt x="3663017" y="1879020"/>
                  <a:pt x="3674510" y="1867527"/>
                  <a:pt x="3688674" y="1867527"/>
                </a:cubicBezTo>
                <a:close/>
                <a:moveTo>
                  <a:pt x="3624472" y="1867527"/>
                </a:moveTo>
                <a:cubicBezTo>
                  <a:pt x="3638640" y="1867527"/>
                  <a:pt x="3650129" y="1879014"/>
                  <a:pt x="3650129" y="1893185"/>
                </a:cubicBezTo>
                <a:cubicBezTo>
                  <a:pt x="3650129" y="1907356"/>
                  <a:pt x="3638640" y="1918844"/>
                  <a:pt x="3624472" y="1918844"/>
                </a:cubicBezTo>
                <a:cubicBezTo>
                  <a:pt x="3610300" y="1918844"/>
                  <a:pt x="3598810" y="1907356"/>
                  <a:pt x="3598810" y="1893185"/>
                </a:cubicBezTo>
                <a:cubicBezTo>
                  <a:pt x="3598810" y="1879014"/>
                  <a:pt x="3610300" y="1867527"/>
                  <a:pt x="3624472" y="1867527"/>
                </a:cubicBezTo>
                <a:close/>
                <a:moveTo>
                  <a:pt x="3560264" y="1867527"/>
                </a:moveTo>
                <a:cubicBezTo>
                  <a:pt x="3574438" y="1867527"/>
                  <a:pt x="3585923" y="1879014"/>
                  <a:pt x="3585923" y="1893185"/>
                </a:cubicBezTo>
                <a:cubicBezTo>
                  <a:pt x="3585923" y="1907356"/>
                  <a:pt x="3574438" y="1918844"/>
                  <a:pt x="3560264" y="1918844"/>
                </a:cubicBezTo>
                <a:cubicBezTo>
                  <a:pt x="3546095" y="1918844"/>
                  <a:pt x="3534607" y="1907356"/>
                  <a:pt x="3534607" y="1893185"/>
                </a:cubicBezTo>
                <a:cubicBezTo>
                  <a:pt x="3534607" y="1879014"/>
                  <a:pt x="3546095" y="1867527"/>
                  <a:pt x="3560264" y="1867527"/>
                </a:cubicBezTo>
                <a:close/>
                <a:moveTo>
                  <a:pt x="3496060" y="1867527"/>
                </a:moveTo>
                <a:cubicBezTo>
                  <a:pt x="3510225" y="1867527"/>
                  <a:pt x="3521719" y="1879020"/>
                  <a:pt x="3521719" y="1893185"/>
                </a:cubicBezTo>
                <a:cubicBezTo>
                  <a:pt x="3521719" y="1907350"/>
                  <a:pt x="3510225" y="1918844"/>
                  <a:pt x="3496060" y="1918844"/>
                </a:cubicBezTo>
                <a:cubicBezTo>
                  <a:pt x="3481895" y="1918844"/>
                  <a:pt x="3470400" y="1907350"/>
                  <a:pt x="3470400" y="1893185"/>
                </a:cubicBezTo>
                <a:cubicBezTo>
                  <a:pt x="3470400" y="1879020"/>
                  <a:pt x="3481895" y="1867527"/>
                  <a:pt x="3496060" y="1867527"/>
                </a:cubicBezTo>
                <a:close/>
                <a:moveTo>
                  <a:pt x="3431855" y="1867527"/>
                </a:moveTo>
                <a:cubicBezTo>
                  <a:pt x="3446019" y="1867527"/>
                  <a:pt x="3457512" y="1879020"/>
                  <a:pt x="3457512" y="1893185"/>
                </a:cubicBezTo>
                <a:cubicBezTo>
                  <a:pt x="3457512" y="1907350"/>
                  <a:pt x="3446019" y="1918844"/>
                  <a:pt x="3431855" y="1918844"/>
                </a:cubicBezTo>
                <a:cubicBezTo>
                  <a:pt x="3417690" y="1918844"/>
                  <a:pt x="3406196" y="1907350"/>
                  <a:pt x="3406196" y="1893185"/>
                </a:cubicBezTo>
                <a:cubicBezTo>
                  <a:pt x="3406196" y="1879020"/>
                  <a:pt x="3417690" y="1867527"/>
                  <a:pt x="3431855" y="1867527"/>
                </a:cubicBezTo>
                <a:close/>
                <a:moveTo>
                  <a:pt x="3367649" y="1867527"/>
                </a:moveTo>
                <a:cubicBezTo>
                  <a:pt x="3381813" y="1867527"/>
                  <a:pt x="3393308" y="1879020"/>
                  <a:pt x="3393308" y="1893185"/>
                </a:cubicBezTo>
                <a:cubicBezTo>
                  <a:pt x="3393308" y="1907350"/>
                  <a:pt x="3381813" y="1918844"/>
                  <a:pt x="3367649" y="1918844"/>
                </a:cubicBezTo>
                <a:cubicBezTo>
                  <a:pt x="3353484" y="1918844"/>
                  <a:pt x="3341990" y="1907350"/>
                  <a:pt x="3341990" y="1893185"/>
                </a:cubicBezTo>
                <a:cubicBezTo>
                  <a:pt x="3341990" y="1879020"/>
                  <a:pt x="3353484" y="1867527"/>
                  <a:pt x="3367649" y="1867527"/>
                </a:cubicBezTo>
                <a:close/>
                <a:moveTo>
                  <a:pt x="3303444" y="1867527"/>
                </a:moveTo>
                <a:cubicBezTo>
                  <a:pt x="3317609" y="1867527"/>
                  <a:pt x="3329102" y="1879020"/>
                  <a:pt x="3329102" y="1893185"/>
                </a:cubicBezTo>
                <a:cubicBezTo>
                  <a:pt x="3329102" y="1907350"/>
                  <a:pt x="3317609" y="1918844"/>
                  <a:pt x="3303444" y="1918844"/>
                </a:cubicBezTo>
                <a:cubicBezTo>
                  <a:pt x="3289279" y="1918844"/>
                  <a:pt x="3277785" y="1907350"/>
                  <a:pt x="3277785" y="1893185"/>
                </a:cubicBezTo>
                <a:cubicBezTo>
                  <a:pt x="3277785" y="1879020"/>
                  <a:pt x="3289279" y="1867527"/>
                  <a:pt x="3303444" y="1867527"/>
                </a:cubicBezTo>
                <a:close/>
                <a:moveTo>
                  <a:pt x="3239238" y="1867527"/>
                </a:moveTo>
                <a:cubicBezTo>
                  <a:pt x="3253410" y="1867527"/>
                  <a:pt x="3264898" y="1879014"/>
                  <a:pt x="3264898" y="1893185"/>
                </a:cubicBezTo>
                <a:cubicBezTo>
                  <a:pt x="3264898" y="1907356"/>
                  <a:pt x="3253410" y="1918844"/>
                  <a:pt x="3239238" y="1918844"/>
                </a:cubicBezTo>
                <a:cubicBezTo>
                  <a:pt x="3225068" y="1918844"/>
                  <a:pt x="3213580" y="1907356"/>
                  <a:pt x="3213580" y="1893185"/>
                </a:cubicBezTo>
                <a:cubicBezTo>
                  <a:pt x="3213580" y="1879014"/>
                  <a:pt x="3225068" y="1867527"/>
                  <a:pt x="3239238" y="1867527"/>
                </a:cubicBezTo>
                <a:close/>
                <a:moveTo>
                  <a:pt x="3175034" y="1867527"/>
                </a:moveTo>
                <a:cubicBezTo>
                  <a:pt x="3189204" y="1867527"/>
                  <a:pt x="3200692" y="1879014"/>
                  <a:pt x="3200692" y="1893185"/>
                </a:cubicBezTo>
                <a:cubicBezTo>
                  <a:pt x="3200692" y="1907356"/>
                  <a:pt x="3189204" y="1918844"/>
                  <a:pt x="3175034" y="1918844"/>
                </a:cubicBezTo>
                <a:cubicBezTo>
                  <a:pt x="3160862" y="1918844"/>
                  <a:pt x="3149375" y="1907356"/>
                  <a:pt x="3149375" y="1893185"/>
                </a:cubicBezTo>
                <a:cubicBezTo>
                  <a:pt x="3149375" y="1879014"/>
                  <a:pt x="3160862" y="1867527"/>
                  <a:pt x="3175034" y="1867527"/>
                </a:cubicBezTo>
                <a:close/>
                <a:moveTo>
                  <a:pt x="3110828" y="1867527"/>
                </a:moveTo>
                <a:cubicBezTo>
                  <a:pt x="3124992" y="1867527"/>
                  <a:pt x="3136487" y="1879020"/>
                  <a:pt x="3136487" y="1893185"/>
                </a:cubicBezTo>
                <a:cubicBezTo>
                  <a:pt x="3136487" y="1907350"/>
                  <a:pt x="3124992" y="1918844"/>
                  <a:pt x="3110828" y="1918844"/>
                </a:cubicBezTo>
                <a:cubicBezTo>
                  <a:pt x="3096663" y="1918844"/>
                  <a:pt x="3085170" y="1907350"/>
                  <a:pt x="3085170" y="1893185"/>
                </a:cubicBezTo>
                <a:cubicBezTo>
                  <a:pt x="3085170" y="1879020"/>
                  <a:pt x="3096663" y="1867527"/>
                  <a:pt x="3110828" y="1867527"/>
                </a:cubicBezTo>
                <a:close/>
                <a:moveTo>
                  <a:pt x="3046623" y="1867527"/>
                </a:moveTo>
                <a:cubicBezTo>
                  <a:pt x="3060788" y="1867527"/>
                  <a:pt x="3072282" y="1879020"/>
                  <a:pt x="3072282" y="1893185"/>
                </a:cubicBezTo>
                <a:cubicBezTo>
                  <a:pt x="3072282" y="1907350"/>
                  <a:pt x="3060788" y="1918844"/>
                  <a:pt x="3046623" y="1918844"/>
                </a:cubicBezTo>
                <a:cubicBezTo>
                  <a:pt x="3032458" y="1918844"/>
                  <a:pt x="3020964" y="1907350"/>
                  <a:pt x="3020964" y="1893185"/>
                </a:cubicBezTo>
                <a:cubicBezTo>
                  <a:pt x="3020964" y="1879020"/>
                  <a:pt x="3032458" y="1867527"/>
                  <a:pt x="3046623" y="1867527"/>
                </a:cubicBezTo>
                <a:close/>
                <a:moveTo>
                  <a:pt x="2982301" y="1867527"/>
                </a:moveTo>
                <a:cubicBezTo>
                  <a:pt x="2996466" y="1867527"/>
                  <a:pt x="3007960" y="1879020"/>
                  <a:pt x="3007960" y="1893185"/>
                </a:cubicBezTo>
                <a:cubicBezTo>
                  <a:pt x="3007960" y="1907350"/>
                  <a:pt x="2996466" y="1918844"/>
                  <a:pt x="2982301" y="1918844"/>
                </a:cubicBezTo>
                <a:cubicBezTo>
                  <a:pt x="2968137" y="1918844"/>
                  <a:pt x="2956642" y="1907350"/>
                  <a:pt x="2956642" y="1893185"/>
                </a:cubicBezTo>
                <a:cubicBezTo>
                  <a:pt x="2956642" y="1879020"/>
                  <a:pt x="2968137" y="1867527"/>
                  <a:pt x="2982301" y="1867527"/>
                </a:cubicBezTo>
                <a:close/>
                <a:moveTo>
                  <a:pt x="2918096" y="1867527"/>
                </a:moveTo>
                <a:cubicBezTo>
                  <a:pt x="2932261" y="1867527"/>
                  <a:pt x="2943755" y="1879020"/>
                  <a:pt x="2943755" y="1893185"/>
                </a:cubicBezTo>
                <a:cubicBezTo>
                  <a:pt x="2943755" y="1907350"/>
                  <a:pt x="2932261" y="1918844"/>
                  <a:pt x="2918096" y="1918844"/>
                </a:cubicBezTo>
                <a:cubicBezTo>
                  <a:pt x="2903931" y="1918844"/>
                  <a:pt x="2892438" y="1907350"/>
                  <a:pt x="2892438" y="1893185"/>
                </a:cubicBezTo>
                <a:cubicBezTo>
                  <a:pt x="2892438" y="1879020"/>
                  <a:pt x="2903931" y="1867527"/>
                  <a:pt x="2918096" y="1867527"/>
                </a:cubicBezTo>
                <a:close/>
                <a:moveTo>
                  <a:pt x="2853890" y="1867527"/>
                </a:moveTo>
                <a:cubicBezTo>
                  <a:pt x="2868062" y="1867527"/>
                  <a:pt x="2879550" y="1879014"/>
                  <a:pt x="2879550" y="1893185"/>
                </a:cubicBezTo>
                <a:cubicBezTo>
                  <a:pt x="2879550" y="1907356"/>
                  <a:pt x="2868062" y="1918844"/>
                  <a:pt x="2853890" y="1918844"/>
                </a:cubicBezTo>
                <a:cubicBezTo>
                  <a:pt x="2839720" y="1918844"/>
                  <a:pt x="2828231" y="1907356"/>
                  <a:pt x="2828231" y="1893185"/>
                </a:cubicBezTo>
                <a:cubicBezTo>
                  <a:pt x="2828231" y="1879014"/>
                  <a:pt x="2839720" y="1867527"/>
                  <a:pt x="2853890" y="1867527"/>
                </a:cubicBezTo>
                <a:close/>
                <a:moveTo>
                  <a:pt x="2789686" y="1867527"/>
                </a:moveTo>
                <a:cubicBezTo>
                  <a:pt x="2803850" y="1867527"/>
                  <a:pt x="2815344" y="1879020"/>
                  <a:pt x="2815344" y="1893185"/>
                </a:cubicBezTo>
                <a:cubicBezTo>
                  <a:pt x="2815344" y="1907350"/>
                  <a:pt x="2803850" y="1918844"/>
                  <a:pt x="2789686" y="1918844"/>
                </a:cubicBezTo>
                <a:cubicBezTo>
                  <a:pt x="2775521" y="1918844"/>
                  <a:pt x="2764027" y="1907350"/>
                  <a:pt x="2764027" y="1893185"/>
                </a:cubicBezTo>
                <a:cubicBezTo>
                  <a:pt x="2764027" y="1879020"/>
                  <a:pt x="2775521" y="1867527"/>
                  <a:pt x="2789686" y="1867527"/>
                </a:cubicBezTo>
                <a:close/>
                <a:moveTo>
                  <a:pt x="2725480" y="1867527"/>
                </a:moveTo>
                <a:cubicBezTo>
                  <a:pt x="2739644" y="1867527"/>
                  <a:pt x="2751140" y="1879020"/>
                  <a:pt x="2751140" y="1893185"/>
                </a:cubicBezTo>
                <a:cubicBezTo>
                  <a:pt x="2751140" y="1907350"/>
                  <a:pt x="2739644" y="1918844"/>
                  <a:pt x="2725480" y="1918844"/>
                </a:cubicBezTo>
                <a:cubicBezTo>
                  <a:pt x="2711315" y="1918844"/>
                  <a:pt x="2699821" y="1907350"/>
                  <a:pt x="2699821" y="1893185"/>
                </a:cubicBezTo>
                <a:cubicBezTo>
                  <a:pt x="2699821" y="1879020"/>
                  <a:pt x="2711315" y="1867527"/>
                  <a:pt x="2725480" y="1867527"/>
                </a:cubicBezTo>
                <a:close/>
                <a:moveTo>
                  <a:pt x="2597069" y="1867527"/>
                </a:moveTo>
                <a:cubicBezTo>
                  <a:pt x="2611234" y="1867527"/>
                  <a:pt x="2622729" y="1879020"/>
                  <a:pt x="2622729" y="1893185"/>
                </a:cubicBezTo>
                <a:cubicBezTo>
                  <a:pt x="2622729" y="1907350"/>
                  <a:pt x="2611234" y="1918844"/>
                  <a:pt x="2597069" y="1918844"/>
                </a:cubicBezTo>
                <a:cubicBezTo>
                  <a:pt x="2582904" y="1918844"/>
                  <a:pt x="2571410" y="1907350"/>
                  <a:pt x="2571410" y="1893185"/>
                </a:cubicBezTo>
                <a:cubicBezTo>
                  <a:pt x="2571410" y="1879020"/>
                  <a:pt x="2582904" y="1867527"/>
                  <a:pt x="2597069" y="1867527"/>
                </a:cubicBezTo>
                <a:close/>
                <a:moveTo>
                  <a:pt x="2532865" y="1867527"/>
                </a:moveTo>
                <a:cubicBezTo>
                  <a:pt x="2547035" y="1867527"/>
                  <a:pt x="2558523" y="1879014"/>
                  <a:pt x="2558523" y="1893185"/>
                </a:cubicBezTo>
                <a:cubicBezTo>
                  <a:pt x="2558523" y="1907356"/>
                  <a:pt x="2547035" y="1918844"/>
                  <a:pt x="2532865" y="1918844"/>
                </a:cubicBezTo>
                <a:cubicBezTo>
                  <a:pt x="2518693" y="1918844"/>
                  <a:pt x="2507205" y="1907356"/>
                  <a:pt x="2507205" y="1893185"/>
                </a:cubicBezTo>
                <a:cubicBezTo>
                  <a:pt x="2507205" y="1879014"/>
                  <a:pt x="2518693" y="1867527"/>
                  <a:pt x="2532865" y="1867527"/>
                </a:cubicBezTo>
                <a:close/>
                <a:moveTo>
                  <a:pt x="2468658" y="1867527"/>
                </a:moveTo>
                <a:cubicBezTo>
                  <a:pt x="2482831" y="1867527"/>
                  <a:pt x="2494318" y="1879014"/>
                  <a:pt x="2494318" y="1893185"/>
                </a:cubicBezTo>
                <a:cubicBezTo>
                  <a:pt x="2494318" y="1907356"/>
                  <a:pt x="2482831" y="1918844"/>
                  <a:pt x="2468658" y="1918844"/>
                </a:cubicBezTo>
                <a:cubicBezTo>
                  <a:pt x="2454488" y="1918844"/>
                  <a:pt x="2443000" y="1907356"/>
                  <a:pt x="2443000" y="1893185"/>
                </a:cubicBezTo>
                <a:cubicBezTo>
                  <a:pt x="2443000" y="1879014"/>
                  <a:pt x="2454488" y="1867527"/>
                  <a:pt x="2468658" y="1867527"/>
                </a:cubicBezTo>
                <a:close/>
                <a:moveTo>
                  <a:pt x="2404454" y="1867527"/>
                </a:moveTo>
                <a:cubicBezTo>
                  <a:pt x="2418619" y="1867527"/>
                  <a:pt x="2430112" y="1879020"/>
                  <a:pt x="2430112" y="1893185"/>
                </a:cubicBezTo>
                <a:cubicBezTo>
                  <a:pt x="2430112" y="1907350"/>
                  <a:pt x="2418619" y="1918844"/>
                  <a:pt x="2404454" y="1918844"/>
                </a:cubicBezTo>
                <a:cubicBezTo>
                  <a:pt x="2390289" y="1918844"/>
                  <a:pt x="2378795" y="1907350"/>
                  <a:pt x="2378795" y="1893185"/>
                </a:cubicBezTo>
                <a:cubicBezTo>
                  <a:pt x="2378795" y="1879020"/>
                  <a:pt x="2390289" y="1867527"/>
                  <a:pt x="2404454" y="1867527"/>
                </a:cubicBezTo>
                <a:close/>
                <a:moveTo>
                  <a:pt x="2340249" y="1867527"/>
                </a:moveTo>
                <a:cubicBezTo>
                  <a:pt x="2354413" y="1867527"/>
                  <a:pt x="2365908" y="1879020"/>
                  <a:pt x="2365908" y="1893185"/>
                </a:cubicBezTo>
                <a:cubicBezTo>
                  <a:pt x="2365908" y="1907350"/>
                  <a:pt x="2354413" y="1918844"/>
                  <a:pt x="2340249" y="1918844"/>
                </a:cubicBezTo>
                <a:cubicBezTo>
                  <a:pt x="2326084" y="1918844"/>
                  <a:pt x="2314590" y="1907350"/>
                  <a:pt x="2314590" y="1893185"/>
                </a:cubicBezTo>
                <a:cubicBezTo>
                  <a:pt x="2314590" y="1879020"/>
                  <a:pt x="2326084" y="1867527"/>
                  <a:pt x="2340249" y="1867527"/>
                </a:cubicBezTo>
                <a:close/>
                <a:moveTo>
                  <a:pt x="2276044" y="1867527"/>
                </a:moveTo>
                <a:cubicBezTo>
                  <a:pt x="2290208" y="1867527"/>
                  <a:pt x="2301702" y="1879020"/>
                  <a:pt x="2301702" y="1893185"/>
                </a:cubicBezTo>
                <a:cubicBezTo>
                  <a:pt x="2301702" y="1907350"/>
                  <a:pt x="2290208" y="1918844"/>
                  <a:pt x="2276044" y="1918844"/>
                </a:cubicBezTo>
                <a:cubicBezTo>
                  <a:pt x="2261879" y="1918844"/>
                  <a:pt x="2250385" y="1907350"/>
                  <a:pt x="2250385" y="1893185"/>
                </a:cubicBezTo>
                <a:cubicBezTo>
                  <a:pt x="2250385" y="1879020"/>
                  <a:pt x="2261879" y="1867527"/>
                  <a:pt x="2276044" y="1867527"/>
                </a:cubicBezTo>
                <a:close/>
                <a:moveTo>
                  <a:pt x="2211838" y="1867527"/>
                </a:moveTo>
                <a:cubicBezTo>
                  <a:pt x="2226003" y="1867527"/>
                  <a:pt x="2237497" y="1879020"/>
                  <a:pt x="2237497" y="1893185"/>
                </a:cubicBezTo>
                <a:cubicBezTo>
                  <a:pt x="2237497" y="1907350"/>
                  <a:pt x="2226003" y="1918844"/>
                  <a:pt x="2211838" y="1918844"/>
                </a:cubicBezTo>
                <a:cubicBezTo>
                  <a:pt x="2197673" y="1918844"/>
                  <a:pt x="2186178" y="1907350"/>
                  <a:pt x="2186178" y="1893185"/>
                </a:cubicBezTo>
                <a:cubicBezTo>
                  <a:pt x="2186178" y="1879020"/>
                  <a:pt x="2197673" y="1867527"/>
                  <a:pt x="2211838" y="1867527"/>
                </a:cubicBezTo>
                <a:close/>
                <a:moveTo>
                  <a:pt x="2147633" y="1867527"/>
                </a:moveTo>
                <a:cubicBezTo>
                  <a:pt x="2161804" y="1867527"/>
                  <a:pt x="2173293" y="1879014"/>
                  <a:pt x="2173293" y="1893185"/>
                </a:cubicBezTo>
                <a:cubicBezTo>
                  <a:pt x="2173293" y="1907356"/>
                  <a:pt x="2161804" y="1918844"/>
                  <a:pt x="2147633" y="1918844"/>
                </a:cubicBezTo>
                <a:cubicBezTo>
                  <a:pt x="2133462" y="1918844"/>
                  <a:pt x="2121975" y="1907356"/>
                  <a:pt x="2121975" y="1893185"/>
                </a:cubicBezTo>
                <a:cubicBezTo>
                  <a:pt x="2121975" y="1879014"/>
                  <a:pt x="2133462" y="1867527"/>
                  <a:pt x="2147633" y="1867527"/>
                </a:cubicBezTo>
                <a:close/>
                <a:moveTo>
                  <a:pt x="2083427" y="1867527"/>
                </a:moveTo>
                <a:cubicBezTo>
                  <a:pt x="2097599" y="1867527"/>
                  <a:pt x="2109087" y="1879014"/>
                  <a:pt x="2109087" y="1893185"/>
                </a:cubicBezTo>
                <a:cubicBezTo>
                  <a:pt x="2109087" y="1907356"/>
                  <a:pt x="2097599" y="1918844"/>
                  <a:pt x="2083427" y="1918844"/>
                </a:cubicBezTo>
                <a:cubicBezTo>
                  <a:pt x="2069257" y="1918844"/>
                  <a:pt x="2057768" y="1907356"/>
                  <a:pt x="2057768" y="1893185"/>
                </a:cubicBezTo>
                <a:cubicBezTo>
                  <a:pt x="2057768" y="1879014"/>
                  <a:pt x="2069257" y="1867527"/>
                  <a:pt x="2083427" y="1867527"/>
                </a:cubicBezTo>
                <a:close/>
                <a:moveTo>
                  <a:pt x="2019222" y="1867527"/>
                </a:moveTo>
                <a:cubicBezTo>
                  <a:pt x="2033387" y="1867527"/>
                  <a:pt x="2044880" y="1879020"/>
                  <a:pt x="2044880" y="1893185"/>
                </a:cubicBezTo>
                <a:cubicBezTo>
                  <a:pt x="2044880" y="1907350"/>
                  <a:pt x="2033387" y="1918844"/>
                  <a:pt x="2019222" y="1918844"/>
                </a:cubicBezTo>
                <a:cubicBezTo>
                  <a:pt x="2005058" y="1918844"/>
                  <a:pt x="1993563" y="1907350"/>
                  <a:pt x="1993563" y="1893185"/>
                </a:cubicBezTo>
                <a:cubicBezTo>
                  <a:pt x="1993563" y="1879020"/>
                  <a:pt x="2005058" y="1867527"/>
                  <a:pt x="2019222" y="1867527"/>
                </a:cubicBezTo>
                <a:close/>
                <a:moveTo>
                  <a:pt x="1955016" y="1867527"/>
                </a:moveTo>
                <a:cubicBezTo>
                  <a:pt x="1969181" y="1867527"/>
                  <a:pt x="1980676" y="1879020"/>
                  <a:pt x="1980676" y="1893185"/>
                </a:cubicBezTo>
                <a:cubicBezTo>
                  <a:pt x="1980676" y="1907350"/>
                  <a:pt x="1969181" y="1918844"/>
                  <a:pt x="1955016" y="1918844"/>
                </a:cubicBezTo>
                <a:cubicBezTo>
                  <a:pt x="1940851" y="1918844"/>
                  <a:pt x="1929358" y="1907350"/>
                  <a:pt x="1929358" y="1893185"/>
                </a:cubicBezTo>
                <a:cubicBezTo>
                  <a:pt x="1929358" y="1879020"/>
                  <a:pt x="1940851" y="1867527"/>
                  <a:pt x="1955016" y="1867527"/>
                </a:cubicBezTo>
                <a:close/>
                <a:moveTo>
                  <a:pt x="1890696" y="1867527"/>
                </a:moveTo>
                <a:cubicBezTo>
                  <a:pt x="1904860" y="1867527"/>
                  <a:pt x="1916355" y="1879020"/>
                  <a:pt x="1916355" y="1893185"/>
                </a:cubicBezTo>
                <a:cubicBezTo>
                  <a:pt x="1916355" y="1907350"/>
                  <a:pt x="1904860" y="1918844"/>
                  <a:pt x="1890696" y="1918844"/>
                </a:cubicBezTo>
                <a:cubicBezTo>
                  <a:pt x="1876531" y="1918844"/>
                  <a:pt x="1865037" y="1907350"/>
                  <a:pt x="1865037" y="1893185"/>
                </a:cubicBezTo>
                <a:cubicBezTo>
                  <a:pt x="1865037" y="1879020"/>
                  <a:pt x="1876531" y="1867527"/>
                  <a:pt x="1890696" y="1867527"/>
                </a:cubicBezTo>
                <a:close/>
                <a:moveTo>
                  <a:pt x="1826490" y="1867527"/>
                </a:moveTo>
                <a:cubicBezTo>
                  <a:pt x="1840654" y="1867527"/>
                  <a:pt x="1852149" y="1879020"/>
                  <a:pt x="1852149" y="1893185"/>
                </a:cubicBezTo>
                <a:cubicBezTo>
                  <a:pt x="1852149" y="1907350"/>
                  <a:pt x="1840654" y="1918844"/>
                  <a:pt x="1826490" y="1918844"/>
                </a:cubicBezTo>
                <a:cubicBezTo>
                  <a:pt x="1812325" y="1918844"/>
                  <a:pt x="1800830" y="1907350"/>
                  <a:pt x="1800830" y="1893185"/>
                </a:cubicBezTo>
                <a:cubicBezTo>
                  <a:pt x="1800830" y="1879020"/>
                  <a:pt x="1812325" y="1867527"/>
                  <a:pt x="1826490" y="1867527"/>
                </a:cubicBezTo>
                <a:close/>
                <a:moveTo>
                  <a:pt x="1762285" y="1867527"/>
                </a:moveTo>
                <a:cubicBezTo>
                  <a:pt x="1776456" y="1867527"/>
                  <a:pt x="1787944" y="1879014"/>
                  <a:pt x="1787944" y="1893185"/>
                </a:cubicBezTo>
                <a:cubicBezTo>
                  <a:pt x="1787944" y="1907356"/>
                  <a:pt x="1776456" y="1918844"/>
                  <a:pt x="1762285" y="1918844"/>
                </a:cubicBezTo>
                <a:cubicBezTo>
                  <a:pt x="1748114" y="1918844"/>
                  <a:pt x="1736626" y="1907356"/>
                  <a:pt x="1736626" y="1893185"/>
                </a:cubicBezTo>
                <a:cubicBezTo>
                  <a:pt x="1736626" y="1879014"/>
                  <a:pt x="1748114" y="1867527"/>
                  <a:pt x="1762285" y="1867527"/>
                </a:cubicBezTo>
                <a:close/>
                <a:moveTo>
                  <a:pt x="1698080" y="1867527"/>
                </a:moveTo>
                <a:cubicBezTo>
                  <a:pt x="1712244" y="1867527"/>
                  <a:pt x="1723738" y="1879020"/>
                  <a:pt x="1723738" y="1893185"/>
                </a:cubicBezTo>
                <a:cubicBezTo>
                  <a:pt x="1723738" y="1907350"/>
                  <a:pt x="1712244" y="1918844"/>
                  <a:pt x="1698080" y="1918844"/>
                </a:cubicBezTo>
                <a:cubicBezTo>
                  <a:pt x="1683915" y="1918844"/>
                  <a:pt x="1672420" y="1907350"/>
                  <a:pt x="1672420" y="1893185"/>
                </a:cubicBezTo>
                <a:cubicBezTo>
                  <a:pt x="1672420" y="1879020"/>
                  <a:pt x="1683915" y="1867527"/>
                  <a:pt x="1698080" y="1867527"/>
                </a:cubicBezTo>
                <a:close/>
                <a:moveTo>
                  <a:pt x="1633874" y="1867527"/>
                </a:moveTo>
                <a:cubicBezTo>
                  <a:pt x="1648039" y="1867527"/>
                  <a:pt x="1659533" y="1879020"/>
                  <a:pt x="1659533" y="1893185"/>
                </a:cubicBezTo>
                <a:cubicBezTo>
                  <a:pt x="1659533" y="1907350"/>
                  <a:pt x="1648039" y="1918844"/>
                  <a:pt x="1633874" y="1918844"/>
                </a:cubicBezTo>
                <a:cubicBezTo>
                  <a:pt x="1619710" y="1918844"/>
                  <a:pt x="1608216" y="1907350"/>
                  <a:pt x="1608216" y="1893185"/>
                </a:cubicBezTo>
                <a:cubicBezTo>
                  <a:pt x="1608216" y="1879020"/>
                  <a:pt x="1619710" y="1867527"/>
                  <a:pt x="1633874" y="1867527"/>
                </a:cubicBezTo>
                <a:close/>
                <a:moveTo>
                  <a:pt x="1569669" y="1867527"/>
                </a:moveTo>
                <a:cubicBezTo>
                  <a:pt x="1583834" y="1867527"/>
                  <a:pt x="1595328" y="1879020"/>
                  <a:pt x="1595328" y="1893185"/>
                </a:cubicBezTo>
                <a:cubicBezTo>
                  <a:pt x="1595328" y="1907350"/>
                  <a:pt x="1583834" y="1918844"/>
                  <a:pt x="1569669" y="1918844"/>
                </a:cubicBezTo>
                <a:cubicBezTo>
                  <a:pt x="1555504" y="1918844"/>
                  <a:pt x="1544010" y="1907350"/>
                  <a:pt x="1544010" y="1893185"/>
                </a:cubicBezTo>
                <a:cubicBezTo>
                  <a:pt x="1544010" y="1879020"/>
                  <a:pt x="1555504" y="1867527"/>
                  <a:pt x="1569669" y="1867527"/>
                </a:cubicBezTo>
                <a:close/>
                <a:moveTo>
                  <a:pt x="1505464" y="1867527"/>
                </a:moveTo>
                <a:cubicBezTo>
                  <a:pt x="1519629" y="1867527"/>
                  <a:pt x="1531123" y="1879020"/>
                  <a:pt x="1531123" y="1893185"/>
                </a:cubicBezTo>
                <a:cubicBezTo>
                  <a:pt x="1531123" y="1907350"/>
                  <a:pt x="1519629" y="1918844"/>
                  <a:pt x="1505464" y="1918844"/>
                </a:cubicBezTo>
                <a:cubicBezTo>
                  <a:pt x="1491299" y="1918844"/>
                  <a:pt x="1479806" y="1907350"/>
                  <a:pt x="1479806" y="1893185"/>
                </a:cubicBezTo>
                <a:cubicBezTo>
                  <a:pt x="1479806" y="1879020"/>
                  <a:pt x="1491299" y="1867527"/>
                  <a:pt x="1505464" y="1867527"/>
                </a:cubicBezTo>
                <a:close/>
                <a:moveTo>
                  <a:pt x="1441258" y="1867527"/>
                </a:moveTo>
                <a:cubicBezTo>
                  <a:pt x="1455430" y="1867527"/>
                  <a:pt x="1466917" y="1879014"/>
                  <a:pt x="1466917" y="1893185"/>
                </a:cubicBezTo>
                <a:cubicBezTo>
                  <a:pt x="1466917" y="1907356"/>
                  <a:pt x="1455430" y="1918844"/>
                  <a:pt x="1441258" y="1918844"/>
                </a:cubicBezTo>
                <a:cubicBezTo>
                  <a:pt x="1427087" y="1918844"/>
                  <a:pt x="1415599" y="1907356"/>
                  <a:pt x="1415599" y="1893185"/>
                </a:cubicBezTo>
                <a:cubicBezTo>
                  <a:pt x="1415599" y="1879014"/>
                  <a:pt x="1427087" y="1867527"/>
                  <a:pt x="1441258" y="1867527"/>
                </a:cubicBezTo>
                <a:close/>
                <a:moveTo>
                  <a:pt x="1377053" y="1867527"/>
                </a:moveTo>
                <a:cubicBezTo>
                  <a:pt x="1391224" y="1867527"/>
                  <a:pt x="1402712" y="1879014"/>
                  <a:pt x="1402712" y="1893185"/>
                </a:cubicBezTo>
                <a:cubicBezTo>
                  <a:pt x="1402712" y="1907356"/>
                  <a:pt x="1391224" y="1918844"/>
                  <a:pt x="1377053" y="1918844"/>
                </a:cubicBezTo>
                <a:cubicBezTo>
                  <a:pt x="1362882" y="1918844"/>
                  <a:pt x="1351395" y="1907356"/>
                  <a:pt x="1351395" y="1893185"/>
                </a:cubicBezTo>
                <a:cubicBezTo>
                  <a:pt x="1351395" y="1879014"/>
                  <a:pt x="1362882" y="1867527"/>
                  <a:pt x="1377053" y="1867527"/>
                </a:cubicBezTo>
                <a:close/>
                <a:moveTo>
                  <a:pt x="1312848" y="1867527"/>
                </a:moveTo>
                <a:cubicBezTo>
                  <a:pt x="1327013" y="1867527"/>
                  <a:pt x="1338507" y="1879020"/>
                  <a:pt x="1338507" y="1893185"/>
                </a:cubicBezTo>
                <a:cubicBezTo>
                  <a:pt x="1338507" y="1907350"/>
                  <a:pt x="1327013" y="1918844"/>
                  <a:pt x="1312848" y="1918844"/>
                </a:cubicBezTo>
                <a:cubicBezTo>
                  <a:pt x="1298683" y="1918844"/>
                  <a:pt x="1287190" y="1907350"/>
                  <a:pt x="1287190" y="1893185"/>
                </a:cubicBezTo>
                <a:cubicBezTo>
                  <a:pt x="1287190" y="1879020"/>
                  <a:pt x="1298683" y="1867527"/>
                  <a:pt x="1312848" y="1867527"/>
                </a:cubicBezTo>
                <a:close/>
                <a:moveTo>
                  <a:pt x="1248643" y="1867527"/>
                </a:moveTo>
                <a:cubicBezTo>
                  <a:pt x="1262808" y="1867527"/>
                  <a:pt x="1274302" y="1879020"/>
                  <a:pt x="1274302" y="1893185"/>
                </a:cubicBezTo>
                <a:cubicBezTo>
                  <a:pt x="1274302" y="1907350"/>
                  <a:pt x="1262808" y="1918844"/>
                  <a:pt x="1248643" y="1918844"/>
                </a:cubicBezTo>
                <a:cubicBezTo>
                  <a:pt x="1234479" y="1918844"/>
                  <a:pt x="1222984" y="1907350"/>
                  <a:pt x="1222984" y="1893185"/>
                </a:cubicBezTo>
                <a:cubicBezTo>
                  <a:pt x="1222984" y="1879020"/>
                  <a:pt x="1234479" y="1867527"/>
                  <a:pt x="1248643" y="1867527"/>
                </a:cubicBezTo>
                <a:close/>
                <a:moveTo>
                  <a:pt x="1184437" y="1867527"/>
                </a:moveTo>
                <a:cubicBezTo>
                  <a:pt x="1198602" y="1867527"/>
                  <a:pt x="1210096" y="1879020"/>
                  <a:pt x="1210096" y="1893185"/>
                </a:cubicBezTo>
                <a:cubicBezTo>
                  <a:pt x="1210096" y="1907350"/>
                  <a:pt x="1198602" y="1918844"/>
                  <a:pt x="1184437" y="1918844"/>
                </a:cubicBezTo>
                <a:cubicBezTo>
                  <a:pt x="1170273" y="1918844"/>
                  <a:pt x="1158780" y="1907350"/>
                  <a:pt x="1158780" y="1893185"/>
                </a:cubicBezTo>
                <a:cubicBezTo>
                  <a:pt x="1158780" y="1879020"/>
                  <a:pt x="1170273" y="1867527"/>
                  <a:pt x="1184437" y="1867527"/>
                </a:cubicBezTo>
                <a:close/>
                <a:moveTo>
                  <a:pt x="1120233" y="1867527"/>
                </a:moveTo>
                <a:cubicBezTo>
                  <a:pt x="1134398" y="1867527"/>
                  <a:pt x="1145892" y="1879020"/>
                  <a:pt x="1145892" y="1893185"/>
                </a:cubicBezTo>
                <a:cubicBezTo>
                  <a:pt x="1145892" y="1907350"/>
                  <a:pt x="1134398" y="1918844"/>
                  <a:pt x="1120233" y="1918844"/>
                </a:cubicBezTo>
                <a:cubicBezTo>
                  <a:pt x="1106068" y="1918844"/>
                  <a:pt x="1094573" y="1907350"/>
                  <a:pt x="1094573" y="1893185"/>
                </a:cubicBezTo>
                <a:cubicBezTo>
                  <a:pt x="1094573" y="1879020"/>
                  <a:pt x="1106068" y="1867527"/>
                  <a:pt x="1120233" y="1867527"/>
                </a:cubicBezTo>
                <a:close/>
                <a:moveTo>
                  <a:pt x="1056027" y="1867527"/>
                </a:moveTo>
                <a:cubicBezTo>
                  <a:pt x="1070199" y="1867527"/>
                  <a:pt x="1081685" y="1879014"/>
                  <a:pt x="1081685" y="1893185"/>
                </a:cubicBezTo>
                <a:cubicBezTo>
                  <a:pt x="1081685" y="1907356"/>
                  <a:pt x="1070199" y="1918844"/>
                  <a:pt x="1056027" y="1918844"/>
                </a:cubicBezTo>
                <a:cubicBezTo>
                  <a:pt x="1041857" y="1918844"/>
                  <a:pt x="1030369" y="1907356"/>
                  <a:pt x="1030369" y="1893185"/>
                </a:cubicBezTo>
                <a:cubicBezTo>
                  <a:pt x="1030369" y="1879014"/>
                  <a:pt x="1041857" y="1867527"/>
                  <a:pt x="1056027" y="1867527"/>
                </a:cubicBezTo>
                <a:close/>
                <a:moveTo>
                  <a:pt x="991823" y="1867527"/>
                </a:moveTo>
                <a:cubicBezTo>
                  <a:pt x="1005993" y="1867527"/>
                  <a:pt x="1017481" y="1879014"/>
                  <a:pt x="1017481" y="1893185"/>
                </a:cubicBezTo>
                <a:cubicBezTo>
                  <a:pt x="1017481" y="1907356"/>
                  <a:pt x="1005993" y="1918844"/>
                  <a:pt x="991823" y="1918844"/>
                </a:cubicBezTo>
                <a:cubicBezTo>
                  <a:pt x="977652" y="1918844"/>
                  <a:pt x="966162" y="1907356"/>
                  <a:pt x="966162" y="1893185"/>
                </a:cubicBezTo>
                <a:cubicBezTo>
                  <a:pt x="966162" y="1879014"/>
                  <a:pt x="977652" y="1867527"/>
                  <a:pt x="991823" y="1867527"/>
                </a:cubicBezTo>
                <a:close/>
                <a:moveTo>
                  <a:pt x="927616" y="1867527"/>
                </a:moveTo>
                <a:cubicBezTo>
                  <a:pt x="941781" y="1867527"/>
                  <a:pt x="953275" y="1879020"/>
                  <a:pt x="953275" y="1893185"/>
                </a:cubicBezTo>
                <a:cubicBezTo>
                  <a:pt x="953275" y="1907350"/>
                  <a:pt x="941781" y="1918844"/>
                  <a:pt x="927616" y="1918844"/>
                </a:cubicBezTo>
                <a:cubicBezTo>
                  <a:pt x="913452" y="1918844"/>
                  <a:pt x="901957" y="1907350"/>
                  <a:pt x="901957" y="1893185"/>
                </a:cubicBezTo>
                <a:cubicBezTo>
                  <a:pt x="901957" y="1879020"/>
                  <a:pt x="913452" y="1867527"/>
                  <a:pt x="927616" y="1867527"/>
                </a:cubicBezTo>
                <a:close/>
                <a:moveTo>
                  <a:pt x="863411" y="1867527"/>
                </a:moveTo>
                <a:cubicBezTo>
                  <a:pt x="877576" y="1867527"/>
                  <a:pt x="889071" y="1879020"/>
                  <a:pt x="889071" y="1893185"/>
                </a:cubicBezTo>
                <a:cubicBezTo>
                  <a:pt x="889071" y="1907350"/>
                  <a:pt x="877576" y="1918844"/>
                  <a:pt x="863411" y="1918844"/>
                </a:cubicBezTo>
                <a:cubicBezTo>
                  <a:pt x="849248" y="1918844"/>
                  <a:pt x="837752" y="1907350"/>
                  <a:pt x="837752" y="1893185"/>
                </a:cubicBezTo>
                <a:cubicBezTo>
                  <a:pt x="837752" y="1879020"/>
                  <a:pt x="849248" y="1867527"/>
                  <a:pt x="863411" y="1867527"/>
                </a:cubicBezTo>
                <a:close/>
                <a:moveTo>
                  <a:pt x="799089" y="1867527"/>
                </a:moveTo>
                <a:cubicBezTo>
                  <a:pt x="813255" y="1867527"/>
                  <a:pt x="824748" y="1879020"/>
                  <a:pt x="824748" y="1893185"/>
                </a:cubicBezTo>
                <a:cubicBezTo>
                  <a:pt x="824748" y="1907350"/>
                  <a:pt x="813255" y="1918844"/>
                  <a:pt x="799089" y="1918844"/>
                </a:cubicBezTo>
                <a:cubicBezTo>
                  <a:pt x="784925" y="1918844"/>
                  <a:pt x="773432" y="1907350"/>
                  <a:pt x="773432" y="1893185"/>
                </a:cubicBezTo>
                <a:cubicBezTo>
                  <a:pt x="773432" y="1879020"/>
                  <a:pt x="784925" y="1867527"/>
                  <a:pt x="799089" y="1867527"/>
                </a:cubicBezTo>
                <a:close/>
                <a:moveTo>
                  <a:pt x="734885" y="1867527"/>
                </a:moveTo>
                <a:cubicBezTo>
                  <a:pt x="749049" y="1867527"/>
                  <a:pt x="760544" y="1879020"/>
                  <a:pt x="760544" y="1893185"/>
                </a:cubicBezTo>
                <a:cubicBezTo>
                  <a:pt x="760544" y="1907350"/>
                  <a:pt x="749049" y="1918844"/>
                  <a:pt x="734885" y="1918844"/>
                </a:cubicBezTo>
                <a:cubicBezTo>
                  <a:pt x="720720" y="1918844"/>
                  <a:pt x="709225" y="1907350"/>
                  <a:pt x="709225" y="1893185"/>
                </a:cubicBezTo>
                <a:cubicBezTo>
                  <a:pt x="709225" y="1879020"/>
                  <a:pt x="720720" y="1867527"/>
                  <a:pt x="734885" y="1867527"/>
                </a:cubicBezTo>
                <a:close/>
                <a:moveTo>
                  <a:pt x="670679" y="1867527"/>
                </a:moveTo>
                <a:cubicBezTo>
                  <a:pt x="684851" y="1867527"/>
                  <a:pt x="696338" y="1879014"/>
                  <a:pt x="696338" y="1893185"/>
                </a:cubicBezTo>
                <a:cubicBezTo>
                  <a:pt x="696338" y="1907356"/>
                  <a:pt x="684851" y="1918844"/>
                  <a:pt x="670679" y="1918844"/>
                </a:cubicBezTo>
                <a:cubicBezTo>
                  <a:pt x="656509" y="1918844"/>
                  <a:pt x="645020" y="1907356"/>
                  <a:pt x="645020" y="1893185"/>
                </a:cubicBezTo>
                <a:cubicBezTo>
                  <a:pt x="645020" y="1879014"/>
                  <a:pt x="656509" y="1867527"/>
                  <a:pt x="670679" y="1867527"/>
                </a:cubicBezTo>
                <a:close/>
                <a:moveTo>
                  <a:pt x="606475" y="1867527"/>
                </a:moveTo>
                <a:cubicBezTo>
                  <a:pt x="620639" y="1867527"/>
                  <a:pt x="632134" y="1879020"/>
                  <a:pt x="632134" y="1893185"/>
                </a:cubicBezTo>
                <a:cubicBezTo>
                  <a:pt x="632134" y="1907350"/>
                  <a:pt x="620639" y="1918844"/>
                  <a:pt x="606475" y="1918844"/>
                </a:cubicBezTo>
                <a:cubicBezTo>
                  <a:pt x="592310" y="1918844"/>
                  <a:pt x="580815" y="1907350"/>
                  <a:pt x="580815" y="1893185"/>
                </a:cubicBezTo>
                <a:cubicBezTo>
                  <a:pt x="580815" y="1879020"/>
                  <a:pt x="592310" y="1867527"/>
                  <a:pt x="606475" y="1867527"/>
                </a:cubicBezTo>
                <a:close/>
                <a:moveTo>
                  <a:pt x="542268" y="1867527"/>
                </a:moveTo>
                <a:cubicBezTo>
                  <a:pt x="556433" y="1867527"/>
                  <a:pt x="567927" y="1879020"/>
                  <a:pt x="567927" y="1893185"/>
                </a:cubicBezTo>
                <a:cubicBezTo>
                  <a:pt x="567927" y="1907350"/>
                  <a:pt x="556433" y="1918844"/>
                  <a:pt x="542268" y="1918844"/>
                </a:cubicBezTo>
                <a:cubicBezTo>
                  <a:pt x="528104" y="1918844"/>
                  <a:pt x="516610" y="1907350"/>
                  <a:pt x="516610" y="1893185"/>
                </a:cubicBezTo>
                <a:cubicBezTo>
                  <a:pt x="516610" y="1879020"/>
                  <a:pt x="528104" y="1867527"/>
                  <a:pt x="542268" y="1867527"/>
                </a:cubicBezTo>
                <a:close/>
                <a:moveTo>
                  <a:pt x="478063" y="1867527"/>
                </a:moveTo>
                <a:cubicBezTo>
                  <a:pt x="492228" y="1867527"/>
                  <a:pt x="503724" y="1879020"/>
                  <a:pt x="503724" y="1893185"/>
                </a:cubicBezTo>
                <a:cubicBezTo>
                  <a:pt x="503724" y="1907350"/>
                  <a:pt x="492228" y="1918844"/>
                  <a:pt x="478063" y="1918844"/>
                </a:cubicBezTo>
                <a:cubicBezTo>
                  <a:pt x="463900" y="1918844"/>
                  <a:pt x="452404" y="1907350"/>
                  <a:pt x="452404" y="1893185"/>
                </a:cubicBezTo>
                <a:cubicBezTo>
                  <a:pt x="452404" y="1879020"/>
                  <a:pt x="463900" y="1867527"/>
                  <a:pt x="478063" y="1867527"/>
                </a:cubicBezTo>
                <a:close/>
                <a:moveTo>
                  <a:pt x="413858" y="1867527"/>
                </a:moveTo>
                <a:cubicBezTo>
                  <a:pt x="428023" y="1867527"/>
                  <a:pt x="439517" y="1879020"/>
                  <a:pt x="439517" y="1893185"/>
                </a:cubicBezTo>
                <a:cubicBezTo>
                  <a:pt x="439517" y="1907350"/>
                  <a:pt x="428023" y="1918844"/>
                  <a:pt x="413858" y="1918844"/>
                </a:cubicBezTo>
                <a:cubicBezTo>
                  <a:pt x="399694" y="1918844"/>
                  <a:pt x="388200" y="1907350"/>
                  <a:pt x="388200" y="1893185"/>
                </a:cubicBezTo>
                <a:cubicBezTo>
                  <a:pt x="388200" y="1879020"/>
                  <a:pt x="399694" y="1867527"/>
                  <a:pt x="413858" y="1867527"/>
                </a:cubicBezTo>
                <a:close/>
                <a:moveTo>
                  <a:pt x="346686" y="1867527"/>
                </a:moveTo>
                <a:cubicBezTo>
                  <a:pt x="360849" y="1867527"/>
                  <a:pt x="372344" y="1879020"/>
                  <a:pt x="372344" y="1893185"/>
                </a:cubicBezTo>
                <a:cubicBezTo>
                  <a:pt x="372344" y="1907350"/>
                  <a:pt x="360849" y="1918844"/>
                  <a:pt x="346686" y="1918844"/>
                </a:cubicBezTo>
                <a:cubicBezTo>
                  <a:pt x="332520" y="1918844"/>
                  <a:pt x="321027" y="1907350"/>
                  <a:pt x="321027" y="1893185"/>
                </a:cubicBezTo>
                <a:cubicBezTo>
                  <a:pt x="321027" y="1879020"/>
                  <a:pt x="332520" y="1867527"/>
                  <a:pt x="346686" y="1867527"/>
                </a:cubicBezTo>
                <a:close/>
                <a:moveTo>
                  <a:pt x="282480" y="1867527"/>
                </a:moveTo>
                <a:cubicBezTo>
                  <a:pt x="296644" y="1867527"/>
                  <a:pt x="308138" y="1879020"/>
                  <a:pt x="308138" y="1893185"/>
                </a:cubicBezTo>
                <a:cubicBezTo>
                  <a:pt x="308138" y="1907350"/>
                  <a:pt x="296644" y="1918844"/>
                  <a:pt x="282480" y="1918844"/>
                </a:cubicBezTo>
                <a:cubicBezTo>
                  <a:pt x="268314" y="1918844"/>
                  <a:pt x="256820" y="1907350"/>
                  <a:pt x="256820" y="1893185"/>
                </a:cubicBezTo>
                <a:cubicBezTo>
                  <a:pt x="256820" y="1879020"/>
                  <a:pt x="268314" y="1867527"/>
                  <a:pt x="282480" y="1867527"/>
                </a:cubicBezTo>
                <a:close/>
                <a:moveTo>
                  <a:pt x="218274" y="1867527"/>
                </a:moveTo>
                <a:cubicBezTo>
                  <a:pt x="232438" y="1867527"/>
                  <a:pt x="243932" y="1879020"/>
                  <a:pt x="243932" y="1893185"/>
                </a:cubicBezTo>
                <a:cubicBezTo>
                  <a:pt x="243932" y="1907350"/>
                  <a:pt x="232438" y="1918844"/>
                  <a:pt x="218274" y="1918844"/>
                </a:cubicBezTo>
                <a:cubicBezTo>
                  <a:pt x="204109" y="1918844"/>
                  <a:pt x="192615" y="1907350"/>
                  <a:pt x="192615" y="1893185"/>
                </a:cubicBezTo>
                <a:cubicBezTo>
                  <a:pt x="192615" y="1879020"/>
                  <a:pt x="204109" y="1867527"/>
                  <a:pt x="218274" y="1867527"/>
                </a:cubicBezTo>
                <a:close/>
                <a:moveTo>
                  <a:pt x="154069" y="1867527"/>
                </a:moveTo>
                <a:cubicBezTo>
                  <a:pt x="168233" y="1867527"/>
                  <a:pt x="179727" y="1879020"/>
                  <a:pt x="179727" y="1893185"/>
                </a:cubicBezTo>
                <a:cubicBezTo>
                  <a:pt x="179727" y="1907350"/>
                  <a:pt x="168233" y="1918844"/>
                  <a:pt x="154069" y="1918844"/>
                </a:cubicBezTo>
                <a:cubicBezTo>
                  <a:pt x="139904" y="1918844"/>
                  <a:pt x="128410" y="1907350"/>
                  <a:pt x="128410" y="1893185"/>
                </a:cubicBezTo>
                <a:cubicBezTo>
                  <a:pt x="128410" y="1879020"/>
                  <a:pt x="139904" y="1867527"/>
                  <a:pt x="154069" y="1867527"/>
                </a:cubicBezTo>
                <a:close/>
                <a:moveTo>
                  <a:pt x="89864" y="1867527"/>
                </a:moveTo>
                <a:cubicBezTo>
                  <a:pt x="104034" y="1867527"/>
                  <a:pt x="115522" y="1879014"/>
                  <a:pt x="115522" y="1893185"/>
                </a:cubicBezTo>
                <a:cubicBezTo>
                  <a:pt x="115522" y="1907356"/>
                  <a:pt x="104034" y="1918844"/>
                  <a:pt x="89864" y="1918844"/>
                </a:cubicBezTo>
                <a:cubicBezTo>
                  <a:pt x="75693" y="1918844"/>
                  <a:pt x="64205" y="1907356"/>
                  <a:pt x="64205" y="1893185"/>
                </a:cubicBezTo>
                <a:cubicBezTo>
                  <a:pt x="64205" y="1879014"/>
                  <a:pt x="75693" y="1867527"/>
                  <a:pt x="89864" y="1867527"/>
                </a:cubicBezTo>
                <a:close/>
                <a:moveTo>
                  <a:pt x="25659" y="1867527"/>
                </a:moveTo>
                <a:cubicBezTo>
                  <a:pt x="39829" y="1867527"/>
                  <a:pt x="51317" y="1879014"/>
                  <a:pt x="51317" y="1893185"/>
                </a:cubicBezTo>
                <a:cubicBezTo>
                  <a:pt x="51317" y="1907356"/>
                  <a:pt x="39829" y="1918844"/>
                  <a:pt x="25659" y="1918844"/>
                </a:cubicBezTo>
                <a:cubicBezTo>
                  <a:pt x="11488" y="1918844"/>
                  <a:pt x="0" y="1907356"/>
                  <a:pt x="0" y="1893185"/>
                </a:cubicBezTo>
                <a:cubicBezTo>
                  <a:pt x="0" y="1879014"/>
                  <a:pt x="11488" y="1867527"/>
                  <a:pt x="25659" y="1867527"/>
                </a:cubicBezTo>
                <a:close/>
                <a:moveTo>
                  <a:pt x="12163307" y="1800419"/>
                </a:moveTo>
                <a:cubicBezTo>
                  <a:pt x="12177471" y="1800419"/>
                  <a:pt x="12188965" y="1811912"/>
                  <a:pt x="12188965" y="1826077"/>
                </a:cubicBezTo>
                <a:cubicBezTo>
                  <a:pt x="12188965" y="1840242"/>
                  <a:pt x="12177471" y="1851737"/>
                  <a:pt x="12163307" y="1851737"/>
                </a:cubicBezTo>
                <a:cubicBezTo>
                  <a:pt x="12149141" y="1851737"/>
                  <a:pt x="12137649" y="1840242"/>
                  <a:pt x="12137649" y="1826077"/>
                </a:cubicBezTo>
                <a:cubicBezTo>
                  <a:pt x="12137649" y="1811912"/>
                  <a:pt x="12149141" y="1800419"/>
                  <a:pt x="12163307" y="1800419"/>
                </a:cubicBezTo>
                <a:close/>
                <a:moveTo>
                  <a:pt x="12034897" y="1800419"/>
                </a:moveTo>
                <a:cubicBezTo>
                  <a:pt x="12049061" y="1800419"/>
                  <a:pt x="12060557" y="1811912"/>
                  <a:pt x="12060557" y="1826077"/>
                </a:cubicBezTo>
                <a:cubicBezTo>
                  <a:pt x="12060557" y="1840242"/>
                  <a:pt x="12049061" y="1851737"/>
                  <a:pt x="12034897" y="1851737"/>
                </a:cubicBezTo>
                <a:cubicBezTo>
                  <a:pt x="12020731" y="1851737"/>
                  <a:pt x="12009237" y="1840242"/>
                  <a:pt x="12009237" y="1826077"/>
                </a:cubicBezTo>
                <a:cubicBezTo>
                  <a:pt x="12009237" y="1811912"/>
                  <a:pt x="12020731" y="1800419"/>
                  <a:pt x="12034897" y="1800419"/>
                </a:cubicBezTo>
                <a:close/>
                <a:moveTo>
                  <a:pt x="11970691" y="1800419"/>
                </a:moveTo>
                <a:cubicBezTo>
                  <a:pt x="11984855" y="1800419"/>
                  <a:pt x="11996349" y="1811912"/>
                  <a:pt x="11996349" y="1826077"/>
                </a:cubicBezTo>
                <a:cubicBezTo>
                  <a:pt x="11996349" y="1840242"/>
                  <a:pt x="11984855" y="1851737"/>
                  <a:pt x="11970691" y="1851737"/>
                </a:cubicBezTo>
                <a:cubicBezTo>
                  <a:pt x="11956525" y="1851737"/>
                  <a:pt x="11945033" y="1840242"/>
                  <a:pt x="11945033" y="1826077"/>
                </a:cubicBezTo>
                <a:cubicBezTo>
                  <a:pt x="11945033" y="1811912"/>
                  <a:pt x="11956525" y="1800419"/>
                  <a:pt x="11970691" y="1800419"/>
                </a:cubicBezTo>
                <a:close/>
                <a:moveTo>
                  <a:pt x="11906483" y="1800419"/>
                </a:moveTo>
                <a:cubicBezTo>
                  <a:pt x="11920649" y="1800419"/>
                  <a:pt x="11932145" y="1811912"/>
                  <a:pt x="11932145" y="1826077"/>
                </a:cubicBezTo>
                <a:cubicBezTo>
                  <a:pt x="11932145" y="1840242"/>
                  <a:pt x="11920649" y="1851737"/>
                  <a:pt x="11906483" y="1851737"/>
                </a:cubicBezTo>
                <a:cubicBezTo>
                  <a:pt x="11892321" y="1851737"/>
                  <a:pt x="11880825" y="1840242"/>
                  <a:pt x="11880825" y="1826077"/>
                </a:cubicBezTo>
                <a:cubicBezTo>
                  <a:pt x="11880825" y="1811912"/>
                  <a:pt x="11892321" y="1800419"/>
                  <a:pt x="11906483" y="1800419"/>
                </a:cubicBezTo>
                <a:close/>
                <a:moveTo>
                  <a:pt x="11842279" y="1800419"/>
                </a:moveTo>
                <a:cubicBezTo>
                  <a:pt x="11856445" y="1800419"/>
                  <a:pt x="11867941" y="1811912"/>
                  <a:pt x="11867941" y="1826077"/>
                </a:cubicBezTo>
                <a:cubicBezTo>
                  <a:pt x="11867941" y="1840242"/>
                  <a:pt x="11856445" y="1851737"/>
                  <a:pt x="11842279" y="1851737"/>
                </a:cubicBezTo>
                <a:cubicBezTo>
                  <a:pt x="11828117" y="1851737"/>
                  <a:pt x="11816621" y="1840242"/>
                  <a:pt x="11816621" y="1826077"/>
                </a:cubicBezTo>
                <a:cubicBezTo>
                  <a:pt x="11816621" y="1811912"/>
                  <a:pt x="11828117" y="1800419"/>
                  <a:pt x="11842279" y="1800419"/>
                </a:cubicBezTo>
                <a:close/>
                <a:moveTo>
                  <a:pt x="11775107" y="1800419"/>
                </a:moveTo>
                <a:cubicBezTo>
                  <a:pt x="11789271" y="1800419"/>
                  <a:pt x="11800767" y="1811912"/>
                  <a:pt x="11800767" y="1826077"/>
                </a:cubicBezTo>
                <a:cubicBezTo>
                  <a:pt x="11800767" y="1840242"/>
                  <a:pt x="11789271" y="1851737"/>
                  <a:pt x="11775107" y="1851737"/>
                </a:cubicBezTo>
                <a:cubicBezTo>
                  <a:pt x="11760941" y="1851737"/>
                  <a:pt x="11749449" y="1840242"/>
                  <a:pt x="11749449" y="1826077"/>
                </a:cubicBezTo>
                <a:cubicBezTo>
                  <a:pt x="11749449" y="1811912"/>
                  <a:pt x="11760941" y="1800419"/>
                  <a:pt x="11775107" y="1800419"/>
                </a:cubicBezTo>
                <a:close/>
                <a:moveTo>
                  <a:pt x="11710901" y="1800419"/>
                </a:moveTo>
                <a:cubicBezTo>
                  <a:pt x="11725067" y="1800419"/>
                  <a:pt x="11736561" y="1811912"/>
                  <a:pt x="11736561" y="1826077"/>
                </a:cubicBezTo>
                <a:cubicBezTo>
                  <a:pt x="11736561" y="1840242"/>
                  <a:pt x="11725067" y="1851737"/>
                  <a:pt x="11710901" y="1851737"/>
                </a:cubicBezTo>
                <a:cubicBezTo>
                  <a:pt x="11696737" y="1851737"/>
                  <a:pt x="11685243" y="1840242"/>
                  <a:pt x="11685243" y="1826077"/>
                </a:cubicBezTo>
                <a:cubicBezTo>
                  <a:pt x="11685243" y="1811912"/>
                  <a:pt x="11696737" y="1800419"/>
                  <a:pt x="11710901" y="1800419"/>
                </a:cubicBezTo>
                <a:close/>
                <a:moveTo>
                  <a:pt x="11646697" y="1800419"/>
                </a:moveTo>
                <a:cubicBezTo>
                  <a:pt x="11660859" y="1800419"/>
                  <a:pt x="11672355" y="1811912"/>
                  <a:pt x="11672355" y="1826077"/>
                </a:cubicBezTo>
                <a:cubicBezTo>
                  <a:pt x="11672355" y="1840242"/>
                  <a:pt x="11660859" y="1851737"/>
                  <a:pt x="11646697" y="1851737"/>
                </a:cubicBezTo>
                <a:cubicBezTo>
                  <a:pt x="11632529" y="1851737"/>
                  <a:pt x="11621037" y="1840242"/>
                  <a:pt x="11621037" y="1826077"/>
                </a:cubicBezTo>
                <a:cubicBezTo>
                  <a:pt x="11621037" y="1811912"/>
                  <a:pt x="11632529" y="1800419"/>
                  <a:pt x="11646697" y="1800419"/>
                </a:cubicBezTo>
                <a:close/>
                <a:moveTo>
                  <a:pt x="11582491" y="1800419"/>
                </a:moveTo>
                <a:cubicBezTo>
                  <a:pt x="11596655" y="1800419"/>
                  <a:pt x="11608149" y="1811912"/>
                  <a:pt x="11608149" y="1826077"/>
                </a:cubicBezTo>
                <a:cubicBezTo>
                  <a:pt x="11608149" y="1840242"/>
                  <a:pt x="11596655" y="1851737"/>
                  <a:pt x="11582491" y="1851737"/>
                </a:cubicBezTo>
                <a:cubicBezTo>
                  <a:pt x="11568325" y="1851737"/>
                  <a:pt x="11556833" y="1840242"/>
                  <a:pt x="11556833" y="1826077"/>
                </a:cubicBezTo>
                <a:cubicBezTo>
                  <a:pt x="11556833" y="1811912"/>
                  <a:pt x="11568325" y="1800419"/>
                  <a:pt x="11582491" y="1800419"/>
                </a:cubicBezTo>
                <a:close/>
                <a:moveTo>
                  <a:pt x="11389875" y="1800419"/>
                </a:moveTo>
                <a:cubicBezTo>
                  <a:pt x="11404040" y="1800419"/>
                  <a:pt x="11415533" y="1811912"/>
                  <a:pt x="11415533" y="1826077"/>
                </a:cubicBezTo>
                <a:cubicBezTo>
                  <a:pt x="11415533" y="1840242"/>
                  <a:pt x="11404040" y="1851737"/>
                  <a:pt x="11389875" y="1851737"/>
                </a:cubicBezTo>
                <a:cubicBezTo>
                  <a:pt x="11375710" y="1851737"/>
                  <a:pt x="11364217" y="1840242"/>
                  <a:pt x="11364217" y="1826077"/>
                </a:cubicBezTo>
                <a:cubicBezTo>
                  <a:pt x="11364217" y="1811912"/>
                  <a:pt x="11375710" y="1800419"/>
                  <a:pt x="11389875" y="1800419"/>
                </a:cubicBezTo>
                <a:close/>
                <a:moveTo>
                  <a:pt x="11325670" y="1800419"/>
                </a:moveTo>
                <a:cubicBezTo>
                  <a:pt x="11339835" y="1800419"/>
                  <a:pt x="11351329" y="1811912"/>
                  <a:pt x="11351329" y="1826077"/>
                </a:cubicBezTo>
                <a:cubicBezTo>
                  <a:pt x="11351329" y="1840242"/>
                  <a:pt x="11339835" y="1851737"/>
                  <a:pt x="11325670" y="1851737"/>
                </a:cubicBezTo>
                <a:cubicBezTo>
                  <a:pt x="11311505" y="1851737"/>
                  <a:pt x="11300012" y="1840242"/>
                  <a:pt x="11300012" y="1826077"/>
                </a:cubicBezTo>
                <a:cubicBezTo>
                  <a:pt x="11300012" y="1811912"/>
                  <a:pt x="11311505" y="1800419"/>
                  <a:pt x="11325670" y="1800419"/>
                </a:cubicBezTo>
                <a:close/>
                <a:moveTo>
                  <a:pt x="11261466" y="1800419"/>
                </a:moveTo>
                <a:cubicBezTo>
                  <a:pt x="11275628" y="1800419"/>
                  <a:pt x="11287124" y="1811912"/>
                  <a:pt x="11287124" y="1826077"/>
                </a:cubicBezTo>
                <a:cubicBezTo>
                  <a:pt x="11287124" y="1840242"/>
                  <a:pt x="11275628" y="1851737"/>
                  <a:pt x="11261466" y="1851737"/>
                </a:cubicBezTo>
                <a:cubicBezTo>
                  <a:pt x="11247301" y="1851737"/>
                  <a:pt x="11235805" y="1840242"/>
                  <a:pt x="11235805" y="1826077"/>
                </a:cubicBezTo>
                <a:cubicBezTo>
                  <a:pt x="11235805" y="1811912"/>
                  <a:pt x="11247301" y="1800419"/>
                  <a:pt x="11261466" y="1800419"/>
                </a:cubicBezTo>
                <a:close/>
                <a:moveTo>
                  <a:pt x="11197259" y="1800419"/>
                </a:moveTo>
                <a:cubicBezTo>
                  <a:pt x="11211424" y="1800419"/>
                  <a:pt x="11222917" y="1811912"/>
                  <a:pt x="11222917" y="1826077"/>
                </a:cubicBezTo>
                <a:cubicBezTo>
                  <a:pt x="11222917" y="1840242"/>
                  <a:pt x="11211424" y="1851737"/>
                  <a:pt x="11197259" y="1851737"/>
                </a:cubicBezTo>
                <a:cubicBezTo>
                  <a:pt x="11183094" y="1851737"/>
                  <a:pt x="11171601" y="1840242"/>
                  <a:pt x="11171601" y="1826077"/>
                </a:cubicBezTo>
                <a:cubicBezTo>
                  <a:pt x="11171601" y="1811912"/>
                  <a:pt x="11183094" y="1800419"/>
                  <a:pt x="11197259" y="1800419"/>
                </a:cubicBezTo>
                <a:close/>
                <a:moveTo>
                  <a:pt x="11004643" y="1800419"/>
                </a:moveTo>
                <a:cubicBezTo>
                  <a:pt x="11018808" y="1800419"/>
                  <a:pt x="11030301" y="1811912"/>
                  <a:pt x="11030301" y="1826077"/>
                </a:cubicBezTo>
                <a:cubicBezTo>
                  <a:pt x="11030301" y="1840242"/>
                  <a:pt x="11018808" y="1851737"/>
                  <a:pt x="11004643" y="1851737"/>
                </a:cubicBezTo>
                <a:cubicBezTo>
                  <a:pt x="10990478" y="1851737"/>
                  <a:pt x="10978985" y="1840242"/>
                  <a:pt x="10978985" y="1826077"/>
                </a:cubicBezTo>
                <a:cubicBezTo>
                  <a:pt x="10978985" y="1811912"/>
                  <a:pt x="10990478" y="1800419"/>
                  <a:pt x="11004643" y="1800419"/>
                </a:cubicBezTo>
                <a:close/>
                <a:moveTo>
                  <a:pt x="10940321" y="1800419"/>
                </a:moveTo>
                <a:cubicBezTo>
                  <a:pt x="10954604" y="1800419"/>
                  <a:pt x="10965982" y="1811912"/>
                  <a:pt x="10965982" y="1826077"/>
                </a:cubicBezTo>
                <a:cubicBezTo>
                  <a:pt x="10965982" y="1840242"/>
                  <a:pt x="10954486" y="1851737"/>
                  <a:pt x="10940321" y="1851737"/>
                </a:cubicBezTo>
                <a:cubicBezTo>
                  <a:pt x="10926156" y="1851737"/>
                  <a:pt x="10914663" y="1840242"/>
                  <a:pt x="10914663" y="1826077"/>
                </a:cubicBezTo>
                <a:cubicBezTo>
                  <a:pt x="10914663" y="1811912"/>
                  <a:pt x="10926156" y="1800419"/>
                  <a:pt x="10940321" y="1800419"/>
                </a:cubicBezTo>
                <a:close/>
                <a:moveTo>
                  <a:pt x="10876117" y="1800419"/>
                </a:moveTo>
                <a:cubicBezTo>
                  <a:pt x="10890282" y="1800419"/>
                  <a:pt x="10901775" y="1811912"/>
                  <a:pt x="10901775" y="1826077"/>
                </a:cubicBezTo>
                <a:cubicBezTo>
                  <a:pt x="10901775" y="1840242"/>
                  <a:pt x="10890282" y="1851737"/>
                  <a:pt x="10876117" y="1851737"/>
                </a:cubicBezTo>
                <a:cubicBezTo>
                  <a:pt x="10861952" y="1851737"/>
                  <a:pt x="10850459" y="1840242"/>
                  <a:pt x="10850459" y="1826077"/>
                </a:cubicBezTo>
                <a:cubicBezTo>
                  <a:pt x="10850459" y="1811912"/>
                  <a:pt x="10861952" y="1800419"/>
                  <a:pt x="10876117" y="1800419"/>
                </a:cubicBezTo>
                <a:close/>
                <a:moveTo>
                  <a:pt x="10811912" y="1800419"/>
                </a:moveTo>
                <a:cubicBezTo>
                  <a:pt x="10826077" y="1800419"/>
                  <a:pt x="10837571" y="1811912"/>
                  <a:pt x="10837571" y="1826077"/>
                </a:cubicBezTo>
                <a:cubicBezTo>
                  <a:pt x="10837571" y="1840242"/>
                  <a:pt x="10826077" y="1851737"/>
                  <a:pt x="10811912" y="1851737"/>
                </a:cubicBezTo>
                <a:cubicBezTo>
                  <a:pt x="10797747" y="1851737"/>
                  <a:pt x="10786254" y="1840242"/>
                  <a:pt x="10786254" y="1826077"/>
                </a:cubicBezTo>
                <a:cubicBezTo>
                  <a:pt x="10786254" y="1811912"/>
                  <a:pt x="10797747" y="1800419"/>
                  <a:pt x="10811912" y="1800419"/>
                </a:cubicBezTo>
                <a:close/>
                <a:moveTo>
                  <a:pt x="10683501" y="1800419"/>
                </a:moveTo>
                <a:cubicBezTo>
                  <a:pt x="10697666" y="1800419"/>
                  <a:pt x="10709159" y="1811912"/>
                  <a:pt x="10709159" y="1826077"/>
                </a:cubicBezTo>
                <a:cubicBezTo>
                  <a:pt x="10709159" y="1840242"/>
                  <a:pt x="10697666" y="1851737"/>
                  <a:pt x="10683501" y="1851737"/>
                </a:cubicBezTo>
                <a:cubicBezTo>
                  <a:pt x="10669336" y="1851737"/>
                  <a:pt x="10657843" y="1840242"/>
                  <a:pt x="10657843" y="1826077"/>
                </a:cubicBezTo>
                <a:cubicBezTo>
                  <a:pt x="10657843" y="1811912"/>
                  <a:pt x="10669336" y="1800419"/>
                  <a:pt x="10683501" y="1800419"/>
                </a:cubicBezTo>
                <a:close/>
                <a:moveTo>
                  <a:pt x="10619297" y="1800419"/>
                </a:moveTo>
                <a:cubicBezTo>
                  <a:pt x="10633462" y="1800419"/>
                  <a:pt x="10644955" y="1811912"/>
                  <a:pt x="10644955" y="1826077"/>
                </a:cubicBezTo>
                <a:cubicBezTo>
                  <a:pt x="10644955" y="1840242"/>
                  <a:pt x="10633462" y="1851737"/>
                  <a:pt x="10619297" y="1851737"/>
                </a:cubicBezTo>
                <a:cubicBezTo>
                  <a:pt x="10605132" y="1851737"/>
                  <a:pt x="10593639" y="1840242"/>
                  <a:pt x="10593639" y="1826077"/>
                </a:cubicBezTo>
                <a:cubicBezTo>
                  <a:pt x="10593639" y="1811912"/>
                  <a:pt x="10605132" y="1800419"/>
                  <a:pt x="10619297" y="1800419"/>
                </a:cubicBezTo>
                <a:close/>
                <a:moveTo>
                  <a:pt x="10555092" y="1800419"/>
                </a:moveTo>
                <a:cubicBezTo>
                  <a:pt x="10569255" y="1800419"/>
                  <a:pt x="10580751" y="1811912"/>
                  <a:pt x="10580751" y="1826077"/>
                </a:cubicBezTo>
                <a:cubicBezTo>
                  <a:pt x="10580751" y="1840242"/>
                  <a:pt x="10569255" y="1851737"/>
                  <a:pt x="10555092" y="1851737"/>
                </a:cubicBezTo>
                <a:cubicBezTo>
                  <a:pt x="10540927" y="1851737"/>
                  <a:pt x="10529432" y="1840242"/>
                  <a:pt x="10529432" y="1826077"/>
                </a:cubicBezTo>
                <a:cubicBezTo>
                  <a:pt x="10529432" y="1811912"/>
                  <a:pt x="10540927" y="1800419"/>
                  <a:pt x="10555092" y="1800419"/>
                </a:cubicBezTo>
                <a:close/>
                <a:moveTo>
                  <a:pt x="10490885" y="1800419"/>
                </a:moveTo>
                <a:cubicBezTo>
                  <a:pt x="10505050" y="1800419"/>
                  <a:pt x="10516544" y="1811912"/>
                  <a:pt x="10516544" y="1826077"/>
                </a:cubicBezTo>
                <a:cubicBezTo>
                  <a:pt x="10516544" y="1840242"/>
                  <a:pt x="10505050" y="1851737"/>
                  <a:pt x="10490885" y="1851737"/>
                </a:cubicBezTo>
                <a:cubicBezTo>
                  <a:pt x="10476720" y="1851737"/>
                  <a:pt x="10465227" y="1840242"/>
                  <a:pt x="10465227" y="1826077"/>
                </a:cubicBezTo>
                <a:cubicBezTo>
                  <a:pt x="10465227" y="1811912"/>
                  <a:pt x="10476720" y="1800419"/>
                  <a:pt x="10490885" y="1800419"/>
                </a:cubicBezTo>
                <a:close/>
                <a:moveTo>
                  <a:pt x="10298270" y="1800419"/>
                </a:moveTo>
                <a:cubicBezTo>
                  <a:pt x="10312435" y="1800419"/>
                  <a:pt x="10323928" y="1811912"/>
                  <a:pt x="10323928" y="1826077"/>
                </a:cubicBezTo>
                <a:cubicBezTo>
                  <a:pt x="10323928" y="1840242"/>
                  <a:pt x="10312435" y="1851737"/>
                  <a:pt x="10298270" y="1851737"/>
                </a:cubicBezTo>
                <a:cubicBezTo>
                  <a:pt x="10284105" y="1851737"/>
                  <a:pt x="10272611" y="1840242"/>
                  <a:pt x="10272611" y="1826077"/>
                </a:cubicBezTo>
                <a:cubicBezTo>
                  <a:pt x="10272611" y="1811912"/>
                  <a:pt x="10284105" y="1800419"/>
                  <a:pt x="10298270" y="1800419"/>
                </a:cubicBezTo>
                <a:close/>
                <a:moveTo>
                  <a:pt x="10234065" y="1800419"/>
                </a:moveTo>
                <a:cubicBezTo>
                  <a:pt x="10248228" y="1800419"/>
                  <a:pt x="10259723" y="1811912"/>
                  <a:pt x="10259723" y="1826077"/>
                </a:cubicBezTo>
                <a:cubicBezTo>
                  <a:pt x="10259723" y="1840242"/>
                  <a:pt x="10248228" y="1851737"/>
                  <a:pt x="10234065" y="1851737"/>
                </a:cubicBezTo>
                <a:cubicBezTo>
                  <a:pt x="10219900" y="1851737"/>
                  <a:pt x="10208404" y="1840242"/>
                  <a:pt x="10208404" y="1826077"/>
                </a:cubicBezTo>
                <a:cubicBezTo>
                  <a:pt x="10208404" y="1811912"/>
                  <a:pt x="10219900" y="1800419"/>
                  <a:pt x="10234065" y="1800419"/>
                </a:cubicBezTo>
                <a:close/>
                <a:moveTo>
                  <a:pt x="10169858" y="1800419"/>
                </a:moveTo>
                <a:cubicBezTo>
                  <a:pt x="10184023" y="1800419"/>
                  <a:pt x="10195519" y="1811912"/>
                  <a:pt x="10195519" y="1826077"/>
                </a:cubicBezTo>
                <a:cubicBezTo>
                  <a:pt x="10195519" y="1840242"/>
                  <a:pt x="10184023" y="1851737"/>
                  <a:pt x="10169858" y="1851737"/>
                </a:cubicBezTo>
                <a:cubicBezTo>
                  <a:pt x="10155693" y="1851737"/>
                  <a:pt x="10144200" y="1840242"/>
                  <a:pt x="10144200" y="1826077"/>
                </a:cubicBezTo>
                <a:cubicBezTo>
                  <a:pt x="10144200" y="1811912"/>
                  <a:pt x="10155693" y="1800419"/>
                  <a:pt x="10169858" y="1800419"/>
                </a:cubicBezTo>
                <a:close/>
                <a:moveTo>
                  <a:pt x="10105654" y="1800419"/>
                </a:moveTo>
                <a:cubicBezTo>
                  <a:pt x="10119819" y="1800419"/>
                  <a:pt x="10131312" y="1811912"/>
                  <a:pt x="10131312" y="1826077"/>
                </a:cubicBezTo>
                <a:cubicBezTo>
                  <a:pt x="10131312" y="1840242"/>
                  <a:pt x="10119819" y="1851737"/>
                  <a:pt x="10105654" y="1851737"/>
                </a:cubicBezTo>
                <a:cubicBezTo>
                  <a:pt x="10091489" y="1851737"/>
                  <a:pt x="10079996" y="1840242"/>
                  <a:pt x="10079996" y="1826077"/>
                </a:cubicBezTo>
                <a:cubicBezTo>
                  <a:pt x="10079996" y="1811912"/>
                  <a:pt x="10091489" y="1800419"/>
                  <a:pt x="10105654" y="1800419"/>
                </a:cubicBezTo>
                <a:close/>
                <a:moveTo>
                  <a:pt x="9913038" y="1800419"/>
                </a:moveTo>
                <a:cubicBezTo>
                  <a:pt x="9927203" y="1800419"/>
                  <a:pt x="9938696" y="1811912"/>
                  <a:pt x="9938696" y="1826077"/>
                </a:cubicBezTo>
                <a:cubicBezTo>
                  <a:pt x="9938696" y="1840242"/>
                  <a:pt x="9927203" y="1851737"/>
                  <a:pt x="9913038" y="1851737"/>
                </a:cubicBezTo>
                <a:cubicBezTo>
                  <a:pt x="9898873" y="1851737"/>
                  <a:pt x="9887380" y="1840242"/>
                  <a:pt x="9887380" y="1826077"/>
                </a:cubicBezTo>
                <a:cubicBezTo>
                  <a:pt x="9887380" y="1811912"/>
                  <a:pt x="9898873" y="1800419"/>
                  <a:pt x="9913038" y="1800419"/>
                </a:cubicBezTo>
                <a:close/>
                <a:moveTo>
                  <a:pt x="9848716" y="1800419"/>
                </a:moveTo>
                <a:cubicBezTo>
                  <a:pt x="9862996" y="1800419"/>
                  <a:pt x="9874374" y="1811912"/>
                  <a:pt x="9874374" y="1826077"/>
                </a:cubicBezTo>
                <a:cubicBezTo>
                  <a:pt x="9874374" y="1840242"/>
                  <a:pt x="9862881" y="1851737"/>
                  <a:pt x="9848716" y="1851737"/>
                </a:cubicBezTo>
                <a:cubicBezTo>
                  <a:pt x="9834551" y="1851737"/>
                  <a:pt x="9823058" y="1840242"/>
                  <a:pt x="9823058" y="1826077"/>
                </a:cubicBezTo>
                <a:cubicBezTo>
                  <a:pt x="9823058" y="1811912"/>
                  <a:pt x="9834551" y="1800419"/>
                  <a:pt x="9848716" y="1800419"/>
                </a:cubicBezTo>
                <a:close/>
                <a:moveTo>
                  <a:pt x="9784512" y="1800419"/>
                </a:moveTo>
                <a:cubicBezTo>
                  <a:pt x="9798677" y="1800419"/>
                  <a:pt x="9810170" y="1811912"/>
                  <a:pt x="9810170" y="1826077"/>
                </a:cubicBezTo>
                <a:cubicBezTo>
                  <a:pt x="9810170" y="1840242"/>
                  <a:pt x="9798677" y="1851737"/>
                  <a:pt x="9784512" y="1851737"/>
                </a:cubicBezTo>
                <a:cubicBezTo>
                  <a:pt x="9770347" y="1851737"/>
                  <a:pt x="9758853" y="1840242"/>
                  <a:pt x="9758853" y="1826077"/>
                </a:cubicBezTo>
                <a:cubicBezTo>
                  <a:pt x="9758853" y="1811912"/>
                  <a:pt x="9770347" y="1800419"/>
                  <a:pt x="9784512" y="1800419"/>
                </a:cubicBezTo>
                <a:close/>
                <a:moveTo>
                  <a:pt x="9720307" y="1800419"/>
                </a:moveTo>
                <a:cubicBezTo>
                  <a:pt x="9734470" y="1800419"/>
                  <a:pt x="9745965" y="1811912"/>
                  <a:pt x="9745965" y="1826077"/>
                </a:cubicBezTo>
                <a:cubicBezTo>
                  <a:pt x="9745965" y="1840242"/>
                  <a:pt x="9734470" y="1851737"/>
                  <a:pt x="9720307" y="1851737"/>
                </a:cubicBezTo>
                <a:cubicBezTo>
                  <a:pt x="9706142" y="1851737"/>
                  <a:pt x="9694646" y="1840242"/>
                  <a:pt x="9694646" y="1826077"/>
                </a:cubicBezTo>
                <a:cubicBezTo>
                  <a:pt x="9694646" y="1811912"/>
                  <a:pt x="9706142" y="1800419"/>
                  <a:pt x="9720307" y="1800419"/>
                </a:cubicBezTo>
                <a:close/>
                <a:moveTo>
                  <a:pt x="9591896" y="1800419"/>
                </a:moveTo>
                <a:cubicBezTo>
                  <a:pt x="9606061" y="1800419"/>
                  <a:pt x="9617554" y="1811912"/>
                  <a:pt x="9617554" y="1826077"/>
                </a:cubicBezTo>
                <a:cubicBezTo>
                  <a:pt x="9617554" y="1840242"/>
                  <a:pt x="9606061" y="1851737"/>
                  <a:pt x="9591896" y="1851737"/>
                </a:cubicBezTo>
                <a:cubicBezTo>
                  <a:pt x="9577731" y="1851737"/>
                  <a:pt x="9566238" y="1840242"/>
                  <a:pt x="9566238" y="1826077"/>
                </a:cubicBezTo>
                <a:cubicBezTo>
                  <a:pt x="9566238" y="1811912"/>
                  <a:pt x="9577731" y="1800419"/>
                  <a:pt x="9591896" y="1800419"/>
                </a:cubicBezTo>
                <a:close/>
                <a:moveTo>
                  <a:pt x="9527689" y="1800419"/>
                </a:moveTo>
                <a:cubicBezTo>
                  <a:pt x="9541854" y="1800419"/>
                  <a:pt x="9553350" y="1811912"/>
                  <a:pt x="9553350" y="1826077"/>
                </a:cubicBezTo>
                <a:cubicBezTo>
                  <a:pt x="9553350" y="1840242"/>
                  <a:pt x="9541854" y="1851737"/>
                  <a:pt x="9527689" y="1851737"/>
                </a:cubicBezTo>
                <a:cubicBezTo>
                  <a:pt x="9513524" y="1851737"/>
                  <a:pt x="9502031" y="1840242"/>
                  <a:pt x="9502031" y="1826077"/>
                </a:cubicBezTo>
                <a:cubicBezTo>
                  <a:pt x="9502031" y="1811912"/>
                  <a:pt x="9513524" y="1800419"/>
                  <a:pt x="9527689" y="1800419"/>
                </a:cubicBezTo>
                <a:close/>
                <a:moveTo>
                  <a:pt x="9463485" y="1800419"/>
                </a:moveTo>
                <a:cubicBezTo>
                  <a:pt x="9477650" y="1800419"/>
                  <a:pt x="9489143" y="1811912"/>
                  <a:pt x="9489143" y="1826077"/>
                </a:cubicBezTo>
                <a:cubicBezTo>
                  <a:pt x="9489143" y="1840242"/>
                  <a:pt x="9477650" y="1851737"/>
                  <a:pt x="9463485" y="1851737"/>
                </a:cubicBezTo>
                <a:cubicBezTo>
                  <a:pt x="9449320" y="1851737"/>
                  <a:pt x="9437826" y="1840242"/>
                  <a:pt x="9437826" y="1826077"/>
                </a:cubicBezTo>
                <a:cubicBezTo>
                  <a:pt x="9437826" y="1811912"/>
                  <a:pt x="9449320" y="1800419"/>
                  <a:pt x="9463485" y="1800419"/>
                </a:cubicBezTo>
                <a:close/>
                <a:moveTo>
                  <a:pt x="9399280" y="1800419"/>
                </a:moveTo>
                <a:cubicBezTo>
                  <a:pt x="9413445" y="1800419"/>
                  <a:pt x="9424938" y="1811912"/>
                  <a:pt x="9424938" y="1826077"/>
                </a:cubicBezTo>
                <a:cubicBezTo>
                  <a:pt x="9424938" y="1840242"/>
                  <a:pt x="9413445" y="1851737"/>
                  <a:pt x="9399280" y="1851737"/>
                </a:cubicBezTo>
                <a:cubicBezTo>
                  <a:pt x="9385115" y="1851737"/>
                  <a:pt x="9373619" y="1840242"/>
                  <a:pt x="9373619" y="1826077"/>
                </a:cubicBezTo>
                <a:cubicBezTo>
                  <a:pt x="9373619" y="1811912"/>
                  <a:pt x="9385115" y="1800419"/>
                  <a:pt x="9399280" y="1800419"/>
                </a:cubicBezTo>
                <a:close/>
                <a:moveTo>
                  <a:pt x="9206664" y="1800419"/>
                </a:moveTo>
                <a:cubicBezTo>
                  <a:pt x="9220829" y="1800419"/>
                  <a:pt x="9232323" y="1811912"/>
                  <a:pt x="9232323" y="1826077"/>
                </a:cubicBezTo>
                <a:cubicBezTo>
                  <a:pt x="9232323" y="1840242"/>
                  <a:pt x="9220829" y="1851737"/>
                  <a:pt x="9206664" y="1851737"/>
                </a:cubicBezTo>
                <a:cubicBezTo>
                  <a:pt x="9192499" y="1851737"/>
                  <a:pt x="9181006" y="1840242"/>
                  <a:pt x="9181006" y="1826077"/>
                </a:cubicBezTo>
                <a:cubicBezTo>
                  <a:pt x="9181006" y="1811912"/>
                  <a:pt x="9192499" y="1800419"/>
                  <a:pt x="9206664" y="1800419"/>
                </a:cubicBezTo>
                <a:close/>
                <a:moveTo>
                  <a:pt x="9142457" y="1800419"/>
                </a:moveTo>
                <a:cubicBezTo>
                  <a:pt x="9156622" y="1800419"/>
                  <a:pt x="9168118" y="1811912"/>
                  <a:pt x="9168118" y="1826077"/>
                </a:cubicBezTo>
                <a:cubicBezTo>
                  <a:pt x="9168118" y="1840242"/>
                  <a:pt x="9156622" y="1851737"/>
                  <a:pt x="9142457" y="1851737"/>
                </a:cubicBezTo>
                <a:cubicBezTo>
                  <a:pt x="9128292" y="1851737"/>
                  <a:pt x="9116799" y="1840242"/>
                  <a:pt x="9116799" y="1826077"/>
                </a:cubicBezTo>
                <a:cubicBezTo>
                  <a:pt x="9116799" y="1811912"/>
                  <a:pt x="9128292" y="1800419"/>
                  <a:pt x="9142457" y="1800419"/>
                </a:cubicBezTo>
                <a:close/>
                <a:moveTo>
                  <a:pt x="9078253" y="1800419"/>
                </a:moveTo>
                <a:cubicBezTo>
                  <a:pt x="9092418" y="1800419"/>
                  <a:pt x="9103911" y="1811912"/>
                  <a:pt x="9103911" y="1826077"/>
                </a:cubicBezTo>
                <a:cubicBezTo>
                  <a:pt x="9103911" y="1840242"/>
                  <a:pt x="9092418" y="1851737"/>
                  <a:pt x="9078253" y="1851737"/>
                </a:cubicBezTo>
                <a:cubicBezTo>
                  <a:pt x="9064088" y="1851737"/>
                  <a:pt x="9052595" y="1840242"/>
                  <a:pt x="9052595" y="1826077"/>
                </a:cubicBezTo>
                <a:cubicBezTo>
                  <a:pt x="9052595" y="1811912"/>
                  <a:pt x="9064088" y="1800419"/>
                  <a:pt x="9078253" y="1800419"/>
                </a:cubicBezTo>
                <a:close/>
                <a:moveTo>
                  <a:pt x="9014049" y="1800419"/>
                </a:moveTo>
                <a:cubicBezTo>
                  <a:pt x="9028214" y="1800419"/>
                  <a:pt x="9039707" y="1811912"/>
                  <a:pt x="9039707" y="1826077"/>
                </a:cubicBezTo>
                <a:cubicBezTo>
                  <a:pt x="9039707" y="1840242"/>
                  <a:pt x="9028214" y="1851737"/>
                  <a:pt x="9014049" y="1851737"/>
                </a:cubicBezTo>
                <a:cubicBezTo>
                  <a:pt x="8999884" y="1851737"/>
                  <a:pt x="8988388" y="1840242"/>
                  <a:pt x="8988388" y="1826077"/>
                </a:cubicBezTo>
                <a:cubicBezTo>
                  <a:pt x="8988388" y="1811912"/>
                  <a:pt x="8999884" y="1800419"/>
                  <a:pt x="9014049" y="1800419"/>
                </a:cubicBezTo>
                <a:close/>
                <a:moveTo>
                  <a:pt x="8821433" y="1800419"/>
                </a:moveTo>
                <a:cubicBezTo>
                  <a:pt x="8835598" y="1800419"/>
                  <a:pt x="8847091" y="1811912"/>
                  <a:pt x="8847091" y="1826077"/>
                </a:cubicBezTo>
                <a:cubicBezTo>
                  <a:pt x="8847091" y="1840242"/>
                  <a:pt x="8835598" y="1851737"/>
                  <a:pt x="8821433" y="1851737"/>
                </a:cubicBezTo>
                <a:cubicBezTo>
                  <a:pt x="8807268" y="1851737"/>
                  <a:pt x="8795772" y="1840242"/>
                  <a:pt x="8795772" y="1826077"/>
                </a:cubicBezTo>
                <a:cubicBezTo>
                  <a:pt x="8795772" y="1811912"/>
                  <a:pt x="8807268" y="1800419"/>
                  <a:pt x="8821433" y="1800419"/>
                </a:cubicBezTo>
                <a:close/>
                <a:moveTo>
                  <a:pt x="8757226" y="1800419"/>
                </a:moveTo>
                <a:cubicBezTo>
                  <a:pt x="8771391" y="1800419"/>
                  <a:pt x="8782887" y="1811912"/>
                  <a:pt x="8782887" y="1826077"/>
                </a:cubicBezTo>
                <a:cubicBezTo>
                  <a:pt x="8782887" y="1840242"/>
                  <a:pt x="8771391" y="1851737"/>
                  <a:pt x="8757226" y="1851737"/>
                </a:cubicBezTo>
                <a:cubicBezTo>
                  <a:pt x="8743061" y="1851737"/>
                  <a:pt x="8731568" y="1840242"/>
                  <a:pt x="8731568" y="1826077"/>
                </a:cubicBezTo>
                <a:cubicBezTo>
                  <a:pt x="8731568" y="1811912"/>
                  <a:pt x="8743061" y="1800419"/>
                  <a:pt x="8757226" y="1800419"/>
                </a:cubicBezTo>
                <a:close/>
                <a:moveTo>
                  <a:pt x="8692904" y="1800419"/>
                </a:moveTo>
                <a:cubicBezTo>
                  <a:pt x="8707069" y="1800419"/>
                  <a:pt x="8718565" y="1811912"/>
                  <a:pt x="8718565" y="1826077"/>
                </a:cubicBezTo>
                <a:cubicBezTo>
                  <a:pt x="8718565" y="1840242"/>
                  <a:pt x="8707069" y="1851737"/>
                  <a:pt x="8692904" y="1851737"/>
                </a:cubicBezTo>
                <a:cubicBezTo>
                  <a:pt x="8678741" y="1851737"/>
                  <a:pt x="8667246" y="1840242"/>
                  <a:pt x="8667246" y="1826077"/>
                </a:cubicBezTo>
                <a:cubicBezTo>
                  <a:pt x="8667246" y="1811912"/>
                  <a:pt x="8678741" y="1800419"/>
                  <a:pt x="8692904" y="1800419"/>
                </a:cubicBezTo>
                <a:close/>
                <a:moveTo>
                  <a:pt x="8628699" y="1800419"/>
                </a:moveTo>
                <a:cubicBezTo>
                  <a:pt x="8642864" y="1800419"/>
                  <a:pt x="8654358" y="1811912"/>
                  <a:pt x="8654358" y="1826077"/>
                </a:cubicBezTo>
                <a:cubicBezTo>
                  <a:pt x="8654358" y="1840242"/>
                  <a:pt x="8642864" y="1851737"/>
                  <a:pt x="8628699" y="1851737"/>
                </a:cubicBezTo>
                <a:cubicBezTo>
                  <a:pt x="8614534" y="1851737"/>
                  <a:pt x="8603041" y="1840242"/>
                  <a:pt x="8603041" y="1826077"/>
                </a:cubicBezTo>
                <a:cubicBezTo>
                  <a:pt x="8603041" y="1811912"/>
                  <a:pt x="8614534" y="1800419"/>
                  <a:pt x="8628699" y="1800419"/>
                </a:cubicBezTo>
                <a:close/>
                <a:moveTo>
                  <a:pt x="8500288" y="1800419"/>
                </a:moveTo>
                <a:cubicBezTo>
                  <a:pt x="8514453" y="1800419"/>
                  <a:pt x="8525949" y="1811912"/>
                  <a:pt x="8525949" y="1826077"/>
                </a:cubicBezTo>
                <a:cubicBezTo>
                  <a:pt x="8525949" y="1840242"/>
                  <a:pt x="8514453" y="1851737"/>
                  <a:pt x="8500288" y="1851737"/>
                </a:cubicBezTo>
                <a:cubicBezTo>
                  <a:pt x="8486126" y="1851737"/>
                  <a:pt x="8474630" y="1840242"/>
                  <a:pt x="8474630" y="1826077"/>
                </a:cubicBezTo>
                <a:cubicBezTo>
                  <a:pt x="8474630" y="1811912"/>
                  <a:pt x="8486126" y="1800419"/>
                  <a:pt x="8500288" y="1800419"/>
                </a:cubicBezTo>
                <a:close/>
                <a:moveTo>
                  <a:pt x="8436084" y="1800419"/>
                </a:moveTo>
                <a:cubicBezTo>
                  <a:pt x="8450249" y="1800419"/>
                  <a:pt x="8461745" y="1811912"/>
                  <a:pt x="8461745" y="1826077"/>
                </a:cubicBezTo>
                <a:cubicBezTo>
                  <a:pt x="8461745" y="1840242"/>
                  <a:pt x="8450249" y="1851737"/>
                  <a:pt x="8436084" y="1851737"/>
                </a:cubicBezTo>
                <a:cubicBezTo>
                  <a:pt x="8421919" y="1851737"/>
                  <a:pt x="8410426" y="1840242"/>
                  <a:pt x="8410426" y="1826077"/>
                </a:cubicBezTo>
                <a:cubicBezTo>
                  <a:pt x="8410426" y="1811912"/>
                  <a:pt x="8421919" y="1800419"/>
                  <a:pt x="8436084" y="1800419"/>
                </a:cubicBezTo>
                <a:close/>
                <a:moveTo>
                  <a:pt x="8307675" y="1800419"/>
                </a:moveTo>
                <a:cubicBezTo>
                  <a:pt x="8321837" y="1800419"/>
                  <a:pt x="8333333" y="1811912"/>
                  <a:pt x="8333333" y="1826077"/>
                </a:cubicBezTo>
                <a:cubicBezTo>
                  <a:pt x="8333333" y="1840242"/>
                  <a:pt x="8321837" y="1851737"/>
                  <a:pt x="8307675" y="1851737"/>
                </a:cubicBezTo>
                <a:cubicBezTo>
                  <a:pt x="8293510" y="1851737"/>
                  <a:pt x="8282014" y="1840242"/>
                  <a:pt x="8282014" y="1826077"/>
                </a:cubicBezTo>
                <a:cubicBezTo>
                  <a:pt x="8282014" y="1811912"/>
                  <a:pt x="8293510" y="1800419"/>
                  <a:pt x="8307675" y="1800419"/>
                </a:cubicBezTo>
                <a:close/>
                <a:moveTo>
                  <a:pt x="8115057" y="1800419"/>
                </a:moveTo>
                <a:cubicBezTo>
                  <a:pt x="8129222" y="1800419"/>
                  <a:pt x="8140717" y="1811912"/>
                  <a:pt x="8140717" y="1826077"/>
                </a:cubicBezTo>
                <a:cubicBezTo>
                  <a:pt x="8140717" y="1840242"/>
                  <a:pt x="8129222" y="1851737"/>
                  <a:pt x="8115057" y="1851737"/>
                </a:cubicBezTo>
                <a:cubicBezTo>
                  <a:pt x="8100894" y="1851737"/>
                  <a:pt x="8089398" y="1840242"/>
                  <a:pt x="8089398" y="1826077"/>
                </a:cubicBezTo>
                <a:cubicBezTo>
                  <a:pt x="8089398" y="1811912"/>
                  <a:pt x="8100894" y="1800419"/>
                  <a:pt x="8115057" y="1800419"/>
                </a:cubicBezTo>
                <a:close/>
                <a:moveTo>
                  <a:pt x="8050852" y="1800419"/>
                </a:moveTo>
                <a:cubicBezTo>
                  <a:pt x="8065017" y="1800419"/>
                  <a:pt x="8076510" y="1811912"/>
                  <a:pt x="8076510" y="1826077"/>
                </a:cubicBezTo>
                <a:cubicBezTo>
                  <a:pt x="8076510" y="1840242"/>
                  <a:pt x="8065017" y="1851737"/>
                  <a:pt x="8050852" y="1851737"/>
                </a:cubicBezTo>
                <a:cubicBezTo>
                  <a:pt x="8036687" y="1851737"/>
                  <a:pt x="8025194" y="1840242"/>
                  <a:pt x="8025194" y="1826077"/>
                </a:cubicBezTo>
                <a:cubicBezTo>
                  <a:pt x="8025194" y="1811912"/>
                  <a:pt x="8036687" y="1800419"/>
                  <a:pt x="8050852" y="1800419"/>
                </a:cubicBezTo>
                <a:close/>
                <a:moveTo>
                  <a:pt x="7986648" y="1800419"/>
                </a:moveTo>
                <a:cubicBezTo>
                  <a:pt x="8000813" y="1800419"/>
                  <a:pt x="8012306" y="1811912"/>
                  <a:pt x="8012306" y="1826077"/>
                </a:cubicBezTo>
                <a:cubicBezTo>
                  <a:pt x="8012306" y="1840242"/>
                  <a:pt x="8000813" y="1851737"/>
                  <a:pt x="7986648" y="1851737"/>
                </a:cubicBezTo>
                <a:cubicBezTo>
                  <a:pt x="7972483" y="1851737"/>
                  <a:pt x="7960990" y="1840242"/>
                  <a:pt x="7960990" y="1826077"/>
                </a:cubicBezTo>
                <a:cubicBezTo>
                  <a:pt x="7960990" y="1811912"/>
                  <a:pt x="7972483" y="1800419"/>
                  <a:pt x="7986648" y="1800419"/>
                </a:cubicBezTo>
                <a:close/>
                <a:moveTo>
                  <a:pt x="7922444" y="1800419"/>
                </a:moveTo>
                <a:cubicBezTo>
                  <a:pt x="7936606" y="1800419"/>
                  <a:pt x="7948102" y="1811912"/>
                  <a:pt x="7948102" y="1826077"/>
                </a:cubicBezTo>
                <a:cubicBezTo>
                  <a:pt x="7948102" y="1840242"/>
                  <a:pt x="7936606" y="1851737"/>
                  <a:pt x="7922444" y="1851737"/>
                </a:cubicBezTo>
                <a:cubicBezTo>
                  <a:pt x="7908279" y="1851737"/>
                  <a:pt x="7896783" y="1840242"/>
                  <a:pt x="7896783" y="1826077"/>
                </a:cubicBezTo>
                <a:cubicBezTo>
                  <a:pt x="7896783" y="1811912"/>
                  <a:pt x="7908279" y="1800419"/>
                  <a:pt x="7922444" y="1800419"/>
                </a:cubicBezTo>
                <a:close/>
                <a:moveTo>
                  <a:pt x="7729825" y="1800419"/>
                </a:moveTo>
                <a:cubicBezTo>
                  <a:pt x="7743990" y="1800419"/>
                  <a:pt x="7755486" y="1811912"/>
                  <a:pt x="7755486" y="1826077"/>
                </a:cubicBezTo>
                <a:cubicBezTo>
                  <a:pt x="7755486" y="1840242"/>
                  <a:pt x="7743990" y="1851737"/>
                  <a:pt x="7729825" y="1851737"/>
                </a:cubicBezTo>
                <a:cubicBezTo>
                  <a:pt x="7715660" y="1851737"/>
                  <a:pt x="7704167" y="1840242"/>
                  <a:pt x="7704167" y="1826077"/>
                </a:cubicBezTo>
                <a:cubicBezTo>
                  <a:pt x="7704167" y="1811912"/>
                  <a:pt x="7715660" y="1800419"/>
                  <a:pt x="7729825" y="1800419"/>
                </a:cubicBezTo>
                <a:close/>
                <a:moveTo>
                  <a:pt x="7665621" y="1800419"/>
                </a:moveTo>
                <a:cubicBezTo>
                  <a:pt x="7679786" y="1800419"/>
                  <a:pt x="7691279" y="1811912"/>
                  <a:pt x="7691279" y="1826077"/>
                </a:cubicBezTo>
                <a:cubicBezTo>
                  <a:pt x="7691279" y="1840242"/>
                  <a:pt x="7679786" y="1851737"/>
                  <a:pt x="7665621" y="1851737"/>
                </a:cubicBezTo>
                <a:cubicBezTo>
                  <a:pt x="7651456" y="1851737"/>
                  <a:pt x="7639963" y="1840242"/>
                  <a:pt x="7639963" y="1826077"/>
                </a:cubicBezTo>
                <a:cubicBezTo>
                  <a:pt x="7639963" y="1811912"/>
                  <a:pt x="7651456" y="1800419"/>
                  <a:pt x="7665621" y="1800419"/>
                </a:cubicBezTo>
                <a:close/>
                <a:moveTo>
                  <a:pt x="7601299" y="1800419"/>
                </a:moveTo>
                <a:cubicBezTo>
                  <a:pt x="7615464" y="1800419"/>
                  <a:pt x="7626959" y="1811912"/>
                  <a:pt x="7626959" y="1826077"/>
                </a:cubicBezTo>
                <a:cubicBezTo>
                  <a:pt x="7626959" y="1840242"/>
                  <a:pt x="7615464" y="1851737"/>
                  <a:pt x="7601299" y="1851737"/>
                </a:cubicBezTo>
                <a:cubicBezTo>
                  <a:pt x="7587134" y="1851737"/>
                  <a:pt x="7575640" y="1840242"/>
                  <a:pt x="7575640" y="1826077"/>
                </a:cubicBezTo>
                <a:cubicBezTo>
                  <a:pt x="7575640" y="1811912"/>
                  <a:pt x="7587134" y="1800419"/>
                  <a:pt x="7601299" y="1800419"/>
                </a:cubicBezTo>
                <a:close/>
                <a:moveTo>
                  <a:pt x="7537094" y="1800419"/>
                </a:moveTo>
                <a:cubicBezTo>
                  <a:pt x="7551259" y="1800419"/>
                  <a:pt x="7562752" y="1811912"/>
                  <a:pt x="7562752" y="1826077"/>
                </a:cubicBezTo>
                <a:cubicBezTo>
                  <a:pt x="7562752" y="1840242"/>
                  <a:pt x="7551259" y="1851737"/>
                  <a:pt x="7537094" y="1851737"/>
                </a:cubicBezTo>
                <a:cubicBezTo>
                  <a:pt x="7522929" y="1851737"/>
                  <a:pt x="7511436" y="1840242"/>
                  <a:pt x="7511436" y="1826077"/>
                </a:cubicBezTo>
                <a:cubicBezTo>
                  <a:pt x="7511436" y="1811912"/>
                  <a:pt x="7522929" y="1800419"/>
                  <a:pt x="7537094" y="1800419"/>
                </a:cubicBezTo>
                <a:close/>
                <a:moveTo>
                  <a:pt x="7408683" y="1800419"/>
                </a:moveTo>
                <a:cubicBezTo>
                  <a:pt x="7422848" y="1800419"/>
                  <a:pt x="7434341" y="1811912"/>
                  <a:pt x="7434341" y="1826077"/>
                </a:cubicBezTo>
                <a:cubicBezTo>
                  <a:pt x="7434341" y="1840242"/>
                  <a:pt x="7422848" y="1851737"/>
                  <a:pt x="7408683" y="1851737"/>
                </a:cubicBezTo>
                <a:cubicBezTo>
                  <a:pt x="7394518" y="1851737"/>
                  <a:pt x="7383025" y="1840242"/>
                  <a:pt x="7383025" y="1826077"/>
                </a:cubicBezTo>
                <a:cubicBezTo>
                  <a:pt x="7383025" y="1811912"/>
                  <a:pt x="7394518" y="1800419"/>
                  <a:pt x="7408683" y="1800419"/>
                </a:cubicBezTo>
                <a:close/>
                <a:moveTo>
                  <a:pt x="7344479" y="1800419"/>
                </a:moveTo>
                <a:cubicBezTo>
                  <a:pt x="7358644" y="1800419"/>
                  <a:pt x="7370137" y="1811912"/>
                  <a:pt x="7370137" y="1826077"/>
                </a:cubicBezTo>
                <a:cubicBezTo>
                  <a:pt x="7370137" y="1840242"/>
                  <a:pt x="7358644" y="1851737"/>
                  <a:pt x="7344479" y="1851737"/>
                </a:cubicBezTo>
                <a:cubicBezTo>
                  <a:pt x="7330314" y="1851737"/>
                  <a:pt x="7318820" y="1840242"/>
                  <a:pt x="7318820" y="1826077"/>
                </a:cubicBezTo>
                <a:cubicBezTo>
                  <a:pt x="7318820" y="1811912"/>
                  <a:pt x="7330314" y="1800419"/>
                  <a:pt x="7344479" y="1800419"/>
                </a:cubicBezTo>
                <a:close/>
                <a:moveTo>
                  <a:pt x="7280274" y="1800419"/>
                </a:moveTo>
                <a:cubicBezTo>
                  <a:pt x="7294437" y="1800419"/>
                  <a:pt x="7305932" y="1811912"/>
                  <a:pt x="7305932" y="1826077"/>
                </a:cubicBezTo>
                <a:cubicBezTo>
                  <a:pt x="7305932" y="1840242"/>
                  <a:pt x="7294437" y="1851737"/>
                  <a:pt x="7280274" y="1851737"/>
                </a:cubicBezTo>
                <a:cubicBezTo>
                  <a:pt x="7266109" y="1851737"/>
                  <a:pt x="7254613" y="1840242"/>
                  <a:pt x="7254613" y="1826077"/>
                </a:cubicBezTo>
                <a:cubicBezTo>
                  <a:pt x="7254613" y="1811912"/>
                  <a:pt x="7266109" y="1800419"/>
                  <a:pt x="7280274" y="1800419"/>
                </a:cubicBezTo>
                <a:close/>
                <a:moveTo>
                  <a:pt x="7216067" y="1800419"/>
                </a:moveTo>
                <a:cubicBezTo>
                  <a:pt x="7230232" y="1800419"/>
                  <a:pt x="7241725" y="1811912"/>
                  <a:pt x="7241725" y="1826077"/>
                </a:cubicBezTo>
                <a:cubicBezTo>
                  <a:pt x="7241725" y="1840242"/>
                  <a:pt x="7230232" y="1851737"/>
                  <a:pt x="7216067" y="1851737"/>
                </a:cubicBezTo>
                <a:cubicBezTo>
                  <a:pt x="7201902" y="1851737"/>
                  <a:pt x="7190409" y="1840242"/>
                  <a:pt x="7190409" y="1826077"/>
                </a:cubicBezTo>
                <a:cubicBezTo>
                  <a:pt x="7190409" y="1811912"/>
                  <a:pt x="7201902" y="1800419"/>
                  <a:pt x="7216067" y="1800419"/>
                </a:cubicBezTo>
                <a:close/>
                <a:moveTo>
                  <a:pt x="7023451" y="1800419"/>
                </a:moveTo>
                <a:cubicBezTo>
                  <a:pt x="7037616" y="1800419"/>
                  <a:pt x="7049112" y="1811912"/>
                  <a:pt x="7049112" y="1826077"/>
                </a:cubicBezTo>
                <a:cubicBezTo>
                  <a:pt x="7049112" y="1840242"/>
                  <a:pt x="7037616" y="1851737"/>
                  <a:pt x="7023451" y="1851737"/>
                </a:cubicBezTo>
                <a:cubicBezTo>
                  <a:pt x="7009289" y="1851737"/>
                  <a:pt x="6997793" y="1840242"/>
                  <a:pt x="6997793" y="1826077"/>
                </a:cubicBezTo>
                <a:cubicBezTo>
                  <a:pt x="6997793" y="1811912"/>
                  <a:pt x="7009289" y="1800419"/>
                  <a:pt x="7023451" y="1800419"/>
                </a:cubicBezTo>
                <a:close/>
                <a:moveTo>
                  <a:pt x="6959247" y="1800419"/>
                </a:moveTo>
                <a:cubicBezTo>
                  <a:pt x="6973412" y="1800419"/>
                  <a:pt x="6984905" y="1811912"/>
                  <a:pt x="6984905" y="1826077"/>
                </a:cubicBezTo>
                <a:cubicBezTo>
                  <a:pt x="6984905" y="1840242"/>
                  <a:pt x="6973412" y="1851737"/>
                  <a:pt x="6959247" y="1851737"/>
                </a:cubicBezTo>
                <a:cubicBezTo>
                  <a:pt x="6945082" y="1851737"/>
                  <a:pt x="6933589" y="1840242"/>
                  <a:pt x="6933589" y="1826077"/>
                </a:cubicBezTo>
                <a:cubicBezTo>
                  <a:pt x="6933589" y="1811912"/>
                  <a:pt x="6945082" y="1800419"/>
                  <a:pt x="6959247" y="1800419"/>
                </a:cubicBezTo>
                <a:close/>
                <a:moveTo>
                  <a:pt x="6895043" y="1800419"/>
                </a:moveTo>
                <a:cubicBezTo>
                  <a:pt x="6909208" y="1800419"/>
                  <a:pt x="6920701" y="1811912"/>
                  <a:pt x="6920701" y="1826077"/>
                </a:cubicBezTo>
                <a:cubicBezTo>
                  <a:pt x="6920701" y="1840242"/>
                  <a:pt x="6909208" y="1851737"/>
                  <a:pt x="6895043" y="1851737"/>
                </a:cubicBezTo>
                <a:cubicBezTo>
                  <a:pt x="6880878" y="1851737"/>
                  <a:pt x="6869382" y="1840242"/>
                  <a:pt x="6869382" y="1826077"/>
                </a:cubicBezTo>
                <a:cubicBezTo>
                  <a:pt x="6869382" y="1811912"/>
                  <a:pt x="6880878" y="1800419"/>
                  <a:pt x="6895043" y="1800419"/>
                </a:cubicBezTo>
                <a:close/>
                <a:moveTo>
                  <a:pt x="6830836" y="1800419"/>
                </a:moveTo>
                <a:cubicBezTo>
                  <a:pt x="6845001" y="1800419"/>
                  <a:pt x="6856494" y="1811912"/>
                  <a:pt x="6856494" y="1826077"/>
                </a:cubicBezTo>
                <a:cubicBezTo>
                  <a:pt x="6856494" y="1840242"/>
                  <a:pt x="6845001" y="1851737"/>
                  <a:pt x="6830836" y="1851737"/>
                </a:cubicBezTo>
                <a:cubicBezTo>
                  <a:pt x="6816671" y="1851737"/>
                  <a:pt x="6805178" y="1840242"/>
                  <a:pt x="6805178" y="1826077"/>
                </a:cubicBezTo>
                <a:cubicBezTo>
                  <a:pt x="6805178" y="1811912"/>
                  <a:pt x="6816671" y="1800419"/>
                  <a:pt x="6830836" y="1800419"/>
                </a:cubicBezTo>
                <a:close/>
                <a:moveTo>
                  <a:pt x="6638220" y="1800419"/>
                </a:moveTo>
                <a:cubicBezTo>
                  <a:pt x="6652385" y="1800419"/>
                  <a:pt x="6663881" y="1811912"/>
                  <a:pt x="6663881" y="1826077"/>
                </a:cubicBezTo>
                <a:cubicBezTo>
                  <a:pt x="6663881" y="1840242"/>
                  <a:pt x="6652385" y="1851737"/>
                  <a:pt x="6638220" y="1851737"/>
                </a:cubicBezTo>
                <a:cubicBezTo>
                  <a:pt x="6624055" y="1851737"/>
                  <a:pt x="6612562" y="1840242"/>
                  <a:pt x="6612562" y="1826077"/>
                </a:cubicBezTo>
                <a:cubicBezTo>
                  <a:pt x="6612562" y="1811912"/>
                  <a:pt x="6624055" y="1800419"/>
                  <a:pt x="6638220" y="1800419"/>
                </a:cubicBezTo>
                <a:close/>
                <a:moveTo>
                  <a:pt x="6574016" y="1800419"/>
                </a:moveTo>
                <a:cubicBezTo>
                  <a:pt x="6588181" y="1800419"/>
                  <a:pt x="6599674" y="1811912"/>
                  <a:pt x="6599674" y="1826077"/>
                </a:cubicBezTo>
                <a:cubicBezTo>
                  <a:pt x="6599674" y="1840242"/>
                  <a:pt x="6588181" y="1851737"/>
                  <a:pt x="6574016" y="1851737"/>
                </a:cubicBezTo>
                <a:cubicBezTo>
                  <a:pt x="6559851" y="1851737"/>
                  <a:pt x="6548357" y="1840242"/>
                  <a:pt x="6548357" y="1826077"/>
                </a:cubicBezTo>
                <a:cubicBezTo>
                  <a:pt x="6548357" y="1811912"/>
                  <a:pt x="6559851" y="1800419"/>
                  <a:pt x="6574016" y="1800419"/>
                </a:cubicBezTo>
                <a:close/>
                <a:moveTo>
                  <a:pt x="6509693" y="1800419"/>
                </a:moveTo>
                <a:cubicBezTo>
                  <a:pt x="6523858" y="1800419"/>
                  <a:pt x="6535352" y="1811912"/>
                  <a:pt x="6535352" y="1826077"/>
                </a:cubicBezTo>
                <a:cubicBezTo>
                  <a:pt x="6535352" y="1840242"/>
                  <a:pt x="6523858" y="1851737"/>
                  <a:pt x="6509693" y="1851737"/>
                </a:cubicBezTo>
                <a:cubicBezTo>
                  <a:pt x="6495528" y="1851737"/>
                  <a:pt x="6484035" y="1840242"/>
                  <a:pt x="6484035" y="1826077"/>
                </a:cubicBezTo>
                <a:cubicBezTo>
                  <a:pt x="6484035" y="1811912"/>
                  <a:pt x="6495528" y="1800419"/>
                  <a:pt x="6509693" y="1800419"/>
                </a:cubicBezTo>
                <a:close/>
                <a:moveTo>
                  <a:pt x="6445489" y="1800419"/>
                </a:moveTo>
                <a:cubicBezTo>
                  <a:pt x="6459654" y="1800419"/>
                  <a:pt x="6471147" y="1811912"/>
                  <a:pt x="6471147" y="1826077"/>
                </a:cubicBezTo>
                <a:cubicBezTo>
                  <a:pt x="6471147" y="1840242"/>
                  <a:pt x="6459654" y="1851737"/>
                  <a:pt x="6445489" y="1851737"/>
                </a:cubicBezTo>
                <a:cubicBezTo>
                  <a:pt x="6431324" y="1851737"/>
                  <a:pt x="6419831" y="1840242"/>
                  <a:pt x="6419831" y="1826077"/>
                </a:cubicBezTo>
                <a:cubicBezTo>
                  <a:pt x="6419831" y="1811912"/>
                  <a:pt x="6431324" y="1800419"/>
                  <a:pt x="6445489" y="1800419"/>
                </a:cubicBezTo>
                <a:close/>
                <a:moveTo>
                  <a:pt x="6317078" y="1800419"/>
                </a:moveTo>
                <a:cubicBezTo>
                  <a:pt x="6331243" y="1800419"/>
                  <a:pt x="6342736" y="1811912"/>
                  <a:pt x="6342736" y="1826077"/>
                </a:cubicBezTo>
                <a:cubicBezTo>
                  <a:pt x="6342736" y="1840242"/>
                  <a:pt x="6331243" y="1851737"/>
                  <a:pt x="6317078" y="1851737"/>
                </a:cubicBezTo>
                <a:cubicBezTo>
                  <a:pt x="6302913" y="1851737"/>
                  <a:pt x="6291420" y="1840242"/>
                  <a:pt x="6291420" y="1826077"/>
                </a:cubicBezTo>
                <a:cubicBezTo>
                  <a:pt x="6291420" y="1811912"/>
                  <a:pt x="6302913" y="1800419"/>
                  <a:pt x="6317078" y="1800419"/>
                </a:cubicBezTo>
                <a:close/>
                <a:moveTo>
                  <a:pt x="6252873" y="1800419"/>
                </a:moveTo>
                <a:cubicBezTo>
                  <a:pt x="6267036" y="1800419"/>
                  <a:pt x="6278532" y="1811912"/>
                  <a:pt x="6278532" y="1826077"/>
                </a:cubicBezTo>
                <a:cubicBezTo>
                  <a:pt x="6278532" y="1840242"/>
                  <a:pt x="6267036" y="1851737"/>
                  <a:pt x="6252873" y="1851737"/>
                </a:cubicBezTo>
                <a:cubicBezTo>
                  <a:pt x="6238708" y="1851737"/>
                  <a:pt x="6227213" y="1840242"/>
                  <a:pt x="6227213" y="1826077"/>
                </a:cubicBezTo>
                <a:cubicBezTo>
                  <a:pt x="6227213" y="1811912"/>
                  <a:pt x="6238708" y="1800419"/>
                  <a:pt x="6252873" y="1800419"/>
                </a:cubicBezTo>
                <a:close/>
                <a:moveTo>
                  <a:pt x="6188666" y="1800419"/>
                </a:moveTo>
                <a:cubicBezTo>
                  <a:pt x="6202831" y="1800419"/>
                  <a:pt x="6214327" y="1811912"/>
                  <a:pt x="6214327" y="1826077"/>
                </a:cubicBezTo>
                <a:cubicBezTo>
                  <a:pt x="6214327" y="1840242"/>
                  <a:pt x="6202831" y="1851737"/>
                  <a:pt x="6188666" y="1851737"/>
                </a:cubicBezTo>
                <a:cubicBezTo>
                  <a:pt x="6174504" y="1851737"/>
                  <a:pt x="6163008" y="1840242"/>
                  <a:pt x="6163008" y="1826077"/>
                </a:cubicBezTo>
                <a:cubicBezTo>
                  <a:pt x="6163008" y="1811912"/>
                  <a:pt x="6174504" y="1800419"/>
                  <a:pt x="6188666" y="1800419"/>
                </a:cubicBezTo>
                <a:close/>
                <a:moveTo>
                  <a:pt x="6124462" y="1800419"/>
                </a:moveTo>
                <a:cubicBezTo>
                  <a:pt x="6138627" y="1800419"/>
                  <a:pt x="6150123" y="1811912"/>
                  <a:pt x="6150123" y="1826077"/>
                </a:cubicBezTo>
                <a:cubicBezTo>
                  <a:pt x="6150123" y="1840242"/>
                  <a:pt x="6138627" y="1851737"/>
                  <a:pt x="6124462" y="1851737"/>
                </a:cubicBezTo>
                <a:cubicBezTo>
                  <a:pt x="6110297" y="1851737"/>
                  <a:pt x="6098804" y="1840242"/>
                  <a:pt x="6098804" y="1826077"/>
                </a:cubicBezTo>
                <a:cubicBezTo>
                  <a:pt x="6098804" y="1811912"/>
                  <a:pt x="6110297" y="1800419"/>
                  <a:pt x="6124462" y="1800419"/>
                </a:cubicBezTo>
                <a:close/>
                <a:moveTo>
                  <a:pt x="6064505" y="1800419"/>
                </a:moveTo>
                <a:cubicBezTo>
                  <a:pt x="6078666" y="1800419"/>
                  <a:pt x="6090163" y="1811912"/>
                  <a:pt x="6090163" y="1826077"/>
                </a:cubicBezTo>
                <a:cubicBezTo>
                  <a:pt x="6090163" y="1840242"/>
                  <a:pt x="6078666" y="1851737"/>
                  <a:pt x="6064505" y="1851737"/>
                </a:cubicBezTo>
                <a:cubicBezTo>
                  <a:pt x="6050336" y="1851737"/>
                  <a:pt x="6038844" y="1840242"/>
                  <a:pt x="6038844" y="1826077"/>
                </a:cubicBezTo>
                <a:cubicBezTo>
                  <a:pt x="6038844" y="1811912"/>
                  <a:pt x="6050336" y="1800419"/>
                  <a:pt x="6064505" y="1800419"/>
                </a:cubicBezTo>
                <a:close/>
                <a:moveTo>
                  <a:pt x="6000298" y="1800419"/>
                </a:moveTo>
                <a:cubicBezTo>
                  <a:pt x="6014463" y="1800419"/>
                  <a:pt x="6025956" y="1811912"/>
                  <a:pt x="6025956" y="1826077"/>
                </a:cubicBezTo>
                <a:cubicBezTo>
                  <a:pt x="6025956" y="1840242"/>
                  <a:pt x="6014463" y="1851737"/>
                  <a:pt x="6000298" y="1851737"/>
                </a:cubicBezTo>
                <a:cubicBezTo>
                  <a:pt x="5986133" y="1851737"/>
                  <a:pt x="5974639" y="1840242"/>
                  <a:pt x="5974639" y="1826077"/>
                </a:cubicBezTo>
                <a:cubicBezTo>
                  <a:pt x="5974639" y="1811912"/>
                  <a:pt x="5986133" y="1800419"/>
                  <a:pt x="6000298" y="1800419"/>
                </a:cubicBezTo>
                <a:close/>
                <a:moveTo>
                  <a:pt x="5936092" y="1800419"/>
                </a:moveTo>
                <a:cubicBezTo>
                  <a:pt x="5950255" y="1800419"/>
                  <a:pt x="5961751" y="1811912"/>
                  <a:pt x="5961751" y="1826077"/>
                </a:cubicBezTo>
                <a:cubicBezTo>
                  <a:pt x="5961751" y="1840242"/>
                  <a:pt x="5950255" y="1851737"/>
                  <a:pt x="5936092" y="1851737"/>
                </a:cubicBezTo>
                <a:cubicBezTo>
                  <a:pt x="5921928" y="1851737"/>
                  <a:pt x="5910435" y="1840242"/>
                  <a:pt x="5910435" y="1826077"/>
                </a:cubicBezTo>
                <a:cubicBezTo>
                  <a:pt x="5910435" y="1811912"/>
                  <a:pt x="5921928" y="1800419"/>
                  <a:pt x="5936092" y="1800419"/>
                </a:cubicBezTo>
                <a:close/>
                <a:moveTo>
                  <a:pt x="5871887" y="1800419"/>
                </a:moveTo>
                <a:cubicBezTo>
                  <a:pt x="5886051" y="1800419"/>
                  <a:pt x="5897547" y="1811912"/>
                  <a:pt x="5897547" y="1826077"/>
                </a:cubicBezTo>
                <a:cubicBezTo>
                  <a:pt x="5897547" y="1840242"/>
                  <a:pt x="5886051" y="1851737"/>
                  <a:pt x="5871887" y="1851737"/>
                </a:cubicBezTo>
                <a:cubicBezTo>
                  <a:pt x="5857722" y="1851737"/>
                  <a:pt x="5846228" y="1840242"/>
                  <a:pt x="5846228" y="1826077"/>
                </a:cubicBezTo>
                <a:cubicBezTo>
                  <a:pt x="5846228" y="1811912"/>
                  <a:pt x="5857722" y="1800419"/>
                  <a:pt x="5871887" y="1800419"/>
                </a:cubicBezTo>
                <a:close/>
                <a:moveTo>
                  <a:pt x="5679272" y="1800419"/>
                </a:moveTo>
                <a:cubicBezTo>
                  <a:pt x="5693437" y="1800419"/>
                  <a:pt x="5704930" y="1811912"/>
                  <a:pt x="5704930" y="1826077"/>
                </a:cubicBezTo>
                <a:cubicBezTo>
                  <a:pt x="5704930" y="1840242"/>
                  <a:pt x="5693437" y="1851737"/>
                  <a:pt x="5679272" y="1851737"/>
                </a:cubicBezTo>
                <a:cubicBezTo>
                  <a:pt x="5665108" y="1851737"/>
                  <a:pt x="5653614" y="1840242"/>
                  <a:pt x="5653614" y="1826077"/>
                </a:cubicBezTo>
                <a:cubicBezTo>
                  <a:pt x="5653614" y="1811912"/>
                  <a:pt x="5665108" y="1800419"/>
                  <a:pt x="5679272" y="1800419"/>
                </a:cubicBezTo>
                <a:close/>
                <a:moveTo>
                  <a:pt x="5615066" y="1800419"/>
                </a:moveTo>
                <a:cubicBezTo>
                  <a:pt x="5629231" y="1800419"/>
                  <a:pt x="5640726" y="1811912"/>
                  <a:pt x="5640726" y="1826077"/>
                </a:cubicBezTo>
                <a:cubicBezTo>
                  <a:pt x="5640726" y="1840242"/>
                  <a:pt x="5629231" y="1851737"/>
                  <a:pt x="5615066" y="1851737"/>
                </a:cubicBezTo>
                <a:cubicBezTo>
                  <a:pt x="5600901" y="1851737"/>
                  <a:pt x="5589407" y="1840242"/>
                  <a:pt x="5589407" y="1826077"/>
                </a:cubicBezTo>
                <a:cubicBezTo>
                  <a:pt x="5589407" y="1811912"/>
                  <a:pt x="5600901" y="1800419"/>
                  <a:pt x="5615066" y="1800419"/>
                </a:cubicBezTo>
                <a:close/>
                <a:moveTo>
                  <a:pt x="5550862" y="1800419"/>
                </a:moveTo>
                <a:cubicBezTo>
                  <a:pt x="5565027" y="1800419"/>
                  <a:pt x="5576520" y="1811912"/>
                  <a:pt x="5576520" y="1826077"/>
                </a:cubicBezTo>
                <a:cubicBezTo>
                  <a:pt x="5576520" y="1840242"/>
                  <a:pt x="5565027" y="1851737"/>
                  <a:pt x="5550862" y="1851737"/>
                </a:cubicBezTo>
                <a:cubicBezTo>
                  <a:pt x="5536697" y="1851737"/>
                  <a:pt x="5525203" y="1840242"/>
                  <a:pt x="5525203" y="1826077"/>
                </a:cubicBezTo>
                <a:cubicBezTo>
                  <a:pt x="5525203" y="1811912"/>
                  <a:pt x="5536697" y="1800419"/>
                  <a:pt x="5550862" y="1800419"/>
                </a:cubicBezTo>
                <a:close/>
                <a:moveTo>
                  <a:pt x="5486655" y="1800419"/>
                </a:moveTo>
                <a:cubicBezTo>
                  <a:pt x="5500819" y="1800419"/>
                  <a:pt x="5512316" y="1811912"/>
                  <a:pt x="5512316" y="1826077"/>
                </a:cubicBezTo>
                <a:cubicBezTo>
                  <a:pt x="5512316" y="1840242"/>
                  <a:pt x="5500819" y="1851737"/>
                  <a:pt x="5486655" y="1851737"/>
                </a:cubicBezTo>
                <a:cubicBezTo>
                  <a:pt x="5472491" y="1851737"/>
                  <a:pt x="5460997" y="1840242"/>
                  <a:pt x="5460997" y="1826077"/>
                </a:cubicBezTo>
                <a:cubicBezTo>
                  <a:pt x="5460997" y="1811912"/>
                  <a:pt x="5472491" y="1800419"/>
                  <a:pt x="5486655" y="1800419"/>
                </a:cubicBezTo>
                <a:close/>
                <a:moveTo>
                  <a:pt x="5294040" y="1800419"/>
                </a:moveTo>
                <a:cubicBezTo>
                  <a:pt x="5308205" y="1800419"/>
                  <a:pt x="5319699" y="1811912"/>
                  <a:pt x="5319699" y="1826077"/>
                </a:cubicBezTo>
                <a:cubicBezTo>
                  <a:pt x="5319699" y="1840242"/>
                  <a:pt x="5308205" y="1851737"/>
                  <a:pt x="5294040" y="1851737"/>
                </a:cubicBezTo>
                <a:cubicBezTo>
                  <a:pt x="5279877" y="1851737"/>
                  <a:pt x="5268382" y="1840242"/>
                  <a:pt x="5268382" y="1826077"/>
                </a:cubicBezTo>
                <a:cubicBezTo>
                  <a:pt x="5268382" y="1811912"/>
                  <a:pt x="5279877" y="1800419"/>
                  <a:pt x="5294040" y="1800419"/>
                </a:cubicBezTo>
                <a:close/>
                <a:moveTo>
                  <a:pt x="5229719" y="1800419"/>
                </a:moveTo>
                <a:cubicBezTo>
                  <a:pt x="5243999" y="1800419"/>
                  <a:pt x="5255377" y="1811912"/>
                  <a:pt x="5255377" y="1826077"/>
                </a:cubicBezTo>
                <a:cubicBezTo>
                  <a:pt x="5255377" y="1840242"/>
                  <a:pt x="5243883" y="1851737"/>
                  <a:pt x="5229719" y="1851737"/>
                </a:cubicBezTo>
                <a:cubicBezTo>
                  <a:pt x="5215554" y="1851737"/>
                  <a:pt x="5204058" y="1840242"/>
                  <a:pt x="5204058" y="1826077"/>
                </a:cubicBezTo>
                <a:cubicBezTo>
                  <a:pt x="5204058" y="1811912"/>
                  <a:pt x="5215554" y="1800419"/>
                  <a:pt x="5229719" y="1800419"/>
                </a:cubicBezTo>
                <a:close/>
                <a:moveTo>
                  <a:pt x="5165514" y="1800419"/>
                </a:moveTo>
                <a:cubicBezTo>
                  <a:pt x="5179678" y="1800419"/>
                  <a:pt x="5191171" y="1811912"/>
                  <a:pt x="5191171" y="1826077"/>
                </a:cubicBezTo>
                <a:cubicBezTo>
                  <a:pt x="5191171" y="1840242"/>
                  <a:pt x="5179678" y="1851737"/>
                  <a:pt x="5165514" y="1851737"/>
                </a:cubicBezTo>
                <a:cubicBezTo>
                  <a:pt x="5151349" y="1851737"/>
                  <a:pt x="5139855" y="1840242"/>
                  <a:pt x="5139855" y="1826077"/>
                </a:cubicBezTo>
                <a:cubicBezTo>
                  <a:pt x="5139855" y="1811912"/>
                  <a:pt x="5151349" y="1800419"/>
                  <a:pt x="5165514" y="1800419"/>
                </a:cubicBezTo>
                <a:close/>
                <a:moveTo>
                  <a:pt x="5101309" y="1800419"/>
                </a:moveTo>
                <a:cubicBezTo>
                  <a:pt x="5115473" y="1800419"/>
                  <a:pt x="5126967" y="1811912"/>
                  <a:pt x="5126967" y="1826077"/>
                </a:cubicBezTo>
                <a:cubicBezTo>
                  <a:pt x="5126967" y="1840242"/>
                  <a:pt x="5115473" y="1851737"/>
                  <a:pt x="5101309" y="1851737"/>
                </a:cubicBezTo>
                <a:cubicBezTo>
                  <a:pt x="5087142" y="1851737"/>
                  <a:pt x="5075649" y="1840242"/>
                  <a:pt x="5075649" y="1826077"/>
                </a:cubicBezTo>
                <a:cubicBezTo>
                  <a:pt x="5075649" y="1811912"/>
                  <a:pt x="5087142" y="1800419"/>
                  <a:pt x="5101309" y="1800419"/>
                </a:cubicBezTo>
                <a:close/>
                <a:moveTo>
                  <a:pt x="4972896" y="1800419"/>
                </a:moveTo>
                <a:cubicBezTo>
                  <a:pt x="4987063" y="1800419"/>
                  <a:pt x="4998557" y="1811912"/>
                  <a:pt x="4998557" y="1826077"/>
                </a:cubicBezTo>
                <a:cubicBezTo>
                  <a:pt x="4998557" y="1840242"/>
                  <a:pt x="4987063" y="1851737"/>
                  <a:pt x="4972896" y="1851737"/>
                </a:cubicBezTo>
                <a:cubicBezTo>
                  <a:pt x="4958732" y="1851737"/>
                  <a:pt x="4947240" y="1840242"/>
                  <a:pt x="4947240" y="1826077"/>
                </a:cubicBezTo>
                <a:cubicBezTo>
                  <a:pt x="4947240" y="1811912"/>
                  <a:pt x="4958732" y="1800419"/>
                  <a:pt x="4972896" y="1800419"/>
                </a:cubicBezTo>
                <a:close/>
                <a:moveTo>
                  <a:pt x="4908693" y="1800419"/>
                </a:moveTo>
                <a:cubicBezTo>
                  <a:pt x="4922857" y="1800419"/>
                  <a:pt x="4934352" y="1811912"/>
                  <a:pt x="4934352" y="1826077"/>
                </a:cubicBezTo>
                <a:cubicBezTo>
                  <a:pt x="4934352" y="1840242"/>
                  <a:pt x="4922857" y="1851737"/>
                  <a:pt x="4908693" y="1851737"/>
                </a:cubicBezTo>
                <a:cubicBezTo>
                  <a:pt x="4894527" y="1851737"/>
                  <a:pt x="4883033" y="1840242"/>
                  <a:pt x="4883033" y="1826077"/>
                </a:cubicBezTo>
                <a:cubicBezTo>
                  <a:pt x="4883033" y="1811912"/>
                  <a:pt x="4894527" y="1800419"/>
                  <a:pt x="4908693" y="1800419"/>
                </a:cubicBezTo>
                <a:close/>
                <a:moveTo>
                  <a:pt x="4844487" y="1800419"/>
                </a:moveTo>
                <a:cubicBezTo>
                  <a:pt x="4858650" y="1800419"/>
                  <a:pt x="4870146" y="1811912"/>
                  <a:pt x="4870146" y="1826077"/>
                </a:cubicBezTo>
                <a:cubicBezTo>
                  <a:pt x="4870146" y="1840242"/>
                  <a:pt x="4858650" y="1851737"/>
                  <a:pt x="4844487" y="1851737"/>
                </a:cubicBezTo>
                <a:cubicBezTo>
                  <a:pt x="4830322" y="1851737"/>
                  <a:pt x="4818828" y="1840242"/>
                  <a:pt x="4818828" y="1826077"/>
                </a:cubicBezTo>
                <a:cubicBezTo>
                  <a:pt x="4818828" y="1811912"/>
                  <a:pt x="4830322" y="1800419"/>
                  <a:pt x="4844487" y="1800419"/>
                </a:cubicBezTo>
                <a:close/>
                <a:moveTo>
                  <a:pt x="4780282" y="1800419"/>
                </a:moveTo>
                <a:cubicBezTo>
                  <a:pt x="4794447" y="1800419"/>
                  <a:pt x="4805941" y="1811912"/>
                  <a:pt x="4805941" y="1826077"/>
                </a:cubicBezTo>
                <a:cubicBezTo>
                  <a:pt x="4805941" y="1840242"/>
                  <a:pt x="4794447" y="1851737"/>
                  <a:pt x="4780282" y="1851737"/>
                </a:cubicBezTo>
                <a:cubicBezTo>
                  <a:pt x="4766118" y="1851737"/>
                  <a:pt x="4754622" y="1840242"/>
                  <a:pt x="4754622" y="1826077"/>
                </a:cubicBezTo>
                <a:cubicBezTo>
                  <a:pt x="4754622" y="1811912"/>
                  <a:pt x="4766118" y="1800419"/>
                  <a:pt x="4780282" y="1800419"/>
                </a:cubicBezTo>
                <a:close/>
                <a:moveTo>
                  <a:pt x="4587666" y="1800419"/>
                </a:moveTo>
                <a:cubicBezTo>
                  <a:pt x="4601830" y="1800419"/>
                  <a:pt x="4613324" y="1811912"/>
                  <a:pt x="4613324" y="1826077"/>
                </a:cubicBezTo>
                <a:cubicBezTo>
                  <a:pt x="4613324" y="1840242"/>
                  <a:pt x="4601830" y="1851737"/>
                  <a:pt x="4587666" y="1851737"/>
                </a:cubicBezTo>
                <a:cubicBezTo>
                  <a:pt x="4573501" y="1851737"/>
                  <a:pt x="4562007" y="1840242"/>
                  <a:pt x="4562007" y="1826077"/>
                </a:cubicBezTo>
                <a:cubicBezTo>
                  <a:pt x="4562007" y="1811912"/>
                  <a:pt x="4573501" y="1800419"/>
                  <a:pt x="4587666" y="1800419"/>
                </a:cubicBezTo>
                <a:close/>
                <a:moveTo>
                  <a:pt x="4523461" y="1800419"/>
                </a:moveTo>
                <a:cubicBezTo>
                  <a:pt x="4537626" y="1800419"/>
                  <a:pt x="4549121" y="1811912"/>
                  <a:pt x="4549121" y="1826077"/>
                </a:cubicBezTo>
                <a:cubicBezTo>
                  <a:pt x="4549121" y="1840242"/>
                  <a:pt x="4537626" y="1851737"/>
                  <a:pt x="4523461" y="1851737"/>
                </a:cubicBezTo>
                <a:cubicBezTo>
                  <a:pt x="4509296" y="1851737"/>
                  <a:pt x="4497802" y="1840242"/>
                  <a:pt x="4497802" y="1826077"/>
                </a:cubicBezTo>
                <a:cubicBezTo>
                  <a:pt x="4497802" y="1811912"/>
                  <a:pt x="4509296" y="1800419"/>
                  <a:pt x="4523461" y="1800419"/>
                </a:cubicBezTo>
                <a:close/>
                <a:moveTo>
                  <a:pt x="4459256" y="1800419"/>
                </a:moveTo>
                <a:cubicBezTo>
                  <a:pt x="4473420" y="1800419"/>
                  <a:pt x="4484914" y="1811912"/>
                  <a:pt x="4484914" y="1826077"/>
                </a:cubicBezTo>
                <a:cubicBezTo>
                  <a:pt x="4484914" y="1840242"/>
                  <a:pt x="4473420" y="1851737"/>
                  <a:pt x="4459256" y="1851737"/>
                </a:cubicBezTo>
                <a:cubicBezTo>
                  <a:pt x="4445091" y="1851737"/>
                  <a:pt x="4433596" y="1840242"/>
                  <a:pt x="4433596" y="1826077"/>
                </a:cubicBezTo>
                <a:cubicBezTo>
                  <a:pt x="4433596" y="1811912"/>
                  <a:pt x="4445091" y="1800419"/>
                  <a:pt x="4459256" y="1800419"/>
                </a:cubicBezTo>
                <a:close/>
                <a:moveTo>
                  <a:pt x="4395050" y="1800419"/>
                </a:moveTo>
                <a:cubicBezTo>
                  <a:pt x="4409214" y="1800419"/>
                  <a:pt x="4420710" y="1811912"/>
                  <a:pt x="4420710" y="1826077"/>
                </a:cubicBezTo>
                <a:cubicBezTo>
                  <a:pt x="4420710" y="1840242"/>
                  <a:pt x="4409214" y="1851737"/>
                  <a:pt x="4395050" y="1851737"/>
                </a:cubicBezTo>
                <a:cubicBezTo>
                  <a:pt x="4380886" y="1851737"/>
                  <a:pt x="4369391" y="1840242"/>
                  <a:pt x="4369391" y="1826077"/>
                </a:cubicBezTo>
                <a:cubicBezTo>
                  <a:pt x="4369391" y="1811912"/>
                  <a:pt x="4380886" y="1800419"/>
                  <a:pt x="4395050" y="1800419"/>
                </a:cubicBezTo>
                <a:close/>
                <a:moveTo>
                  <a:pt x="4202435" y="1800419"/>
                </a:moveTo>
                <a:cubicBezTo>
                  <a:pt x="4216598" y="1800419"/>
                  <a:pt x="4228093" y="1811912"/>
                  <a:pt x="4228093" y="1826077"/>
                </a:cubicBezTo>
                <a:cubicBezTo>
                  <a:pt x="4228093" y="1840242"/>
                  <a:pt x="4216598" y="1851737"/>
                  <a:pt x="4202435" y="1851737"/>
                </a:cubicBezTo>
                <a:cubicBezTo>
                  <a:pt x="4188268" y="1851737"/>
                  <a:pt x="4176776" y="1840242"/>
                  <a:pt x="4176776" y="1826077"/>
                </a:cubicBezTo>
                <a:cubicBezTo>
                  <a:pt x="4176776" y="1811912"/>
                  <a:pt x="4188268" y="1800419"/>
                  <a:pt x="4202435" y="1800419"/>
                </a:cubicBezTo>
                <a:close/>
                <a:moveTo>
                  <a:pt x="4138112" y="1800419"/>
                </a:moveTo>
                <a:cubicBezTo>
                  <a:pt x="4152394" y="1800419"/>
                  <a:pt x="4163773" y="1811912"/>
                  <a:pt x="4163773" y="1826077"/>
                </a:cubicBezTo>
                <a:cubicBezTo>
                  <a:pt x="4163773" y="1840242"/>
                  <a:pt x="4152277" y="1851737"/>
                  <a:pt x="4138112" y="1851737"/>
                </a:cubicBezTo>
                <a:cubicBezTo>
                  <a:pt x="4123948" y="1851737"/>
                  <a:pt x="4112454" y="1840242"/>
                  <a:pt x="4112454" y="1826077"/>
                </a:cubicBezTo>
                <a:cubicBezTo>
                  <a:pt x="4112454" y="1811912"/>
                  <a:pt x="4123948" y="1800419"/>
                  <a:pt x="4138112" y="1800419"/>
                </a:cubicBezTo>
                <a:close/>
                <a:moveTo>
                  <a:pt x="4073908" y="1800419"/>
                </a:moveTo>
                <a:cubicBezTo>
                  <a:pt x="4088073" y="1800419"/>
                  <a:pt x="4099565" y="1811912"/>
                  <a:pt x="4099565" y="1826077"/>
                </a:cubicBezTo>
                <a:cubicBezTo>
                  <a:pt x="4099565" y="1840242"/>
                  <a:pt x="4088073" y="1851737"/>
                  <a:pt x="4073908" y="1851737"/>
                </a:cubicBezTo>
                <a:cubicBezTo>
                  <a:pt x="4059743" y="1851737"/>
                  <a:pt x="4048248" y="1840242"/>
                  <a:pt x="4048248" y="1826077"/>
                </a:cubicBezTo>
                <a:cubicBezTo>
                  <a:pt x="4048248" y="1811912"/>
                  <a:pt x="4059743" y="1800419"/>
                  <a:pt x="4073908" y="1800419"/>
                </a:cubicBezTo>
                <a:close/>
                <a:moveTo>
                  <a:pt x="4009702" y="1800419"/>
                </a:moveTo>
                <a:cubicBezTo>
                  <a:pt x="4023866" y="1800419"/>
                  <a:pt x="4035362" y="1811912"/>
                  <a:pt x="4035362" y="1826077"/>
                </a:cubicBezTo>
                <a:cubicBezTo>
                  <a:pt x="4035362" y="1840242"/>
                  <a:pt x="4023866" y="1851737"/>
                  <a:pt x="4009702" y="1851737"/>
                </a:cubicBezTo>
                <a:cubicBezTo>
                  <a:pt x="3995538" y="1851737"/>
                  <a:pt x="3984043" y="1840242"/>
                  <a:pt x="3984043" y="1826077"/>
                </a:cubicBezTo>
                <a:cubicBezTo>
                  <a:pt x="3984043" y="1811912"/>
                  <a:pt x="3995538" y="1800419"/>
                  <a:pt x="4009702" y="1800419"/>
                </a:cubicBezTo>
                <a:close/>
                <a:moveTo>
                  <a:pt x="3881291" y="1800419"/>
                </a:moveTo>
                <a:cubicBezTo>
                  <a:pt x="3895456" y="1800419"/>
                  <a:pt x="3906950" y="1811912"/>
                  <a:pt x="3906950" y="1826077"/>
                </a:cubicBezTo>
                <a:cubicBezTo>
                  <a:pt x="3906950" y="1840242"/>
                  <a:pt x="3895456" y="1851737"/>
                  <a:pt x="3881291" y="1851737"/>
                </a:cubicBezTo>
                <a:cubicBezTo>
                  <a:pt x="3867127" y="1851737"/>
                  <a:pt x="3855633" y="1840242"/>
                  <a:pt x="3855633" y="1826077"/>
                </a:cubicBezTo>
                <a:cubicBezTo>
                  <a:pt x="3855633" y="1811912"/>
                  <a:pt x="3867127" y="1800419"/>
                  <a:pt x="3881291" y="1800419"/>
                </a:cubicBezTo>
                <a:close/>
                <a:moveTo>
                  <a:pt x="3817085" y="1800419"/>
                </a:moveTo>
                <a:cubicBezTo>
                  <a:pt x="3831252" y="1800419"/>
                  <a:pt x="3842745" y="1811912"/>
                  <a:pt x="3842745" y="1826077"/>
                </a:cubicBezTo>
                <a:cubicBezTo>
                  <a:pt x="3842745" y="1840242"/>
                  <a:pt x="3831252" y="1851737"/>
                  <a:pt x="3817085" y="1851737"/>
                </a:cubicBezTo>
                <a:cubicBezTo>
                  <a:pt x="3802921" y="1851737"/>
                  <a:pt x="3791427" y="1840242"/>
                  <a:pt x="3791427" y="1826077"/>
                </a:cubicBezTo>
                <a:cubicBezTo>
                  <a:pt x="3791427" y="1811912"/>
                  <a:pt x="3802921" y="1800419"/>
                  <a:pt x="3817085" y="1800419"/>
                </a:cubicBezTo>
                <a:close/>
                <a:moveTo>
                  <a:pt x="3752882" y="1800419"/>
                </a:moveTo>
                <a:cubicBezTo>
                  <a:pt x="3767045" y="1800419"/>
                  <a:pt x="3778539" y="1811912"/>
                  <a:pt x="3778539" y="1826077"/>
                </a:cubicBezTo>
                <a:cubicBezTo>
                  <a:pt x="3778539" y="1840242"/>
                  <a:pt x="3767045" y="1851737"/>
                  <a:pt x="3752882" y="1851737"/>
                </a:cubicBezTo>
                <a:cubicBezTo>
                  <a:pt x="3738717" y="1851737"/>
                  <a:pt x="3727221" y="1840242"/>
                  <a:pt x="3727221" y="1826077"/>
                </a:cubicBezTo>
                <a:cubicBezTo>
                  <a:pt x="3727221" y="1811912"/>
                  <a:pt x="3738717" y="1800419"/>
                  <a:pt x="3752882" y="1800419"/>
                </a:cubicBezTo>
                <a:close/>
                <a:moveTo>
                  <a:pt x="3688674" y="1800419"/>
                </a:moveTo>
                <a:cubicBezTo>
                  <a:pt x="3702840" y="1800419"/>
                  <a:pt x="3714335" y="1811912"/>
                  <a:pt x="3714335" y="1826077"/>
                </a:cubicBezTo>
                <a:cubicBezTo>
                  <a:pt x="3714335" y="1840242"/>
                  <a:pt x="3702840" y="1851737"/>
                  <a:pt x="3688674" y="1851737"/>
                </a:cubicBezTo>
                <a:cubicBezTo>
                  <a:pt x="3674510" y="1851737"/>
                  <a:pt x="3663017" y="1840242"/>
                  <a:pt x="3663017" y="1826077"/>
                </a:cubicBezTo>
                <a:cubicBezTo>
                  <a:pt x="3663017" y="1811912"/>
                  <a:pt x="3674510" y="1800419"/>
                  <a:pt x="3688674" y="1800419"/>
                </a:cubicBezTo>
                <a:close/>
                <a:moveTo>
                  <a:pt x="3496060" y="1800419"/>
                </a:moveTo>
                <a:cubicBezTo>
                  <a:pt x="3510225" y="1800419"/>
                  <a:pt x="3521719" y="1811912"/>
                  <a:pt x="3521719" y="1826077"/>
                </a:cubicBezTo>
                <a:cubicBezTo>
                  <a:pt x="3521719" y="1840242"/>
                  <a:pt x="3510225" y="1851737"/>
                  <a:pt x="3496060" y="1851737"/>
                </a:cubicBezTo>
                <a:cubicBezTo>
                  <a:pt x="3481895" y="1851737"/>
                  <a:pt x="3470400" y="1840242"/>
                  <a:pt x="3470400" y="1826077"/>
                </a:cubicBezTo>
                <a:cubicBezTo>
                  <a:pt x="3470400" y="1811912"/>
                  <a:pt x="3481895" y="1800419"/>
                  <a:pt x="3496060" y="1800419"/>
                </a:cubicBezTo>
                <a:close/>
                <a:moveTo>
                  <a:pt x="3431855" y="1800419"/>
                </a:moveTo>
                <a:cubicBezTo>
                  <a:pt x="3446019" y="1800419"/>
                  <a:pt x="3457512" y="1811912"/>
                  <a:pt x="3457512" y="1826077"/>
                </a:cubicBezTo>
                <a:cubicBezTo>
                  <a:pt x="3457512" y="1840242"/>
                  <a:pt x="3446019" y="1851737"/>
                  <a:pt x="3431855" y="1851737"/>
                </a:cubicBezTo>
                <a:cubicBezTo>
                  <a:pt x="3417690" y="1851737"/>
                  <a:pt x="3406196" y="1840242"/>
                  <a:pt x="3406196" y="1826077"/>
                </a:cubicBezTo>
                <a:cubicBezTo>
                  <a:pt x="3406196" y="1811912"/>
                  <a:pt x="3417690" y="1800419"/>
                  <a:pt x="3431855" y="1800419"/>
                </a:cubicBezTo>
                <a:close/>
                <a:moveTo>
                  <a:pt x="3367649" y="1800419"/>
                </a:moveTo>
                <a:cubicBezTo>
                  <a:pt x="3381813" y="1800419"/>
                  <a:pt x="3393308" y="1811912"/>
                  <a:pt x="3393308" y="1826077"/>
                </a:cubicBezTo>
                <a:cubicBezTo>
                  <a:pt x="3393308" y="1840242"/>
                  <a:pt x="3381813" y="1851737"/>
                  <a:pt x="3367649" y="1851737"/>
                </a:cubicBezTo>
                <a:cubicBezTo>
                  <a:pt x="3353484" y="1851737"/>
                  <a:pt x="3341990" y="1840242"/>
                  <a:pt x="3341990" y="1826077"/>
                </a:cubicBezTo>
                <a:cubicBezTo>
                  <a:pt x="3341990" y="1811912"/>
                  <a:pt x="3353484" y="1800419"/>
                  <a:pt x="3367649" y="1800419"/>
                </a:cubicBezTo>
                <a:close/>
                <a:moveTo>
                  <a:pt x="3303444" y="1800419"/>
                </a:moveTo>
                <a:cubicBezTo>
                  <a:pt x="3317609" y="1800419"/>
                  <a:pt x="3329102" y="1811912"/>
                  <a:pt x="3329102" y="1826077"/>
                </a:cubicBezTo>
                <a:cubicBezTo>
                  <a:pt x="3329102" y="1840242"/>
                  <a:pt x="3317609" y="1851737"/>
                  <a:pt x="3303444" y="1851737"/>
                </a:cubicBezTo>
                <a:cubicBezTo>
                  <a:pt x="3289279" y="1851737"/>
                  <a:pt x="3277785" y="1840242"/>
                  <a:pt x="3277785" y="1826077"/>
                </a:cubicBezTo>
                <a:cubicBezTo>
                  <a:pt x="3277785" y="1811912"/>
                  <a:pt x="3289279" y="1800419"/>
                  <a:pt x="3303444" y="1800419"/>
                </a:cubicBezTo>
                <a:close/>
                <a:moveTo>
                  <a:pt x="3110828" y="1800419"/>
                </a:moveTo>
                <a:cubicBezTo>
                  <a:pt x="3124992" y="1800419"/>
                  <a:pt x="3136487" y="1811912"/>
                  <a:pt x="3136487" y="1826077"/>
                </a:cubicBezTo>
                <a:cubicBezTo>
                  <a:pt x="3136487" y="1840242"/>
                  <a:pt x="3124992" y="1851737"/>
                  <a:pt x="3110828" y="1851737"/>
                </a:cubicBezTo>
                <a:cubicBezTo>
                  <a:pt x="3096663" y="1851737"/>
                  <a:pt x="3085170" y="1840242"/>
                  <a:pt x="3085170" y="1826077"/>
                </a:cubicBezTo>
                <a:cubicBezTo>
                  <a:pt x="3085170" y="1811912"/>
                  <a:pt x="3096663" y="1800419"/>
                  <a:pt x="3110828" y="1800419"/>
                </a:cubicBezTo>
                <a:close/>
                <a:moveTo>
                  <a:pt x="3046623" y="1800419"/>
                </a:moveTo>
                <a:cubicBezTo>
                  <a:pt x="3060788" y="1800419"/>
                  <a:pt x="3072282" y="1811912"/>
                  <a:pt x="3072282" y="1826077"/>
                </a:cubicBezTo>
                <a:cubicBezTo>
                  <a:pt x="3072282" y="1840242"/>
                  <a:pt x="3060788" y="1851737"/>
                  <a:pt x="3046623" y="1851737"/>
                </a:cubicBezTo>
                <a:cubicBezTo>
                  <a:pt x="3032458" y="1851737"/>
                  <a:pt x="3020964" y="1840242"/>
                  <a:pt x="3020964" y="1826077"/>
                </a:cubicBezTo>
                <a:cubicBezTo>
                  <a:pt x="3020964" y="1811912"/>
                  <a:pt x="3032458" y="1800419"/>
                  <a:pt x="3046623" y="1800419"/>
                </a:cubicBezTo>
                <a:close/>
                <a:moveTo>
                  <a:pt x="2982301" y="1800419"/>
                </a:moveTo>
                <a:cubicBezTo>
                  <a:pt x="2996466" y="1800419"/>
                  <a:pt x="3007960" y="1811912"/>
                  <a:pt x="3007960" y="1826077"/>
                </a:cubicBezTo>
                <a:cubicBezTo>
                  <a:pt x="3007960" y="1840242"/>
                  <a:pt x="2996466" y="1851737"/>
                  <a:pt x="2982301" y="1851737"/>
                </a:cubicBezTo>
                <a:cubicBezTo>
                  <a:pt x="2968137" y="1851737"/>
                  <a:pt x="2956642" y="1840242"/>
                  <a:pt x="2956642" y="1826077"/>
                </a:cubicBezTo>
                <a:cubicBezTo>
                  <a:pt x="2956642" y="1811912"/>
                  <a:pt x="2968137" y="1800419"/>
                  <a:pt x="2982301" y="1800419"/>
                </a:cubicBezTo>
                <a:close/>
                <a:moveTo>
                  <a:pt x="2918096" y="1800419"/>
                </a:moveTo>
                <a:cubicBezTo>
                  <a:pt x="2932261" y="1800419"/>
                  <a:pt x="2943755" y="1811912"/>
                  <a:pt x="2943755" y="1826077"/>
                </a:cubicBezTo>
                <a:cubicBezTo>
                  <a:pt x="2943755" y="1840242"/>
                  <a:pt x="2932261" y="1851737"/>
                  <a:pt x="2918096" y="1851737"/>
                </a:cubicBezTo>
                <a:cubicBezTo>
                  <a:pt x="2903931" y="1851737"/>
                  <a:pt x="2892438" y="1840242"/>
                  <a:pt x="2892438" y="1826077"/>
                </a:cubicBezTo>
                <a:cubicBezTo>
                  <a:pt x="2892438" y="1811912"/>
                  <a:pt x="2903931" y="1800419"/>
                  <a:pt x="2918096" y="1800419"/>
                </a:cubicBezTo>
                <a:close/>
                <a:moveTo>
                  <a:pt x="2789686" y="1800419"/>
                </a:moveTo>
                <a:cubicBezTo>
                  <a:pt x="2803850" y="1800419"/>
                  <a:pt x="2815344" y="1811912"/>
                  <a:pt x="2815344" y="1826077"/>
                </a:cubicBezTo>
                <a:cubicBezTo>
                  <a:pt x="2815344" y="1840242"/>
                  <a:pt x="2803850" y="1851737"/>
                  <a:pt x="2789686" y="1851737"/>
                </a:cubicBezTo>
                <a:cubicBezTo>
                  <a:pt x="2775521" y="1851737"/>
                  <a:pt x="2764027" y="1840242"/>
                  <a:pt x="2764027" y="1826077"/>
                </a:cubicBezTo>
                <a:cubicBezTo>
                  <a:pt x="2764027" y="1811912"/>
                  <a:pt x="2775521" y="1800419"/>
                  <a:pt x="2789686" y="1800419"/>
                </a:cubicBezTo>
                <a:close/>
                <a:moveTo>
                  <a:pt x="2725480" y="1800419"/>
                </a:moveTo>
                <a:cubicBezTo>
                  <a:pt x="2739644" y="1800419"/>
                  <a:pt x="2751140" y="1811912"/>
                  <a:pt x="2751140" y="1826077"/>
                </a:cubicBezTo>
                <a:cubicBezTo>
                  <a:pt x="2751140" y="1840242"/>
                  <a:pt x="2739644" y="1851737"/>
                  <a:pt x="2725480" y="1851737"/>
                </a:cubicBezTo>
                <a:cubicBezTo>
                  <a:pt x="2711315" y="1851737"/>
                  <a:pt x="2699821" y="1840242"/>
                  <a:pt x="2699821" y="1826077"/>
                </a:cubicBezTo>
                <a:cubicBezTo>
                  <a:pt x="2699821" y="1811912"/>
                  <a:pt x="2711315" y="1800419"/>
                  <a:pt x="2725480" y="1800419"/>
                </a:cubicBezTo>
                <a:close/>
                <a:moveTo>
                  <a:pt x="2597069" y="1800419"/>
                </a:moveTo>
                <a:cubicBezTo>
                  <a:pt x="2611234" y="1800419"/>
                  <a:pt x="2622729" y="1811912"/>
                  <a:pt x="2622729" y="1826077"/>
                </a:cubicBezTo>
                <a:cubicBezTo>
                  <a:pt x="2622729" y="1840242"/>
                  <a:pt x="2611234" y="1851737"/>
                  <a:pt x="2597069" y="1851737"/>
                </a:cubicBezTo>
                <a:cubicBezTo>
                  <a:pt x="2582904" y="1851737"/>
                  <a:pt x="2571410" y="1840242"/>
                  <a:pt x="2571410" y="1826077"/>
                </a:cubicBezTo>
                <a:cubicBezTo>
                  <a:pt x="2571410" y="1811912"/>
                  <a:pt x="2582904" y="1800419"/>
                  <a:pt x="2597069" y="1800419"/>
                </a:cubicBezTo>
                <a:close/>
                <a:moveTo>
                  <a:pt x="2404454" y="1800419"/>
                </a:moveTo>
                <a:cubicBezTo>
                  <a:pt x="2418619" y="1800419"/>
                  <a:pt x="2430112" y="1811912"/>
                  <a:pt x="2430112" y="1826077"/>
                </a:cubicBezTo>
                <a:cubicBezTo>
                  <a:pt x="2430112" y="1840242"/>
                  <a:pt x="2418619" y="1851737"/>
                  <a:pt x="2404454" y="1851737"/>
                </a:cubicBezTo>
                <a:cubicBezTo>
                  <a:pt x="2390289" y="1851737"/>
                  <a:pt x="2378795" y="1840242"/>
                  <a:pt x="2378795" y="1826077"/>
                </a:cubicBezTo>
                <a:cubicBezTo>
                  <a:pt x="2378795" y="1811912"/>
                  <a:pt x="2390289" y="1800419"/>
                  <a:pt x="2404454" y="1800419"/>
                </a:cubicBezTo>
                <a:close/>
                <a:moveTo>
                  <a:pt x="2340249" y="1800419"/>
                </a:moveTo>
                <a:cubicBezTo>
                  <a:pt x="2354413" y="1800419"/>
                  <a:pt x="2365908" y="1811912"/>
                  <a:pt x="2365908" y="1826077"/>
                </a:cubicBezTo>
                <a:cubicBezTo>
                  <a:pt x="2365908" y="1840242"/>
                  <a:pt x="2354413" y="1851737"/>
                  <a:pt x="2340249" y="1851737"/>
                </a:cubicBezTo>
                <a:cubicBezTo>
                  <a:pt x="2326084" y="1851737"/>
                  <a:pt x="2314590" y="1840242"/>
                  <a:pt x="2314590" y="1826077"/>
                </a:cubicBezTo>
                <a:cubicBezTo>
                  <a:pt x="2314590" y="1811912"/>
                  <a:pt x="2326084" y="1800419"/>
                  <a:pt x="2340249" y="1800419"/>
                </a:cubicBezTo>
                <a:close/>
                <a:moveTo>
                  <a:pt x="2276044" y="1800419"/>
                </a:moveTo>
                <a:cubicBezTo>
                  <a:pt x="2290208" y="1800419"/>
                  <a:pt x="2301702" y="1811912"/>
                  <a:pt x="2301702" y="1826077"/>
                </a:cubicBezTo>
                <a:cubicBezTo>
                  <a:pt x="2301702" y="1840242"/>
                  <a:pt x="2290208" y="1851737"/>
                  <a:pt x="2276044" y="1851737"/>
                </a:cubicBezTo>
                <a:cubicBezTo>
                  <a:pt x="2261879" y="1851737"/>
                  <a:pt x="2250385" y="1840242"/>
                  <a:pt x="2250385" y="1826077"/>
                </a:cubicBezTo>
                <a:cubicBezTo>
                  <a:pt x="2250385" y="1811912"/>
                  <a:pt x="2261879" y="1800419"/>
                  <a:pt x="2276044" y="1800419"/>
                </a:cubicBezTo>
                <a:close/>
                <a:moveTo>
                  <a:pt x="2211838" y="1800419"/>
                </a:moveTo>
                <a:cubicBezTo>
                  <a:pt x="2226003" y="1800419"/>
                  <a:pt x="2237497" y="1811912"/>
                  <a:pt x="2237497" y="1826077"/>
                </a:cubicBezTo>
                <a:cubicBezTo>
                  <a:pt x="2237497" y="1840242"/>
                  <a:pt x="2226003" y="1851737"/>
                  <a:pt x="2211838" y="1851737"/>
                </a:cubicBezTo>
                <a:cubicBezTo>
                  <a:pt x="2197673" y="1851737"/>
                  <a:pt x="2186178" y="1840242"/>
                  <a:pt x="2186178" y="1826077"/>
                </a:cubicBezTo>
                <a:cubicBezTo>
                  <a:pt x="2186178" y="1811912"/>
                  <a:pt x="2197673" y="1800419"/>
                  <a:pt x="2211838" y="1800419"/>
                </a:cubicBezTo>
                <a:close/>
                <a:moveTo>
                  <a:pt x="2019222" y="1800419"/>
                </a:moveTo>
                <a:cubicBezTo>
                  <a:pt x="2033387" y="1800419"/>
                  <a:pt x="2044880" y="1811912"/>
                  <a:pt x="2044880" y="1826077"/>
                </a:cubicBezTo>
                <a:cubicBezTo>
                  <a:pt x="2044880" y="1840242"/>
                  <a:pt x="2033387" y="1851737"/>
                  <a:pt x="2019222" y="1851737"/>
                </a:cubicBezTo>
                <a:cubicBezTo>
                  <a:pt x="2005058" y="1851737"/>
                  <a:pt x="1993563" y="1840242"/>
                  <a:pt x="1993563" y="1826077"/>
                </a:cubicBezTo>
                <a:cubicBezTo>
                  <a:pt x="1993563" y="1811912"/>
                  <a:pt x="2005058" y="1800419"/>
                  <a:pt x="2019222" y="1800419"/>
                </a:cubicBezTo>
                <a:close/>
                <a:moveTo>
                  <a:pt x="1955016" y="1800419"/>
                </a:moveTo>
                <a:cubicBezTo>
                  <a:pt x="1969181" y="1800419"/>
                  <a:pt x="1980676" y="1811912"/>
                  <a:pt x="1980676" y="1826077"/>
                </a:cubicBezTo>
                <a:cubicBezTo>
                  <a:pt x="1980676" y="1840242"/>
                  <a:pt x="1969181" y="1851737"/>
                  <a:pt x="1955016" y="1851737"/>
                </a:cubicBezTo>
                <a:cubicBezTo>
                  <a:pt x="1940851" y="1851737"/>
                  <a:pt x="1929358" y="1840242"/>
                  <a:pt x="1929358" y="1826077"/>
                </a:cubicBezTo>
                <a:cubicBezTo>
                  <a:pt x="1929358" y="1811912"/>
                  <a:pt x="1940851" y="1800419"/>
                  <a:pt x="1955016" y="1800419"/>
                </a:cubicBezTo>
                <a:close/>
                <a:moveTo>
                  <a:pt x="1890696" y="1800419"/>
                </a:moveTo>
                <a:cubicBezTo>
                  <a:pt x="1904860" y="1800419"/>
                  <a:pt x="1916355" y="1811912"/>
                  <a:pt x="1916355" y="1826077"/>
                </a:cubicBezTo>
                <a:cubicBezTo>
                  <a:pt x="1916355" y="1840242"/>
                  <a:pt x="1904860" y="1851737"/>
                  <a:pt x="1890696" y="1851737"/>
                </a:cubicBezTo>
                <a:cubicBezTo>
                  <a:pt x="1876531" y="1851737"/>
                  <a:pt x="1865037" y="1840242"/>
                  <a:pt x="1865037" y="1826077"/>
                </a:cubicBezTo>
                <a:cubicBezTo>
                  <a:pt x="1865037" y="1811912"/>
                  <a:pt x="1876531" y="1800419"/>
                  <a:pt x="1890696" y="1800419"/>
                </a:cubicBezTo>
                <a:close/>
                <a:moveTo>
                  <a:pt x="1826490" y="1800419"/>
                </a:moveTo>
                <a:cubicBezTo>
                  <a:pt x="1840654" y="1800419"/>
                  <a:pt x="1852149" y="1811912"/>
                  <a:pt x="1852149" y="1826077"/>
                </a:cubicBezTo>
                <a:cubicBezTo>
                  <a:pt x="1852149" y="1840242"/>
                  <a:pt x="1840654" y="1851737"/>
                  <a:pt x="1826490" y="1851737"/>
                </a:cubicBezTo>
                <a:cubicBezTo>
                  <a:pt x="1812325" y="1851737"/>
                  <a:pt x="1800830" y="1840242"/>
                  <a:pt x="1800830" y="1826077"/>
                </a:cubicBezTo>
                <a:cubicBezTo>
                  <a:pt x="1800830" y="1811912"/>
                  <a:pt x="1812325" y="1800419"/>
                  <a:pt x="1826490" y="1800419"/>
                </a:cubicBezTo>
                <a:close/>
                <a:moveTo>
                  <a:pt x="1698080" y="1800419"/>
                </a:moveTo>
                <a:cubicBezTo>
                  <a:pt x="1712244" y="1800419"/>
                  <a:pt x="1723738" y="1811912"/>
                  <a:pt x="1723738" y="1826077"/>
                </a:cubicBezTo>
                <a:cubicBezTo>
                  <a:pt x="1723738" y="1840242"/>
                  <a:pt x="1712244" y="1851737"/>
                  <a:pt x="1698080" y="1851737"/>
                </a:cubicBezTo>
                <a:cubicBezTo>
                  <a:pt x="1683915" y="1851737"/>
                  <a:pt x="1672420" y="1840242"/>
                  <a:pt x="1672420" y="1826077"/>
                </a:cubicBezTo>
                <a:cubicBezTo>
                  <a:pt x="1672420" y="1811912"/>
                  <a:pt x="1683915" y="1800419"/>
                  <a:pt x="1698080" y="1800419"/>
                </a:cubicBezTo>
                <a:close/>
                <a:moveTo>
                  <a:pt x="1633874" y="1800419"/>
                </a:moveTo>
                <a:cubicBezTo>
                  <a:pt x="1648039" y="1800419"/>
                  <a:pt x="1659533" y="1811912"/>
                  <a:pt x="1659533" y="1826077"/>
                </a:cubicBezTo>
                <a:cubicBezTo>
                  <a:pt x="1659533" y="1840242"/>
                  <a:pt x="1648039" y="1851737"/>
                  <a:pt x="1633874" y="1851737"/>
                </a:cubicBezTo>
                <a:cubicBezTo>
                  <a:pt x="1619710" y="1851737"/>
                  <a:pt x="1608216" y="1840242"/>
                  <a:pt x="1608216" y="1826077"/>
                </a:cubicBezTo>
                <a:cubicBezTo>
                  <a:pt x="1608216" y="1811912"/>
                  <a:pt x="1619710" y="1800419"/>
                  <a:pt x="1633874" y="1800419"/>
                </a:cubicBezTo>
                <a:close/>
                <a:moveTo>
                  <a:pt x="1569669" y="1800419"/>
                </a:moveTo>
                <a:cubicBezTo>
                  <a:pt x="1583834" y="1800419"/>
                  <a:pt x="1595328" y="1811912"/>
                  <a:pt x="1595328" y="1826077"/>
                </a:cubicBezTo>
                <a:cubicBezTo>
                  <a:pt x="1595328" y="1840242"/>
                  <a:pt x="1583834" y="1851737"/>
                  <a:pt x="1569669" y="1851737"/>
                </a:cubicBezTo>
                <a:cubicBezTo>
                  <a:pt x="1555504" y="1851737"/>
                  <a:pt x="1544010" y="1840242"/>
                  <a:pt x="1544010" y="1826077"/>
                </a:cubicBezTo>
                <a:cubicBezTo>
                  <a:pt x="1544010" y="1811912"/>
                  <a:pt x="1555504" y="1800419"/>
                  <a:pt x="1569669" y="1800419"/>
                </a:cubicBezTo>
                <a:close/>
                <a:moveTo>
                  <a:pt x="1505464" y="1800419"/>
                </a:moveTo>
                <a:cubicBezTo>
                  <a:pt x="1519629" y="1800419"/>
                  <a:pt x="1531123" y="1811912"/>
                  <a:pt x="1531123" y="1826077"/>
                </a:cubicBezTo>
                <a:cubicBezTo>
                  <a:pt x="1531123" y="1840242"/>
                  <a:pt x="1519629" y="1851737"/>
                  <a:pt x="1505464" y="1851737"/>
                </a:cubicBezTo>
                <a:cubicBezTo>
                  <a:pt x="1491299" y="1851737"/>
                  <a:pt x="1479806" y="1840242"/>
                  <a:pt x="1479806" y="1826077"/>
                </a:cubicBezTo>
                <a:cubicBezTo>
                  <a:pt x="1479806" y="1811912"/>
                  <a:pt x="1491299" y="1800419"/>
                  <a:pt x="1505464" y="1800419"/>
                </a:cubicBezTo>
                <a:close/>
                <a:moveTo>
                  <a:pt x="1312848" y="1800419"/>
                </a:moveTo>
                <a:cubicBezTo>
                  <a:pt x="1327013" y="1800419"/>
                  <a:pt x="1338507" y="1811912"/>
                  <a:pt x="1338507" y="1826077"/>
                </a:cubicBezTo>
                <a:cubicBezTo>
                  <a:pt x="1338507" y="1840242"/>
                  <a:pt x="1327013" y="1851737"/>
                  <a:pt x="1312848" y="1851737"/>
                </a:cubicBezTo>
                <a:cubicBezTo>
                  <a:pt x="1298683" y="1851737"/>
                  <a:pt x="1287190" y="1840242"/>
                  <a:pt x="1287190" y="1826077"/>
                </a:cubicBezTo>
                <a:cubicBezTo>
                  <a:pt x="1287190" y="1811912"/>
                  <a:pt x="1298683" y="1800419"/>
                  <a:pt x="1312848" y="1800419"/>
                </a:cubicBezTo>
                <a:close/>
                <a:moveTo>
                  <a:pt x="1248643" y="1800419"/>
                </a:moveTo>
                <a:cubicBezTo>
                  <a:pt x="1262808" y="1800419"/>
                  <a:pt x="1274302" y="1811912"/>
                  <a:pt x="1274302" y="1826077"/>
                </a:cubicBezTo>
                <a:cubicBezTo>
                  <a:pt x="1274302" y="1840242"/>
                  <a:pt x="1262808" y="1851737"/>
                  <a:pt x="1248643" y="1851737"/>
                </a:cubicBezTo>
                <a:cubicBezTo>
                  <a:pt x="1234479" y="1851737"/>
                  <a:pt x="1222984" y="1840242"/>
                  <a:pt x="1222984" y="1826077"/>
                </a:cubicBezTo>
                <a:cubicBezTo>
                  <a:pt x="1222984" y="1811912"/>
                  <a:pt x="1234479" y="1800419"/>
                  <a:pt x="1248643" y="1800419"/>
                </a:cubicBezTo>
                <a:close/>
                <a:moveTo>
                  <a:pt x="1184437" y="1800419"/>
                </a:moveTo>
                <a:cubicBezTo>
                  <a:pt x="1198602" y="1800419"/>
                  <a:pt x="1210096" y="1811912"/>
                  <a:pt x="1210096" y="1826077"/>
                </a:cubicBezTo>
                <a:cubicBezTo>
                  <a:pt x="1210096" y="1840242"/>
                  <a:pt x="1198602" y="1851737"/>
                  <a:pt x="1184437" y="1851737"/>
                </a:cubicBezTo>
                <a:cubicBezTo>
                  <a:pt x="1170273" y="1851737"/>
                  <a:pt x="1158780" y="1840242"/>
                  <a:pt x="1158780" y="1826077"/>
                </a:cubicBezTo>
                <a:cubicBezTo>
                  <a:pt x="1158780" y="1811912"/>
                  <a:pt x="1170273" y="1800419"/>
                  <a:pt x="1184437" y="1800419"/>
                </a:cubicBezTo>
                <a:close/>
                <a:moveTo>
                  <a:pt x="1120233" y="1800419"/>
                </a:moveTo>
                <a:cubicBezTo>
                  <a:pt x="1134398" y="1800419"/>
                  <a:pt x="1145892" y="1811912"/>
                  <a:pt x="1145892" y="1826077"/>
                </a:cubicBezTo>
                <a:cubicBezTo>
                  <a:pt x="1145892" y="1840242"/>
                  <a:pt x="1134398" y="1851737"/>
                  <a:pt x="1120233" y="1851737"/>
                </a:cubicBezTo>
                <a:cubicBezTo>
                  <a:pt x="1106068" y="1851737"/>
                  <a:pt x="1094573" y="1840242"/>
                  <a:pt x="1094573" y="1826077"/>
                </a:cubicBezTo>
                <a:cubicBezTo>
                  <a:pt x="1094573" y="1811912"/>
                  <a:pt x="1106068" y="1800419"/>
                  <a:pt x="1120233" y="1800419"/>
                </a:cubicBezTo>
                <a:close/>
                <a:moveTo>
                  <a:pt x="927616" y="1800419"/>
                </a:moveTo>
                <a:cubicBezTo>
                  <a:pt x="941781" y="1800419"/>
                  <a:pt x="953275" y="1811912"/>
                  <a:pt x="953275" y="1826077"/>
                </a:cubicBezTo>
                <a:cubicBezTo>
                  <a:pt x="953275" y="1840242"/>
                  <a:pt x="941781" y="1851737"/>
                  <a:pt x="927616" y="1851737"/>
                </a:cubicBezTo>
                <a:cubicBezTo>
                  <a:pt x="913452" y="1851737"/>
                  <a:pt x="901957" y="1840242"/>
                  <a:pt x="901957" y="1826077"/>
                </a:cubicBezTo>
                <a:cubicBezTo>
                  <a:pt x="901957" y="1811912"/>
                  <a:pt x="913452" y="1800419"/>
                  <a:pt x="927616" y="1800419"/>
                </a:cubicBezTo>
                <a:close/>
                <a:moveTo>
                  <a:pt x="863411" y="1800419"/>
                </a:moveTo>
                <a:cubicBezTo>
                  <a:pt x="877576" y="1800419"/>
                  <a:pt x="889071" y="1811912"/>
                  <a:pt x="889071" y="1826077"/>
                </a:cubicBezTo>
                <a:cubicBezTo>
                  <a:pt x="889071" y="1840242"/>
                  <a:pt x="877576" y="1851737"/>
                  <a:pt x="863411" y="1851737"/>
                </a:cubicBezTo>
                <a:cubicBezTo>
                  <a:pt x="849248" y="1851737"/>
                  <a:pt x="837752" y="1840242"/>
                  <a:pt x="837752" y="1826077"/>
                </a:cubicBezTo>
                <a:cubicBezTo>
                  <a:pt x="837752" y="1811912"/>
                  <a:pt x="849248" y="1800419"/>
                  <a:pt x="863411" y="1800419"/>
                </a:cubicBezTo>
                <a:close/>
                <a:moveTo>
                  <a:pt x="799089" y="1800419"/>
                </a:moveTo>
                <a:cubicBezTo>
                  <a:pt x="813255" y="1800419"/>
                  <a:pt x="824748" y="1811912"/>
                  <a:pt x="824748" y="1826077"/>
                </a:cubicBezTo>
                <a:cubicBezTo>
                  <a:pt x="824748" y="1840242"/>
                  <a:pt x="813255" y="1851737"/>
                  <a:pt x="799089" y="1851737"/>
                </a:cubicBezTo>
                <a:cubicBezTo>
                  <a:pt x="784925" y="1851737"/>
                  <a:pt x="773432" y="1840242"/>
                  <a:pt x="773432" y="1826077"/>
                </a:cubicBezTo>
                <a:cubicBezTo>
                  <a:pt x="773432" y="1811912"/>
                  <a:pt x="784925" y="1800419"/>
                  <a:pt x="799089" y="1800419"/>
                </a:cubicBezTo>
                <a:close/>
                <a:moveTo>
                  <a:pt x="734885" y="1800419"/>
                </a:moveTo>
                <a:cubicBezTo>
                  <a:pt x="749049" y="1800419"/>
                  <a:pt x="760544" y="1811912"/>
                  <a:pt x="760544" y="1826077"/>
                </a:cubicBezTo>
                <a:cubicBezTo>
                  <a:pt x="760544" y="1840242"/>
                  <a:pt x="749049" y="1851737"/>
                  <a:pt x="734885" y="1851737"/>
                </a:cubicBezTo>
                <a:cubicBezTo>
                  <a:pt x="720720" y="1851737"/>
                  <a:pt x="709225" y="1840242"/>
                  <a:pt x="709225" y="1826077"/>
                </a:cubicBezTo>
                <a:cubicBezTo>
                  <a:pt x="709225" y="1811912"/>
                  <a:pt x="720720" y="1800419"/>
                  <a:pt x="734885" y="1800419"/>
                </a:cubicBezTo>
                <a:close/>
                <a:moveTo>
                  <a:pt x="606475" y="1800419"/>
                </a:moveTo>
                <a:cubicBezTo>
                  <a:pt x="620639" y="1800419"/>
                  <a:pt x="632134" y="1811912"/>
                  <a:pt x="632134" y="1826077"/>
                </a:cubicBezTo>
                <a:cubicBezTo>
                  <a:pt x="632134" y="1840242"/>
                  <a:pt x="620639" y="1851737"/>
                  <a:pt x="606475" y="1851737"/>
                </a:cubicBezTo>
                <a:cubicBezTo>
                  <a:pt x="592310" y="1851737"/>
                  <a:pt x="580815" y="1840242"/>
                  <a:pt x="580815" y="1826077"/>
                </a:cubicBezTo>
                <a:cubicBezTo>
                  <a:pt x="580815" y="1811912"/>
                  <a:pt x="592310" y="1800419"/>
                  <a:pt x="606475" y="1800419"/>
                </a:cubicBezTo>
                <a:close/>
                <a:moveTo>
                  <a:pt x="542268" y="1800419"/>
                </a:moveTo>
                <a:cubicBezTo>
                  <a:pt x="556433" y="1800419"/>
                  <a:pt x="567927" y="1811912"/>
                  <a:pt x="567927" y="1826077"/>
                </a:cubicBezTo>
                <a:cubicBezTo>
                  <a:pt x="567927" y="1840242"/>
                  <a:pt x="556433" y="1851737"/>
                  <a:pt x="542268" y="1851737"/>
                </a:cubicBezTo>
                <a:cubicBezTo>
                  <a:pt x="528104" y="1851737"/>
                  <a:pt x="516610" y="1840242"/>
                  <a:pt x="516610" y="1826077"/>
                </a:cubicBezTo>
                <a:cubicBezTo>
                  <a:pt x="516610" y="1811912"/>
                  <a:pt x="528104" y="1800419"/>
                  <a:pt x="542268" y="1800419"/>
                </a:cubicBezTo>
                <a:close/>
                <a:moveTo>
                  <a:pt x="478063" y="1800419"/>
                </a:moveTo>
                <a:cubicBezTo>
                  <a:pt x="492228" y="1800419"/>
                  <a:pt x="503724" y="1811912"/>
                  <a:pt x="503724" y="1826077"/>
                </a:cubicBezTo>
                <a:cubicBezTo>
                  <a:pt x="503724" y="1840242"/>
                  <a:pt x="492228" y="1851737"/>
                  <a:pt x="478063" y="1851737"/>
                </a:cubicBezTo>
                <a:cubicBezTo>
                  <a:pt x="463900" y="1851737"/>
                  <a:pt x="452404" y="1840242"/>
                  <a:pt x="452404" y="1826077"/>
                </a:cubicBezTo>
                <a:cubicBezTo>
                  <a:pt x="452404" y="1811912"/>
                  <a:pt x="463900" y="1800419"/>
                  <a:pt x="478063" y="1800419"/>
                </a:cubicBezTo>
                <a:close/>
                <a:moveTo>
                  <a:pt x="413858" y="1800419"/>
                </a:moveTo>
                <a:cubicBezTo>
                  <a:pt x="428023" y="1800419"/>
                  <a:pt x="439517" y="1811912"/>
                  <a:pt x="439517" y="1826077"/>
                </a:cubicBezTo>
                <a:cubicBezTo>
                  <a:pt x="439517" y="1840242"/>
                  <a:pt x="428023" y="1851737"/>
                  <a:pt x="413858" y="1851737"/>
                </a:cubicBezTo>
                <a:cubicBezTo>
                  <a:pt x="399694" y="1851737"/>
                  <a:pt x="388200" y="1840242"/>
                  <a:pt x="388200" y="1826077"/>
                </a:cubicBezTo>
                <a:cubicBezTo>
                  <a:pt x="388200" y="1811912"/>
                  <a:pt x="399694" y="1800419"/>
                  <a:pt x="413858" y="1800419"/>
                </a:cubicBezTo>
                <a:close/>
                <a:moveTo>
                  <a:pt x="346686" y="1800419"/>
                </a:moveTo>
                <a:cubicBezTo>
                  <a:pt x="360849" y="1800419"/>
                  <a:pt x="372344" y="1811912"/>
                  <a:pt x="372344" y="1826077"/>
                </a:cubicBezTo>
                <a:cubicBezTo>
                  <a:pt x="372344" y="1840242"/>
                  <a:pt x="360849" y="1851737"/>
                  <a:pt x="346686" y="1851737"/>
                </a:cubicBezTo>
                <a:cubicBezTo>
                  <a:pt x="332520" y="1851737"/>
                  <a:pt x="321027" y="1840242"/>
                  <a:pt x="321027" y="1826077"/>
                </a:cubicBezTo>
                <a:cubicBezTo>
                  <a:pt x="321027" y="1811912"/>
                  <a:pt x="332520" y="1800419"/>
                  <a:pt x="346686" y="1800419"/>
                </a:cubicBezTo>
                <a:close/>
                <a:moveTo>
                  <a:pt x="282480" y="1800419"/>
                </a:moveTo>
                <a:cubicBezTo>
                  <a:pt x="296644" y="1800419"/>
                  <a:pt x="308138" y="1811912"/>
                  <a:pt x="308138" y="1826077"/>
                </a:cubicBezTo>
                <a:cubicBezTo>
                  <a:pt x="308138" y="1840242"/>
                  <a:pt x="296644" y="1851737"/>
                  <a:pt x="282480" y="1851737"/>
                </a:cubicBezTo>
                <a:cubicBezTo>
                  <a:pt x="268314" y="1851737"/>
                  <a:pt x="256820" y="1840242"/>
                  <a:pt x="256820" y="1826077"/>
                </a:cubicBezTo>
                <a:cubicBezTo>
                  <a:pt x="256820" y="1811912"/>
                  <a:pt x="268314" y="1800419"/>
                  <a:pt x="282480" y="1800419"/>
                </a:cubicBezTo>
                <a:close/>
                <a:moveTo>
                  <a:pt x="218274" y="1800419"/>
                </a:moveTo>
                <a:cubicBezTo>
                  <a:pt x="232438" y="1800419"/>
                  <a:pt x="243932" y="1811912"/>
                  <a:pt x="243932" y="1826077"/>
                </a:cubicBezTo>
                <a:cubicBezTo>
                  <a:pt x="243932" y="1840242"/>
                  <a:pt x="232438" y="1851737"/>
                  <a:pt x="218274" y="1851737"/>
                </a:cubicBezTo>
                <a:cubicBezTo>
                  <a:pt x="204109" y="1851737"/>
                  <a:pt x="192615" y="1840242"/>
                  <a:pt x="192615" y="1826077"/>
                </a:cubicBezTo>
                <a:cubicBezTo>
                  <a:pt x="192615" y="1811912"/>
                  <a:pt x="204109" y="1800419"/>
                  <a:pt x="218274" y="1800419"/>
                </a:cubicBezTo>
                <a:close/>
                <a:moveTo>
                  <a:pt x="154069" y="1800419"/>
                </a:moveTo>
                <a:cubicBezTo>
                  <a:pt x="168233" y="1800419"/>
                  <a:pt x="179727" y="1811912"/>
                  <a:pt x="179727" y="1826077"/>
                </a:cubicBezTo>
                <a:cubicBezTo>
                  <a:pt x="179727" y="1840242"/>
                  <a:pt x="168233" y="1851737"/>
                  <a:pt x="154069" y="1851737"/>
                </a:cubicBezTo>
                <a:cubicBezTo>
                  <a:pt x="139904" y="1851737"/>
                  <a:pt x="128410" y="1840242"/>
                  <a:pt x="128410" y="1826077"/>
                </a:cubicBezTo>
                <a:cubicBezTo>
                  <a:pt x="128410" y="1811912"/>
                  <a:pt x="139904" y="1800419"/>
                  <a:pt x="154069" y="1800419"/>
                </a:cubicBezTo>
                <a:close/>
                <a:moveTo>
                  <a:pt x="12099103" y="1800418"/>
                </a:moveTo>
                <a:cubicBezTo>
                  <a:pt x="12113273" y="1800418"/>
                  <a:pt x="12124761" y="1811906"/>
                  <a:pt x="12124761" y="1826077"/>
                </a:cubicBezTo>
                <a:cubicBezTo>
                  <a:pt x="12124761" y="1840248"/>
                  <a:pt x="12113273" y="1851736"/>
                  <a:pt x="12099103" y="1851736"/>
                </a:cubicBezTo>
                <a:cubicBezTo>
                  <a:pt x="12084931" y="1851736"/>
                  <a:pt x="12073441" y="1840248"/>
                  <a:pt x="12073441" y="1826077"/>
                </a:cubicBezTo>
                <a:cubicBezTo>
                  <a:pt x="12073441" y="1811906"/>
                  <a:pt x="12084931" y="1800418"/>
                  <a:pt x="12099103" y="1800418"/>
                </a:cubicBezTo>
                <a:close/>
                <a:moveTo>
                  <a:pt x="11518287" y="1800418"/>
                </a:moveTo>
                <a:cubicBezTo>
                  <a:pt x="11532457" y="1800418"/>
                  <a:pt x="11543945" y="1811906"/>
                  <a:pt x="11543945" y="1826077"/>
                </a:cubicBezTo>
                <a:cubicBezTo>
                  <a:pt x="11543945" y="1840248"/>
                  <a:pt x="11532457" y="1851736"/>
                  <a:pt x="11518287" y="1851736"/>
                </a:cubicBezTo>
                <a:cubicBezTo>
                  <a:pt x="11504115" y="1851736"/>
                  <a:pt x="11492627" y="1840248"/>
                  <a:pt x="11492627" y="1826077"/>
                </a:cubicBezTo>
                <a:cubicBezTo>
                  <a:pt x="11492627" y="1811906"/>
                  <a:pt x="11504115" y="1800418"/>
                  <a:pt x="11518287" y="1800418"/>
                </a:cubicBezTo>
                <a:close/>
                <a:moveTo>
                  <a:pt x="11454081" y="1800418"/>
                </a:moveTo>
                <a:cubicBezTo>
                  <a:pt x="11468253" y="1800418"/>
                  <a:pt x="11479739" y="1811906"/>
                  <a:pt x="11479739" y="1826077"/>
                </a:cubicBezTo>
                <a:cubicBezTo>
                  <a:pt x="11479739" y="1840248"/>
                  <a:pt x="11468253" y="1851736"/>
                  <a:pt x="11454081" y="1851736"/>
                </a:cubicBezTo>
                <a:cubicBezTo>
                  <a:pt x="11439909" y="1851736"/>
                  <a:pt x="11428421" y="1840248"/>
                  <a:pt x="11428421" y="1826077"/>
                </a:cubicBezTo>
                <a:cubicBezTo>
                  <a:pt x="11428421" y="1811906"/>
                  <a:pt x="11439909" y="1800418"/>
                  <a:pt x="11454081" y="1800418"/>
                </a:cubicBezTo>
                <a:close/>
                <a:moveTo>
                  <a:pt x="11133055" y="1800418"/>
                </a:moveTo>
                <a:cubicBezTo>
                  <a:pt x="11147225" y="1800418"/>
                  <a:pt x="11158713" y="1811906"/>
                  <a:pt x="11158713" y="1826077"/>
                </a:cubicBezTo>
                <a:cubicBezTo>
                  <a:pt x="11158713" y="1840248"/>
                  <a:pt x="11147225" y="1851736"/>
                  <a:pt x="11133055" y="1851736"/>
                </a:cubicBezTo>
                <a:cubicBezTo>
                  <a:pt x="11118884" y="1851736"/>
                  <a:pt x="11107396" y="1840248"/>
                  <a:pt x="11107396" y="1826077"/>
                </a:cubicBezTo>
                <a:cubicBezTo>
                  <a:pt x="11107396" y="1811906"/>
                  <a:pt x="11118884" y="1800418"/>
                  <a:pt x="11133055" y="1800418"/>
                </a:cubicBezTo>
                <a:close/>
                <a:moveTo>
                  <a:pt x="11068848" y="1800418"/>
                </a:moveTo>
                <a:cubicBezTo>
                  <a:pt x="11083021" y="1800418"/>
                  <a:pt x="11094509" y="1811906"/>
                  <a:pt x="11094509" y="1826077"/>
                </a:cubicBezTo>
                <a:cubicBezTo>
                  <a:pt x="11094509" y="1840248"/>
                  <a:pt x="11083021" y="1851736"/>
                  <a:pt x="11068848" y="1851736"/>
                </a:cubicBezTo>
                <a:cubicBezTo>
                  <a:pt x="11054677" y="1851736"/>
                  <a:pt x="11043189" y="1840248"/>
                  <a:pt x="11043189" y="1826077"/>
                </a:cubicBezTo>
                <a:cubicBezTo>
                  <a:pt x="11043189" y="1811906"/>
                  <a:pt x="11054677" y="1800418"/>
                  <a:pt x="11068848" y="1800418"/>
                </a:cubicBezTo>
                <a:close/>
                <a:moveTo>
                  <a:pt x="10747708" y="1800418"/>
                </a:moveTo>
                <a:cubicBezTo>
                  <a:pt x="10761878" y="1800418"/>
                  <a:pt x="10773366" y="1811906"/>
                  <a:pt x="10773366" y="1826077"/>
                </a:cubicBezTo>
                <a:cubicBezTo>
                  <a:pt x="10773366" y="1840248"/>
                  <a:pt x="10761878" y="1851736"/>
                  <a:pt x="10747708" y="1851736"/>
                </a:cubicBezTo>
                <a:cubicBezTo>
                  <a:pt x="10733535" y="1851736"/>
                  <a:pt x="10722047" y="1840248"/>
                  <a:pt x="10722047" y="1826077"/>
                </a:cubicBezTo>
                <a:cubicBezTo>
                  <a:pt x="10722047" y="1811906"/>
                  <a:pt x="10733535" y="1800418"/>
                  <a:pt x="10747708" y="1800418"/>
                </a:cubicBezTo>
                <a:close/>
                <a:moveTo>
                  <a:pt x="10426681" y="1800418"/>
                </a:moveTo>
                <a:cubicBezTo>
                  <a:pt x="10440851" y="1800418"/>
                  <a:pt x="10452339" y="1811906"/>
                  <a:pt x="10452339" y="1826077"/>
                </a:cubicBezTo>
                <a:cubicBezTo>
                  <a:pt x="10452339" y="1840248"/>
                  <a:pt x="10440851" y="1851736"/>
                  <a:pt x="10426681" y="1851736"/>
                </a:cubicBezTo>
                <a:cubicBezTo>
                  <a:pt x="10412508" y="1851736"/>
                  <a:pt x="10401023" y="1840248"/>
                  <a:pt x="10401023" y="1826077"/>
                </a:cubicBezTo>
                <a:cubicBezTo>
                  <a:pt x="10401023" y="1811906"/>
                  <a:pt x="10412508" y="1800418"/>
                  <a:pt x="10426681" y="1800418"/>
                </a:cubicBezTo>
                <a:close/>
                <a:moveTo>
                  <a:pt x="10362474" y="1800418"/>
                </a:moveTo>
                <a:cubicBezTo>
                  <a:pt x="10376647" y="1800418"/>
                  <a:pt x="10388135" y="1811906"/>
                  <a:pt x="10388135" y="1826077"/>
                </a:cubicBezTo>
                <a:cubicBezTo>
                  <a:pt x="10388135" y="1840248"/>
                  <a:pt x="10376647" y="1851736"/>
                  <a:pt x="10362474" y="1851736"/>
                </a:cubicBezTo>
                <a:cubicBezTo>
                  <a:pt x="10348304" y="1851736"/>
                  <a:pt x="10336816" y="1840248"/>
                  <a:pt x="10336816" y="1826077"/>
                </a:cubicBezTo>
                <a:cubicBezTo>
                  <a:pt x="10336816" y="1811906"/>
                  <a:pt x="10348304" y="1800418"/>
                  <a:pt x="10362474" y="1800418"/>
                </a:cubicBezTo>
                <a:close/>
                <a:moveTo>
                  <a:pt x="10041450" y="1800418"/>
                </a:moveTo>
                <a:cubicBezTo>
                  <a:pt x="10055620" y="1800418"/>
                  <a:pt x="10067108" y="1811906"/>
                  <a:pt x="10067108" y="1826077"/>
                </a:cubicBezTo>
                <a:cubicBezTo>
                  <a:pt x="10067108" y="1840248"/>
                  <a:pt x="10055620" y="1851736"/>
                  <a:pt x="10041450" y="1851736"/>
                </a:cubicBezTo>
                <a:cubicBezTo>
                  <a:pt x="10027279" y="1851736"/>
                  <a:pt x="10015789" y="1840248"/>
                  <a:pt x="10015789" y="1826077"/>
                </a:cubicBezTo>
                <a:cubicBezTo>
                  <a:pt x="10015789" y="1811906"/>
                  <a:pt x="10027279" y="1800418"/>
                  <a:pt x="10041450" y="1800418"/>
                </a:cubicBezTo>
                <a:close/>
                <a:moveTo>
                  <a:pt x="9977242" y="1800418"/>
                </a:moveTo>
                <a:cubicBezTo>
                  <a:pt x="9991416" y="1800418"/>
                  <a:pt x="10002903" y="1811906"/>
                  <a:pt x="10002903" y="1826077"/>
                </a:cubicBezTo>
                <a:cubicBezTo>
                  <a:pt x="10002903" y="1840248"/>
                  <a:pt x="9991416" y="1851736"/>
                  <a:pt x="9977242" y="1851736"/>
                </a:cubicBezTo>
                <a:cubicBezTo>
                  <a:pt x="9963072" y="1851736"/>
                  <a:pt x="9951584" y="1840248"/>
                  <a:pt x="9951584" y="1826077"/>
                </a:cubicBezTo>
                <a:cubicBezTo>
                  <a:pt x="9951584" y="1811906"/>
                  <a:pt x="9963072" y="1800418"/>
                  <a:pt x="9977242" y="1800418"/>
                </a:cubicBezTo>
                <a:close/>
                <a:moveTo>
                  <a:pt x="9656100" y="1800418"/>
                </a:moveTo>
                <a:cubicBezTo>
                  <a:pt x="9670271" y="1800418"/>
                  <a:pt x="9681758" y="1811906"/>
                  <a:pt x="9681758" y="1826077"/>
                </a:cubicBezTo>
                <a:cubicBezTo>
                  <a:pt x="9681758" y="1840248"/>
                  <a:pt x="9670271" y="1851736"/>
                  <a:pt x="9656100" y="1851736"/>
                </a:cubicBezTo>
                <a:cubicBezTo>
                  <a:pt x="9641930" y="1851736"/>
                  <a:pt x="9630442" y="1840248"/>
                  <a:pt x="9630442" y="1826077"/>
                </a:cubicBezTo>
                <a:cubicBezTo>
                  <a:pt x="9630442" y="1811906"/>
                  <a:pt x="9641930" y="1800418"/>
                  <a:pt x="9656100" y="1800418"/>
                </a:cubicBezTo>
                <a:close/>
                <a:moveTo>
                  <a:pt x="9335073" y="1800418"/>
                </a:moveTo>
                <a:cubicBezTo>
                  <a:pt x="9349246" y="1800418"/>
                  <a:pt x="9360734" y="1811906"/>
                  <a:pt x="9360734" y="1826077"/>
                </a:cubicBezTo>
                <a:cubicBezTo>
                  <a:pt x="9360734" y="1840248"/>
                  <a:pt x="9349246" y="1851736"/>
                  <a:pt x="9335073" y="1851736"/>
                </a:cubicBezTo>
                <a:cubicBezTo>
                  <a:pt x="9320903" y="1851736"/>
                  <a:pt x="9309415" y="1840248"/>
                  <a:pt x="9309415" y="1826077"/>
                </a:cubicBezTo>
                <a:cubicBezTo>
                  <a:pt x="9309415" y="1811906"/>
                  <a:pt x="9320903" y="1800418"/>
                  <a:pt x="9335073" y="1800418"/>
                </a:cubicBezTo>
                <a:close/>
                <a:moveTo>
                  <a:pt x="9270869" y="1800418"/>
                </a:moveTo>
                <a:cubicBezTo>
                  <a:pt x="9285039" y="1800418"/>
                  <a:pt x="9296527" y="1811906"/>
                  <a:pt x="9296527" y="1826077"/>
                </a:cubicBezTo>
                <a:cubicBezTo>
                  <a:pt x="9296527" y="1840248"/>
                  <a:pt x="9285039" y="1851736"/>
                  <a:pt x="9270869" y="1851736"/>
                </a:cubicBezTo>
                <a:cubicBezTo>
                  <a:pt x="9256698" y="1851736"/>
                  <a:pt x="9245211" y="1840248"/>
                  <a:pt x="9245211" y="1826077"/>
                </a:cubicBezTo>
                <a:cubicBezTo>
                  <a:pt x="9245211" y="1811906"/>
                  <a:pt x="9256698" y="1800418"/>
                  <a:pt x="9270869" y="1800418"/>
                </a:cubicBezTo>
                <a:close/>
                <a:moveTo>
                  <a:pt x="8949842" y="1800418"/>
                </a:moveTo>
                <a:cubicBezTo>
                  <a:pt x="8964015" y="1800418"/>
                  <a:pt x="8975503" y="1811906"/>
                  <a:pt x="8975503" y="1826077"/>
                </a:cubicBezTo>
                <a:cubicBezTo>
                  <a:pt x="8975503" y="1840248"/>
                  <a:pt x="8964015" y="1851736"/>
                  <a:pt x="8949842" y="1851736"/>
                </a:cubicBezTo>
                <a:cubicBezTo>
                  <a:pt x="8935671" y="1851736"/>
                  <a:pt x="8924183" y="1840248"/>
                  <a:pt x="8924183" y="1826077"/>
                </a:cubicBezTo>
                <a:cubicBezTo>
                  <a:pt x="8924183" y="1811906"/>
                  <a:pt x="8935671" y="1800418"/>
                  <a:pt x="8949842" y="1800418"/>
                </a:cubicBezTo>
                <a:close/>
                <a:moveTo>
                  <a:pt x="8885637" y="1800418"/>
                </a:moveTo>
                <a:cubicBezTo>
                  <a:pt x="8899808" y="1800418"/>
                  <a:pt x="8911296" y="1811906"/>
                  <a:pt x="8911296" y="1826077"/>
                </a:cubicBezTo>
                <a:cubicBezTo>
                  <a:pt x="8911296" y="1840248"/>
                  <a:pt x="8899808" y="1851736"/>
                  <a:pt x="8885637" y="1851736"/>
                </a:cubicBezTo>
                <a:cubicBezTo>
                  <a:pt x="8871467" y="1851736"/>
                  <a:pt x="8859979" y="1840248"/>
                  <a:pt x="8859979" y="1826077"/>
                </a:cubicBezTo>
                <a:cubicBezTo>
                  <a:pt x="8859979" y="1811906"/>
                  <a:pt x="8871467" y="1800418"/>
                  <a:pt x="8885637" y="1800418"/>
                </a:cubicBezTo>
                <a:close/>
                <a:moveTo>
                  <a:pt x="8564495" y="1800418"/>
                </a:moveTo>
                <a:cubicBezTo>
                  <a:pt x="8578665" y="1800418"/>
                  <a:pt x="8590153" y="1811906"/>
                  <a:pt x="8590153" y="1826077"/>
                </a:cubicBezTo>
                <a:cubicBezTo>
                  <a:pt x="8590153" y="1840248"/>
                  <a:pt x="8578665" y="1851736"/>
                  <a:pt x="8564495" y="1851736"/>
                </a:cubicBezTo>
                <a:cubicBezTo>
                  <a:pt x="8550325" y="1851736"/>
                  <a:pt x="8538837" y="1840248"/>
                  <a:pt x="8538837" y="1826077"/>
                </a:cubicBezTo>
                <a:cubicBezTo>
                  <a:pt x="8538837" y="1811906"/>
                  <a:pt x="8550325" y="1800418"/>
                  <a:pt x="8564495" y="1800418"/>
                </a:cubicBezTo>
                <a:close/>
                <a:moveTo>
                  <a:pt x="8243468" y="1800418"/>
                </a:moveTo>
                <a:cubicBezTo>
                  <a:pt x="8257638" y="1800418"/>
                  <a:pt x="8269126" y="1811906"/>
                  <a:pt x="8269126" y="1826077"/>
                </a:cubicBezTo>
                <a:cubicBezTo>
                  <a:pt x="8269126" y="1840248"/>
                  <a:pt x="8257638" y="1851736"/>
                  <a:pt x="8243468" y="1851736"/>
                </a:cubicBezTo>
                <a:cubicBezTo>
                  <a:pt x="8229298" y="1851736"/>
                  <a:pt x="8217810" y="1840248"/>
                  <a:pt x="8217810" y="1826077"/>
                </a:cubicBezTo>
                <a:cubicBezTo>
                  <a:pt x="8217810" y="1811906"/>
                  <a:pt x="8229298" y="1800418"/>
                  <a:pt x="8243468" y="1800418"/>
                </a:cubicBezTo>
                <a:close/>
                <a:moveTo>
                  <a:pt x="8179264" y="1800418"/>
                </a:moveTo>
                <a:cubicBezTo>
                  <a:pt x="8193434" y="1800418"/>
                  <a:pt x="8204922" y="1811906"/>
                  <a:pt x="8204922" y="1826077"/>
                </a:cubicBezTo>
                <a:cubicBezTo>
                  <a:pt x="8204922" y="1840248"/>
                  <a:pt x="8193434" y="1851736"/>
                  <a:pt x="8179264" y="1851736"/>
                </a:cubicBezTo>
                <a:cubicBezTo>
                  <a:pt x="8165091" y="1851736"/>
                  <a:pt x="8153603" y="1840248"/>
                  <a:pt x="8153603" y="1826077"/>
                </a:cubicBezTo>
                <a:cubicBezTo>
                  <a:pt x="8153603" y="1811906"/>
                  <a:pt x="8165091" y="1800418"/>
                  <a:pt x="8179264" y="1800418"/>
                </a:cubicBezTo>
                <a:close/>
                <a:moveTo>
                  <a:pt x="7858237" y="1800418"/>
                </a:moveTo>
                <a:cubicBezTo>
                  <a:pt x="7872407" y="1800418"/>
                  <a:pt x="7883895" y="1811906"/>
                  <a:pt x="7883895" y="1826077"/>
                </a:cubicBezTo>
                <a:cubicBezTo>
                  <a:pt x="7883895" y="1840248"/>
                  <a:pt x="7872407" y="1851736"/>
                  <a:pt x="7858237" y="1851736"/>
                </a:cubicBezTo>
                <a:cubicBezTo>
                  <a:pt x="7844066" y="1851736"/>
                  <a:pt x="7832578" y="1840248"/>
                  <a:pt x="7832578" y="1826077"/>
                </a:cubicBezTo>
                <a:cubicBezTo>
                  <a:pt x="7832578" y="1811906"/>
                  <a:pt x="7844066" y="1800418"/>
                  <a:pt x="7858237" y="1800418"/>
                </a:cubicBezTo>
                <a:close/>
                <a:moveTo>
                  <a:pt x="7794032" y="1800418"/>
                </a:moveTo>
                <a:cubicBezTo>
                  <a:pt x="7808203" y="1800418"/>
                  <a:pt x="7819690" y="1811906"/>
                  <a:pt x="7819690" y="1826077"/>
                </a:cubicBezTo>
                <a:cubicBezTo>
                  <a:pt x="7819690" y="1840248"/>
                  <a:pt x="7808203" y="1851736"/>
                  <a:pt x="7794032" y="1851736"/>
                </a:cubicBezTo>
                <a:cubicBezTo>
                  <a:pt x="7779862" y="1851736"/>
                  <a:pt x="7768371" y="1840248"/>
                  <a:pt x="7768371" y="1826077"/>
                </a:cubicBezTo>
                <a:cubicBezTo>
                  <a:pt x="7768371" y="1811906"/>
                  <a:pt x="7779862" y="1800418"/>
                  <a:pt x="7794032" y="1800418"/>
                </a:cubicBezTo>
                <a:close/>
                <a:moveTo>
                  <a:pt x="7472890" y="1800418"/>
                </a:moveTo>
                <a:cubicBezTo>
                  <a:pt x="7487060" y="1800418"/>
                  <a:pt x="7498548" y="1811906"/>
                  <a:pt x="7498548" y="1826077"/>
                </a:cubicBezTo>
                <a:cubicBezTo>
                  <a:pt x="7498548" y="1840248"/>
                  <a:pt x="7487060" y="1851736"/>
                  <a:pt x="7472890" y="1851736"/>
                </a:cubicBezTo>
                <a:cubicBezTo>
                  <a:pt x="7458717" y="1851736"/>
                  <a:pt x="7447229" y="1840248"/>
                  <a:pt x="7447229" y="1826077"/>
                </a:cubicBezTo>
                <a:cubicBezTo>
                  <a:pt x="7447229" y="1811906"/>
                  <a:pt x="7458717" y="1800418"/>
                  <a:pt x="7472890" y="1800418"/>
                </a:cubicBezTo>
                <a:close/>
                <a:moveTo>
                  <a:pt x="7151863" y="1800418"/>
                </a:moveTo>
                <a:cubicBezTo>
                  <a:pt x="7166033" y="1800418"/>
                  <a:pt x="7177521" y="1811906"/>
                  <a:pt x="7177521" y="1826077"/>
                </a:cubicBezTo>
                <a:cubicBezTo>
                  <a:pt x="7177521" y="1840248"/>
                  <a:pt x="7166033" y="1851736"/>
                  <a:pt x="7151863" y="1851736"/>
                </a:cubicBezTo>
                <a:cubicBezTo>
                  <a:pt x="7137692" y="1851736"/>
                  <a:pt x="7126205" y="1840248"/>
                  <a:pt x="7126205" y="1826077"/>
                </a:cubicBezTo>
                <a:cubicBezTo>
                  <a:pt x="7126205" y="1811906"/>
                  <a:pt x="7137692" y="1800418"/>
                  <a:pt x="7151863" y="1800418"/>
                </a:cubicBezTo>
                <a:close/>
                <a:moveTo>
                  <a:pt x="7087658" y="1800418"/>
                </a:moveTo>
                <a:cubicBezTo>
                  <a:pt x="7101829" y="1800418"/>
                  <a:pt x="7113317" y="1811906"/>
                  <a:pt x="7113317" y="1826077"/>
                </a:cubicBezTo>
                <a:cubicBezTo>
                  <a:pt x="7113317" y="1840248"/>
                  <a:pt x="7101829" y="1851736"/>
                  <a:pt x="7087658" y="1851736"/>
                </a:cubicBezTo>
                <a:cubicBezTo>
                  <a:pt x="7073485" y="1851736"/>
                  <a:pt x="7061998" y="1840248"/>
                  <a:pt x="7061998" y="1826077"/>
                </a:cubicBezTo>
                <a:cubicBezTo>
                  <a:pt x="7061998" y="1811906"/>
                  <a:pt x="7073485" y="1800418"/>
                  <a:pt x="7087658" y="1800418"/>
                </a:cubicBezTo>
                <a:close/>
                <a:moveTo>
                  <a:pt x="6766631" y="1800418"/>
                </a:moveTo>
                <a:cubicBezTo>
                  <a:pt x="6780802" y="1800418"/>
                  <a:pt x="6792290" y="1811906"/>
                  <a:pt x="6792290" y="1826077"/>
                </a:cubicBezTo>
                <a:cubicBezTo>
                  <a:pt x="6792290" y="1840248"/>
                  <a:pt x="6780802" y="1851736"/>
                  <a:pt x="6766631" y="1851736"/>
                </a:cubicBezTo>
                <a:cubicBezTo>
                  <a:pt x="6752461" y="1851736"/>
                  <a:pt x="6740973" y="1840248"/>
                  <a:pt x="6740973" y="1826077"/>
                </a:cubicBezTo>
                <a:cubicBezTo>
                  <a:pt x="6740973" y="1811906"/>
                  <a:pt x="6752461" y="1800418"/>
                  <a:pt x="6766631" y="1800418"/>
                </a:cubicBezTo>
                <a:close/>
                <a:moveTo>
                  <a:pt x="6702427" y="1800418"/>
                </a:moveTo>
                <a:cubicBezTo>
                  <a:pt x="6716597" y="1800418"/>
                  <a:pt x="6728085" y="1811906"/>
                  <a:pt x="6728085" y="1826077"/>
                </a:cubicBezTo>
                <a:cubicBezTo>
                  <a:pt x="6728085" y="1840248"/>
                  <a:pt x="6716597" y="1851736"/>
                  <a:pt x="6702427" y="1851736"/>
                </a:cubicBezTo>
                <a:cubicBezTo>
                  <a:pt x="6688254" y="1851736"/>
                  <a:pt x="6676766" y="1840248"/>
                  <a:pt x="6676766" y="1826077"/>
                </a:cubicBezTo>
                <a:cubicBezTo>
                  <a:pt x="6676766" y="1811906"/>
                  <a:pt x="6688254" y="1800418"/>
                  <a:pt x="6702427" y="1800418"/>
                </a:cubicBezTo>
                <a:close/>
                <a:moveTo>
                  <a:pt x="6381282" y="1800418"/>
                </a:moveTo>
                <a:cubicBezTo>
                  <a:pt x="6395455" y="1800418"/>
                  <a:pt x="6406943" y="1811906"/>
                  <a:pt x="6406943" y="1826077"/>
                </a:cubicBezTo>
                <a:cubicBezTo>
                  <a:pt x="6406943" y="1840248"/>
                  <a:pt x="6395455" y="1851736"/>
                  <a:pt x="6381282" y="1851736"/>
                </a:cubicBezTo>
                <a:cubicBezTo>
                  <a:pt x="6367112" y="1851736"/>
                  <a:pt x="6355624" y="1840248"/>
                  <a:pt x="6355624" y="1826077"/>
                </a:cubicBezTo>
                <a:cubicBezTo>
                  <a:pt x="6355624" y="1811906"/>
                  <a:pt x="6367112" y="1800418"/>
                  <a:pt x="6381282" y="1800418"/>
                </a:cubicBezTo>
                <a:close/>
                <a:moveTo>
                  <a:pt x="5807683" y="1800418"/>
                </a:moveTo>
                <a:cubicBezTo>
                  <a:pt x="5821853" y="1800418"/>
                  <a:pt x="5833341" y="1811906"/>
                  <a:pt x="5833341" y="1826077"/>
                </a:cubicBezTo>
                <a:cubicBezTo>
                  <a:pt x="5833341" y="1840248"/>
                  <a:pt x="5821853" y="1851736"/>
                  <a:pt x="5807683" y="1851736"/>
                </a:cubicBezTo>
                <a:cubicBezTo>
                  <a:pt x="5793512" y="1851736"/>
                  <a:pt x="5782024" y="1840248"/>
                  <a:pt x="5782024" y="1826077"/>
                </a:cubicBezTo>
                <a:cubicBezTo>
                  <a:pt x="5782024" y="1811906"/>
                  <a:pt x="5793512" y="1800418"/>
                  <a:pt x="5807683" y="1800418"/>
                </a:cubicBezTo>
                <a:close/>
                <a:moveTo>
                  <a:pt x="5743477" y="1800418"/>
                </a:moveTo>
                <a:cubicBezTo>
                  <a:pt x="5757648" y="1800418"/>
                  <a:pt x="5769136" y="1811906"/>
                  <a:pt x="5769136" y="1826077"/>
                </a:cubicBezTo>
                <a:cubicBezTo>
                  <a:pt x="5769136" y="1840248"/>
                  <a:pt x="5757648" y="1851736"/>
                  <a:pt x="5743477" y="1851736"/>
                </a:cubicBezTo>
                <a:cubicBezTo>
                  <a:pt x="5729307" y="1851736"/>
                  <a:pt x="5717818" y="1840248"/>
                  <a:pt x="5717818" y="1826077"/>
                </a:cubicBezTo>
                <a:cubicBezTo>
                  <a:pt x="5717818" y="1811906"/>
                  <a:pt x="5729307" y="1800418"/>
                  <a:pt x="5743477" y="1800418"/>
                </a:cubicBezTo>
                <a:close/>
                <a:moveTo>
                  <a:pt x="5422451" y="1800418"/>
                </a:moveTo>
                <a:cubicBezTo>
                  <a:pt x="5436621" y="1800418"/>
                  <a:pt x="5448109" y="1811906"/>
                  <a:pt x="5448109" y="1826077"/>
                </a:cubicBezTo>
                <a:cubicBezTo>
                  <a:pt x="5448109" y="1840248"/>
                  <a:pt x="5436621" y="1851736"/>
                  <a:pt x="5422451" y="1851736"/>
                </a:cubicBezTo>
                <a:cubicBezTo>
                  <a:pt x="5408280" y="1851736"/>
                  <a:pt x="5396791" y="1840248"/>
                  <a:pt x="5396791" y="1826077"/>
                </a:cubicBezTo>
                <a:cubicBezTo>
                  <a:pt x="5396791" y="1811906"/>
                  <a:pt x="5408280" y="1800418"/>
                  <a:pt x="5422451" y="1800418"/>
                </a:cubicBezTo>
                <a:close/>
                <a:moveTo>
                  <a:pt x="5358245" y="1800418"/>
                </a:moveTo>
                <a:cubicBezTo>
                  <a:pt x="5372417" y="1800418"/>
                  <a:pt x="5383904" y="1811906"/>
                  <a:pt x="5383904" y="1826077"/>
                </a:cubicBezTo>
                <a:cubicBezTo>
                  <a:pt x="5383904" y="1840248"/>
                  <a:pt x="5372417" y="1851736"/>
                  <a:pt x="5358245" y="1851736"/>
                </a:cubicBezTo>
                <a:cubicBezTo>
                  <a:pt x="5344076" y="1851736"/>
                  <a:pt x="5332587" y="1840248"/>
                  <a:pt x="5332587" y="1826077"/>
                </a:cubicBezTo>
                <a:cubicBezTo>
                  <a:pt x="5332587" y="1811906"/>
                  <a:pt x="5344076" y="1800418"/>
                  <a:pt x="5358245" y="1800418"/>
                </a:cubicBezTo>
                <a:close/>
                <a:moveTo>
                  <a:pt x="5037104" y="1800418"/>
                </a:moveTo>
                <a:cubicBezTo>
                  <a:pt x="5051273" y="1800418"/>
                  <a:pt x="5062762" y="1811906"/>
                  <a:pt x="5062762" y="1826077"/>
                </a:cubicBezTo>
                <a:cubicBezTo>
                  <a:pt x="5062762" y="1840248"/>
                  <a:pt x="5051273" y="1851736"/>
                  <a:pt x="5037104" y="1851736"/>
                </a:cubicBezTo>
                <a:cubicBezTo>
                  <a:pt x="5022930" y="1851736"/>
                  <a:pt x="5011444" y="1840248"/>
                  <a:pt x="5011444" y="1826077"/>
                </a:cubicBezTo>
                <a:cubicBezTo>
                  <a:pt x="5011444" y="1811906"/>
                  <a:pt x="5022930" y="1800418"/>
                  <a:pt x="5037104" y="1800418"/>
                </a:cubicBezTo>
                <a:close/>
                <a:moveTo>
                  <a:pt x="4716077" y="1800418"/>
                </a:moveTo>
                <a:cubicBezTo>
                  <a:pt x="4730248" y="1800418"/>
                  <a:pt x="4741736" y="1811906"/>
                  <a:pt x="4741736" y="1826077"/>
                </a:cubicBezTo>
                <a:cubicBezTo>
                  <a:pt x="4741736" y="1840248"/>
                  <a:pt x="4730248" y="1851736"/>
                  <a:pt x="4716077" y="1851736"/>
                </a:cubicBezTo>
                <a:cubicBezTo>
                  <a:pt x="4701906" y="1851736"/>
                  <a:pt x="4690419" y="1840248"/>
                  <a:pt x="4690419" y="1826077"/>
                </a:cubicBezTo>
                <a:cubicBezTo>
                  <a:pt x="4690419" y="1811906"/>
                  <a:pt x="4701906" y="1800418"/>
                  <a:pt x="4716077" y="1800418"/>
                </a:cubicBezTo>
                <a:close/>
                <a:moveTo>
                  <a:pt x="4651872" y="1800418"/>
                </a:moveTo>
                <a:cubicBezTo>
                  <a:pt x="4666042" y="1800418"/>
                  <a:pt x="4677531" y="1811906"/>
                  <a:pt x="4677531" y="1826077"/>
                </a:cubicBezTo>
                <a:cubicBezTo>
                  <a:pt x="4677531" y="1840248"/>
                  <a:pt x="4666042" y="1851736"/>
                  <a:pt x="4651872" y="1851736"/>
                </a:cubicBezTo>
                <a:cubicBezTo>
                  <a:pt x="4637700" y="1851736"/>
                  <a:pt x="4626213" y="1840248"/>
                  <a:pt x="4626213" y="1826077"/>
                </a:cubicBezTo>
                <a:cubicBezTo>
                  <a:pt x="4626213" y="1811906"/>
                  <a:pt x="4637700" y="1800418"/>
                  <a:pt x="4651872" y="1800418"/>
                </a:cubicBezTo>
                <a:close/>
                <a:moveTo>
                  <a:pt x="4330845" y="1800418"/>
                </a:moveTo>
                <a:cubicBezTo>
                  <a:pt x="4345017" y="1800418"/>
                  <a:pt x="4356504" y="1811906"/>
                  <a:pt x="4356504" y="1826077"/>
                </a:cubicBezTo>
                <a:cubicBezTo>
                  <a:pt x="4356504" y="1840248"/>
                  <a:pt x="4345017" y="1851736"/>
                  <a:pt x="4330845" y="1851736"/>
                </a:cubicBezTo>
                <a:cubicBezTo>
                  <a:pt x="4316675" y="1851736"/>
                  <a:pt x="4305186" y="1840248"/>
                  <a:pt x="4305186" y="1826077"/>
                </a:cubicBezTo>
                <a:cubicBezTo>
                  <a:pt x="4305186" y="1811906"/>
                  <a:pt x="4316675" y="1800418"/>
                  <a:pt x="4330845" y="1800418"/>
                </a:cubicBezTo>
                <a:close/>
                <a:moveTo>
                  <a:pt x="4266640" y="1800418"/>
                </a:moveTo>
                <a:cubicBezTo>
                  <a:pt x="4280811" y="1800418"/>
                  <a:pt x="4292298" y="1811906"/>
                  <a:pt x="4292298" y="1826077"/>
                </a:cubicBezTo>
                <a:cubicBezTo>
                  <a:pt x="4292298" y="1840248"/>
                  <a:pt x="4280811" y="1851736"/>
                  <a:pt x="4266640" y="1851736"/>
                </a:cubicBezTo>
                <a:cubicBezTo>
                  <a:pt x="4252470" y="1851736"/>
                  <a:pt x="4240981" y="1840248"/>
                  <a:pt x="4240981" y="1826077"/>
                </a:cubicBezTo>
                <a:cubicBezTo>
                  <a:pt x="4240981" y="1811906"/>
                  <a:pt x="4252470" y="1800418"/>
                  <a:pt x="4266640" y="1800418"/>
                </a:cubicBezTo>
                <a:close/>
                <a:moveTo>
                  <a:pt x="3945497" y="1800418"/>
                </a:moveTo>
                <a:cubicBezTo>
                  <a:pt x="3959668" y="1800418"/>
                  <a:pt x="3971155" y="1811906"/>
                  <a:pt x="3971155" y="1826077"/>
                </a:cubicBezTo>
                <a:cubicBezTo>
                  <a:pt x="3971155" y="1840248"/>
                  <a:pt x="3959668" y="1851736"/>
                  <a:pt x="3945497" y="1851736"/>
                </a:cubicBezTo>
                <a:cubicBezTo>
                  <a:pt x="3931325" y="1851736"/>
                  <a:pt x="3919838" y="1840248"/>
                  <a:pt x="3919838" y="1826077"/>
                </a:cubicBezTo>
                <a:cubicBezTo>
                  <a:pt x="3919838" y="1811906"/>
                  <a:pt x="3931325" y="1800418"/>
                  <a:pt x="3945497" y="1800418"/>
                </a:cubicBezTo>
                <a:close/>
                <a:moveTo>
                  <a:pt x="3624472" y="1800418"/>
                </a:moveTo>
                <a:cubicBezTo>
                  <a:pt x="3638640" y="1800418"/>
                  <a:pt x="3650129" y="1811906"/>
                  <a:pt x="3650129" y="1826077"/>
                </a:cubicBezTo>
                <a:cubicBezTo>
                  <a:pt x="3650129" y="1840248"/>
                  <a:pt x="3638640" y="1851736"/>
                  <a:pt x="3624472" y="1851736"/>
                </a:cubicBezTo>
                <a:cubicBezTo>
                  <a:pt x="3610300" y="1851736"/>
                  <a:pt x="3598810" y="1840248"/>
                  <a:pt x="3598810" y="1826077"/>
                </a:cubicBezTo>
                <a:cubicBezTo>
                  <a:pt x="3598810" y="1811906"/>
                  <a:pt x="3610300" y="1800418"/>
                  <a:pt x="3624472" y="1800418"/>
                </a:cubicBezTo>
                <a:close/>
                <a:moveTo>
                  <a:pt x="3560264" y="1800418"/>
                </a:moveTo>
                <a:cubicBezTo>
                  <a:pt x="3574438" y="1800418"/>
                  <a:pt x="3585923" y="1811906"/>
                  <a:pt x="3585923" y="1826077"/>
                </a:cubicBezTo>
                <a:cubicBezTo>
                  <a:pt x="3585923" y="1840248"/>
                  <a:pt x="3574438" y="1851736"/>
                  <a:pt x="3560264" y="1851736"/>
                </a:cubicBezTo>
                <a:cubicBezTo>
                  <a:pt x="3546095" y="1851736"/>
                  <a:pt x="3534607" y="1840248"/>
                  <a:pt x="3534607" y="1826077"/>
                </a:cubicBezTo>
                <a:cubicBezTo>
                  <a:pt x="3534607" y="1811906"/>
                  <a:pt x="3546095" y="1800418"/>
                  <a:pt x="3560264" y="1800418"/>
                </a:cubicBezTo>
                <a:close/>
                <a:moveTo>
                  <a:pt x="3239238" y="1800418"/>
                </a:moveTo>
                <a:cubicBezTo>
                  <a:pt x="3253410" y="1800418"/>
                  <a:pt x="3264898" y="1811906"/>
                  <a:pt x="3264898" y="1826077"/>
                </a:cubicBezTo>
                <a:cubicBezTo>
                  <a:pt x="3264898" y="1840248"/>
                  <a:pt x="3253410" y="1851736"/>
                  <a:pt x="3239238" y="1851736"/>
                </a:cubicBezTo>
                <a:cubicBezTo>
                  <a:pt x="3225068" y="1851736"/>
                  <a:pt x="3213580" y="1840248"/>
                  <a:pt x="3213580" y="1826077"/>
                </a:cubicBezTo>
                <a:cubicBezTo>
                  <a:pt x="3213580" y="1811906"/>
                  <a:pt x="3225068" y="1800418"/>
                  <a:pt x="3239238" y="1800418"/>
                </a:cubicBezTo>
                <a:close/>
                <a:moveTo>
                  <a:pt x="3175034" y="1800418"/>
                </a:moveTo>
                <a:cubicBezTo>
                  <a:pt x="3189204" y="1800418"/>
                  <a:pt x="3200692" y="1811906"/>
                  <a:pt x="3200692" y="1826077"/>
                </a:cubicBezTo>
                <a:cubicBezTo>
                  <a:pt x="3200692" y="1840248"/>
                  <a:pt x="3189204" y="1851736"/>
                  <a:pt x="3175034" y="1851736"/>
                </a:cubicBezTo>
                <a:cubicBezTo>
                  <a:pt x="3160862" y="1851736"/>
                  <a:pt x="3149375" y="1840248"/>
                  <a:pt x="3149375" y="1826077"/>
                </a:cubicBezTo>
                <a:cubicBezTo>
                  <a:pt x="3149375" y="1811906"/>
                  <a:pt x="3160862" y="1800418"/>
                  <a:pt x="3175034" y="1800418"/>
                </a:cubicBezTo>
                <a:close/>
                <a:moveTo>
                  <a:pt x="2853890" y="1800418"/>
                </a:moveTo>
                <a:cubicBezTo>
                  <a:pt x="2868062" y="1800418"/>
                  <a:pt x="2879550" y="1811906"/>
                  <a:pt x="2879550" y="1826077"/>
                </a:cubicBezTo>
                <a:cubicBezTo>
                  <a:pt x="2879550" y="1840248"/>
                  <a:pt x="2868062" y="1851736"/>
                  <a:pt x="2853890" y="1851736"/>
                </a:cubicBezTo>
                <a:cubicBezTo>
                  <a:pt x="2839720" y="1851736"/>
                  <a:pt x="2828231" y="1840248"/>
                  <a:pt x="2828231" y="1826077"/>
                </a:cubicBezTo>
                <a:cubicBezTo>
                  <a:pt x="2828231" y="1811906"/>
                  <a:pt x="2839720" y="1800418"/>
                  <a:pt x="2853890" y="1800418"/>
                </a:cubicBezTo>
                <a:close/>
                <a:moveTo>
                  <a:pt x="2532865" y="1800418"/>
                </a:moveTo>
                <a:cubicBezTo>
                  <a:pt x="2547035" y="1800418"/>
                  <a:pt x="2558523" y="1811906"/>
                  <a:pt x="2558523" y="1826077"/>
                </a:cubicBezTo>
                <a:cubicBezTo>
                  <a:pt x="2558523" y="1840248"/>
                  <a:pt x="2547035" y="1851736"/>
                  <a:pt x="2532865" y="1851736"/>
                </a:cubicBezTo>
                <a:cubicBezTo>
                  <a:pt x="2518693" y="1851736"/>
                  <a:pt x="2507205" y="1840248"/>
                  <a:pt x="2507205" y="1826077"/>
                </a:cubicBezTo>
                <a:cubicBezTo>
                  <a:pt x="2507205" y="1811906"/>
                  <a:pt x="2518693" y="1800418"/>
                  <a:pt x="2532865" y="1800418"/>
                </a:cubicBezTo>
                <a:close/>
                <a:moveTo>
                  <a:pt x="2468658" y="1800418"/>
                </a:moveTo>
                <a:cubicBezTo>
                  <a:pt x="2482831" y="1800418"/>
                  <a:pt x="2494318" y="1811906"/>
                  <a:pt x="2494318" y="1826077"/>
                </a:cubicBezTo>
                <a:cubicBezTo>
                  <a:pt x="2494318" y="1840248"/>
                  <a:pt x="2482831" y="1851736"/>
                  <a:pt x="2468658" y="1851736"/>
                </a:cubicBezTo>
                <a:cubicBezTo>
                  <a:pt x="2454488" y="1851736"/>
                  <a:pt x="2443000" y="1840248"/>
                  <a:pt x="2443000" y="1826077"/>
                </a:cubicBezTo>
                <a:cubicBezTo>
                  <a:pt x="2443000" y="1811906"/>
                  <a:pt x="2454488" y="1800418"/>
                  <a:pt x="2468658" y="1800418"/>
                </a:cubicBezTo>
                <a:close/>
                <a:moveTo>
                  <a:pt x="2147633" y="1800418"/>
                </a:moveTo>
                <a:cubicBezTo>
                  <a:pt x="2161804" y="1800418"/>
                  <a:pt x="2173293" y="1811906"/>
                  <a:pt x="2173293" y="1826077"/>
                </a:cubicBezTo>
                <a:cubicBezTo>
                  <a:pt x="2173293" y="1840248"/>
                  <a:pt x="2161804" y="1851736"/>
                  <a:pt x="2147633" y="1851736"/>
                </a:cubicBezTo>
                <a:cubicBezTo>
                  <a:pt x="2133462" y="1851736"/>
                  <a:pt x="2121975" y="1840248"/>
                  <a:pt x="2121975" y="1826077"/>
                </a:cubicBezTo>
                <a:cubicBezTo>
                  <a:pt x="2121975" y="1811906"/>
                  <a:pt x="2133462" y="1800418"/>
                  <a:pt x="2147633" y="1800418"/>
                </a:cubicBezTo>
                <a:close/>
                <a:moveTo>
                  <a:pt x="2083427" y="1800418"/>
                </a:moveTo>
                <a:cubicBezTo>
                  <a:pt x="2097599" y="1800418"/>
                  <a:pt x="2109087" y="1811906"/>
                  <a:pt x="2109087" y="1826077"/>
                </a:cubicBezTo>
                <a:cubicBezTo>
                  <a:pt x="2109087" y="1840248"/>
                  <a:pt x="2097599" y="1851736"/>
                  <a:pt x="2083427" y="1851736"/>
                </a:cubicBezTo>
                <a:cubicBezTo>
                  <a:pt x="2069257" y="1851736"/>
                  <a:pt x="2057768" y="1840248"/>
                  <a:pt x="2057768" y="1826077"/>
                </a:cubicBezTo>
                <a:cubicBezTo>
                  <a:pt x="2057768" y="1811906"/>
                  <a:pt x="2069257" y="1800418"/>
                  <a:pt x="2083427" y="1800418"/>
                </a:cubicBezTo>
                <a:close/>
                <a:moveTo>
                  <a:pt x="1762285" y="1800418"/>
                </a:moveTo>
                <a:cubicBezTo>
                  <a:pt x="1776456" y="1800418"/>
                  <a:pt x="1787944" y="1811906"/>
                  <a:pt x="1787944" y="1826077"/>
                </a:cubicBezTo>
                <a:cubicBezTo>
                  <a:pt x="1787944" y="1840248"/>
                  <a:pt x="1776456" y="1851736"/>
                  <a:pt x="1762285" y="1851736"/>
                </a:cubicBezTo>
                <a:cubicBezTo>
                  <a:pt x="1748114" y="1851736"/>
                  <a:pt x="1736626" y="1840248"/>
                  <a:pt x="1736626" y="1826077"/>
                </a:cubicBezTo>
                <a:cubicBezTo>
                  <a:pt x="1736626" y="1811906"/>
                  <a:pt x="1748114" y="1800418"/>
                  <a:pt x="1762285" y="1800418"/>
                </a:cubicBezTo>
                <a:close/>
                <a:moveTo>
                  <a:pt x="1441258" y="1800418"/>
                </a:moveTo>
                <a:cubicBezTo>
                  <a:pt x="1455430" y="1800418"/>
                  <a:pt x="1466917" y="1811906"/>
                  <a:pt x="1466917" y="1826077"/>
                </a:cubicBezTo>
                <a:cubicBezTo>
                  <a:pt x="1466917" y="1840248"/>
                  <a:pt x="1455430" y="1851736"/>
                  <a:pt x="1441258" y="1851736"/>
                </a:cubicBezTo>
                <a:cubicBezTo>
                  <a:pt x="1427087" y="1851736"/>
                  <a:pt x="1415599" y="1840248"/>
                  <a:pt x="1415599" y="1826077"/>
                </a:cubicBezTo>
                <a:cubicBezTo>
                  <a:pt x="1415599" y="1811906"/>
                  <a:pt x="1427087" y="1800418"/>
                  <a:pt x="1441258" y="1800418"/>
                </a:cubicBezTo>
                <a:close/>
                <a:moveTo>
                  <a:pt x="1377053" y="1800418"/>
                </a:moveTo>
                <a:cubicBezTo>
                  <a:pt x="1391224" y="1800418"/>
                  <a:pt x="1402712" y="1811906"/>
                  <a:pt x="1402712" y="1826077"/>
                </a:cubicBezTo>
                <a:cubicBezTo>
                  <a:pt x="1402712" y="1840248"/>
                  <a:pt x="1391224" y="1851736"/>
                  <a:pt x="1377053" y="1851736"/>
                </a:cubicBezTo>
                <a:cubicBezTo>
                  <a:pt x="1362882" y="1851736"/>
                  <a:pt x="1351395" y="1840248"/>
                  <a:pt x="1351395" y="1826077"/>
                </a:cubicBezTo>
                <a:cubicBezTo>
                  <a:pt x="1351395" y="1811906"/>
                  <a:pt x="1362882" y="1800418"/>
                  <a:pt x="1377053" y="1800418"/>
                </a:cubicBezTo>
                <a:close/>
                <a:moveTo>
                  <a:pt x="1056027" y="1800418"/>
                </a:moveTo>
                <a:cubicBezTo>
                  <a:pt x="1070199" y="1800418"/>
                  <a:pt x="1081685" y="1811906"/>
                  <a:pt x="1081685" y="1826077"/>
                </a:cubicBezTo>
                <a:cubicBezTo>
                  <a:pt x="1081685" y="1840248"/>
                  <a:pt x="1070199" y="1851736"/>
                  <a:pt x="1056027" y="1851736"/>
                </a:cubicBezTo>
                <a:cubicBezTo>
                  <a:pt x="1041857" y="1851736"/>
                  <a:pt x="1030369" y="1840248"/>
                  <a:pt x="1030369" y="1826077"/>
                </a:cubicBezTo>
                <a:cubicBezTo>
                  <a:pt x="1030369" y="1811906"/>
                  <a:pt x="1041857" y="1800418"/>
                  <a:pt x="1056027" y="1800418"/>
                </a:cubicBezTo>
                <a:close/>
                <a:moveTo>
                  <a:pt x="991823" y="1800418"/>
                </a:moveTo>
                <a:cubicBezTo>
                  <a:pt x="1005993" y="1800418"/>
                  <a:pt x="1017481" y="1811906"/>
                  <a:pt x="1017481" y="1826077"/>
                </a:cubicBezTo>
                <a:cubicBezTo>
                  <a:pt x="1017481" y="1840248"/>
                  <a:pt x="1005993" y="1851736"/>
                  <a:pt x="991823" y="1851736"/>
                </a:cubicBezTo>
                <a:cubicBezTo>
                  <a:pt x="977652" y="1851736"/>
                  <a:pt x="966162" y="1840248"/>
                  <a:pt x="966162" y="1826077"/>
                </a:cubicBezTo>
                <a:cubicBezTo>
                  <a:pt x="966162" y="1811906"/>
                  <a:pt x="977652" y="1800418"/>
                  <a:pt x="991823" y="1800418"/>
                </a:cubicBezTo>
                <a:close/>
                <a:moveTo>
                  <a:pt x="670679" y="1800418"/>
                </a:moveTo>
                <a:cubicBezTo>
                  <a:pt x="684851" y="1800418"/>
                  <a:pt x="696338" y="1811906"/>
                  <a:pt x="696338" y="1826077"/>
                </a:cubicBezTo>
                <a:cubicBezTo>
                  <a:pt x="696338" y="1840248"/>
                  <a:pt x="684851" y="1851736"/>
                  <a:pt x="670679" y="1851736"/>
                </a:cubicBezTo>
                <a:cubicBezTo>
                  <a:pt x="656509" y="1851736"/>
                  <a:pt x="645020" y="1840248"/>
                  <a:pt x="645020" y="1826077"/>
                </a:cubicBezTo>
                <a:cubicBezTo>
                  <a:pt x="645020" y="1811906"/>
                  <a:pt x="656509" y="1800418"/>
                  <a:pt x="670679" y="1800418"/>
                </a:cubicBezTo>
                <a:close/>
                <a:moveTo>
                  <a:pt x="89864" y="1800418"/>
                </a:moveTo>
                <a:cubicBezTo>
                  <a:pt x="104034" y="1800418"/>
                  <a:pt x="115522" y="1811906"/>
                  <a:pt x="115522" y="1826077"/>
                </a:cubicBezTo>
                <a:cubicBezTo>
                  <a:pt x="115522" y="1840248"/>
                  <a:pt x="104034" y="1851736"/>
                  <a:pt x="89864" y="1851736"/>
                </a:cubicBezTo>
                <a:cubicBezTo>
                  <a:pt x="75693" y="1851736"/>
                  <a:pt x="64205" y="1840248"/>
                  <a:pt x="64205" y="1826077"/>
                </a:cubicBezTo>
                <a:cubicBezTo>
                  <a:pt x="64205" y="1811906"/>
                  <a:pt x="75693" y="1800418"/>
                  <a:pt x="89864" y="1800418"/>
                </a:cubicBezTo>
                <a:close/>
                <a:moveTo>
                  <a:pt x="25659" y="1800418"/>
                </a:moveTo>
                <a:cubicBezTo>
                  <a:pt x="39829" y="1800418"/>
                  <a:pt x="51317" y="1811906"/>
                  <a:pt x="51317" y="1826077"/>
                </a:cubicBezTo>
                <a:cubicBezTo>
                  <a:pt x="51317" y="1840248"/>
                  <a:pt x="39829" y="1851736"/>
                  <a:pt x="25659" y="1851736"/>
                </a:cubicBezTo>
                <a:cubicBezTo>
                  <a:pt x="11488" y="1851736"/>
                  <a:pt x="0" y="1840248"/>
                  <a:pt x="0" y="1826077"/>
                </a:cubicBezTo>
                <a:cubicBezTo>
                  <a:pt x="0" y="1811906"/>
                  <a:pt x="11488" y="1800418"/>
                  <a:pt x="25659" y="1800418"/>
                </a:cubicBezTo>
                <a:close/>
                <a:moveTo>
                  <a:pt x="11582491" y="1745967"/>
                </a:moveTo>
                <a:cubicBezTo>
                  <a:pt x="11589609" y="1745967"/>
                  <a:pt x="11595379" y="1751736"/>
                  <a:pt x="11595379" y="1758853"/>
                </a:cubicBezTo>
                <a:cubicBezTo>
                  <a:pt x="11595379" y="1765972"/>
                  <a:pt x="11589609" y="1771740"/>
                  <a:pt x="11582491" y="1771740"/>
                </a:cubicBezTo>
                <a:cubicBezTo>
                  <a:pt x="11575375" y="1771740"/>
                  <a:pt x="11569605" y="1765972"/>
                  <a:pt x="11569605" y="1758853"/>
                </a:cubicBezTo>
                <a:cubicBezTo>
                  <a:pt x="11569605" y="1751736"/>
                  <a:pt x="11575375" y="1745967"/>
                  <a:pt x="11582491" y="1745967"/>
                </a:cubicBezTo>
                <a:close/>
                <a:moveTo>
                  <a:pt x="7023451" y="1745967"/>
                </a:moveTo>
                <a:cubicBezTo>
                  <a:pt x="7030570" y="1745967"/>
                  <a:pt x="7036339" y="1751736"/>
                  <a:pt x="7036339" y="1758853"/>
                </a:cubicBezTo>
                <a:cubicBezTo>
                  <a:pt x="7036339" y="1765972"/>
                  <a:pt x="7030570" y="1771740"/>
                  <a:pt x="7023451" y="1771740"/>
                </a:cubicBezTo>
                <a:cubicBezTo>
                  <a:pt x="7016335" y="1771740"/>
                  <a:pt x="7010566" y="1765972"/>
                  <a:pt x="7010566" y="1758853"/>
                </a:cubicBezTo>
                <a:cubicBezTo>
                  <a:pt x="7010566" y="1751736"/>
                  <a:pt x="7016335" y="1745967"/>
                  <a:pt x="7023451" y="1745967"/>
                </a:cubicBezTo>
                <a:close/>
                <a:moveTo>
                  <a:pt x="5871887" y="1745967"/>
                </a:moveTo>
                <a:cubicBezTo>
                  <a:pt x="5879006" y="1745967"/>
                  <a:pt x="5884776" y="1751736"/>
                  <a:pt x="5884776" y="1758853"/>
                </a:cubicBezTo>
                <a:cubicBezTo>
                  <a:pt x="5884776" y="1765972"/>
                  <a:pt x="5879004" y="1771740"/>
                  <a:pt x="5871887" y="1771740"/>
                </a:cubicBezTo>
                <a:cubicBezTo>
                  <a:pt x="5864769" y="1771740"/>
                  <a:pt x="5859000" y="1765972"/>
                  <a:pt x="5859000" y="1758853"/>
                </a:cubicBezTo>
                <a:cubicBezTo>
                  <a:pt x="5859000" y="1751736"/>
                  <a:pt x="5864772" y="1745967"/>
                  <a:pt x="5871887" y="1745967"/>
                </a:cubicBezTo>
                <a:close/>
                <a:moveTo>
                  <a:pt x="1312848" y="1745967"/>
                </a:moveTo>
                <a:cubicBezTo>
                  <a:pt x="1319968" y="1745967"/>
                  <a:pt x="1325735" y="1751736"/>
                  <a:pt x="1325735" y="1758853"/>
                </a:cubicBezTo>
                <a:cubicBezTo>
                  <a:pt x="1325735" y="1765972"/>
                  <a:pt x="1319968" y="1771740"/>
                  <a:pt x="1312848" y="1771740"/>
                </a:cubicBezTo>
                <a:cubicBezTo>
                  <a:pt x="1305730" y="1771740"/>
                  <a:pt x="1299962" y="1765972"/>
                  <a:pt x="1299962" y="1758853"/>
                </a:cubicBezTo>
                <a:cubicBezTo>
                  <a:pt x="1299962" y="1751736"/>
                  <a:pt x="1305730" y="1745967"/>
                  <a:pt x="1312848" y="1745967"/>
                </a:cubicBezTo>
                <a:close/>
                <a:moveTo>
                  <a:pt x="154069" y="1745967"/>
                </a:moveTo>
                <a:cubicBezTo>
                  <a:pt x="161187" y="1745967"/>
                  <a:pt x="166957" y="1751736"/>
                  <a:pt x="166957" y="1758853"/>
                </a:cubicBezTo>
                <a:cubicBezTo>
                  <a:pt x="166957" y="1765972"/>
                  <a:pt x="161186" y="1771740"/>
                  <a:pt x="154069" y="1771740"/>
                </a:cubicBezTo>
                <a:cubicBezTo>
                  <a:pt x="146951" y="1771740"/>
                  <a:pt x="141182" y="1765972"/>
                  <a:pt x="141182" y="1758853"/>
                </a:cubicBezTo>
                <a:cubicBezTo>
                  <a:pt x="141182" y="1751736"/>
                  <a:pt x="146953" y="1745967"/>
                  <a:pt x="154069" y="1745967"/>
                </a:cubicBezTo>
                <a:close/>
                <a:moveTo>
                  <a:pt x="12163307" y="1733195"/>
                </a:moveTo>
                <a:cubicBezTo>
                  <a:pt x="12177471" y="1733195"/>
                  <a:pt x="12188965" y="1744689"/>
                  <a:pt x="12188965" y="1758854"/>
                </a:cubicBezTo>
                <a:cubicBezTo>
                  <a:pt x="12188965" y="1773018"/>
                  <a:pt x="12177471" y="1784513"/>
                  <a:pt x="12163307" y="1784513"/>
                </a:cubicBezTo>
                <a:cubicBezTo>
                  <a:pt x="12149141" y="1784513"/>
                  <a:pt x="12137649" y="1773018"/>
                  <a:pt x="12137649" y="1758854"/>
                </a:cubicBezTo>
                <a:cubicBezTo>
                  <a:pt x="12137649" y="1744689"/>
                  <a:pt x="12149141" y="1733195"/>
                  <a:pt x="12163307" y="1733195"/>
                </a:cubicBezTo>
                <a:close/>
                <a:moveTo>
                  <a:pt x="12099103" y="1733195"/>
                </a:moveTo>
                <a:cubicBezTo>
                  <a:pt x="12113273" y="1733195"/>
                  <a:pt x="12124761" y="1744682"/>
                  <a:pt x="12124761" y="1758854"/>
                </a:cubicBezTo>
                <a:cubicBezTo>
                  <a:pt x="12124761" y="1773025"/>
                  <a:pt x="12113273" y="1784513"/>
                  <a:pt x="12099103" y="1784513"/>
                </a:cubicBezTo>
                <a:cubicBezTo>
                  <a:pt x="12084931" y="1784513"/>
                  <a:pt x="12073441" y="1773025"/>
                  <a:pt x="12073441" y="1758854"/>
                </a:cubicBezTo>
                <a:cubicBezTo>
                  <a:pt x="12073441" y="1744682"/>
                  <a:pt x="12084931" y="1733195"/>
                  <a:pt x="12099103" y="1733195"/>
                </a:cubicBezTo>
                <a:close/>
                <a:moveTo>
                  <a:pt x="12034897" y="1733195"/>
                </a:moveTo>
                <a:cubicBezTo>
                  <a:pt x="12049061" y="1733195"/>
                  <a:pt x="12060557" y="1744689"/>
                  <a:pt x="12060557" y="1758854"/>
                </a:cubicBezTo>
                <a:cubicBezTo>
                  <a:pt x="12060557" y="1773018"/>
                  <a:pt x="12049061" y="1784513"/>
                  <a:pt x="12034897" y="1784513"/>
                </a:cubicBezTo>
                <a:cubicBezTo>
                  <a:pt x="12020731" y="1784513"/>
                  <a:pt x="12009237" y="1773018"/>
                  <a:pt x="12009237" y="1758854"/>
                </a:cubicBezTo>
                <a:cubicBezTo>
                  <a:pt x="12009237" y="1744689"/>
                  <a:pt x="12020731" y="1733195"/>
                  <a:pt x="12034897" y="1733195"/>
                </a:cubicBezTo>
                <a:close/>
                <a:moveTo>
                  <a:pt x="11970691" y="1733195"/>
                </a:moveTo>
                <a:cubicBezTo>
                  <a:pt x="11984855" y="1733195"/>
                  <a:pt x="11996349" y="1744689"/>
                  <a:pt x="11996349" y="1758854"/>
                </a:cubicBezTo>
                <a:cubicBezTo>
                  <a:pt x="11996349" y="1773018"/>
                  <a:pt x="11984855" y="1784513"/>
                  <a:pt x="11970691" y="1784513"/>
                </a:cubicBezTo>
                <a:cubicBezTo>
                  <a:pt x="11956525" y="1784513"/>
                  <a:pt x="11945033" y="1773018"/>
                  <a:pt x="11945033" y="1758854"/>
                </a:cubicBezTo>
                <a:cubicBezTo>
                  <a:pt x="11945033" y="1744689"/>
                  <a:pt x="11956525" y="1733195"/>
                  <a:pt x="11970691" y="1733195"/>
                </a:cubicBezTo>
                <a:close/>
                <a:moveTo>
                  <a:pt x="11906483" y="1733195"/>
                </a:moveTo>
                <a:cubicBezTo>
                  <a:pt x="11920649" y="1733195"/>
                  <a:pt x="11932145" y="1744689"/>
                  <a:pt x="11932145" y="1758854"/>
                </a:cubicBezTo>
                <a:cubicBezTo>
                  <a:pt x="11932145" y="1773018"/>
                  <a:pt x="11920649" y="1784513"/>
                  <a:pt x="11906483" y="1784513"/>
                </a:cubicBezTo>
                <a:cubicBezTo>
                  <a:pt x="11892321" y="1784513"/>
                  <a:pt x="11880825" y="1773018"/>
                  <a:pt x="11880825" y="1758854"/>
                </a:cubicBezTo>
                <a:cubicBezTo>
                  <a:pt x="11880825" y="1744689"/>
                  <a:pt x="11892321" y="1733195"/>
                  <a:pt x="11906483" y="1733195"/>
                </a:cubicBezTo>
                <a:close/>
                <a:moveTo>
                  <a:pt x="11842279" y="1733195"/>
                </a:moveTo>
                <a:cubicBezTo>
                  <a:pt x="11856445" y="1733195"/>
                  <a:pt x="11867941" y="1744689"/>
                  <a:pt x="11867941" y="1758854"/>
                </a:cubicBezTo>
                <a:cubicBezTo>
                  <a:pt x="11867941" y="1773018"/>
                  <a:pt x="11856445" y="1784513"/>
                  <a:pt x="11842279" y="1784513"/>
                </a:cubicBezTo>
                <a:cubicBezTo>
                  <a:pt x="11828117" y="1784513"/>
                  <a:pt x="11816621" y="1773018"/>
                  <a:pt x="11816621" y="1758854"/>
                </a:cubicBezTo>
                <a:cubicBezTo>
                  <a:pt x="11816621" y="1744689"/>
                  <a:pt x="11828117" y="1733195"/>
                  <a:pt x="11842279" y="1733195"/>
                </a:cubicBezTo>
                <a:close/>
                <a:moveTo>
                  <a:pt x="11775107" y="1733195"/>
                </a:moveTo>
                <a:cubicBezTo>
                  <a:pt x="11789271" y="1733195"/>
                  <a:pt x="11800767" y="1744689"/>
                  <a:pt x="11800767" y="1758854"/>
                </a:cubicBezTo>
                <a:cubicBezTo>
                  <a:pt x="11800767" y="1773018"/>
                  <a:pt x="11789271" y="1784513"/>
                  <a:pt x="11775107" y="1784513"/>
                </a:cubicBezTo>
                <a:cubicBezTo>
                  <a:pt x="11760941" y="1784513"/>
                  <a:pt x="11749449" y="1773018"/>
                  <a:pt x="11749449" y="1758854"/>
                </a:cubicBezTo>
                <a:cubicBezTo>
                  <a:pt x="11749449" y="1744689"/>
                  <a:pt x="11760941" y="1733195"/>
                  <a:pt x="11775107" y="1733195"/>
                </a:cubicBezTo>
                <a:close/>
                <a:moveTo>
                  <a:pt x="11710901" y="1733195"/>
                </a:moveTo>
                <a:cubicBezTo>
                  <a:pt x="11725067" y="1733195"/>
                  <a:pt x="11736561" y="1744689"/>
                  <a:pt x="11736561" y="1758854"/>
                </a:cubicBezTo>
                <a:cubicBezTo>
                  <a:pt x="11736561" y="1773018"/>
                  <a:pt x="11725067" y="1784513"/>
                  <a:pt x="11710901" y="1784513"/>
                </a:cubicBezTo>
                <a:cubicBezTo>
                  <a:pt x="11696737" y="1784513"/>
                  <a:pt x="11685243" y="1773018"/>
                  <a:pt x="11685243" y="1758854"/>
                </a:cubicBezTo>
                <a:cubicBezTo>
                  <a:pt x="11685243" y="1744689"/>
                  <a:pt x="11696737" y="1733195"/>
                  <a:pt x="11710901" y="1733195"/>
                </a:cubicBezTo>
                <a:close/>
                <a:moveTo>
                  <a:pt x="11646697" y="1733195"/>
                </a:moveTo>
                <a:cubicBezTo>
                  <a:pt x="11660859" y="1733195"/>
                  <a:pt x="11672355" y="1744689"/>
                  <a:pt x="11672355" y="1758854"/>
                </a:cubicBezTo>
                <a:cubicBezTo>
                  <a:pt x="11672355" y="1773018"/>
                  <a:pt x="11660859" y="1784513"/>
                  <a:pt x="11646697" y="1784513"/>
                </a:cubicBezTo>
                <a:cubicBezTo>
                  <a:pt x="11632529" y="1784513"/>
                  <a:pt x="11621037" y="1773018"/>
                  <a:pt x="11621037" y="1758854"/>
                </a:cubicBezTo>
                <a:cubicBezTo>
                  <a:pt x="11621037" y="1744689"/>
                  <a:pt x="11632529" y="1733195"/>
                  <a:pt x="11646697" y="1733195"/>
                </a:cubicBezTo>
                <a:close/>
                <a:moveTo>
                  <a:pt x="11518287" y="1733195"/>
                </a:moveTo>
                <a:cubicBezTo>
                  <a:pt x="11532457" y="1733195"/>
                  <a:pt x="11543945" y="1744682"/>
                  <a:pt x="11543945" y="1758854"/>
                </a:cubicBezTo>
                <a:cubicBezTo>
                  <a:pt x="11543945" y="1773025"/>
                  <a:pt x="11532457" y="1784513"/>
                  <a:pt x="11518287" y="1784513"/>
                </a:cubicBezTo>
                <a:cubicBezTo>
                  <a:pt x="11504115" y="1784513"/>
                  <a:pt x="11492627" y="1773025"/>
                  <a:pt x="11492627" y="1758854"/>
                </a:cubicBezTo>
                <a:cubicBezTo>
                  <a:pt x="11492627" y="1744682"/>
                  <a:pt x="11504115" y="1733195"/>
                  <a:pt x="11518287" y="1733195"/>
                </a:cubicBezTo>
                <a:close/>
                <a:moveTo>
                  <a:pt x="11454081" y="1733195"/>
                </a:moveTo>
                <a:cubicBezTo>
                  <a:pt x="11468253" y="1733195"/>
                  <a:pt x="11479739" y="1744682"/>
                  <a:pt x="11479739" y="1758854"/>
                </a:cubicBezTo>
                <a:cubicBezTo>
                  <a:pt x="11479739" y="1773025"/>
                  <a:pt x="11468253" y="1784513"/>
                  <a:pt x="11454081" y="1784513"/>
                </a:cubicBezTo>
                <a:cubicBezTo>
                  <a:pt x="11439909" y="1784513"/>
                  <a:pt x="11428421" y="1773025"/>
                  <a:pt x="11428421" y="1758854"/>
                </a:cubicBezTo>
                <a:cubicBezTo>
                  <a:pt x="11428421" y="1744682"/>
                  <a:pt x="11439909" y="1733195"/>
                  <a:pt x="11454081" y="1733195"/>
                </a:cubicBezTo>
                <a:close/>
                <a:moveTo>
                  <a:pt x="11389875" y="1733195"/>
                </a:moveTo>
                <a:cubicBezTo>
                  <a:pt x="11404040" y="1733195"/>
                  <a:pt x="11415533" y="1744689"/>
                  <a:pt x="11415533" y="1758854"/>
                </a:cubicBezTo>
                <a:cubicBezTo>
                  <a:pt x="11415533" y="1773018"/>
                  <a:pt x="11404040" y="1784513"/>
                  <a:pt x="11389875" y="1784513"/>
                </a:cubicBezTo>
                <a:cubicBezTo>
                  <a:pt x="11375710" y="1784513"/>
                  <a:pt x="11364217" y="1773018"/>
                  <a:pt x="11364217" y="1758854"/>
                </a:cubicBezTo>
                <a:cubicBezTo>
                  <a:pt x="11364217" y="1744689"/>
                  <a:pt x="11375710" y="1733195"/>
                  <a:pt x="11389875" y="1733195"/>
                </a:cubicBezTo>
                <a:close/>
                <a:moveTo>
                  <a:pt x="11325670" y="1733195"/>
                </a:moveTo>
                <a:cubicBezTo>
                  <a:pt x="11339835" y="1733195"/>
                  <a:pt x="11351329" y="1744689"/>
                  <a:pt x="11351329" y="1758854"/>
                </a:cubicBezTo>
                <a:cubicBezTo>
                  <a:pt x="11351329" y="1773018"/>
                  <a:pt x="11339835" y="1784513"/>
                  <a:pt x="11325670" y="1784513"/>
                </a:cubicBezTo>
                <a:cubicBezTo>
                  <a:pt x="11311505" y="1784513"/>
                  <a:pt x="11300012" y="1773018"/>
                  <a:pt x="11300012" y="1758854"/>
                </a:cubicBezTo>
                <a:cubicBezTo>
                  <a:pt x="11300012" y="1744689"/>
                  <a:pt x="11311505" y="1733195"/>
                  <a:pt x="11325670" y="1733195"/>
                </a:cubicBezTo>
                <a:close/>
                <a:moveTo>
                  <a:pt x="11261466" y="1733195"/>
                </a:moveTo>
                <a:cubicBezTo>
                  <a:pt x="11275628" y="1733195"/>
                  <a:pt x="11287124" y="1744689"/>
                  <a:pt x="11287124" y="1758854"/>
                </a:cubicBezTo>
                <a:cubicBezTo>
                  <a:pt x="11287124" y="1773018"/>
                  <a:pt x="11275628" y="1784513"/>
                  <a:pt x="11261466" y="1784513"/>
                </a:cubicBezTo>
                <a:cubicBezTo>
                  <a:pt x="11247301" y="1784513"/>
                  <a:pt x="11235805" y="1773018"/>
                  <a:pt x="11235805" y="1758854"/>
                </a:cubicBezTo>
                <a:cubicBezTo>
                  <a:pt x="11235805" y="1744689"/>
                  <a:pt x="11247301" y="1733195"/>
                  <a:pt x="11261466" y="1733195"/>
                </a:cubicBezTo>
                <a:close/>
                <a:moveTo>
                  <a:pt x="11197259" y="1733195"/>
                </a:moveTo>
                <a:cubicBezTo>
                  <a:pt x="11211424" y="1733195"/>
                  <a:pt x="11222917" y="1744689"/>
                  <a:pt x="11222917" y="1758854"/>
                </a:cubicBezTo>
                <a:cubicBezTo>
                  <a:pt x="11222917" y="1773018"/>
                  <a:pt x="11211424" y="1784513"/>
                  <a:pt x="11197259" y="1784513"/>
                </a:cubicBezTo>
                <a:cubicBezTo>
                  <a:pt x="11183094" y="1784513"/>
                  <a:pt x="11171601" y="1773018"/>
                  <a:pt x="11171601" y="1758854"/>
                </a:cubicBezTo>
                <a:cubicBezTo>
                  <a:pt x="11171601" y="1744689"/>
                  <a:pt x="11183094" y="1733195"/>
                  <a:pt x="11197259" y="1733195"/>
                </a:cubicBezTo>
                <a:close/>
                <a:moveTo>
                  <a:pt x="11133055" y="1733195"/>
                </a:moveTo>
                <a:cubicBezTo>
                  <a:pt x="11147225" y="1733195"/>
                  <a:pt x="11158713" y="1744682"/>
                  <a:pt x="11158713" y="1758854"/>
                </a:cubicBezTo>
                <a:cubicBezTo>
                  <a:pt x="11158713" y="1773025"/>
                  <a:pt x="11147225" y="1784513"/>
                  <a:pt x="11133055" y="1784513"/>
                </a:cubicBezTo>
                <a:cubicBezTo>
                  <a:pt x="11118884" y="1784513"/>
                  <a:pt x="11107396" y="1773025"/>
                  <a:pt x="11107396" y="1758854"/>
                </a:cubicBezTo>
                <a:cubicBezTo>
                  <a:pt x="11107396" y="1744682"/>
                  <a:pt x="11118884" y="1733195"/>
                  <a:pt x="11133055" y="1733195"/>
                </a:cubicBezTo>
                <a:close/>
                <a:moveTo>
                  <a:pt x="11068848" y="1733195"/>
                </a:moveTo>
                <a:cubicBezTo>
                  <a:pt x="11083021" y="1733195"/>
                  <a:pt x="11094509" y="1744682"/>
                  <a:pt x="11094509" y="1758854"/>
                </a:cubicBezTo>
                <a:cubicBezTo>
                  <a:pt x="11094509" y="1773025"/>
                  <a:pt x="11083021" y="1784513"/>
                  <a:pt x="11068848" y="1784513"/>
                </a:cubicBezTo>
                <a:cubicBezTo>
                  <a:pt x="11054677" y="1784513"/>
                  <a:pt x="11043189" y="1773025"/>
                  <a:pt x="11043189" y="1758854"/>
                </a:cubicBezTo>
                <a:cubicBezTo>
                  <a:pt x="11043189" y="1744682"/>
                  <a:pt x="11054677" y="1733195"/>
                  <a:pt x="11068848" y="1733195"/>
                </a:cubicBezTo>
                <a:close/>
                <a:moveTo>
                  <a:pt x="11004643" y="1733195"/>
                </a:moveTo>
                <a:cubicBezTo>
                  <a:pt x="11018808" y="1733195"/>
                  <a:pt x="11030301" y="1744689"/>
                  <a:pt x="11030301" y="1758854"/>
                </a:cubicBezTo>
                <a:cubicBezTo>
                  <a:pt x="11030301" y="1773018"/>
                  <a:pt x="11018808" y="1784513"/>
                  <a:pt x="11004643" y="1784513"/>
                </a:cubicBezTo>
                <a:cubicBezTo>
                  <a:pt x="10990478" y="1784513"/>
                  <a:pt x="10978985" y="1773018"/>
                  <a:pt x="10978985" y="1758854"/>
                </a:cubicBezTo>
                <a:cubicBezTo>
                  <a:pt x="10978985" y="1744689"/>
                  <a:pt x="10990478" y="1733195"/>
                  <a:pt x="11004643" y="1733195"/>
                </a:cubicBezTo>
                <a:close/>
                <a:moveTo>
                  <a:pt x="10940321" y="1733195"/>
                </a:moveTo>
                <a:cubicBezTo>
                  <a:pt x="10954604" y="1733195"/>
                  <a:pt x="10965982" y="1744689"/>
                  <a:pt x="10965982" y="1758854"/>
                </a:cubicBezTo>
                <a:cubicBezTo>
                  <a:pt x="10965982" y="1773018"/>
                  <a:pt x="10954486" y="1784513"/>
                  <a:pt x="10940321" y="1784513"/>
                </a:cubicBezTo>
                <a:cubicBezTo>
                  <a:pt x="10926156" y="1784513"/>
                  <a:pt x="10914663" y="1773018"/>
                  <a:pt x="10914663" y="1758854"/>
                </a:cubicBezTo>
                <a:cubicBezTo>
                  <a:pt x="10914663" y="1744689"/>
                  <a:pt x="10926156" y="1733195"/>
                  <a:pt x="10940321" y="1733195"/>
                </a:cubicBezTo>
                <a:close/>
                <a:moveTo>
                  <a:pt x="10876117" y="1733195"/>
                </a:moveTo>
                <a:cubicBezTo>
                  <a:pt x="10890282" y="1733195"/>
                  <a:pt x="10901775" y="1744689"/>
                  <a:pt x="10901775" y="1758854"/>
                </a:cubicBezTo>
                <a:cubicBezTo>
                  <a:pt x="10901775" y="1773018"/>
                  <a:pt x="10890282" y="1784513"/>
                  <a:pt x="10876117" y="1784513"/>
                </a:cubicBezTo>
                <a:cubicBezTo>
                  <a:pt x="10861952" y="1784513"/>
                  <a:pt x="10850459" y="1773018"/>
                  <a:pt x="10850459" y="1758854"/>
                </a:cubicBezTo>
                <a:cubicBezTo>
                  <a:pt x="10850459" y="1744689"/>
                  <a:pt x="10861952" y="1733195"/>
                  <a:pt x="10876117" y="1733195"/>
                </a:cubicBezTo>
                <a:close/>
                <a:moveTo>
                  <a:pt x="10811912" y="1733195"/>
                </a:moveTo>
                <a:cubicBezTo>
                  <a:pt x="10826077" y="1733195"/>
                  <a:pt x="10837571" y="1744689"/>
                  <a:pt x="10837571" y="1758854"/>
                </a:cubicBezTo>
                <a:cubicBezTo>
                  <a:pt x="10837571" y="1773018"/>
                  <a:pt x="10826077" y="1784513"/>
                  <a:pt x="10811912" y="1784513"/>
                </a:cubicBezTo>
                <a:cubicBezTo>
                  <a:pt x="10797747" y="1784513"/>
                  <a:pt x="10786254" y="1773018"/>
                  <a:pt x="10786254" y="1758854"/>
                </a:cubicBezTo>
                <a:cubicBezTo>
                  <a:pt x="10786254" y="1744689"/>
                  <a:pt x="10797747" y="1733195"/>
                  <a:pt x="10811912" y="1733195"/>
                </a:cubicBezTo>
                <a:close/>
                <a:moveTo>
                  <a:pt x="10747708" y="1733195"/>
                </a:moveTo>
                <a:cubicBezTo>
                  <a:pt x="10761878" y="1733195"/>
                  <a:pt x="10773366" y="1744682"/>
                  <a:pt x="10773366" y="1758854"/>
                </a:cubicBezTo>
                <a:cubicBezTo>
                  <a:pt x="10773366" y="1773025"/>
                  <a:pt x="10761878" y="1784513"/>
                  <a:pt x="10747708" y="1784513"/>
                </a:cubicBezTo>
                <a:cubicBezTo>
                  <a:pt x="10733535" y="1784513"/>
                  <a:pt x="10722047" y="1773025"/>
                  <a:pt x="10722047" y="1758854"/>
                </a:cubicBezTo>
                <a:cubicBezTo>
                  <a:pt x="10722047" y="1744682"/>
                  <a:pt x="10733535" y="1733195"/>
                  <a:pt x="10747708" y="1733195"/>
                </a:cubicBezTo>
                <a:close/>
                <a:moveTo>
                  <a:pt x="10683501" y="1733195"/>
                </a:moveTo>
                <a:cubicBezTo>
                  <a:pt x="10697666" y="1733195"/>
                  <a:pt x="10709159" y="1744689"/>
                  <a:pt x="10709159" y="1758854"/>
                </a:cubicBezTo>
                <a:cubicBezTo>
                  <a:pt x="10709159" y="1773018"/>
                  <a:pt x="10697666" y="1784513"/>
                  <a:pt x="10683501" y="1784513"/>
                </a:cubicBezTo>
                <a:cubicBezTo>
                  <a:pt x="10669336" y="1784513"/>
                  <a:pt x="10657843" y="1773018"/>
                  <a:pt x="10657843" y="1758854"/>
                </a:cubicBezTo>
                <a:cubicBezTo>
                  <a:pt x="10657843" y="1744689"/>
                  <a:pt x="10669336" y="1733195"/>
                  <a:pt x="10683501" y="1733195"/>
                </a:cubicBezTo>
                <a:close/>
                <a:moveTo>
                  <a:pt x="10619297" y="1733195"/>
                </a:moveTo>
                <a:cubicBezTo>
                  <a:pt x="10633462" y="1733195"/>
                  <a:pt x="10644955" y="1744689"/>
                  <a:pt x="10644955" y="1758854"/>
                </a:cubicBezTo>
                <a:cubicBezTo>
                  <a:pt x="10644955" y="1773018"/>
                  <a:pt x="10633462" y="1784513"/>
                  <a:pt x="10619297" y="1784513"/>
                </a:cubicBezTo>
                <a:cubicBezTo>
                  <a:pt x="10605132" y="1784513"/>
                  <a:pt x="10593639" y="1773018"/>
                  <a:pt x="10593639" y="1758854"/>
                </a:cubicBezTo>
                <a:cubicBezTo>
                  <a:pt x="10593639" y="1744689"/>
                  <a:pt x="10605132" y="1733195"/>
                  <a:pt x="10619297" y="1733195"/>
                </a:cubicBezTo>
                <a:close/>
                <a:moveTo>
                  <a:pt x="10555092" y="1733195"/>
                </a:moveTo>
                <a:cubicBezTo>
                  <a:pt x="10569255" y="1733195"/>
                  <a:pt x="10580751" y="1744689"/>
                  <a:pt x="10580751" y="1758854"/>
                </a:cubicBezTo>
                <a:cubicBezTo>
                  <a:pt x="10580751" y="1773018"/>
                  <a:pt x="10569255" y="1784513"/>
                  <a:pt x="10555092" y="1784513"/>
                </a:cubicBezTo>
                <a:cubicBezTo>
                  <a:pt x="10540927" y="1784513"/>
                  <a:pt x="10529432" y="1773018"/>
                  <a:pt x="10529432" y="1758854"/>
                </a:cubicBezTo>
                <a:cubicBezTo>
                  <a:pt x="10529432" y="1744689"/>
                  <a:pt x="10540927" y="1733195"/>
                  <a:pt x="10555092" y="1733195"/>
                </a:cubicBezTo>
                <a:close/>
                <a:moveTo>
                  <a:pt x="10490885" y="1733195"/>
                </a:moveTo>
                <a:cubicBezTo>
                  <a:pt x="10505050" y="1733195"/>
                  <a:pt x="10516544" y="1744689"/>
                  <a:pt x="10516544" y="1758854"/>
                </a:cubicBezTo>
                <a:cubicBezTo>
                  <a:pt x="10516544" y="1773018"/>
                  <a:pt x="10505050" y="1784513"/>
                  <a:pt x="10490885" y="1784513"/>
                </a:cubicBezTo>
                <a:cubicBezTo>
                  <a:pt x="10476720" y="1784513"/>
                  <a:pt x="10465227" y="1773018"/>
                  <a:pt x="10465227" y="1758854"/>
                </a:cubicBezTo>
                <a:cubicBezTo>
                  <a:pt x="10465227" y="1744689"/>
                  <a:pt x="10476720" y="1733195"/>
                  <a:pt x="10490885" y="1733195"/>
                </a:cubicBezTo>
                <a:close/>
                <a:moveTo>
                  <a:pt x="10426681" y="1733195"/>
                </a:moveTo>
                <a:cubicBezTo>
                  <a:pt x="10440851" y="1733195"/>
                  <a:pt x="10452339" y="1744682"/>
                  <a:pt x="10452339" y="1758854"/>
                </a:cubicBezTo>
                <a:cubicBezTo>
                  <a:pt x="10452339" y="1773025"/>
                  <a:pt x="10440851" y="1784513"/>
                  <a:pt x="10426681" y="1784513"/>
                </a:cubicBezTo>
                <a:cubicBezTo>
                  <a:pt x="10412508" y="1784513"/>
                  <a:pt x="10401023" y="1773025"/>
                  <a:pt x="10401023" y="1758854"/>
                </a:cubicBezTo>
                <a:cubicBezTo>
                  <a:pt x="10401023" y="1744682"/>
                  <a:pt x="10412508" y="1733195"/>
                  <a:pt x="10426681" y="1733195"/>
                </a:cubicBezTo>
                <a:close/>
                <a:moveTo>
                  <a:pt x="10362474" y="1733195"/>
                </a:moveTo>
                <a:cubicBezTo>
                  <a:pt x="10376647" y="1733195"/>
                  <a:pt x="10388135" y="1744682"/>
                  <a:pt x="10388135" y="1758854"/>
                </a:cubicBezTo>
                <a:cubicBezTo>
                  <a:pt x="10388135" y="1773025"/>
                  <a:pt x="10376647" y="1784513"/>
                  <a:pt x="10362474" y="1784513"/>
                </a:cubicBezTo>
                <a:cubicBezTo>
                  <a:pt x="10348304" y="1784513"/>
                  <a:pt x="10336816" y="1773025"/>
                  <a:pt x="10336816" y="1758854"/>
                </a:cubicBezTo>
                <a:cubicBezTo>
                  <a:pt x="10336816" y="1744682"/>
                  <a:pt x="10348304" y="1733195"/>
                  <a:pt x="10362474" y="1733195"/>
                </a:cubicBezTo>
                <a:close/>
                <a:moveTo>
                  <a:pt x="10298270" y="1733195"/>
                </a:moveTo>
                <a:cubicBezTo>
                  <a:pt x="10312435" y="1733195"/>
                  <a:pt x="10323928" y="1744689"/>
                  <a:pt x="10323928" y="1758854"/>
                </a:cubicBezTo>
                <a:cubicBezTo>
                  <a:pt x="10323928" y="1773018"/>
                  <a:pt x="10312435" y="1784513"/>
                  <a:pt x="10298270" y="1784513"/>
                </a:cubicBezTo>
                <a:cubicBezTo>
                  <a:pt x="10284105" y="1784513"/>
                  <a:pt x="10272611" y="1773018"/>
                  <a:pt x="10272611" y="1758854"/>
                </a:cubicBezTo>
                <a:cubicBezTo>
                  <a:pt x="10272611" y="1744689"/>
                  <a:pt x="10284105" y="1733195"/>
                  <a:pt x="10298270" y="1733195"/>
                </a:cubicBezTo>
                <a:close/>
                <a:moveTo>
                  <a:pt x="10234065" y="1733195"/>
                </a:moveTo>
                <a:cubicBezTo>
                  <a:pt x="10248228" y="1733195"/>
                  <a:pt x="10259723" y="1744689"/>
                  <a:pt x="10259723" y="1758854"/>
                </a:cubicBezTo>
                <a:cubicBezTo>
                  <a:pt x="10259723" y="1773018"/>
                  <a:pt x="10248228" y="1784513"/>
                  <a:pt x="10234065" y="1784513"/>
                </a:cubicBezTo>
                <a:cubicBezTo>
                  <a:pt x="10219900" y="1784513"/>
                  <a:pt x="10208404" y="1773018"/>
                  <a:pt x="10208404" y="1758854"/>
                </a:cubicBezTo>
                <a:cubicBezTo>
                  <a:pt x="10208404" y="1744689"/>
                  <a:pt x="10219900" y="1733195"/>
                  <a:pt x="10234065" y="1733195"/>
                </a:cubicBezTo>
                <a:close/>
                <a:moveTo>
                  <a:pt x="10169858" y="1733195"/>
                </a:moveTo>
                <a:cubicBezTo>
                  <a:pt x="10184023" y="1733195"/>
                  <a:pt x="10195519" y="1744689"/>
                  <a:pt x="10195519" y="1758854"/>
                </a:cubicBezTo>
                <a:cubicBezTo>
                  <a:pt x="10195519" y="1773018"/>
                  <a:pt x="10184023" y="1784513"/>
                  <a:pt x="10169858" y="1784513"/>
                </a:cubicBezTo>
                <a:cubicBezTo>
                  <a:pt x="10155693" y="1784513"/>
                  <a:pt x="10144200" y="1773018"/>
                  <a:pt x="10144200" y="1758854"/>
                </a:cubicBezTo>
                <a:cubicBezTo>
                  <a:pt x="10144200" y="1744689"/>
                  <a:pt x="10155693" y="1733195"/>
                  <a:pt x="10169858" y="1733195"/>
                </a:cubicBezTo>
                <a:close/>
                <a:moveTo>
                  <a:pt x="10105654" y="1733195"/>
                </a:moveTo>
                <a:cubicBezTo>
                  <a:pt x="10119819" y="1733195"/>
                  <a:pt x="10131312" y="1744689"/>
                  <a:pt x="10131312" y="1758854"/>
                </a:cubicBezTo>
                <a:cubicBezTo>
                  <a:pt x="10131312" y="1773018"/>
                  <a:pt x="10119819" y="1784513"/>
                  <a:pt x="10105654" y="1784513"/>
                </a:cubicBezTo>
                <a:cubicBezTo>
                  <a:pt x="10091489" y="1784513"/>
                  <a:pt x="10079996" y="1773018"/>
                  <a:pt x="10079996" y="1758854"/>
                </a:cubicBezTo>
                <a:cubicBezTo>
                  <a:pt x="10079996" y="1744689"/>
                  <a:pt x="10091489" y="1733195"/>
                  <a:pt x="10105654" y="1733195"/>
                </a:cubicBezTo>
                <a:close/>
                <a:moveTo>
                  <a:pt x="10041450" y="1733195"/>
                </a:moveTo>
                <a:cubicBezTo>
                  <a:pt x="10055620" y="1733195"/>
                  <a:pt x="10067108" y="1744682"/>
                  <a:pt x="10067108" y="1758854"/>
                </a:cubicBezTo>
                <a:cubicBezTo>
                  <a:pt x="10067108" y="1773025"/>
                  <a:pt x="10055620" y="1784513"/>
                  <a:pt x="10041450" y="1784513"/>
                </a:cubicBezTo>
                <a:cubicBezTo>
                  <a:pt x="10027279" y="1784513"/>
                  <a:pt x="10015789" y="1773025"/>
                  <a:pt x="10015789" y="1758854"/>
                </a:cubicBezTo>
                <a:cubicBezTo>
                  <a:pt x="10015789" y="1744682"/>
                  <a:pt x="10027279" y="1733195"/>
                  <a:pt x="10041450" y="1733195"/>
                </a:cubicBezTo>
                <a:close/>
                <a:moveTo>
                  <a:pt x="9977242" y="1733195"/>
                </a:moveTo>
                <a:cubicBezTo>
                  <a:pt x="9991416" y="1733195"/>
                  <a:pt x="10002903" y="1744682"/>
                  <a:pt x="10002903" y="1758854"/>
                </a:cubicBezTo>
                <a:cubicBezTo>
                  <a:pt x="10002903" y="1773025"/>
                  <a:pt x="9991416" y="1784513"/>
                  <a:pt x="9977242" y="1784513"/>
                </a:cubicBezTo>
                <a:cubicBezTo>
                  <a:pt x="9963072" y="1784513"/>
                  <a:pt x="9951584" y="1773025"/>
                  <a:pt x="9951584" y="1758854"/>
                </a:cubicBezTo>
                <a:cubicBezTo>
                  <a:pt x="9951584" y="1744682"/>
                  <a:pt x="9963072" y="1733195"/>
                  <a:pt x="9977242" y="1733195"/>
                </a:cubicBezTo>
                <a:close/>
                <a:moveTo>
                  <a:pt x="9913038" y="1733195"/>
                </a:moveTo>
                <a:cubicBezTo>
                  <a:pt x="9927203" y="1733195"/>
                  <a:pt x="9938696" y="1744689"/>
                  <a:pt x="9938696" y="1758854"/>
                </a:cubicBezTo>
                <a:cubicBezTo>
                  <a:pt x="9938696" y="1773018"/>
                  <a:pt x="9927203" y="1784513"/>
                  <a:pt x="9913038" y="1784513"/>
                </a:cubicBezTo>
                <a:cubicBezTo>
                  <a:pt x="9898873" y="1784513"/>
                  <a:pt x="9887380" y="1773018"/>
                  <a:pt x="9887380" y="1758854"/>
                </a:cubicBezTo>
                <a:cubicBezTo>
                  <a:pt x="9887380" y="1744689"/>
                  <a:pt x="9898873" y="1733195"/>
                  <a:pt x="9913038" y="1733195"/>
                </a:cubicBezTo>
                <a:close/>
                <a:moveTo>
                  <a:pt x="9848716" y="1733195"/>
                </a:moveTo>
                <a:cubicBezTo>
                  <a:pt x="9862996" y="1733195"/>
                  <a:pt x="9874374" y="1744689"/>
                  <a:pt x="9874374" y="1758854"/>
                </a:cubicBezTo>
                <a:cubicBezTo>
                  <a:pt x="9874374" y="1773018"/>
                  <a:pt x="9862881" y="1784513"/>
                  <a:pt x="9848716" y="1784513"/>
                </a:cubicBezTo>
                <a:cubicBezTo>
                  <a:pt x="9834551" y="1784513"/>
                  <a:pt x="9823058" y="1773018"/>
                  <a:pt x="9823058" y="1758854"/>
                </a:cubicBezTo>
                <a:cubicBezTo>
                  <a:pt x="9823058" y="1744689"/>
                  <a:pt x="9834551" y="1733195"/>
                  <a:pt x="9848716" y="1733195"/>
                </a:cubicBezTo>
                <a:close/>
                <a:moveTo>
                  <a:pt x="9784512" y="1733195"/>
                </a:moveTo>
                <a:cubicBezTo>
                  <a:pt x="9798677" y="1733195"/>
                  <a:pt x="9810170" y="1744689"/>
                  <a:pt x="9810170" y="1758854"/>
                </a:cubicBezTo>
                <a:cubicBezTo>
                  <a:pt x="9810170" y="1773018"/>
                  <a:pt x="9798677" y="1784513"/>
                  <a:pt x="9784512" y="1784513"/>
                </a:cubicBezTo>
                <a:cubicBezTo>
                  <a:pt x="9770347" y="1784513"/>
                  <a:pt x="9758853" y="1773018"/>
                  <a:pt x="9758853" y="1758854"/>
                </a:cubicBezTo>
                <a:cubicBezTo>
                  <a:pt x="9758853" y="1744689"/>
                  <a:pt x="9770347" y="1733195"/>
                  <a:pt x="9784512" y="1733195"/>
                </a:cubicBezTo>
                <a:close/>
                <a:moveTo>
                  <a:pt x="9720307" y="1733195"/>
                </a:moveTo>
                <a:cubicBezTo>
                  <a:pt x="9734470" y="1733195"/>
                  <a:pt x="9745965" y="1744689"/>
                  <a:pt x="9745965" y="1758854"/>
                </a:cubicBezTo>
                <a:cubicBezTo>
                  <a:pt x="9745965" y="1773018"/>
                  <a:pt x="9734470" y="1784513"/>
                  <a:pt x="9720307" y="1784513"/>
                </a:cubicBezTo>
                <a:cubicBezTo>
                  <a:pt x="9706142" y="1784513"/>
                  <a:pt x="9694646" y="1773018"/>
                  <a:pt x="9694646" y="1758854"/>
                </a:cubicBezTo>
                <a:cubicBezTo>
                  <a:pt x="9694646" y="1744689"/>
                  <a:pt x="9706142" y="1733195"/>
                  <a:pt x="9720307" y="1733195"/>
                </a:cubicBezTo>
                <a:close/>
                <a:moveTo>
                  <a:pt x="9656100" y="1733195"/>
                </a:moveTo>
                <a:cubicBezTo>
                  <a:pt x="9670271" y="1733195"/>
                  <a:pt x="9681758" y="1744682"/>
                  <a:pt x="9681758" y="1758854"/>
                </a:cubicBezTo>
                <a:cubicBezTo>
                  <a:pt x="9681758" y="1773025"/>
                  <a:pt x="9670271" y="1784513"/>
                  <a:pt x="9656100" y="1784513"/>
                </a:cubicBezTo>
                <a:cubicBezTo>
                  <a:pt x="9641930" y="1784513"/>
                  <a:pt x="9630442" y="1773025"/>
                  <a:pt x="9630442" y="1758854"/>
                </a:cubicBezTo>
                <a:cubicBezTo>
                  <a:pt x="9630442" y="1744682"/>
                  <a:pt x="9641930" y="1733195"/>
                  <a:pt x="9656100" y="1733195"/>
                </a:cubicBezTo>
                <a:close/>
                <a:moveTo>
                  <a:pt x="9591896" y="1733195"/>
                </a:moveTo>
                <a:cubicBezTo>
                  <a:pt x="9606061" y="1733195"/>
                  <a:pt x="9617554" y="1744689"/>
                  <a:pt x="9617554" y="1758854"/>
                </a:cubicBezTo>
                <a:cubicBezTo>
                  <a:pt x="9617554" y="1773018"/>
                  <a:pt x="9606061" y="1784513"/>
                  <a:pt x="9591896" y="1784513"/>
                </a:cubicBezTo>
                <a:cubicBezTo>
                  <a:pt x="9577731" y="1784513"/>
                  <a:pt x="9566238" y="1773018"/>
                  <a:pt x="9566238" y="1758854"/>
                </a:cubicBezTo>
                <a:cubicBezTo>
                  <a:pt x="9566238" y="1744689"/>
                  <a:pt x="9577731" y="1733195"/>
                  <a:pt x="9591896" y="1733195"/>
                </a:cubicBezTo>
                <a:close/>
                <a:moveTo>
                  <a:pt x="9527689" y="1733195"/>
                </a:moveTo>
                <a:cubicBezTo>
                  <a:pt x="9541854" y="1733195"/>
                  <a:pt x="9553350" y="1744689"/>
                  <a:pt x="9553350" y="1758854"/>
                </a:cubicBezTo>
                <a:cubicBezTo>
                  <a:pt x="9553350" y="1773018"/>
                  <a:pt x="9541854" y="1784513"/>
                  <a:pt x="9527689" y="1784513"/>
                </a:cubicBezTo>
                <a:cubicBezTo>
                  <a:pt x="9513524" y="1784513"/>
                  <a:pt x="9502031" y="1773018"/>
                  <a:pt x="9502031" y="1758854"/>
                </a:cubicBezTo>
                <a:cubicBezTo>
                  <a:pt x="9502031" y="1744689"/>
                  <a:pt x="9513524" y="1733195"/>
                  <a:pt x="9527689" y="1733195"/>
                </a:cubicBezTo>
                <a:close/>
                <a:moveTo>
                  <a:pt x="9463485" y="1733195"/>
                </a:moveTo>
                <a:cubicBezTo>
                  <a:pt x="9477650" y="1733195"/>
                  <a:pt x="9489143" y="1744689"/>
                  <a:pt x="9489143" y="1758854"/>
                </a:cubicBezTo>
                <a:cubicBezTo>
                  <a:pt x="9489143" y="1773018"/>
                  <a:pt x="9477650" y="1784513"/>
                  <a:pt x="9463485" y="1784513"/>
                </a:cubicBezTo>
                <a:cubicBezTo>
                  <a:pt x="9449320" y="1784513"/>
                  <a:pt x="9437826" y="1773018"/>
                  <a:pt x="9437826" y="1758854"/>
                </a:cubicBezTo>
                <a:cubicBezTo>
                  <a:pt x="9437826" y="1744689"/>
                  <a:pt x="9449320" y="1733195"/>
                  <a:pt x="9463485" y="1733195"/>
                </a:cubicBezTo>
                <a:close/>
                <a:moveTo>
                  <a:pt x="9399280" y="1733195"/>
                </a:moveTo>
                <a:cubicBezTo>
                  <a:pt x="9413445" y="1733195"/>
                  <a:pt x="9424938" y="1744689"/>
                  <a:pt x="9424938" y="1758854"/>
                </a:cubicBezTo>
                <a:cubicBezTo>
                  <a:pt x="9424938" y="1773018"/>
                  <a:pt x="9413445" y="1784513"/>
                  <a:pt x="9399280" y="1784513"/>
                </a:cubicBezTo>
                <a:cubicBezTo>
                  <a:pt x="9385115" y="1784513"/>
                  <a:pt x="9373619" y="1773018"/>
                  <a:pt x="9373619" y="1758854"/>
                </a:cubicBezTo>
                <a:cubicBezTo>
                  <a:pt x="9373619" y="1744689"/>
                  <a:pt x="9385115" y="1733195"/>
                  <a:pt x="9399280" y="1733195"/>
                </a:cubicBezTo>
                <a:close/>
                <a:moveTo>
                  <a:pt x="9335073" y="1733195"/>
                </a:moveTo>
                <a:cubicBezTo>
                  <a:pt x="9349246" y="1733195"/>
                  <a:pt x="9360734" y="1744682"/>
                  <a:pt x="9360734" y="1758854"/>
                </a:cubicBezTo>
                <a:cubicBezTo>
                  <a:pt x="9360734" y="1773025"/>
                  <a:pt x="9349246" y="1784513"/>
                  <a:pt x="9335073" y="1784513"/>
                </a:cubicBezTo>
                <a:cubicBezTo>
                  <a:pt x="9320903" y="1784513"/>
                  <a:pt x="9309415" y="1773025"/>
                  <a:pt x="9309415" y="1758854"/>
                </a:cubicBezTo>
                <a:cubicBezTo>
                  <a:pt x="9309415" y="1744682"/>
                  <a:pt x="9320903" y="1733195"/>
                  <a:pt x="9335073" y="1733195"/>
                </a:cubicBezTo>
                <a:close/>
                <a:moveTo>
                  <a:pt x="9270869" y="1733195"/>
                </a:moveTo>
                <a:cubicBezTo>
                  <a:pt x="9285039" y="1733195"/>
                  <a:pt x="9296527" y="1744682"/>
                  <a:pt x="9296527" y="1758854"/>
                </a:cubicBezTo>
                <a:cubicBezTo>
                  <a:pt x="9296527" y="1773025"/>
                  <a:pt x="9285039" y="1784513"/>
                  <a:pt x="9270869" y="1784513"/>
                </a:cubicBezTo>
                <a:cubicBezTo>
                  <a:pt x="9256698" y="1784513"/>
                  <a:pt x="9245211" y="1773025"/>
                  <a:pt x="9245211" y="1758854"/>
                </a:cubicBezTo>
                <a:cubicBezTo>
                  <a:pt x="9245211" y="1744682"/>
                  <a:pt x="9256698" y="1733195"/>
                  <a:pt x="9270869" y="1733195"/>
                </a:cubicBezTo>
                <a:close/>
                <a:moveTo>
                  <a:pt x="9206664" y="1733195"/>
                </a:moveTo>
                <a:cubicBezTo>
                  <a:pt x="9220829" y="1733195"/>
                  <a:pt x="9232323" y="1744689"/>
                  <a:pt x="9232323" y="1758854"/>
                </a:cubicBezTo>
                <a:cubicBezTo>
                  <a:pt x="9232323" y="1773018"/>
                  <a:pt x="9220829" y="1784513"/>
                  <a:pt x="9206664" y="1784513"/>
                </a:cubicBezTo>
                <a:cubicBezTo>
                  <a:pt x="9192499" y="1784513"/>
                  <a:pt x="9181006" y="1773018"/>
                  <a:pt x="9181006" y="1758854"/>
                </a:cubicBezTo>
                <a:cubicBezTo>
                  <a:pt x="9181006" y="1744689"/>
                  <a:pt x="9192499" y="1733195"/>
                  <a:pt x="9206664" y="1733195"/>
                </a:cubicBezTo>
                <a:close/>
                <a:moveTo>
                  <a:pt x="9142457" y="1733195"/>
                </a:moveTo>
                <a:cubicBezTo>
                  <a:pt x="9156622" y="1733195"/>
                  <a:pt x="9168118" y="1744689"/>
                  <a:pt x="9168118" y="1758854"/>
                </a:cubicBezTo>
                <a:cubicBezTo>
                  <a:pt x="9168118" y="1773018"/>
                  <a:pt x="9156622" y="1784513"/>
                  <a:pt x="9142457" y="1784513"/>
                </a:cubicBezTo>
                <a:cubicBezTo>
                  <a:pt x="9128292" y="1784513"/>
                  <a:pt x="9116799" y="1773018"/>
                  <a:pt x="9116799" y="1758854"/>
                </a:cubicBezTo>
                <a:cubicBezTo>
                  <a:pt x="9116799" y="1744689"/>
                  <a:pt x="9128292" y="1733195"/>
                  <a:pt x="9142457" y="1733195"/>
                </a:cubicBezTo>
                <a:close/>
                <a:moveTo>
                  <a:pt x="9078253" y="1733195"/>
                </a:moveTo>
                <a:cubicBezTo>
                  <a:pt x="9092418" y="1733195"/>
                  <a:pt x="9103911" y="1744689"/>
                  <a:pt x="9103911" y="1758854"/>
                </a:cubicBezTo>
                <a:cubicBezTo>
                  <a:pt x="9103911" y="1773018"/>
                  <a:pt x="9092418" y="1784513"/>
                  <a:pt x="9078253" y="1784513"/>
                </a:cubicBezTo>
                <a:cubicBezTo>
                  <a:pt x="9064088" y="1784513"/>
                  <a:pt x="9052595" y="1773018"/>
                  <a:pt x="9052595" y="1758854"/>
                </a:cubicBezTo>
                <a:cubicBezTo>
                  <a:pt x="9052595" y="1744689"/>
                  <a:pt x="9064088" y="1733195"/>
                  <a:pt x="9078253" y="1733195"/>
                </a:cubicBezTo>
                <a:close/>
                <a:moveTo>
                  <a:pt x="9014049" y="1733195"/>
                </a:moveTo>
                <a:cubicBezTo>
                  <a:pt x="9028214" y="1733195"/>
                  <a:pt x="9039707" y="1744689"/>
                  <a:pt x="9039707" y="1758854"/>
                </a:cubicBezTo>
                <a:cubicBezTo>
                  <a:pt x="9039707" y="1773018"/>
                  <a:pt x="9028214" y="1784513"/>
                  <a:pt x="9014049" y="1784513"/>
                </a:cubicBezTo>
                <a:cubicBezTo>
                  <a:pt x="8999884" y="1784513"/>
                  <a:pt x="8988388" y="1773018"/>
                  <a:pt x="8988388" y="1758854"/>
                </a:cubicBezTo>
                <a:cubicBezTo>
                  <a:pt x="8988388" y="1744689"/>
                  <a:pt x="8999884" y="1733195"/>
                  <a:pt x="9014049" y="1733195"/>
                </a:cubicBezTo>
                <a:close/>
                <a:moveTo>
                  <a:pt x="8949842" y="1733195"/>
                </a:moveTo>
                <a:cubicBezTo>
                  <a:pt x="8964015" y="1733195"/>
                  <a:pt x="8975503" y="1744682"/>
                  <a:pt x="8975503" y="1758854"/>
                </a:cubicBezTo>
                <a:cubicBezTo>
                  <a:pt x="8975503" y="1773025"/>
                  <a:pt x="8964015" y="1784513"/>
                  <a:pt x="8949842" y="1784513"/>
                </a:cubicBezTo>
                <a:cubicBezTo>
                  <a:pt x="8935671" y="1784513"/>
                  <a:pt x="8924183" y="1773025"/>
                  <a:pt x="8924183" y="1758854"/>
                </a:cubicBezTo>
                <a:cubicBezTo>
                  <a:pt x="8924183" y="1744682"/>
                  <a:pt x="8935671" y="1733195"/>
                  <a:pt x="8949842" y="1733195"/>
                </a:cubicBezTo>
                <a:close/>
                <a:moveTo>
                  <a:pt x="8821433" y="1733195"/>
                </a:moveTo>
                <a:cubicBezTo>
                  <a:pt x="8835598" y="1733195"/>
                  <a:pt x="8847091" y="1744689"/>
                  <a:pt x="8847091" y="1758854"/>
                </a:cubicBezTo>
                <a:cubicBezTo>
                  <a:pt x="8847091" y="1773018"/>
                  <a:pt x="8835598" y="1784513"/>
                  <a:pt x="8821433" y="1784513"/>
                </a:cubicBezTo>
                <a:cubicBezTo>
                  <a:pt x="8807268" y="1784513"/>
                  <a:pt x="8795772" y="1773018"/>
                  <a:pt x="8795772" y="1758854"/>
                </a:cubicBezTo>
                <a:cubicBezTo>
                  <a:pt x="8795772" y="1744689"/>
                  <a:pt x="8807268" y="1733195"/>
                  <a:pt x="8821433" y="1733195"/>
                </a:cubicBezTo>
                <a:close/>
                <a:moveTo>
                  <a:pt x="8757226" y="1733195"/>
                </a:moveTo>
                <a:cubicBezTo>
                  <a:pt x="8771391" y="1733195"/>
                  <a:pt x="8782887" y="1744689"/>
                  <a:pt x="8782887" y="1758854"/>
                </a:cubicBezTo>
                <a:cubicBezTo>
                  <a:pt x="8782887" y="1773018"/>
                  <a:pt x="8771391" y="1784513"/>
                  <a:pt x="8757226" y="1784513"/>
                </a:cubicBezTo>
                <a:cubicBezTo>
                  <a:pt x="8743061" y="1784513"/>
                  <a:pt x="8731568" y="1773018"/>
                  <a:pt x="8731568" y="1758854"/>
                </a:cubicBezTo>
                <a:cubicBezTo>
                  <a:pt x="8731568" y="1744689"/>
                  <a:pt x="8743061" y="1733195"/>
                  <a:pt x="8757226" y="1733195"/>
                </a:cubicBezTo>
                <a:close/>
                <a:moveTo>
                  <a:pt x="8692904" y="1733195"/>
                </a:moveTo>
                <a:cubicBezTo>
                  <a:pt x="8707069" y="1733195"/>
                  <a:pt x="8718565" y="1744689"/>
                  <a:pt x="8718565" y="1758854"/>
                </a:cubicBezTo>
                <a:cubicBezTo>
                  <a:pt x="8718565" y="1773018"/>
                  <a:pt x="8707069" y="1784513"/>
                  <a:pt x="8692904" y="1784513"/>
                </a:cubicBezTo>
                <a:cubicBezTo>
                  <a:pt x="8678741" y="1784513"/>
                  <a:pt x="8667246" y="1773018"/>
                  <a:pt x="8667246" y="1758854"/>
                </a:cubicBezTo>
                <a:cubicBezTo>
                  <a:pt x="8667246" y="1744689"/>
                  <a:pt x="8678741" y="1733195"/>
                  <a:pt x="8692904" y="1733195"/>
                </a:cubicBezTo>
                <a:close/>
                <a:moveTo>
                  <a:pt x="8628699" y="1733195"/>
                </a:moveTo>
                <a:cubicBezTo>
                  <a:pt x="8642864" y="1733195"/>
                  <a:pt x="8654358" y="1744689"/>
                  <a:pt x="8654358" y="1758854"/>
                </a:cubicBezTo>
                <a:cubicBezTo>
                  <a:pt x="8654358" y="1773018"/>
                  <a:pt x="8642864" y="1784513"/>
                  <a:pt x="8628699" y="1784513"/>
                </a:cubicBezTo>
                <a:cubicBezTo>
                  <a:pt x="8614534" y="1784513"/>
                  <a:pt x="8603041" y="1773018"/>
                  <a:pt x="8603041" y="1758854"/>
                </a:cubicBezTo>
                <a:cubicBezTo>
                  <a:pt x="8603041" y="1744689"/>
                  <a:pt x="8614534" y="1733195"/>
                  <a:pt x="8628699" y="1733195"/>
                </a:cubicBezTo>
                <a:close/>
                <a:moveTo>
                  <a:pt x="8564495" y="1733195"/>
                </a:moveTo>
                <a:cubicBezTo>
                  <a:pt x="8578665" y="1733195"/>
                  <a:pt x="8590153" y="1744682"/>
                  <a:pt x="8590153" y="1758854"/>
                </a:cubicBezTo>
                <a:cubicBezTo>
                  <a:pt x="8590153" y="1773025"/>
                  <a:pt x="8578665" y="1784513"/>
                  <a:pt x="8564495" y="1784513"/>
                </a:cubicBezTo>
                <a:cubicBezTo>
                  <a:pt x="8550325" y="1784513"/>
                  <a:pt x="8538837" y="1773025"/>
                  <a:pt x="8538837" y="1758854"/>
                </a:cubicBezTo>
                <a:cubicBezTo>
                  <a:pt x="8538837" y="1744682"/>
                  <a:pt x="8550325" y="1733195"/>
                  <a:pt x="8564495" y="1733195"/>
                </a:cubicBezTo>
                <a:close/>
                <a:moveTo>
                  <a:pt x="8500288" y="1733195"/>
                </a:moveTo>
                <a:cubicBezTo>
                  <a:pt x="8514453" y="1733195"/>
                  <a:pt x="8525949" y="1744689"/>
                  <a:pt x="8525949" y="1758854"/>
                </a:cubicBezTo>
                <a:cubicBezTo>
                  <a:pt x="8525949" y="1773018"/>
                  <a:pt x="8514453" y="1784513"/>
                  <a:pt x="8500288" y="1784513"/>
                </a:cubicBezTo>
                <a:cubicBezTo>
                  <a:pt x="8486126" y="1784513"/>
                  <a:pt x="8474630" y="1773018"/>
                  <a:pt x="8474630" y="1758854"/>
                </a:cubicBezTo>
                <a:cubicBezTo>
                  <a:pt x="8474630" y="1744689"/>
                  <a:pt x="8486126" y="1733195"/>
                  <a:pt x="8500288" y="1733195"/>
                </a:cubicBezTo>
                <a:close/>
                <a:moveTo>
                  <a:pt x="8436084" y="1733195"/>
                </a:moveTo>
                <a:cubicBezTo>
                  <a:pt x="8450249" y="1733195"/>
                  <a:pt x="8461745" y="1744689"/>
                  <a:pt x="8461745" y="1758854"/>
                </a:cubicBezTo>
                <a:cubicBezTo>
                  <a:pt x="8461745" y="1773018"/>
                  <a:pt x="8450249" y="1784513"/>
                  <a:pt x="8436084" y="1784513"/>
                </a:cubicBezTo>
                <a:cubicBezTo>
                  <a:pt x="8421919" y="1784513"/>
                  <a:pt x="8410426" y="1773018"/>
                  <a:pt x="8410426" y="1758854"/>
                </a:cubicBezTo>
                <a:cubicBezTo>
                  <a:pt x="8410426" y="1744689"/>
                  <a:pt x="8421919" y="1733195"/>
                  <a:pt x="8436084" y="1733195"/>
                </a:cubicBezTo>
                <a:close/>
                <a:moveTo>
                  <a:pt x="8307675" y="1733195"/>
                </a:moveTo>
                <a:cubicBezTo>
                  <a:pt x="8321837" y="1733195"/>
                  <a:pt x="8333333" y="1744689"/>
                  <a:pt x="8333333" y="1758854"/>
                </a:cubicBezTo>
                <a:cubicBezTo>
                  <a:pt x="8333333" y="1773018"/>
                  <a:pt x="8321837" y="1784513"/>
                  <a:pt x="8307675" y="1784513"/>
                </a:cubicBezTo>
                <a:cubicBezTo>
                  <a:pt x="8293510" y="1784513"/>
                  <a:pt x="8282014" y="1773018"/>
                  <a:pt x="8282014" y="1758854"/>
                </a:cubicBezTo>
                <a:cubicBezTo>
                  <a:pt x="8282014" y="1744689"/>
                  <a:pt x="8293510" y="1733195"/>
                  <a:pt x="8307675" y="1733195"/>
                </a:cubicBezTo>
                <a:close/>
                <a:moveTo>
                  <a:pt x="8243468" y="1733195"/>
                </a:moveTo>
                <a:cubicBezTo>
                  <a:pt x="8257638" y="1733195"/>
                  <a:pt x="8269126" y="1744682"/>
                  <a:pt x="8269126" y="1758854"/>
                </a:cubicBezTo>
                <a:cubicBezTo>
                  <a:pt x="8269126" y="1773025"/>
                  <a:pt x="8257638" y="1784513"/>
                  <a:pt x="8243468" y="1784513"/>
                </a:cubicBezTo>
                <a:cubicBezTo>
                  <a:pt x="8229298" y="1784513"/>
                  <a:pt x="8217810" y="1773025"/>
                  <a:pt x="8217810" y="1758854"/>
                </a:cubicBezTo>
                <a:cubicBezTo>
                  <a:pt x="8217810" y="1744682"/>
                  <a:pt x="8229298" y="1733195"/>
                  <a:pt x="8243468" y="1733195"/>
                </a:cubicBezTo>
                <a:close/>
                <a:moveTo>
                  <a:pt x="8179264" y="1733195"/>
                </a:moveTo>
                <a:cubicBezTo>
                  <a:pt x="8193434" y="1733195"/>
                  <a:pt x="8204922" y="1744682"/>
                  <a:pt x="8204922" y="1758854"/>
                </a:cubicBezTo>
                <a:cubicBezTo>
                  <a:pt x="8204922" y="1773025"/>
                  <a:pt x="8193434" y="1784513"/>
                  <a:pt x="8179264" y="1784513"/>
                </a:cubicBezTo>
                <a:cubicBezTo>
                  <a:pt x="8165091" y="1784513"/>
                  <a:pt x="8153603" y="1773025"/>
                  <a:pt x="8153603" y="1758854"/>
                </a:cubicBezTo>
                <a:cubicBezTo>
                  <a:pt x="8153603" y="1744682"/>
                  <a:pt x="8165091" y="1733195"/>
                  <a:pt x="8179264" y="1733195"/>
                </a:cubicBezTo>
                <a:close/>
                <a:moveTo>
                  <a:pt x="8115057" y="1733195"/>
                </a:moveTo>
                <a:cubicBezTo>
                  <a:pt x="8129222" y="1733195"/>
                  <a:pt x="8140717" y="1744689"/>
                  <a:pt x="8140717" y="1758854"/>
                </a:cubicBezTo>
                <a:cubicBezTo>
                  <a:pt x="8140717" y="1773018"/>
                  <a:pt x="8129222" y="1784513"/>
                  <a:pt x="8115057" y="1784513"/>
                </a:cubicBezTo>
                <a:cubicBezTo>
                  <a:pt x="8100894" y="1784513"/>
                  <a:pt x="8089398" y="1773018"/>
                  <a:pt x="8089398" y="1758854"/>
                </a:cubicBezTo>
                <a:cubicBezTo>
                  <a:pt x="8089398" y="1744689"/>
                  <a:pt x="8100894" y="1733195"/>
                  <a:pt x="8115057" y="1733195"/>
                </a:cubicBezTo>
                <a:close/>
                <a:moveTo>
                  <a:pt x="8050852" y="1733195"/>
                </a:moveTo>
                <a:cubicBezTo>
                  <a:pt x="8065017" y="1733195"/>
                  <a:pt x="8076510" y="1744689"/>
                  <a:pt x="8076510" y="1758854"/>
                </a:cubicBezTo>
                <a:cubicBezTo>
                  <a:pt x="8076510" y="1773018"/>
                  <a:pt x="8065017" y="1784513"/>
                  <a:pt x="8050852" y="1784513"/>
                </a:cubicBezTo>
                <a:cubicBezTo>
                  <a:pt x="8036687" y="1784513"/>
                  <a:pt x="8025194" y="1773018"/>
                  <a:pt x="8025194" y="1758854"/>
                </a:cubicBezTo>
                <a:cubicBezTo>
                  <a:pt x="8025194" y="1744689"/>
                  <a:pt x="8036687" y="1733195"/>
                  <a:pt x="8050852" y="1733195"/>
                </a:cubicBezTo>
                <a:close/>
                <a:moveTo>
                  <a:pt x="7986648" y="1733195"/>
                </a:moveTo>
                <a:cubicBezTo>
                  <a:pt x="8000813" y="1733195"/>
                  <a:pt x="8012306" y="1744689"/>
                  <a:pt x="8012306" y="1758854"/>
                </a:cubicBezTo>
                <a:cubicBezTo>
                  <a:pt x="8012306" y="1773018"/>
                  <a:pt x="8000813" y="1784513"/>
                  <a:pt x="7986648" y="1784513"/>
                </a:cubicBezTo>
                <a:cubicBezTo>
                  <a:pt x="7972483" y="1784513"/>
                  <a:pt x="7960990" y="1773018"/>
                  <a:pt x="7960990" y="1758854"/>
                </a:cubicBezTo>
                <a:cubicBezTo>
                  <a:pt x="7960990" y="1744689"/>
                  <a:pt x="7972483" y="1733195"/>
                  <a:pt x="7986648" y="1733195"/>
                </a:cubicBezTo>
                <a:close/>
                <a:moveTo>
                  <a:pt x="7922444" y="1733195"/>
                </a:moveTo>
                <a:cubicBezTo>
                  <a:pt x="7936606" y="1733195"/>
                  <a:pt x="7948102" y="1744689"/>
                  <a:pt x="7948102" y="1758854"/>
                </a:cubicBezTo>
                <a:cubicBezTo>
                  <a:pt x="7948102" y="1773018"/>
                  <a:pt x="7936606" y="1784513"/>
                  <a:pt x="7922444" y="1784513"/>
                </a:cubicBezTo>
                <a:cubicBezTo>
                  <a:pt x="7908279" y="1784513"/>
                  <a:pt x="7896783" y="1773018"/>
                  <a:pt x="7896783" y="1758854"/>
                </a:cubicBezTo>
                <a:cubicBezTo>
                  <a:pt x="7896783" y="1744689"/>
                  <a:pt x="7908279" y="1733195"/>
                  <a:pt x="7922444" y="1733195"/>
                </a:cubicBezTo>
                <a:close/>
                <a:moveTo>
                  <a:pt x="7858237" y="1733195"/>
                </a:moveTo>
                <a:cubicBezTo>
                  <a:pt x="7872407" y="1733195"/>
                  <a:pt x="7883895" y="1744682"/>
                  <a:pt x="7883895" y="1758854"/>
                </a:cubicBezTo>
                <a:cubicBezTo>
                  <a:pt x="7883895" y="1773025"/>
                  <a:pt x="7872407" y="1784513"/>
                  <a:pt x="7858237" y="1784513"/>
                </a:cubicBezTo>
                <a:cubicBezTo>
                  <a:pt x="7844066" y="1784513"/>
                  <a:pt x="7832578" y="1773025"/>
                  <a:pt x="7832578" y="1758854"/>
                </a:cubicBezTo>
                <a:cubicBezTo>
                  <a:pt x="7832578" y="1744682"/>
                  <a:pt x="7844066" y="1733195"/>
                  <a:pt x="7858237" y="1733195"/>
                </a:cubicBezTo>
                <a:close/>
                <a:moveTo>
                  <a:pt x="7794032" y="1733195"/>
                </a:moveTo>
                <a:cubicBezTo>
                  <a:pt x="7808203" y="1733195"/>
                  <a:pt x="7819690" y="1744682"/>
                  <a:pt x="7819690" y="1758854"/>
                </a:cubicBezTo>
                <a:cubicBezTo>
                  <a:pt x="7819690" y="1773025"/>
                  <a:pt x="7808203" y="1784513"/>
                  <a:pt x="7794032" y="1784513"/>
                </a:cubicBezTo>
                <a:cubicBezTo>
                  <a:pt x="7779862" y="1784513"/>
                  <a:pt x="7768371" y="1773025"/>
                  <a:pt x="7768371" y="1758854"/>
                </a:cubicBezTo>
                <a:cubicBezTo>
                  <a:pt x="7768371" y="1744682"/>
                  <a:pt x="7779862" y="1733195"/>
                  <a:pt x="7794032" y="1733195"/>
                </a:cubicBezTo>
                <a:close/>
                <a:moveTo>
                  <a:pt x="7729825" y="1733195"/>
                </a:moveTo>
                <a:cubicBezTo>
                  <a:pt x="7743990" y="1733195"/>
                  <a:pt x="7755486" y="1744689"/>
                  <a:pt x="7755486" y="1758854"/>
                </a:cubicBezTo>
                <a:cubicBezTo>
                  <a:pt x="7755486" y="1773018"/>
                  <a:pt x="7743990" y="1784513"/>
                  <a:pt x="7729825" y="1784513"/>
                </a:cubicBezTo>
                <a:cubicBezTo>
                  <a:pt x="7715660" y="1784513"/>
                  <a:pt x="7704167" y="1773018"/>
                  <a:pt x="7704167" y="1758854"/>
                </a:cubicBezTo>
                <a:cubicBezTo>
                  <a:pt x="7704167" y="1744689"/>
                  <a:pt x="7715660" y="1733195"/>
                  <a:pt x="7729825" y="1733195"/>
                </a:cubicBezTo>
                <a:close/>
                <a:moveTo>
                  <a:pt x="7665621" y="1733195"/>
                </a:moveTo>
                <a:cubicBezTo>
                  <a:pt x="7679786" y="1733195"/>
                  <a:pt x="7691279" y="1744689"/>
                  <a:pt x="7691279" y="1758854"/>
                </a:cubicBezTo>
                <a:cubicBezTo>
                  <a:pt x="7691279" y="1773018"/>
                  <a:pt x="7679786" y="1784513"/>
                  <a:pt x="7665621" y="1784513"/>
                </a:cubicBezTo>
                <a:cubicBezTo>
                  <a:pt x="7651456" y="1784513"/>
                  <a:pt x="7639963" y="1773018"/>
                  <a:pt x="7639963" y="1758854"/>
                </a:cubicBezTo>
                <a:cubicBezTo>
                  <a:pt x="7639963" y="1744689"/>
                  <a:pt x="7651456" y="1733195"/>
                  <a:pt x="7665621" y="1733195"/>
                </a:cubicBezTo>
                <a:close/>
                <a:moveTo>
                  <a:pt x="7601299" y="1733195"/>
                </a:moveTo>
                <a:cubicBezTo>
                  <a:pt x="7615464" y="1733195"/>
                  <a:pt x="7626959" y="1744689"/>
                  <a:pt x="7626959" y="1758854"/>
                </a:cubicBezTo>
                <a:cubicBezTo>
                  <a:pt x="7626959" y="1773018"/>
                  <a:pt x="7615464" y="1784513"/>
                  <a:pt x="7601299" y="1784513"/>
                </a:cubicBezTo>
                <a:cubicBezTo>
                  <a:pt x="7587134" y="1784513"/>
                  <a:pt x="7575640" y="1773018"/>
                  <a:pt x="7575640" y="1758854"/>
                </a:cubicBezTo>
                <a:cubicBezTo>
                  <a:pt x="7575640" y="1744689"/>
                  <a:pt x="7587134" y="1733195"/>
                  <a:pt x="7601299" y="1733195"/>
                </a:cubicBezTo>
                <a:close/>
                <a:moveTo>
                  <a:pt x="7537094" y="1733195"/>
                </a:moveTo>
                <a:cubicBezTo>
                  <a:pt x="7551259" y="1733195"/>
                  <a:pt x="7562752" y="1744689"/>
                  <a:pt x="7562752" y="1758854"/>
                </a:cubicBezTo>
                <a:cubicBezTo>
                  <a:pt x="7562752" y="1773018"/>
                  <a:pt x="7551259" y="1784513"/>
                  <a:pt x="7537094" y="1784513"/>
                </a:cubicBezTo>
                <a:cubicBezTo>
                  <a:pt x="7522929" y="1784513"/>
                  <a:pt x="7511436" y="1773018"/>
                  <a:pt x="7511436" y="1758854"/>
                </a:cubicBezTo>
                <a:cubicBezTo>
                  <a:pt x="7511436" y="1744689"/>
                  <a:pt x="7522929" y="1733195"/>
                  <a:pt x="7537094" y="1733195"/>
                </a:cubicBezTo>
                <a:close/>
                <a:moveTo>
                  <a:pt x="7472890" y="1733195"/>
                </a:moveTo>
                <a:cubicBezTo>
                  <a:pt x="7487060" y="1733195"/>
                  <a:pt x="7498548" y="1744682"/>
                  <a:pt x="7498548" y="1758854"/>
                </a:cubicBezTo>
                <a:cubicBezTo>
                  <a:pt x="7498548" y="1773025"/>
                  <a:pt x="7487060" y="1784513"/>
                  <a:pt x="7472890" y="1784513"/>
                </a:cubicBezTo>
                <a:cubicBezTo>
                  <a:pt x="7458717" y="1784513"/>
                  <a:pt x="7447229" y="1773025"/>
                  <a:pt x="7447229" y="1758854"/>
                </a:cubicBezTo>
                <a:cubicBezTo>
                  <a:pt x="7447229" y="1744682"/>
                  <a:pt x="7458717" y="1733195"/>
                  <a:pt x="7472890" y="1733195"/>
                </a:cubicBezTo>
                <a:close/>
                <a:moveTo>
                  <a:pt x="7408683" y="1733195"/>
                </a:moveTo>
                <a:cubicBezTo>
                  <a:pt x="7422848" y="1733195"/>
                  <a:pt x="7434341" y="1744689"/>
                  <a:pt x="7434341" y="1758854"/>
                </a:cubicBezTo>
                <a:cubicBezTo>
                  <a:pt x="7434341" y="1773018"/>
                  <a:pt x="7422848" y="1784513"/>
                  <a:pt x="7408683" y="1784513"/>
                </a:cubicBezTo>
                <a:cubicBezTo>
                  <a:pt x="7394518" y="1784513"/>
                  <a:pt x="7383025" y="1773018"/>
                  <a:pt x="7383025" y="1758854"/>
                </a:cubicBezTo>
                <a:cubicBezTo>
                  <a:pt x="7383025" y="1744689"/>
                  <a:pt x="7394518" y="1733195"/>
                  <a:pt x="7408683" y="1733195"/>
                </a:cubicBezTo>
                <a:close/>
                <a:moveTo>
                  <a:pt x="7344479" y="1733195"/>
                </a:moveTo>
                <a:cubicBezTo>
                  <a:pt x="7358644" y="1733195"/>
                  <a:pt x="7370137" y="1744689"/>
                  <a:pt x="7370137" y="1758854"/>
                </a:cubicBezTo>
                <a:cubicBezTo>
                  <a:pt x="7370137" y="1773018"/>
                  <a:pt x="7358644" y="1784513"/>
                  <a:pt x="7344479" y="1784513"/>
                </a:cubicBezTo>
                <a:cubicBezTo>
                  <a:pt x="7330314" y="1784513"/>
                  <a:pt x="7318820" y="1773018"/>
                  <a:pt x="7318820" y="1758854"/>
                </a:cubicBezTo>
                <a:cubicBezTo>
                  <a:pt x="7318820" y="1744689"/>
                  <a:pt x="7330314" y="1733195"/>
                  <a:pt x="7344479" y="1733195"/>
                </a:cubicBezTo>
                <a:close/>
                <a:moveTo>
                  <a:pt x="7280274" y="1733195"/>
                </a:moveTo>
                <a:cubicBezTo>
                  <a:pt x="7294437" y="1733195"/>
                  <a:pt x="7305932" y="1744689"/>
                  <a:pt x="7305932" y="1758854"/>
                </a:cubicBezTo>
                <a:cubicBezTo>
                  <a:pt x="7305932" y="1773018"/>
                  <a:pt x="7294437" y="1784513"/>
                  <a:pt x="7280274" y="1784513"/>
                </a:cubicBezTo>
                <a:cubicBezTo>
                  <a:pt x="7266109" y="1784513"/>
                  <a:pt x="7254613" y="1773018"/>
                  <a:pt x="7254613" y="1758854"/>
                </a:cubicBezTo>
                <a:cubicBezTo>
                  <a:pt x="7254613" y="1744689"/>
                  <a:pt x="7266109" y="1733195"/>
                  <a:pt x="7280274" y="1733195"/>
                </a:cubicBezTo>
                <a:close/>
                <a:moveTo>
                  <a:pt x="7216067" y="1733195"/>
                </a:moveTo>
                <a:cubicBezTo>
                  <a:pt x="7230232" y="1733195"/>
                  <a:pt x="7241725" y="1744689"/>
                  <a:pt x="7241725" y="1758854"/>
                </a:cubicBezTo>
                <a:cubicBezTo>
                  <a:pt x="7241725" y="1773018"/>
                  <a:pt x="7230232" y="1784513"/>
                  <a:pt x="7216067" y="1784513"/>
                </a:cubicBezTo>
                <a:cubicBezTo>
                  <a:pt x="7201902" y="1784513"/>
                  <a:pt x="7190409" y="1773018"/>
                  <a:pt x="7190409" y="1758854"/>
                </a:cubicBezTo>
                <a:cubicBezTo>
                  <a:pt x="7190409" y="1744689"/>
                  <a:pt x="7201902" y="1733195"/>
                  <a:pt x="7216067" y="1733195"/>
                </a:cubicBezTo>
                <a:close/>
                <a:moveTo>
                  <a:pt x="7151863" y="1733195"/>
                </a:moveTo>
                <a:cubicBezTo>
                  <a:pt x="7166033" y="1733195"/>
                  <a:pt x="7177521" y="1744682"/>
                  <a:pt x="7177521" y="1758854"/>
                </a:cubicBezTo>
                <a:cubicBezTo>
                  <a:pt x="7177521" y="1773025"/>
                  <a:pt x="7166033" y="1784513"/>
                  <a:pt x="7151863" y="1784513"/>
                </a:cubicBezTo>
                <a:cubicBezTo>
                  <a:pt x="7137692" y="1784513"/>
                  <a:pt x="7126205" y="1773025"/>
                  <a:pt x="7126205" y="1758854"/>
                </a:cubicBezTo>
                <a:cubicBezTo>
                  <a:pt x="7126205" y="1744682"/>
                  <a:pt x="7137692" y="1733195"/>
                  <a:pt x="7151863" y="1733195"/>
                </a:cubicBezTo>
                <a:close/>
                <a:moveTo>
                  <a:pt x="7087658" y="1733195"/>
                </a:moveTo>
                <a:cubicBezTo>
                  <a:pt x="7101829" y="1733195"/>
                  <a:pt x="7113317" y="1744682"/>
                  <a:pt x="7113317" y="1758854"/>
                </a:cubicBezTo>
                <a:cubicBezTo>
                  <a:pt x="7113317" y="1773025"/>
                  <a:pt x="7101829" y="1784513"/>
                  <a:pt x="7087658" y="1784513"/>
                </a:cubicBezTo>
                <a:cubicBezTo>
                  <a:pt x="7073485" y="1784513"/>
                  <a:pt x="7061998" y="1773025"/>
                  <a:pt x="7061998" y="1758854"/>
                </a:cubicBezTo>
                <a:cubicBezTo>
                  <a:pt x="7061998" y="1744682"/>
                  <a:pt x="7073485" y="1733195"/>
                  <a:pt x="7087658" y="1733195"/>
                </a:cubicBezTo>
                <a:close/>
                <a:moveTo>
                  <a:pt x="6959247" y="1733195"/>
                </a:moveTo>
                <a:cubicBezTo>
                  <a:pt x="6973412" y="1733195"/>
                  <a:pt x="6984905" y="1744689"/>
                  <a:pt x="6984905" y="1758854"/>
                </a:cubicBezTo>
                <a:cubicBezTo>
                  <a:pt x="6984905" y="1773018"/>
                  <a:pt x="6973412" y="1784513"/>
                  <a:pt x="6959247" y="1784513"/>
                </a:cubicBezTo>
                <a:cubicBezTo>
                  <a:pt x="6945082" y="1784513"/>
                  <a:pt x="6933589" y="1773018"/>
                  <a:pt x="6933589" y="1758854"/>
                </a:cubicBezTo>
                <a:cubicBezTo>
                  <a:pt x="6933589" y="1744689"/>
                  <a:pt x="6945082" y="1733195"/>
                  <a:pt x="6959247" y="1733195"/>
                </a:cubicBezTo>
                <a:close/>
                <a:moveTo>
                  <a:pt x="6895043" y="1733195"/>
                </a:moveTo>
                <a:cubicBezTo>
                  <a:pt x="6909208" y="1733195"/>
                  <a:pt x="6920701" y="1744689"/>
                  <a:pt x="6920701" y="1758854"/>
                </a:cubicBezTo>
                <a:cubicBezTo>
                  <a:pt x="6920701" y="1773018"/>
                  <a:pt x="6909208" y="1784513"/>
                  <a:pt x="6895043" y="1784513"/>
                </a:cubicBezTo>
                <a:cubicBezTo>
                  <a:pt x="6880878" y="1784513"/>
                  <a:pt x="6869382" y="1773018"/>
                  <a:pt x="6869382" y="1758854"/>
                </a:cubicBezTo>
                <a:cubicBezTo>
                  <a:pt x="6869382" y="1744689"/>
                  <a:pt x="6880878" y="1733195"/>
                  <a:pt x="6895043" y="1733195"/>
                </a:cubicBezTo>
                <a:close/>
                <a:moveTo>
                  <a:pt x="6830836" y="1733195"/>
                </a:moveTo>
                <a:cubicBezTo>
                  <a:pt x="6845001" y="1733195"/>
                  <a:pt x="6856494" y="1744689"/>
                  <a:pt x="6856494" y="1758854"/>
                </a:cubicBezTo>
                <a:cubicBezTo>
                  <a:pt x="6856494" y="1773018"/>
                  <a:pt x="6845001" y="1784513"/>
                  <a:pt x="6830836" y="1784513"/>
                </a:cubicBezTo>
                <a:cubicBezTo>
                  <a:pt x="6816671" y="1784513"/>
                  <a:pt x="6805178" y="1773018"/>
                  <a:pt x="6805178" y="1758854"/>
                </a:cubicBezTo>
                <a:cubicBezTo>
                  <a:pt x="6805178" y="1744689"/>
                  <a:pt x="6816671" y="1733195"/>
                  <a:pt x="6830836" y="1733195"/>
                </a:cubicBezTo>
                <a:close/>
                <a:moveTo>
                  <a:pt x="6766631" y="1733195"/>
                </a:moveTo>
                <a:cubicBezTo>
                  <a:pt x="6780802" y="1733195"/>
                  <a:pt x="6792290" y="1744682"/>
                  <a:pt x="6792290" y="1758854"/>
                </a:cubicBezTo>
                <a:cubicBezTo>
                  <a:pt x="6792290" y="1773025"/>
                  <a:pt x="6780802" y="1784513"/>
                  <a:pt x="6766631" y="1784513"/>
                </a:cubicBezTo>
                <a:cubicBezTo>
                  <a:pt x="6752461" y="1784513"/>
                  <a:pt x="6740973" y="1773025"/>
                  <a:pt x="6740973" y="1758854"/>
                </a:cubicBezTo>
                <a:cubicBezTo>
                  <a:pt x="6740973" y="1744682"/>
                  <a:pt x="6752461" y="1733195"/>
                  <a:pt x="6766631" y="1733195"/>
                </a:cubicBezTo>
                <a:close/>
                <a:moveTo>
                  <a:pt x="6702427" y="1733195"/>
                </a:moveTo>
                <a:cubicBezTo>
                  <a:pt x="6716597" y="1733195"/>
                  <a:pt x="6728085" y="1744682"/>
                  <a:pt x="6728085" y="1758854"/>
                </a:cubicBezTo>
                <a:cubicBezTo>
                  <a:pt x="6728085" y="1773025"/>
                  <a:pt x="6716597" y="1784513"/>
                  <a:pt x="6702427" y="1784513"/>
                </a:cubicBezTo>
                <a:cubicBezTo>
                  <a:pt x="6688254" y="1784513"/>
                  <a:pt x="6676766" y="1773025"/>
                  <a:pt x="6676766" y="1758854"/>
                </a:cubicBezTo>
                <a:cubicBezTo>
                  <a:pt x="6676766" y="1744682"/>
                  <a:pt x="6688254" y="1733195"/>
                  <a:pt x="6702427" y="1733195"/>
                </a:cubicBezTo>
                <a:close/>
                <a:moveTo>
                  <a:pt x="6638220" y="1733195"/>
                </a:moveTo>
                <a:cubicBezTo>
                  <a:pt x="6652385" y="1733195"/>
                  <a:pt x="6663881" y="1744689"/>
                  <a:pt x="6663881" y="1758854"/>
                </a:cubicBezTo>
                <a:cubicBezTo>
                  <a:pt x="6663881" y="1773018"/>
                  <a:pt x="6652385" y="1784513"/>
                  <a:pt x="6638220" y="1784513"/>
                </a:cubicBezTo>
                <a:cubicBezTo>
                  <a:pt x="6624055" y="1784513"/>
                  <a:pt x="6612562" y="1773018"/>
                  <a:pt x="6612562" y="1758854"/>
                </a:cubicBezTo>
                <a:cubicBezTo>
                  <a:pt x="6612562" y="1744689"/>
                  <a:pt x="6624055" y="1733195"/>
                  <a:pt x="6638220" y="1733195"/>
                </a:cubicBezTo>
                <a:close/>
                <a:moveTo>
                  <a:pt x="6574016" y="1733195"/>
                </a:moveTo>
                <a:cubicBezTo>
                  <a:pt x="6588181" y="1733195"/>
                  <a:pt x="6599674" y="1744689"/>
                  <a:pt x="6599674" y="1758854"/>
                </a:cubicBezTo>
                <a:cubicBezTo>
                  <a:pt x="6599674" y="1773018"/>
                  <a:pt x="6588181" y="1784513"/>
                  <a:pt x="6574016" y="1784513"/>
                </a:cubicBezTo>
                <a:cubicBezTo>
                  <a:pt x="6559851" y="1784513"/>
                  <a:pt x="6548357" y="1773018"/>
                  <a:pt x="6548357" y="1758854"/>
                </a:cubicBezTo>
                <a:cubicBezTo>
                  <a:pt x="6548357" y="1744689"/>
                  <a:pt x="6559851" y="1733195"/>
                  <a:pt x="6574016" y="1733195"/>
                </a:cubicBezTo>
                <a:close/>
                <a:moveTo>
                  <a:pt x="6509693" y="1733195"/>
                </a:moveTo>
                <a:cubicBezTo>
                  <a:pt x="6523858" y="1733195"/>
                  <a:pt x="6535352" y="1744689"/>
                  <a:pt x="6535352" y="1758854"/>
                </a:cubicBezTo>
                <a:cubicBezTo>
                  <a:pt x="6535352" y="1773018"/>
                  <a:pt x="6523858" y="1784513"/>
                  <a:pt x="6509693" y="1784513"/>
                </a:cubicBezTo>
                <a:cubicBezTo>
                  <a:pt x="6495528" y="1784513"/>
                  <a:pt x="6484035" y="1773018"/>
                  <a:pt x="6484035" y="1758854"/>
                </a:cubicBezTo>
                <a:cubicBezTo>
                  <a:pt x="6484035" y="1744689"/>
                  <a:pt x="6495528" y="1733195"/>
                  <a:pt x="6509693" y="1733195"/>
                </a:cubicBezTo>
                <a:close/>
                <a:moveTo>
                  <a:pt x="6445489" y="1733195"/>
                </a:moveTo>
                <a:cubicBezTo>
                  <a:pt x="6459654" y="1733195"/>
                  <a:pt x="6471147" y="1744689"/>
                  <a:pt x="6471147" y="1758854"/>
                </a:cubicBezTo>
                <a:cubicBezTo>
                  <a:pt x="6471147" y="1773018"/>
                  <a:pt x="6459654" y="1784513"/>
                  <a:pt x="6445489" y="1784513"/>
                </a:cubicBezTo>
                <a:cubicBezTo>
                  <a:pt x="6431324" y="1784513"/>
                  <a:pt x="6419831" y="1773018"/>
                  <a:pt x="6419831" y="1758854"/>
                </a:cubicBezTo>
                <a:cubicBezTo>
                  <a:pt x="6419831" y="1744689"/>
                  <a:pt x="6431324" y="1733195"/>
                  <a:pt x="6445489" y="1733195"/>
                </a:cubicBezTo>
                <a:close/>
                <a:moveTo>
                  <a:pt x="6381282" y="1733195"/>
                </a:moveTo>
                <a:cubicBezTo>
                  <a:pt x="6395455" y="1733195"/>
                  <a:pt x="6406943" y="1744682"/>
                  <a:pt x="6406943" y="1758854"/>
                </a:cubicBezTo>
                <a:cubicBezTo>
                  <a:pt x="6406943" y="1773025"/>
                  <a:pt x="6395455" y="1784513"/>
                  <a:pt x="6381282" y="1784513"/>
                </a:cubicBezTo>
                <a:cubicBezTo>
                  <a:pt x="6367112" y="1784513"/>
                  <a:pt x="6355624" y="1773025"/>
                  <a:pt x="6355624" y="1758854"/>
                </a:cubicBezTo>
                <a:cubicBezTo>
                  <a:pt x="6355624" y="1744682"/>
                  <a:pt x="6367112" y="1733195"/>
                  <a:pt x="6381282" y="1733195"/>
                </a:cubicBezTo>
                <a:close/>
                <a:moveTo>
                  <a:pt x="6317078" y="1733195"/>
                </a:moveTo>
                <a:cubicBezTo>
                  <a:pt x="6331243" y="1733195"/>
                  <a:pt x="6342736" y="1744689"/>
                  <a:pt x="6342736" y="1758854"/>
                </a:cubicBezTo>
                <a:cubicBezTo>
                  <a:pt x="6342736" y="1773018"/>
                  <a:pt x="6331243" y="1784513"/>
                  <a:pt x="6317078" y="1784513"/>
                </a:cubicBezTo>
                <a:cubicBezTo>
                  <a:pt x="6302913" y="1784513"/>
                  <a:pt x="6291420" y="1773018"/>
                  <a:pt x="6291420" y="1758854"/>
                </a:cubicBezTo>
                <a:cubicBezTo>
                  <a:pt x="6291420" y="1744689"/>
                  <a:pt x="6302913" y="1733195"/>
                  <a:pt x="6317078" y="1733195"/>
                </a:cubicBezTo>
                <a:close/>
                <a:moveTo>
                  <a:pt x="6252873" y="1733195"/>
                </a:moveTo>
                <a:cubicBezTo>
                  <a:pt x="6267036" y="1733195"/>
                  <a:pt x="6278532" y="1744689"/>
                  <a:pt x="6278532" y="1758854"/>
                </a:cubicBezTo>
                <a:cubicBezTo>
                  <a:pt x="6278532" y="1773018"/>
                  <a:pt x="6267036" y="1784513"/>
                  <a:pt x="6252873" y="1784513"/>
                </a:cubicBezTo>
                <a:cubicBezTo>
                  <a:pt x="6238708" y="1784513"/>
                  <a:pt x="6227213" y="1773018"/>
                  <a:pt x="6227213" y="1758854"/>
                </a:cubicBezTo>
                <a:cubicBezTo>
                  <a:pt x="6227213" y="1744689"/>
                  <a:pt x="6238708" y="1733195"/>
                  <a:pt x="6252873" y="1733195"/>
                </a:cubicBezTo>
                <a:close/>
                <a:moveTo>
                  <a:pt x="6188666" y="1733195"/>
                </a:moveTo>
                <a:cubicBezTo>
                  <a:pt x="6202831" y="1733195"/>
                  <a:pt x="6214327" y="1744689"/>
                  <a:pt x="6214327" y="1758854"/>
                </a:cubicBezTo>
                <a:cubicBezTo>
                  <a:pt x="6214327" y="1773018"/>
                  <a:pt x="6202831" y="1784513"/>
                  <a:pt x="6188666" y="1784513"/>
                </a:cubicBezTo>
                <a:cubicBezTo>
                  <a:pt x="6174504" y="1784513"/>
                  <a:pt x="6163008" y="1773018"/>
                  <a:pt x="6163008" y="1758854"/>
                </a:cubicBezTo>
                <a:cubicBezTo>
                  <a:pt x="6163008" y="1744689"/>
                  <a:pt x="6174504" y="1733195"/>
                  <a:pt x="6188666" y="1733195"/>
                </a:cubicBezTo>
                <a:close/>
                <a:moveTo>
                  <a:pt x="6124462" y="1733195"/>
                </a:moveTo>
                <a:cubicBezTo>
                  <a:pt x="6138627" y="1733195"/>
                  <a:pt x="6150123" y="1744689"/>
                  <a:pt x="6150123" y="1758854"/>
                </a:cubicBezTo>
                <a:cubicBezTo>
                  <a:pt x="6150123" y="1773018"/>
                  <a:pt x="6138627" y="1784513"/>
                  <a:pt x="6124462" y="1784513"/>
                </a:cubicBezTo>
                <a:cubicBezTo>
                  <a:pt x="6110297" y="1784513"/>
                  <a:pt x="6098804" y="1773018"/>
                  <a:pt x="6098804" y="1758854"/>
                </a:cubicBezTo>
                <a:cubicBezTo>
                  <a:pt x="6098804" y="1744689"/>
                  <a:pt x="6110297" y="1733195"/>
                  <a:pt x="6124462" y="1733195"/>
                </a:cubicBezTo>
                <a:close/>
                <a:moveTo>
                  <a:pt x="6064505" y="1733195"/>
                </a:moveTo>
                <a:cubicBezTo>
                  <a:pt x="6078666" y="1733195"/>
                  <a:pt x="6090163" y="1744689"/>
                  <a:pt x="6090163" y="1758854"/>
                </a:cubicBezTo>
                <a:cubicBezTo>
                  <a:pt x="6090163" y="1773018"/>
                  <a:pt x="6078666" y="1784513"/>
                  <a:pt x="6064505" y="1784513"/>
                </a:cubicBezTo>
                <a:cubicBezTo>
                  <a:pt x="6050336" y="1784513"/>
                  <a:pt x="6038844" y="1773018"/>
                  <a:pt x="6038844" y="1758854"/>
                </a:cubicBezTo>
                <a:cubicBezTo>
                  <a:pt x="6038844" y="1744689"/>
                  <a:pt x="6050336" y="1733195"/>
                  <a:pt x="6064505" y="1733195"/>
                </a:cubicBezTo>
                <a:close/>
                <a:moveTo>
                  <a:pt x="6000298" y="1733195"/>
                </a:moveTo>
                <a:cubicBezTo>
                  <a:pt x="6014463" y="1733195"/>
                  <a:pt x="6025956" y="1744689"/>
                  <a:pt x="6025956" y="1758854"/>
                </a:cubicBezTo>
                <a:cubicBezTo>
                  <a:pt x="6025956" y="1773018"/>
                  <a:pt x="6014463" y="1784513"/>
                  <a:pt x="6000298" y="1784513"/>
                </a:cubicBezTo>
                <a:cubicBezTo>
                  <a:pt x="5986133" y="1784513"/>
                  <a:pt x="5974639" y="1773018"/>
                  <a:pt x="5974639" y="1758854"/>
                </a:cubicBezTo>
                <a:cubicBezTo>
                  <a:pt x="5974639" y="1744689"/>
                  <a:pt x="5986133" y="1733195"/>
                  <a:pt x="6000298" y="1733195"/>
                </a:cubicBezTo>
                <a:close/>
                <a:moveTo>
                  <a:pt x="5936092" y="1733195"/>
                </a:moveTo>
                <a:cubicBezTo>
                  <a:pt x="5950255" y="1733195"/>
                  <a:pt x="5961751" y="1744689"/>
                  <a:pt x="5961751" y="1758854"/>
                </a:cubicBezTo>
                <a:cubicBezTo>
                  <a:pt x="5961751" y="1773018"/>
                  <a:pt x="5950255" y="1784513"/>
                  <a:pt x="5936092" y="1784513"/>
                </a:cubicBezTo>
                <a:cubicBezTo>
                  <a:pt x="5921928" y="1784513"/>
                  <a:pt x="5910435" y="1773018"/>
                  <a:pt x="5910435" y="1758854"/>
                </a:cubicBezTo>
                <a:cubicBezTo>
                  <a:pt x="5910435" y="1744689"/>
                  <a:pt x="5921928" y="1733195"/>
                  <a:pt x="5936092" y="1733195"/>
                </a:cubicBezTo>
                <a:close/>
                <a:moveTo>
                  <a:pt x="5807683" y="1733195"/>
                </a:moveTo>
                <a:cubicBezTo>
                  <a:pt x="5821853" y="1733195"/>
                  <a:pt x="5833341" y="1744682"/>
                  <a:pt x="5833341" y="1758854"/>
                </a:cubicBezTo>
                <a:cubicBezTo>
                  <a:pt x="5833341" y="1773025"/>
                  <a:pt x="5821853" y="1784513"/>
                  <a:pt x="5807683" y="1784513"/>
                </a:cubicBezTo>
                <a:cubicBezTo>
                  <a:pt x="5793512" y="1784513"/>
                  <a:pt x="5782024" y="1773025"/>
                  <a:pt x="5782024" y="1758854"/>
                </a:cubicBezTo>
                <a:cubicBezTo>
                  <a:pt x="5782024" y="1744682"/>
                  <a:pt x="5793512" y="1733195"/>
                  <a:pt x="5807683" y="1733195"/>
                </a:cubicBezTo>
                <a:close/>
                <a:moveTo>
                  <a:pt x="5743477" y="1733195"/>
                </a:moveTo>
                <a:cubicBezTo>
                  <a:pt x="5757648" y="1733195"/>
                  <a:pt x="5769136" y="1744682"/>
                  <a:pt x="5769136" y="1758854"/>
                </a:cubicBezTo>
                <a:cubicBezTo>
                  <a:pt x="5769136" y="1773025"/>
                  <a:pt x="5757648" y="1784513"/>
                  <a:pt x="5743477" y="1784513"/>
                </a:cubicBezTo>
                <a:cubicBezTo>
                  <a:pt x="5729307" y="1784513"/>
                  <a:pt x="5717818" y="1773025"/>
                  <a:pt x="5717818" y="1758854"/>
                </a:cubicBezTo>
                <a:cubicBezTo>
                  <a:pt x="5717818" y="1744682"/>
                  <a:pt x="5729307" y="1733195"/>
                  <a:pt x="5743477" y="1733195"/>
                </a:cubicBezTo>
                <a:close/>
                <a:moveTo>
                  <a:pt x="5679272" y="1733195"/>
                </a:moveTo>
                <a:cubicBezTo>
                  <a:pt x="5693437" y="1733195"/>
                  <a:pt x="5704930" y="1744689"/>
                  <a:pt x="5704930" y="1758854"/>
                </a:cubicBezTo>
                <a:cubicBezTo>
                  <a:pt x="5704930" y="1773018"/>
                  <a:pt x="5693437" y="1784513"/>
                  <a:pt x="5679272" y="1784513"/>
                </a:cubicBezTo>
                <a:cubicBezTo>
                  <a:pt x="5665108" y="1784513"/>
                  <a:pt x="5653614" y="1773018"/>
                  <a:pt x="5653614" y="1758854"/>
                </a:cubicBezTo>
                <a:cubicBezTo>
                  <a:pt x="5653614" y="1744689"/>
                  <a:pt x="5665108" y="1733195"/>
                  <a:pt x="5679272" y="1733195"/>
                </a:cubicBezTo>
                <a:close/>
                <a:moveTo>
                  <a:pt x="5615066" y="1733195"/>
                </a:moveTo>
                <a:cubicBezTo>
                  <a:pt x="5629231" y="1733195"/>
                  <a:pt x="5640726" y="1744689"/>
                  <a:pt x="5640726" y="1758854"/>
                </a:cubicBezTo>
                <a:cubicBezTo>
                  <a:pt x="5640726" y="1773018"/>
                  <a:pt x="5629231" y="1784513"/>
                  <a:pt x="5615066" y="1784513"/>
                </a:cubicBezTo>
                <a:cubicBezTo>
                  <a:pt x="5600901" y="1784513"/>
                  <a:pt x="5589407" y="1773018"/>
                  <a:pt x="5589407" y="1758854"/>
                </a:cubicBezTo>
                <a:cubicBezTo>
                  <a:pt x="5589407" y="1744689"/>
                  <a:pt x="5600901" y="1733195"/>
                  <a:pt x="5615066" y="1733195"/>
                </a:cubicBezTo>
                <a:close/>
                <a:moveTo>
                  <a:pt x="5550862" y="1733195"/>
                </a:moveTo>
                <a:cubicBezTo>
                  <a:pt x="5565027" y="1733195"/>
                  <a:pt x="5576520" y="1744689"/>
                  <a:pt x="5576520" y="1758854"/>
                </a:cubicBezTo>
                <a:cubicBezTo>
                  <a:pt x="5576520" y="1773018"/>
                  <a:pt x="5565027" y="1784513"/>
                  <a:pt x="5550862" y="1784513"/>
                </a:cubicBezTo>
                <a:cubicBezTo>
                  <a:pt x="5536697" y="1784513"/>
                  <a:pt x="5525203" y="1773018"/>
                  <a:pt x="5525203" y="1758854"/>
                </a:cubicBezTo>
                <a:cubicBezTo>
                  <a:pt x="5525203" y="1744689"/>
                  <a:pt x="5536697" y="1733195"/>
                  <a:pt x="5550862" y="1733195"/>
                </a:cubicBezTo>
                <a:close/>
                <a:moveTo>
                  <a:pt x="5486655" y="1733195"/>
                </a:moveTo>
                <a:cubicBezTo>
                  <a:pt x="5500819" y="1733195"/>
                  <a:pt x="5512316" y="1744689"/>
                  <a:pt x="5512316" y="1758854"/>
                </a:cubicBezTo>
                <a:cubicBezTo>
                  <a:pt x="5512316" y="1773018"/>
                  <a:pt x="5500819" y="1784513"/>
                  <a:pt x="5486655" y="1784513"/>
                </a:cubicBezTo>
                <a:cubicBezTo>
                  <a:pt x="5472491" y="1784513"/>
                  <a:pt x="5460997" y="1773018"/>
                  <a:pt x="5460997" y="1758854"/>
                </a:cubicBezTo>
                <a:cubicBezTo>
                  <a:pt x="5460997" y="1744689"/>
                  <a:pt x="5472491" y="1733195"/>
                  <a:pt x="5486655" y="1733195"/>
                </a:cubicBezTo>
                <a:close/>
                <a:moveTo>
                  <a:pt x="5422451" y="1733195"/>
                </a:moveTo>
                <a:cubicBezTo>
                  <a:pt x="5436621" y="1733195"/>
                  <a:pt x="5448109" y="1744682"/>
                  <a:pt x="5448109" y="1758854"/>
                </a:cubicBezTo>
                <a:cubicBezTo>
                  <a:pt x="5448109" y="1773025"/>
                  <a:pt x="5436621" y="1784513"/>
                  <a:pt x="5422451" y="1784513"/>
                </a:cubicBezTo>
                <a:cubicBezTo>
                  <a:pt x="5408280" y="1784513"/>
                  <a:pt x="5396791" y="1773025"/>
                  <a:pt x="5396791" y="1758854"/>
                </a:cubicBezTo>
                <a:cubicBezTo>
                  <a:pt x="5396791" y="1744682"/>
                  <a:pt x="5408280" y="1733195"/>
                  <a:pt x="5422451" y="1733195"/>
                </a:cubicBezTo>
                <a:close/>
                <a:moveTo>
                  <a:pt x="5358245" y="1733195"/>
                </a:moveTo>
                <a:cubicBezTo>
                  <a:pt x="5372417" y="1733195"/>
                  <a:pt x="5383904" y="1744682"/>
                  <a:pt x="5383904" y="1758854"/>
                </a:cubicBezTo>
                <a:cubicBezTo>
                  <a:pt x="5383904" y="1773025"/>
                  <a:pt x="5372417" y="1784513"/>
                  <a:pt x="5358245" y="1784513"/>
                </a:cubicBezTo>
                <a:cubicBezTo>
                  <a:pt x="5344076" y="1784513"/>
                  <a:pt x="5332587" y="1773025"/>
                  <a:pt x="5332587" y="1758854"/>
                </a:cubicBezTo>
                <a:cubicBezTo>
                  <a:pt x="5332587" y="1744682"/>
                  <a:pt x="5344076" y="1733195"/>
                  <a:pt x="5358245" y="1733195"/>
                </a:cubicBezTo>
                <a:close/>
                <a:moveTo>
                  <a:pt x="5294040" y="1733195"/>
                </a:moveTo>
                <a:cubicBezTo>
                  <a:pt x="5308205" y="1733195"/>
                  <a:pt x="5319699" y="1744689"/>
                  <a:pt x="5319699" y="1758854"/>
                </a:cubicBezTo>
                <a:cubicBezTo>
                  <a:pt x="5319699" y="1773018"/>
                  <a:pt x="5308205" y="1784513"/>
                  <a:pt x="5294040" y="1784513"/>
                </a:cubicBezTo>
                <a:cubicBezTo>
                  <a:pt x="5279877" y="1784513"/>
                  <a:pt x="5268382" y="1773018"/>
                  <a:pt x="5268382" y="1758854"/>
                </a:cubicBezTo>
                <a:cubicBezTo>
                  <a:pt x="5268382" y="1744689"/>
                  <a:pt x="5279877" y="1733195"/>
                  <a:pt x="5294040" y="1733195"/>
                </a:cubicBezTo>
                <a:close/>
                <a:moveTo>
                  <a:pt x="5229719" y="1733195"/>
                </a:moveTo>
                <a:cubicBezTo>
                  <a:pt x="5243999" y="1733195"/>
                  <a:pt x="5255377" y="1744689"/>
                  <a:pt x="5255377" y="1758854"/>
                </a:cubicBezTo>
                <a:cubicBezTo>
                  <a:pt x="5255377" y="1773018"/>
                  <a:pt x="5243883" y="1784513"/>
                  <a:pt x="5229719" y="1784513"/>
                </a:cubicBezTo>
                <a:cubicBezTo>
                  <a:pt x="5215554" y="1784513"/>
                  <a:pt x="5204058" y="1773018"/>
                  <a:pt x="5204058" y="1758854"/>
                </a:cubicBezTo>
                <a:cubicBezTo>
                  <a:pt x="5204058" y="1744689"/>
                  <a:pt x="5215554" y="1733195"/>
                  <a:pt x="5229719" y="1733195"/>
                </a:cubicBezTo>
                <a:close/>
                <a:moveTo>
                  <a:pt x="5165514" y="1733195"/>
                </a:moveTo>
                <a:cubicBezTo>
                  <a:pt x="5179678" y="1733195"/>
                  <a:pt x="5191171" y="1744689"/>
                  <a:pt x="5191171" y="1758854"/>
                </a:cubicBezTo>
                <a:cubicBezTo>
                  <a:pt x="5191171" y="1773018"/>
                  <a:pt x="5179678" y="1784513"/>
                  <a:pt x="5165514" y="1784513"/>
                </a:cubicBezTo>
                <a:cubicBezTo>
                  <a:pt x="5151349" y="1784513"/>
                  <a:pt x="5139855" y="1773018"/>
                  <a:pt x="5139855" y="1758854"/>
                </a:cubicBezTo>
                <a:cubicBezTo>
                  <a:pt x="5139855" y="1744689"/>
                  <a:pt x="5151349" y="1733195"/>
                  <a:pt x="5165514" y="1733195"/>
                </a:cubicBezTo>
                <a:close/>
                <a:moveTo>
                  <a:pt x="5101309" y="1733195"/>
                </a:moveTo>
                <a:cubicBezTo>
                  <a:pt x="5115473" y="1733195"/>
                  <a:pt x="5126967" y="1744689"/>
                  <a:pt x="5126967" y="1758854"/>
                </a:cubicBezTo>
                <a:cubicBezTo>
                  <a:pt x="5126967" y="1773018"/>
                  <a:pt x="5115473" y="1784513"/>
                  <a:pt x="5101309" y="1784513"/>
                </a:cubicBezTo>
                <a:cubicBezTo>
                  <a:pt x="5087142" y="1784513"/>
                  <a:pt x="5075649" y="1773018"/>
                  <a:pt x="5075649" y="1758854"/>
                </a:cubicBezTo>
                <a:cubicBezTo>
                  <a:pt x="5075649" y="1744689"/>
                  <a:pt x="5087142" y="1733195"/>
                  <a:pt x="5101309" y="1733195"/>
                </a:cubicBezTo>
                <a:close/>
                <a:moveTo>
                  <a:pt x="5037104" y="1733195"/>
                </a:moveTo>
                <a:cubicBezTo>
                  <a:pt x="5051273" y="1733195"/>
                  <a:pt x="5062762" y="1744682"/>
                  <a:pt x="5062762" y="1758854"/>
                </a:cubicBezTo>
                <a:cubicBezTo>
                  <a:pt x="5062762" y="1773025"/>
                  <a:pt x="5051273" y="1784513"/>
                  <a:pt x="5037104" y="1784513"/>
                </a:cubicBezTo>
                <a:cubicBezTo>
                  <a:pt x="5022930" y="1784513"/>
                  <a:pt x="5011444" y="1773025"/>
                  <a:pt x="5011444" y="1758854"/>
                </a:cubicBezTo>
                <a:cubicBezTo>
                  <a:pt x="5011444" y="1744682"/>
                  <a:pt x="5022930" y="1733195"/>
                  <a:pt x="5037104" y="1733195"/>
                </a:cubicBezTo>
                <a:close/>
                <a:moveTo>
                  <a:pt x="4972896" y="1733195"/>
                </a:moveTo>
                <a:cubicBezTo>
                  <a:pt x="4987063" y="1733195"/>
                  <a:pt x="4998557" y="1744689"/>
                  <a:pt x="4998557" y="1758854"/>
                </a:cubicBezTo>
                <a:cubicBezTo>
                  <a:pt x="4998557" y="1773018"/>
                  <a:pt x="4987063" y="1784513"/>
                  <a:pt x="4972896" y="1784513"/>
                </a:cubicBezTo>
                <a:cubicBezTo>
                  <a:pt x="4958732" y="1784513"/>
                  <a:pt x="4947240" y="1773018"/>
                  <a:pt x="4947240" y="1758854"/>
                </a:cubicBezTo>
                <a:cubicBezTo>
                  <a:pt x="4947240" y="1744689"/>
                  <a:pt x="4958732" y="1733195"/>
                  <a:pt x="4972896" y="1733195"/>
                </a:cubicBezTo>
                <a:close/>
                <a:moveTo>
                  <a:pt x="4908693" y="1733195"/>
                </a:moveTo>
                <a:cubicBezTo>
                  <a:pt x="4922857" y="1733195"/>
                  <a:pt x="4934352" y="1744689"/>
                  <a:pt x="4934352" y="1758854"/>
                </a:cubicBezTo>
                <a:cubicBezTo>
                  <a:pt x="4934352" y="1773018"/>
                  <a:pt x="4922857" y="1784513"/>
                  <a:pt x="4908693" y="1784513"/>
                </a:cubicBezTo>
                <a:cubicBezTo>
                  <a:pt x="4894527" y="1784513"/>
                  <a:pt x="4883033" y="1773018"/>
                  <a:pt x="4883033" y="1758854"/>
                </a:cubicBezTo>
                <a:cubicBezTo>
                  <a:pt x="4883033" y="1744689"/>
                  <a:pt x="4894527" y="1733195"/>
                  <a:pt x="4908693" y="1733195"/>
                </a:cubicBezTo>
                <a:close/>
                <a:moveTo>
                  <a:pt x="4844487" y="1733195"/>
                </a:moveTo>
                <a:cubicBezTo>
                  <a:pt x="4858650" y="1733195"/>
                  <a:pt x="4870146" y="1744689"/>
                  <a:pt x="4870146" y="1758854"/>
                </a:cubicBezTo>
                <a:cubicBezTo>
                  <a:pt x="4870146" y="1773018"/>
                  <a:pt x="4858650" y="1784513"/>
                  <a:pt x="4844487" y="1784513"/>
                </a:cubicBezTo>
                <a:cubicBezTo>
                  <a:pt x="4830322" y="1784513"/>
                  <a:pt x="4818828" y="1773018"/>
                  <a:pt x="4818828" y="1758854"/>
                </a:cubicBezTo>
                <a:cubicBezTo>
                  <a:pt x="4818828" y="1744689"/>
                  <a:pt x="4830322" y="1733195"/>
                  <a:pt x="4844487" y="1733195"/>
                </a:cubicBezTo>
                <a:close/>
                <a:moveTo>
                  <a:pt x="4780282" y="1733195"/>
                </a:moveTo>
                <a:cubicBezTo>
                  <a:pt x="4794447" y="1733195"/>
                  <a:pt x="4805941" y="1744689"/>
                  <a:pt x="4805941" y="1758854"/>
                </a:cubicBezTo>
                <a:cubicBezTo>
                  <a:pt x="4805941" y="1773018"/>
                  <a:pt x="4794447" y="1784513"/>
                  <a:pt x="4780282" y="1784513"/>
                </a:cubicBezTo>
                <a:cubicBezTo>
                  <a:pt x="4766118" y="1784513"/>
                  <a:pt x="4754622" y="1773018"/>
                  <a:pt x="4754622" y="1758854"/>
                </a:cubicBezTo>
                <a:cubicBezTo>
                  <a:pt x="4754622" y="1744689"/>
                  <a:pt x="4766118" y="1733195"/>
                  <a:pt x="4780282" y="1733195"/>
                </a:cubicBezTo>
                <a:close/>
                <a:moveTo>
                  <a:pt x="4716077" y="1733195"/>
                </a:moveTo>
                <a:cubicBezTo>
                  <a:pt x="4730248" y="1733195"/>
                  <a:pt x="4741736" y="1744682"/>
                  <a:pt x="4741736" y="1758854"/>
                </a:cubicBezTo>
                <a:cubicBezTo>
                  <a:pt x="4741736" y="1773025"/>
                  <a:pt x="4730248" y="1784513"/>
                  <a:pt x="4716077" y="1784513"/>
                </a:cubicBezTo>
                <a:cubicBezTo>
                  <a:pt x="4701906" y="1784513"/>
                  <a:pt x="4690419" y="1773025"/>
                  <a:pt x="4690419" y="1758854"/>
                </a:cubicBezTo>
                <a:cubicBezTo>
                  <a:pt x="4690419" y="1744682"/>
                  <a:pt x="4701906" y="1733195"/>
                  <a:pt x="4716077" y="1733195"/>
                </a:cubicBezTo>
                <a:close/>
                <a:moveTo>
                  <a:pt x="4651872" y="1733195"/>
                </a:moveTo>
                <a:cubicBezTo>
                  <a:pt x="4666042" y="1733195"/>
                  <a:pt x="4677531" y="1744682"/>
                  <a:pt x="4677531" y="1758854"/>
                </a:cubicBezTo>
                <a:cubicBezTo>
                  <a:pt x="4677531" y="1773025"/>
                  <a:pt x="4666042" y="1784513"/>
                  <a:pt x="4651872" y="1784513"/>
                </a:cubicBezTo>
                <a:cubicBezTo>
                  <a:pt x="4637700" y="1784513"/>
                  <a:pt x="4626213" y="1773025"/>
                  <a:pt x="4626213" y="1758854"/>
                </a:cubicBezTo>
                <a:cubicBezTo>
                  <a:pt x="4626213" y="1744682"/>
                  <a:pt x="4637700" y="1733195"/>
                  <a:pt x="4651872" y="1733195"/>
                </a:cubicBezTo>
                <a:close/>
                <a:moveTo>
                  <a:pt x="4587666" y="1733195"/>
                </a:moveTo>
                <a:cubicBezTo>
                  <a:pt x="4601830" y="1733195"/>
                  <a:pt x="4613324" y="1744689"/>
                  <a:pt x="4613324" y="1758854"/>
                </a:cubicBezTo>
                <a:cubicBezTo>
                  <a:pt x="4613324" y="1773018"/>
                  <a:pt x="4601830" y="1784513"/>
                  <a:pt x="4587666" y="1784513"/>
                </a:cubicBezTo>
                <a:cubicBezTo>
                  <a:pt x="4573501" y="1784513"/>
                  <a:pt x="4562007" y="1773018"/>
                  <a:pt x="4562007" y="1758854"/>
                </a:cubicBezTo>
                <a:cubicBezTo>
                  <a:pt x="4562007" y="1744689"/>
                  <a:pt x="4573501" y="1733195"/>
                  <a:pt x="4587666" y="1733195"/>
                </a:cubicBezTo>
                <a:close/>
                <a:moveTo>
                  <a:pt x="4523461" y="1733195"/>
                </a:moveTo>
                <a:cubicBezTo>
                  <a:pt x="4537626" y="1733195"/>
                  <a:pt x="4549121" y="1744689"/>
                  <a:pt x="4549121" y="1758854"/>
                </a:cubicBezTo>
                <a:cubicBezTo>
                  <a:pt x="4549121" y="1773018"/>
                  <a:pt x="4537626" y="1784513"/>
                  <a:pt x="4523461" y="1784513"/>
                </a:cubicBezTo>
                <a:cubicBezTo>
                  <a:pt x="4509296" y="1784513"/>
                  <a:pt x="4497802" y="1773018"/>
                  <a:pt x="4497802" y="1758854"/>
                </a:cubicBezTo>
                <a:cubicBezTo>
                  <a:pt x="4497802" y="1744689"/>
                  <a:pt x="4509296" y="1733195"/>
                  <a:pt x="4523461" y="1733195"/>
                </a:cubicBezTo>
                <a:close/>
                <a:moveTo>
                  <a:pt x="4459256" y="1733195"/>
                </a:moveTo>
                <a:cubicBezTo>
                  <a:pt x="4473420" y="1733195"/>
                  <a:pt x="4484914" y="1744689"/>
                  <a:pt x="4484914" y="1758854"/>
                </a:cubicBezTo>
                <a:cubicBezTo>
                  <a:pt x="4484914" y="1773018"/>
                  <a:pt x="4473420" y="1784513"/>
                  <a:pt x="4459256" y="1784513"/>
                </a:cubicBezTo>
                <a:cubicBezTo>
                  <a:pt x="4445091" y="1784513"/>
                  <a:pt x="4433596" y="1773018"/>
                  <a:pt x="4433596" y="1758854"/>
                </a:cubicBezTo>
                <a:cubicBezTo>
                  <a:pt x="4433596" y="1744689"/>
                  <a:pt x="4445091" y="1733195"/>
                  <a:pt x="4459256" y="1733195"/>
                </a:cubicBezTo>
                <a:close/>
                <a:moveTo>
                  <a:pt x="4395050" y="1733195"/>
                </a:moveTo>
                <a:cubicBezTo>
                  <a:pt x="4409214" y="1733195"/>
                  <a:pt x="4420710" y="1744689"/>
                  <a:pt x="4420710" y="1758854"/>
                </a:cubicBezTo>
                <a:cubicBezTo>
                  <a:pt x="4420710" y="1773018"/>
                  <a:pt x="4409214" y="1784513"/>
                  <a:pt x="4395050" y="1784513"/>
                </a:cubicBezTo>
                <a:cubicBezTo>
                  <a:pt x="4380886" y="1784513"/>
                  <a:pt x="4369391" y="1773018"/>
                  <a:pt x="4369391" y="1758854"/>
                </a:cubicBezTo>
                <a:cubicBezTo>
                  <a:pt x="4369391" y="1744689"/>
                  <a:pt x="4380886" y="1733195"/>
                  <a:pt x="4395050" y="1733195"/>
                </a:cubicBezTo>
                <a:close/>
                <a:moveTo>
                  <a:pt x="4330845" y="1733195"/>
                </a:moveTo>
                <a:cubicBezTo>
                  <a:pt x="4345017" y="1733195"/>
                  <a:pt x="4356504" y="1744682"/>
                  <a:pt x="4356504" y="1758854"/>
                </a:cubicBezTo>
                <a:cubicBezTo>
                  <a:pt x="4356504" y="1773025"/>
                  <a:pt x="4345017" y="1784513"/>
                  <a:pt x="4330845" y="1784513"/>
                </a:cubicBezTo>
                <a:cubicBezTo>
                  <a:pt x="4316675" y="1784513"/>
                  <a:pt x="4305186" y="1773025"/>
                  <a:pt x="4305186" y="1758854"/>
                </a:cubicBezTo>
                <a:cubicBezTo>
                  <a:pt x="4305186" y="1744682"/>
                  <a:pt x="4316675" y="1733195"/>
                  <a:pt x="4330845" y="1733195"/>
                </a:cubicBezTo>
                <a:close/>
                <a:moveTo>
                  <a:pt x="4266640" y="1733195"/>
                </a:moveTo>
                <a:cubicBezTo>
                  <a:pt x="4280811" y="1733195"/>
                  <a:pt x="4292298" y="1744682"/>
                  <a:pt x="4292298" y="1758854"/>
                </a:cubicBezTo>
                <a:cubicBezTo>
                  <a:pt x="4292298" y="1773025"/>
                  <a:pt x="4280811" y="1784513"/>
                  <a:pt x="4266640" y="1784513"/>
                </a:cubicBezTo>
                <a:cubicBezTo>
                  <a:pt x="4252470" y="1784513"/>
                  <a:pt x="4240981" y="1773025"/>
                  <a:pt x="4240981" y="1758854"/>
                </a:cubicBezTo>
                <a:cubicBezTo>
                  <a:pt x="4240981" y="1744682"/>
                  <a:pt x="4252470" y="1733195"/>
                  <a:pt x="4266640" y="1733195"/>
                </a:cubicBezTo>
                <a:close/>
                <a:moveTo>
                  <a:pt x="4202435" y="1733195"/>
                </a:moveTo>
                <a:cubicBezTo>
                  <a:pt x="4216598" y="1733195"/>
                  <a:pt x="4228093" y="1744689"/>
                  <a:pt x="4228093" y="1758854"/>
                </a:cubicBezTo>
                <a:cubicBezTo>
                  <a:pt x="4228093" y="1773018"/>
                  <a:pt x="4216598" y="1784513"/>
                  <a:pt x="4202435" y="1784513"/>
                </a:cubicBezTo>
                <a:cubicBezTo>
                  <a:pt x="4188268" y="1784513"/>
                  <a:pt x="4176776" y="1773018"/>
                  <a:pt x="4176776" y="1758854"/>
                </a:cubicBezTo>
                <a:cubicBezTo>
                  <a:pt x="4176776" y="1744689"/>
                  <a:pt x="4188268" y="1733195"/>
                  <a:pt x="4202435" y="1733195"/>
                </a:cubicBezTo>
                <a:close/>
                <a:moveTo>
                  <a:pt x="4138112" y="1733195"/>
                </a:moveTo>
                <a:cubicBezTo>
                  <a:pt x="4152394" y="1733195"/>
                  <a:pt x="4163773" y="1744689"/>
                  <a:pt x="4163773" y="1758854"/>
                </a:cubicBezTo>
                <a:cubicBezTo>
                  <a:pt x="4163773" y="1773018"/>
                  <a:pt x="4152277" y="1784513"/>
                  <a:pt x="4138112" y="1784513"/>
                </a:cubicBezTo>
                <a:cubicBezTo>
                  <a:pt x="4123948" y="1784513"/>
                  <a:pt x="4112454" y="1773018"/>
                  <a:pt x="4112454" y="1758854"/>
                </a:cubicBezTo>
                <a:cubicBezTo>
                  <a:pt x="4112454" y="1744689"/>
                  <a:pt x="4123948" y="1733195"/>
                  <a:pt x="4138112" y="1733195"/>
                </a:cubicBezTo>
                <a:close/>
                <a:moveTo>
                  <a:pt x="4073908" y="1733195"/>
                </a:moveTo>
                <a:cubicBezTo>
                  <a:pt x="4088073" y="1733195"/>
                  <a:pt x="4099565" y="1744689"/>
                  <a:pt x="4099565" y="1758854"/>
                </a:cubicBezTo>
                <a:cubicBezTo>
                  <a:pt x="4099565" y="1773018"/>
                  <a:pt x="4088073" y="1784513"/>
                  <a:pt x="4073908" y="1784513"/>
                </a:cubicBezTo>
                <a:cubicBezTo>
                  <a:pt x="4059743" y="1784513"/>
                  <a:pt x="4048248" y="1773018"/>
                  <a:pt x="4048248" y="1758854"/>
                </a:cubicBezTo>
                <a:cubicBezTo>
                  <a:pt x="4048248" y="1744689"/>
                  <a:pt x="4059743" y="1733195"/>
                  <a:pt x="4073908" y="1733195"/>
                </a:cubicBezTo>
                <a:close/>
                <a:moveTo>
                  <a:pt x="4009702" y="1733195"/>
                </a:moveTo>
                <a:cubicBezTo>
                  <a:pt x="4023866" y="1733195"/>
                  <a:pt x="4035362" y="1744689"/>
                  <a:pt x="4035362" y="1758854"/>
                </a:cubicBezTo>
                <a:cubicBezTo>
                  <a:pt x="4035362" y="1773018"/>
                  <a:pt x="4023866" y="1784513"/>
                  <a:pt x="4009702" y="1784513"/>
                </a:cubicBezTo>
                <a:cubicBezTo>
                  <a:pt x="3995538" y="1784513"/>
                  <a:pt x="3984043" y="1773018"/>
                  <a:pt x="3984043" y="1758854"/>
                </a:cubicBezTo>
                <a:cubicBezTo>
                  <a:pt x="3984043" y="1744689"/>
                  <a:pt x="3995538" y="1733195"/>
                  <a:pt x="4009702" y="1733195"/>
                </a:cubicBezTo>
                <a:close/>
                <a:moveTo>
                  <a:pt x="3945497" y="1733195"/>
                </a:moveTo>
                <a:cubicBezTo>
                  <a:pt x="3959668" y="1733195"/>
                  <a:pt x="3971155" y="1744682"/>
                  <a:pt x="3971155" y="1758854"/>
                </a:cubicBezTo>
                <a:cubicBezTo>
                  <a:pt x="3971155" y="1773025"/>
                  <a:pt x="3959668" y="1784513"/>
                  <a:pt x="3945497" y="1784513"/>
                </a:cubicBezTo>
                <a:cubicBezTo>
                  <a:pt x="3931325" y="1784513"/>
                  <a:pt x="3919838" y="1773025"/>
                  <a:pt x="3919838" y="1758854"/>
                </a:cubicBezTo>
                <a:cubicBezTo>
                  <a:pt x="3919838" y="1744682"/>
                  <a:pt x="3931325" y="1733195"/>
                  <a:pt x="3945497" y="1733195"/>
                </a:cubicBezTo>
                <a:close/>
                <a:moveTo>
                  <a:pt x="3881291" y="1733195"/>
                </a:moveTo>
                <a:cubicBezTo>
                  <a:pt x="3895456" y="1733195"/>
                  <a:pt x="3906950" y="1744689"/>
                  <a:pt x="3906950" y="1758854"/>
                </a:cubicBezTo>
                <a:cubicBezTo>
                  <a:pt x="3906950" y="1773018"/>
                  <a:pt x="3895456" y="1784513"/>
                  <a:pt x="3881291" y="1784513"/>
                </a:cubicBezTo>
                <a:cubicBezTo>
                  <a:pt x="3867127" y="1784513"/>
                  <a:pt x="3855633" y="1773018"/>
                  <a:pt x="3855633" y="1758854"/>
                </a:cubicBezTo>
                <a:cubicBezTo>
                  <a:pt x="3855633" y="1744689"/>
                  <a:pt x="3867127" y="1733195"/>
                  <a:pt x="3881291" y="1733195"/>
                </a:cubicBezTo>
                <a:close/>
                <a:moveTo>
                  <a:pt x="3817085" y="1733195"/>
                </a:moveTo>
                <a:cubicBezTo>
                  <a:pt x="3831252" y="1733195"/>
                  <a:pt x="3842745" y="1744689"/>
                  <a:pt x="3842745" y="1758854"/>
                </a:cubicBezTo>
                <a:cubicBezTo>
                  <a:pt x="3842745" y="1773018"/>
                  <a:pt x="3831252" y="1784513"/>
                  <a:pt x="3817085" y="1784513"/>
                </a:cubicBezTo>
                <a:cubicBezTo>
                  <a:pt x="3802921" y="1784513"/>
                  <a:pt x="3791427" y="1773018"/>
                  <a:pt x="3791427" y="1758854"/>
                </a:cubicBezTo>
                <a:cubicBezTo>
                  <a:pt x="3791427" y="1744689"/>
                  <a:pt x="3802921" y="1733195"/>
                  <a:pt x="3817085" y="1733195"/>
                </a:cubicBezTo>
                <a:close/>
                <a:moveTo>
                  <a:pt x="3752882" y="1733195"/>
                </a:moveTo>
                <a:cubicBezTo>
                  <a:pt x="3767045" y="1733195"/>
                  <a:pt x="3778539" y="1744689"/>
                  <a:pt x="3778539" y="1758854"/>
                </a:cubicBezTo>
                <a:cubicBezTo>
                  <a:pt x="3778539" y="1773018"/>
                  <a:pt x="3767045" y="1784513"/>
                  <a:pt x="3752882" y="1784513"/>
                </a:cubicBezTo>
                <a:cubicBezTo>
                  <a:pt x="3738717" y="1784513"/>
                  <a:pt x="3727221" y="1773018"/>
                  <a:pt x="3727221" y="1758854"/>
                </a:cubicBezTo>
                <a:cubicBezTo>
                  <a:pt x="3727221" y="1744689"/>
                  <a:pt x="3738717" y="1733195"/>
                  <a:pt x="3752882" y="1733195"/>
                </a:cubicBezTo>
                <a:close/>
                <a:moveTo>
                  <a:pt x="3688674" y="1733195"/>
                </a:moveTo>
                <a:cubicBezTo>
                  <a:pt x="3702840" y="1733195"/>
                  <a:pt x="3714335" y="1744689"/>
                  <a:pt x="3714335" y="1758854"/>
                </a:cubicBezTo>
                <a:cubicBezTo>
                  <a:pt x="3714335" y="1773018"/>
                  <a:pt x="3702840" y="1784513"/>
                  <a:pt x="3688674" y="1784513"/>
                </a:cubicBezTo>
                <a:cubicBezTo>
                  <a:pt x="3674510" y="1784513"/>
                  <a:pt x="3663017" y="1773018"/>
                  <a:pt x="3663017" y="1758854"/>
                </a:cubicBezTo>
                <a:cubicBezTo>
                  <a:pt x="3663017" y="1744689"/>
                  <a:pt x="3674510" y="1733195"/>
                  <a:pt x="3688674" y="1733195"/>
                </a:cubicBezTo>
                <a:close/>
                <a:moveTo>
                  <a:pt x="3624472" y="1733195"/>
                </a:moveTo>
                <a:cubicBezTo>
                  <a:pt x="3638640" y="1733195"/>
                  <a:pt x="3650129" y="1744682"/>
                  <a:pt x="3650129" y="1758854"/>
                </a:cubicBezTo>
                <a:cubicBezTo>
                  <a:pt x="3650129" y="1773025"/>
                  <a:pt x="3638640" y="1784513"/>
                  <a:pt x="3624472" y="1784513"/>
                </a:cubicBezTo>
                <a:cubicBezTo>
                  <a:pt x="3610300" y="1784513"/>
                  <a:pt x="3598810" y="1773025"/>
                  <a:pt x="3598810" y="1758854"/>
                </a:cubicBezTo>
                <a:cubicBezTo>
                  <a:pt x="3598810" y="1744682"/>
                  <a:pt x="3610300" y="1733195"/>
                  <a:pt x="3624472" y="1733195"/>
                </a:cubicBezTo>
                <a:close/>
                <a:moveTo>
                  <a:pt x="3560264" y="1733195"/>
                </a:moveTo>
                <a:cubicBezTo>
                  <a:pt x="3574438" y="1733195"/>
                  <a:pt x="3585923" y="1744682"/>
                  <a:pt x="3585923" y="1758854"/>
                </a:cubicBezTo>
                <a:cubicBezTo>
                  <a:pt x="3585923" y="1773025"/>
                  <a:pt x="3574438" y="1784513"/>
                  <a:pt x="3560264" y="1784513"/>
                </a:cubicBezTo>
                <a:cubicBezTo>
                  <a:pt x="3546095" y="1784513"/>
                  <a:pt x="3534607" y="1773025"/>
                  <a:pt x="3534607" y="1758854"/>
                </a:cubicBezTo>
                <a:cubicBezTo>
                  <a:pt x="3534607" y="1744682"/>
                  <a:pt x="3546095" y="1733195"/>
                  <a:pt x="3560264" y="1733195"/>
                </a:cubicBezTo>
                <a:close/>
                <a:moveTo>
                  <a:pt x="3496060" y="1733195"/>
                </a:moveTo>
                <a:cubicBezTo>
                  <a:pt x="3510225" y="1733195"/>
                  <a:pt x="3521719" y="1744689"/>
                  <a:pt x="3521719" y="1758854"/>
                </a:cubicBezTo>
                <a:cubicBezTo>
                  <a:pt x="3521719" y="1773018"/>
                  <a:pt x="3510225" y="1784513"/>
                  <a:pt x="3496060" y="1784513"/>
                </a:cubicBezTo>
                <a:cubicBezTo>
                  <a:pt x="3481895" y="1784513"/>
                  <a:pt x="3470400" y="1773018"/>
                  <a:pt x="3470400" y="1758854"/>
                </a:cubicBezTo>
                <a:cubicBezTo>
                  <a:pt x="3470400" y="1744689"/>
                  <a:pt x="3481895" y="1733195"/>
                  <a:pt x="3496060" y="1733195"/>
                </a:cubicBezTo>
                <a:close/>
                <a:moveTo>
                  <a:pt x="3431855" y="1733195"/>
                </a:moveTo>
                <a:cubicBezTo>
                  <a:pt x="3446019" y="1733195"/>
                  <a:pt x="3457512" y="1744689"/>
                  <a:pt x="3457512" y="1758854"/>
                </a:cubicBezTo>
                <a:cubicBezTo>
                  <a:pt x="3457512" y="1773018"/>
                  <a:pt x="3446019" y="1784513"/>
                  <a:pt x="3431855" y="1784513"/>
                </a:cubicBezTo>
                <a:cubicBezTo>
                  <a:pt x="3417690" y="1784513"/>
                  <a:pt x="3406196" y="1773018"/>
                  <a:pt x="3406196" y="1758854"/>
                </a:cubicBezTo>
                <a:cubicBezTo>
                  <a:pt x="3406196" y="1744689"/>
                  <a:pt x="3417690" y="1733195"/>
                  <a:pt x="3431855" y="1733195"/>
                </a:cubicBezTo>
                <a:close/>
                <a:moveTo>
                  <a:pt x="3367649" y="1733195"/>
                </a:moveTo>
                <a:cubicBezTo>
                  <a:pt x="3381813" y="1733195"/>
                  <a:pt x="3393308" y="1744689"/>
                  <a:pt x="3393308" y="1758854"/>
                </a:cubicBezTo>
                <a:cubicBezTo>
                  <a:pt x="3393308" y="1773018"/>
                  <a:pt x="3381813" y="1784513"/>
                  <a:pt x="3367649" y="1784513"/>
                </a:cubicBezTo>
                <a:cubicBezTo>
                  <a:pt x="3353484" y="1784513"/>
                  <a:pt x="3341990" y="1773018"/>
                  <a:pt x="3341990" y="1758854"/>
                </a:cubicBezTo>
                <a:cubicBezTo>
                  <a:pt x="3341990" y="1744689"/>
                  <a:pt x="3353484" y="1733195"/>
                  <a:pt x="3367649" y="1733195"/>
                </a:cubicBezTo>
                <a:close/>
                <a:moveTo>
                  <a:pt x="3303444" y="1733195"/>
                </a:moveTo>
                <a:cubicBezTo>
                  <a:pt x="3317609" y="1733195"/>
                  <a:pt x="3329102" y="1744689"/>
                  <a:pt x="3329102" y="1758854"/>
                </a:cubicBezTo>
                <a:cubicBezTo>
                  <a:pt x="3329102" y="1773018"/>
                  <a:pt x="3317609" y="1784513"/>
                  <a:pt x="3303444" y="1784513"/>
                </a:cubicBezTo>
                <a:cubicBezTo>
                  <a:pt x="3289279" y="1784513"/>
                  <a:pt x="3277785" y="1773018"/>
                  <a:pt x="3277785" y="1758854"/>
                </a:cubicBezTo>
                <a:cubicBezTo>
                  <a:pt x="3277785" y="1744689"/>
                  <a:pt x="3289279" y="1733195"/>
                  <a:pt x="3303444" y="1733195"/>
                </a:cubicBezTo>
                <a:close/>
                <a:moveTo>
                  <a:pt x="3239238" y="1733195"/>
                </a:moveTo>
                <a:cubicBezTo>
                  <a:pt x="3253410" y="1733195"/>
                  <a:pt x="3264898" y="1744682"/>
                  <a:pt x="3264898" y="1758854"/>
                </a:cubicBezTo>
                <a:cubicBezTo>
                  <a:pt x="3264898" y="1773025"/>
                  <a:pt x="3253410" y="1784513"/>
                  <a:pt x="3239238" y="1784513"/>
                </a:cubicBezTo>
                <a:cubicBezTo>
                  <a:pt x="3225068" y="1784513"/>
                  <a:pt x="3213580" y="1773025"/>
                  <a:pt x="3213580" y="1758854"/>
                </a:cubicBezTo>
                <a:cubicBezTo>
                  <a:pt x="3213580" y="1744682"/>
                  <a:pt x="3225068" y="1733195"/>
                  <a:pt x="3239238" y="1733195"/>
                </a:cubicBezTo>
                <a:close/>
                <a:moveTo>
                  <a:pt x="3110828" y="1733195"/>
                </a:moveTo>
                <a:cubicBezTo>
                  <a:pt x="3124992" y="1733195"/>
                  <a:pt x="3136487" y="1744689"/>
                  <a:pt x="3136487" y="1758854"/>
                </a:cubicBezTo>
                <a:cubicBezTo>
                  <a:pt x="3136487" y="1773018"/>
                  <a:pt x="3124992" y="1784513"/>
                  <a:pt x="3110828" y="1784513"/>
                </a:cubicBezTo>
                <a:cubicBezTo>
                  <a:pt x="3096663" y="1784513"/>
                  <a:pt x="3085170" y="1773018"/>
                  <a:pt x="3085170" y="1758854"/>
                </a:cubicBezTo>
                <a:cubicBezTo>
                  <a:pt x="3085170" y="1744689"/>
                  <a:pt x="3096663" y="1733195"/>
                  <a:pt x="3110828" y="1733195"/>
                </a:cubicBezTo>
                <a:close/>
                <a:moveTo>
                  <a:pt x="3046623" y="1733195"/>
                </a:moveTo>
                <a:cubicBezTo>
                  <a:pt x="3060788" y="1733195"/>
                  <a:pt x="3072282" y="1744689"/>
                  <a:pt x="3072282" y="1758854"/>
                </a:cubicBezTo>
                <a:cubicBezTo>
                  <a:pt x="3072282" y="1773018"/>
                  <a:pt x="3060788" y="1784513"/>
                  <a:pt x="3046623" y="1784513"/>
                </a:cubicBezTo>
                <a:cubicBezTo>
                  <a:pt x="3032458" y="1784513"/>
                  <a:pt x="3020964" y="1773018"/>
                  <a:pt x="3020964" y="1758854"/>
                </a:cubicBezTo>
                <a:cubicBezTo>
                  <a:pt x="3020964" y="1744689"/>
                  <a:pt x="3032458" y="1733195"/>
                  <a:pt x="3046623" y="1733195"/>
                </a:cubicBezTo>
                <a:close/>
                <a:moveTo>
                  <a:pt x="2982301" y="1733195"/>
                </a:moveTo>
                <a:cubicBezTo>
                  <a:pt x="2996466" y="1733195"/>
                  <a:pt x="3007960" y="1744689"/>
                  <a:pt x="3007960" y="1758854"/>
                </a:cubicBezTo>
                <a:cubicBezTo>
                  <a:pt x="3007960" y="1773018"/>
                  <a:pt x="2996466" y="1784513"/>
                  <a:pt x="2982301" y="1784513"/>
                </a:cubicBezTo>
                <a:cubicBezTo>
                  <a:pt x="2968137" y="1784513"/>
                  <a:pt x="2956642" y="1773018"/>
                  <a:pt x="2956642" y="1758854"/>
                </a:cubicBezTo>
                <a:cubicBezTo>
                  <a:pt x="2956642" y="1744689"/>
                  <a:pt x="2968137" y="1733195"/>
                  <a:pt x="2982301" y="1733195"/>
                </a:cubicBezTo>
                <a:close/>
                <a:moveTo>
                  <a:pt x="2918096" y="1733195"/>
                </a:moveTo>
                <a:cubicBezTo>
                  <a:pt x="2932261" y="1733195"/>
                  <a:pt x="2943755" y="1744689"/>
                  <a:pt x="2943755" y="1758854"/>
                </a:cubicBezTo>
                <a:cubicBezTo>
                  <a:pt x="2943755" y="1773018"/>
                  <a:pt x="2932261" y="1784513"/>
                  <a:pt x="2918096" y="1784513"/>
                </a:cubicBezTo>
                <a:cubicBezTo>
                  <a:pt x="2903931" y="1784513"/>
                  <a:pt x="2892438" y="1773018"/>
                  <a:pt x="2892438" y="1758854"/>
                </a:cubicBezTo>
                <a:cubicBezTo>
                  <a:pt x="2892438" y="1744689"/>
                  <a:pt x="2903931" y="1733195"/>
                  <a:pt x="2918096" y="1733195"/>
                </a:cubicBezTo>
                <a:close/>
                <a:moveTo>
                  <a:pt x="2853890" y="1733195"/>
                </a:moveTo>
                <a:cubicBezTo>
                  <a:pt x="2868062" y="1733195"/>
                  <a:pt x="2879550" y="1744682"/>
                  <a:pt x="2879550" y="1758854"/>
                </a:cubicBezTo>
                <a:cubicBezTo>
                  <a:pt x="2879550" y="1773025"/>
                  <a:pt x="2868062" y="1784513"/>
                  <a:pt x="2853890" y="1784513"/>
                </a:cubicBezTo>
                <a:cubicBezTo>
                  <a:pt x="2839720" y="1784513"/>
                  <a:pt x="2828231" y="1773025"/>
                  <a:pt x="2828231" y="1758854"/>
                </a:cubicBezTo>
                <a:cubicBezTo>
                  <a:pt x="2828231" y="1744682"/>
                  <a:pt x="2839720" y="1733195"/>
                  <a:pt x="2853890" y="1733195"/>
                </a:cubicBezTo>
                <a:close/>
                <a:moveTo>
                  <a:pt x="2789686" y="1733195"/>
                </a:moveTo>
                <a:cubicBezTo>
                  <a:pt x="2803850" y="1733195"/>
                  <a:pt x="2815344" y="1744689"/>
                  <a:pt x="2815344" y="1758854"/>
                </a:cubicBezTo>
                <a:cubicBezTo>
                  <a:pt x="2815344" y="1773018"/>
                  <a:pt x="2803850" y="1784513"/>
                  <a:pt x="2789686" y="1784513"/>
                </a:cubicBezTo>
                <a:cubicBezTo>
                  <a:pt x="2775521" y="1784513"/>
                  <a:pt x="2764027" y="1773018"/>
                  <a:pt x="2764027" y="1758854"/>
                </a:cubicBezTo>
                <a:cubicBezTo>
                  <a:pt x="2764027" y="1744689"/>
                  <a:pt x="2775521" y="1733195"/>
                  <a:pt x="2789686" y="1733195"/>
                </a:cubicBezTo>
                <a:close/>
                <a:moveTo>
                  <a:pt x="2725480" y="1733195"/>
                </a:moveTo>
                <a:cubicBezTo>
                  <a:pt x="2739644" y="1733195"/>
                  <a:pt x="2751140" y="1744689"/>
                  <a:pt x="2751140" y="1758854"/>
                </a:cubicBezTo>
                <a:cubicBezTo>
                  <a:pt x="2751140" y="1773018"/>
                  <a:pt x="2739644" y="1784513"/>
                  <a:pt x="2725480" y="1784513"/>
                </a:cubicBezTo>
                <a:cubicBezTo>
                  <a:pt x="2711315" y="1784513"/>
                  <a:pt x="2699821" y="1773018"/>
                  <a:pt x="2699821" y="1758854"/>
                </a:cubicBezTo>
                <a:cubicBezTo>
                  <a:pt x="2699821" y="1744689"/>
                  <a:pt x="2711315" y="1733195"/>
                  <a:pt x="2725480" y="1733195"/>
                </a:cubicBezTo>
                <a:close/>
                <a:moveTo>
                  <a:pt x="2597069" y="1733195"/>
                </a:moveTo>
                <a:cubicBezTo>
                  <a:pt x="2611234" y="1733195"/>
                  <a:pt x="2622729" y="1744689"/>
                  <a:pt x="2622729" y="1758854"/>
                </a:cubicBezTo>
                <a:cubicBezTo>
                  <a:pt x="2622729" y="1773018"/>
                  <a:pt x="2611234" y="1784513"/>
                  <a:pt x="2597069" y="1784513"/>
                </a:cubicBezTo>
                <a:cubicBezTo>
                  <a:pt x="2582904" y="1784513"/>
                  <a:pt x="2571410" y="1773018"/>
                  <a:pt x="2571410" y="1758854"/>
                </a:cubicBezTo>
                <a:cubicBezTo>
                  <a:pt x="2571410" y="1744689"/>
                  <a:pt x="2582904" y="1733195"/>
                  <a:pt x="2597069" y="1733195"/>
                </a:cubicBezTo>
                <a:close/>
                <a:moveTo>
                  <a:pt x="2532865" y="1733195"/>
                </a:moveTo>
                <a:cubicBezTo>
                  <a:pt x="2547035" y="1733195"/>
                  <a:pt x="2558523" y="1744682"/>
                  <a:pt x="2558523" y="1758854"/>
                </a:cubicBezTo>
                <a:cubicBezTo>
                  <a:pt x="2558523" y="1773025"/>
                  <a:pt x="2547035" y="1784513"/>
                  <a:pt x="2532865" y="1784513"/>
                </a:cubicBezTo>
                <a:cubicBezTo>
                  <a:pt x="2518693" y="1784513"/>
                  <a:pt x="2507205" y="1773025"/>
                  <a:pt x="2507205" y="1758854"/>
                </a:cubicBezTo>
                <a:cubicBezTo>
                  <a:pt x="2507205" y="1744682"/>
                  <a:pt x="2518693" y="1733195"/>
                  <a:pt x="2532865" y="1733195"/>
                </a:cubicBezTo>
                <a:close/>
                <a:moveTo>
                  <a:pt x="2468658" y="1733195"/>
                </a:moveTo>
                <a:cubicBezTo>
                  <a:pt x="2482831" y="1733195"/>
                  <a:pt x="2494318" y="1744682"/>
                  <a:pt x="2494318" y="1758854"/>
                </a:cubicBezTo>
                <a:cubicBezTo>
                  <a:pt x="2494318" y="1773025"/>
                  <a:pt x="2482831" y="1784513"/>
                  <a:pt x="2468658" y="1784513"/>
                </a:cubicBezTo>
                <a:cubicBezTo>
                  <a:pt x="2454488" y="1784513"/>
                  <a:pt x="2443000" y="1773025"/>
                  <a:pt x="2443000" y="1758854"/>
                </a:cubicBezTo>
                <a:cubicBezTo>
                  <a:pt x="2443000" y="1744682"/>
                  <a:pt x="2454488" y="1733195"/>
                  <a:pt x="2468658" y="1733195"/>
                </a:cubicBezTo>
                <a:close/>
                <a:moveTo>
                  <a:pt x="2404454" y="1733195"/>
                </a:moveTo>
                <a:cubicBezTo>
                  <a:pt x="2418619" y="1733195"/>
                  <a:pt x="2430112" y="1744689"/>
                  <a:pt x="2430112" y="1758854"/>
                </a:cubicBezTo>
                <a:cubicBezTo>
                  <a:pt x="2430112" y="1773018"/>
                  <a:pt x="2418619" y="1784513"/>
                  <a:pt x="2404454" y="1784513"/>
                </a:cubicBezTo>
                <a:cubicBezTo>
                  <a:pt x="2390289" y="1784513"/>
                  <a:pt x="2378795" y="1773018"/>
                  <a:pt x="2378795" y="1758854"/>
                </a:cubicBezTo>
                <a:cubicBezTo>
                  <a:pt x="2378795" y="1744689"/>
                  <a:pt x="2390289" y="1733195"/>
                  <a:pt x="2404454" y="1733195"/>
                </a:cubicBezTo>
                <a:close/>
                <a:moveTo>
                  <a:pt x="2340249" y="1733195"/>
                </a:moveTo>
                <a:cubicBezTo>
                  <a:pt x="2354413" y="1733195"/>
                  <a:pt x="2365908" y="1744689"/>
                  <a:pt x="2365908" y="1758854"/>
                </a:cubicBezTo>
                <a:cubicBezTo>
                  <a:pt x="2365908" y="1773018"/>
                  <a:pt x="2354413" y="1784513"/>
                  <a:pt x="2340249" y="1784513"/>
                </a:cubicBezTo>
                <a:cubicBezTo>
                  <a:pt x="2326084" y="1784513"/>
                  <a:pt x="2314590" y="1773018"/>
                  <a:pt x="2314590" y="1758854"/>
                </a:cubicBezTo>
                <a:cubicBezTo>
                  <a:pt x="2314590" y="1744689"/>
                  <a:pt x="2326084" y="1733195"/>
                  <a:pt x="2340249" y="1733195"/>
                </a:cubicBezTo>
                <a:close/>
                <a:moveTo>
                  <a:pt x="2276044" y="1733195"/>
                </a:moveTo>
                <a:cubicBezTo>
                  <a:pt x="2290208" y="1733195"/>
                  <a:pt x="2301702" y="1744689"/>
                  <a:pt x="2301702" y="1758854"/>
                </a:cubicBezTo>
                <a:cubicBezTo>
                  <a:pt x="2301702" y="1773018"/>
                  <a:pt x="2290208" y="1784513"/>
                  <a:pt x="2276044" y="1784513"/>
                </a:cubicBezTo>
                <a:cubicBezTo>
                  <a:pt x="2261879" y="1784513"/>
                  <a:pt x="2250385" y="1773018"/>
                  <a:pt x="2250385" y="1758854"/>
                </a:cubicBezTo>
                <a:cubicBezTo>
                  <a:pt x="2250385" y="1744689"/>
                  <a:pt x="2261879" y="1733195"/>
                  <a:pt x="2276044" y="1733195"/>
                </a:cubicBezTo>
                <a:close/>
                <a:moveTo>
                  <a:pt x="2211838" y="1733195"/>
                </a:moveTo>
                <a:cubicBezTo>
                  <a:pt x="2226003" y="1733195"/>
                  <a:pt x="2237497" y="1744689"/>
                  <a:pt x="2237497" y="1758854"/>
                </a:cubicBezTo>
                <a:cubicBezTo>
                  <a:pt x="2237497" y="1773018"/>
                  <a:pt x="2226003" y="1784513"/>
                  <a:pt x="2211838" y="1784513"/>
                </a:cubicBezTo>
                <a:cubicBezTo>
                  <a:pt x="2197673" y="1784513"/>
                  <a:pt x="2186178" y="1773018"/>
                  <a:pt x="2186178" y="1758854"/>
                </a:cubicBezTo>
                <a:cubicBezTo>
                  <a:pt x="2186178" y="1744689"/>
                  <a:pt x="2197673" y="1733195"/>
                  <a:pt x="2211838" y="1733195"/>
                </a:cubicBezTo>
                <a:close/>
                <a:moveTo>
                  <a:pt x="2147633" y="1733195"/>
                </a:moveTo>
                <a:cubicBezTo>
                  <a:pt x="2161804" y="1733195"/>
                  <a:pt x="2173293" y="1744682"/>
                  <a:pt x="2173293" y="1758854"/>
                </a:cubicBezTo>
                <a:cubicBezTo>
                  <a:pt x="2173293" y="1773025"/>
                  <a:pt x="2161804" y="1784513"/>
                  <a:pt x="2147633" y="1784513"/>
                </a:cubicBezTo>
                <a:cubicBezTo>
                  <a:pt x="2133462" y="1784513"/>
                  <a:pt x="2121975" y="1773025"/>
                  <a:pt x="2121975" y="1758854"/>
                </a:cubicBezTo>
                <a:cubicBezTo>
                  <a:pt x="2121975" y="1744682"/>
                  <a:pt x="2133462" y="1733195"/>
                  <a:pt x="2147633" y="1733195"/>
                </a:cubicBezTo>
                <a:close/>
                <a:moveTo>
                  <a:pt x="2083427" y="1733195"/>
                </a:moveTo>
                <a:cubicBezTo>
                  <a:pt x="2097599" y="1733195"/>
                  <a:pt x="2109087" y="1744682"/>
                  <a:pt x="2109087" y="1758854"/>
                </a:cubicBezTo>
                <a:cubicBezTo>
                  <a:pt x="2109087" y="1773025"/>
                  <a:pt x="2097599" y="1784513"/>
                  <a:pt x="2083427" y="1784513"/>
                </a:cubicBezTo>
                <a:cubicBezTo>
                  <a:pt x="2069257" y="1784513"/>
                  <a:pt x="2057768" y="1773025"/>
                  <a:pt x="2057768" y="1758854"/>
                </a:cubicBezTo>
                <a:cubicBezTo>
                  <a:pt x="2057768" y="1744682"/>
                  <a:pt x="2069257" y="1733195"/>
                  <a:pt x="2083427" y="1733195"/>
                </a:cubicBezTo>
                <a:close/>
                <a:moveTo>
                  <a:pt x="2019222" y="1733195"/>
                </a:moveTo>
                <a:cubicBezTo>
                  <a:pt x="2033387" y="1733195"/>
                  <a:pt x="2044880" y="1744689"/>
                  <a:pt x="2044880" y="1758854"/>
                </a:cubicBezTo>
                <a:cubicBezTo>
                  <a:pt x="2044880" y="1773018"/>
                  <a:pt x="2033387" y="1784513"/>
                  <a:pt x="2019222" y="1784513"/>
                </a:cubicBezTo>
                <a:cubicBezTo>
                  <a:pt x="2005058" y="1784513"/>
                  <a:pt x="1993563" y="1773018"/>
                  <a:pt x="1993563" y="1758854"/>
                </a:cubicBezTo>
                <a:cubicBezTo>
                  <a:pt x="1993563" y="1744689"/>
                  <a:pt x="2005058" y="1733195"/>
                  <a:pt x="2019222" y="1733195"/>
                </a:cubicBezTo>
                <a:close/>
                <a:moveTo>
                  <a:pt x="1955016" y="1733195"/>
                </a:moveTo>
                <a:cubicBezTo>
                  <a:pt x="1969181" y="1733195"/>
                  <a:pt x="1980676" y="1744689"/>
                  <a:pt x="1980676" y="1758854"/>
                </a:cubicBezTo>
                <a:cubicBezTo>
                  <a:pt x="1980676" y="1773018"/>
                  <a:pt x="1969181" y="1784513"/>
                  <a:pt x="1955016" y="1784513"/>
                </a:cubicBezTo>
                <a:cubicBezTo>
                  <a:pt x="1940851" y="1784513"/>
                  <a:pt x="1929358" y="1773018"/>
                  <a:pt x="1929358" y="1758854"/>
                </a:cubicBezTo>
                <a:cubicBezTo>
                  <a:pt x="1929358" y="1744689"/>
                  <a:pt x="1940851" y="1733195"/>
                  <a:pt x="1955016" y="1733195"/>
                </a:cubicBezTo>
                <a:close/>
                <a:moveTo>
                  <a:pt x="1890696" y="1733195"/>
                </a:moveTo>
                <a:cubicBezTo>
                  <a:pt x="1904860" y="1733195"/>
                  <a:pt x="1916355" y="1744689"/>
                  <a:pt x="1916355" y="1758854"/>
                </a:cubicBezTo>
                <a:cubicBezTo>
                  <a:pt x="1916355" y="1773018"/>
                  <a:pt x="1904860" y="1784513"/>
                  <a:pt x="1890696" y="1784513"/>
                </a:cubicBezTo>
                <a:cubicBezTo>
                  <a:pt x="1876531" y="1784513"/>
                  <a:pt x="1865037" y="1773018"/>
                  <a:pt x="1865037" y="1758854"/>
                </a:cubicBezTo>
                <a:cubicBezTo>
                  <a:pt x="1865037" y="1744689"/>
                  <a:pt x="1876531" y="1733195"/>
                  <a:pt x="1890696" y="1733195"/>
                </a:cubicBezTo>
                <a:close/>
                <a:moveTo>
                  <a:pt x="1826490" y="1733195"/>
                </a:moveTo>
                <a:cubicBezTo>
                  <a:pt x="1840654" y="1733195"/>
                  <a:pt x="1852149" y="1744689"/>
                  <a:pt x="1852149" y="1758854"/>
                </a:cubicBezTo>
                <a:cubicBezTo>
                  <a:pt x="1852149" y="1773018"/>
                  <a:pt x="1840654" y="1784513"/>
                  <a:pt x="1826490" y="1784513"/>
                </a:cubicBezTo>
                <a:cubicBezTo>
                  <a:pt x="1812325" y="1784513"/>
                  <a:pt x="1800830" y="1773018"/>
                  <a:pt x="1800830" y="1758854"/>
                </a:cubicBezTo>
                <a:cubicBezTo>
                  <a:pt x="1800830" y="1744689"/>
                  <a:pt x="1812325" y="1733195"/>
                  <a:pt x="1826490" y="1733195"/>
                </a:cubicBezTo>
                <a:close/>
                <a:moveTo>
                  <a:pt x="1762285" y="1733195"/>
                </a:moveTo>
                <a:cubicBezTo>
                  <a:pt x="1776456" y="1733195"/>
                  <a:pt x="1787944" y="1744682"/>
                  <a:pt x="1787944" y="1758854"/>
                </a:cubicBezTo>
                <a:cubicBezTo>
                  <a:pt x="1787944" y="1773025"/>
                  <a:pt x="1776456" y="1784513"/>
                  <a:pt x="1762285" y="1784513"/>
                </a:cubicBezTo>
                <a:cubicBezTo>
                  <a:pt x="1748114" y="1784513"/>
                  <a:pt x="1736626" y="1773025"/>
                  <a:pt x="1736626" y="1758854"/>
                </a:cubicBezTo>
                <a:cubicBezTo>
                  <a:pt x="1736626" y="1744682"/>
                  <a:pt x="1748114" y="1733195"/>
                  <a:pt x="1762285" y="1733195"/>
                </a:cubicBezTo>
                <a:close/>
                <a:moveTo>
                  <a:pt x="1698080" y="1733195"/>
                </a:moveTo>
                <a:cubicBezTo>
                  <a:pt x="1712244" y="1733195"/>
                  <a:pt x="1723738" y="1744689"/>
                  <a:pt x="1723738" y="1758854"/>
                </a:cubicBezTo>
                <a:cubicBezTo>
                  <a:pt x="1723738" y="1773018"/>
                  <a:pt x="1712244" y="1784513"/>
                  <a:pt x="1698080" y="1784513"/>
                </a:cubicBezTo>
                <a:cubicBezTo>
                  <a:pt x="1683915" y="1784513"/>
                  <a:pt x="1672420" y="1773018"/>
                  <a:pt x="1672420" y="1758854"/>
                </a:cubicBezTo>
                <a:cubicBezTo>
                  <a:pt x="1672420" y="1744689"/>
                  <a:pt x="1683915" y="1733195"/>
                  <a:pt x="1698080" y="1733195"/>
                </a:cubicBezTo>
                <a:close/>
                <a:moveTo>
                  <a:pt x="1633874" y="1733195"/>
                </a:moveTo>
                <a:cubicBezTo>
                  <a:pt x="1648039" y="1733195"/>
                  <a:pt x="1659533" y="1744689"/>
                  <a:pt x="1659533" y="1758854"/>
                </a:cubicBezTo>
                <a:cubicBezTo>
                  <a:pt x="1659533" y="1773018"/>
                  <a:pt x="1648039" y="1784513"/>
                  <a:pt x="1633874" y="1784513"/>
                </a:cubicBezTo>
                <a:cubicBezTo>
                  <a:pt x="1619710" y="1784513"/>
                  <a:pt x="1608216" y="1773018"/>
                  <a:pt x="1608216" y="1758854"/>
                </a:cubicBezTo>
                <a:cubicBezTo>
                  <a:pt x="1608216" y="1744689"/>
                  <a:pt x="1619710" y="1733195"/>
                  <a:pt x="1633874" y="1733195"/>
                </a:cubicBezTo>
                <a:close/>
                <a:moveTo>
                  <a:pt x="1569669" y="1733195"/>
                </a:moveTo>
                <a:cubicBezTo>
                  <a:pt x="1583834" y="1733195"/>
                  <a:pt x="1595328" y="1744689"/>
                  <a:pt x="1595328" y="1758854"/>
                </a:cubicBezTo>
                <a:cubicBezTo>
                  <a:pt x="1595328" y="1773018"/>
                  <a:pt x="1583834" y="1784513"/>
                  <a:pt x="1569669" y="1784513"/>
                </a:cubicBezTo>
                <a:cubicBezTo>
                  <a:pt x="1555504" y="1784513"/>
                  <a:pt x="1544010" y="1773018"/>
                  <a:pt x="1544010" y="1758854"/>
                </a:cubicBezTo>
                <a:cubicBezTo>
                  <a:pt x="1544010" y="1744689"/>
                  <a:pt x="1555504" y="1733195"/>
                  <a:pt x="1569669" y="1733195"/>
                </a:cubicBezTo>
                <a:close/>
                <a:moveTo>
                  <a:pt x="1505464" y="1733195"/>
                </a:moveTo>
                <a:cubicBezTo>
                  <a:pt x="1519629" y="1733195"/>
                  <a:pt x="1531123" y="1744689"/>
                  <a:pt x="1531123" y="1758854"/>
                </a:cubicBezTo>
                <a:cubicBezTo>
                  <a:pt x="1531123" y="1773018"/>
                  <a:pt x="1519629" y="1784513"/>
                  <a:pt x="1505464" y="1784513"/>
                </a:cubicBezTo>
                <a:cubicBezTo>
                  <a:pt x="1491299" y="1784513"/>
                  <a:pt x="1479806" y="1773018"/>
                  <a:pt x="1479806" y="1758854"/>
                </a:cubicBezTo>
                <a:cubicBezTo>
                  <a:pt x="1479806" y="1744689"/>
                  <a:pt x="1491299" y="1733195"/>
                  <a:pt x="1505464" y="1733195"/>
                </a:cubicBezTo>
                <a:close/>
                <a:moveTo>
                  <a:pt x="1441258" y="1733195"/>
                </a:moveTo>
                <a:cubicBezTo>
                  <a:pt x="1455430" y="1733195"/>
                  <a:pt x="1466917" y="1744682"/>
                  <a:pt x="1466917" y="1758854"/>
                </a:cubicBezTo>
                <a:cubicBezTo>
                  <a:pt x="1466917" y="1773025"/>
                  <a:pt x="1455430" y="1784513"/>
                  <a:pt x="1441258" y="1784513"/>
                </a:cubicBezTo>
                <a:cubicBezTo>
                  <a:pt x="1427087" y="1784513"/>
                  <a:pt x="1415599" y="1773025"/>
                  <a:pt x="1415599" y="1758854"/>
                </a:cubicBezTo>
                <a:cubicBezTo>
                  <a:pt x="1415599" y="1744682"/>
                  <a:pt x="1427087" y="1733195"/>
                  <a:pt x="1441258" y="1733195"/>
                </a:cubicBezTo>
                <a:close/>
                <a:moveTo>
                  <a:pt x="1377053" y="1733195"/>
                </a:moveTo>
                <a:cubicBezTo>
                  <a:pt x="1391224" y="1733195"/>
                  <a:pt x="1402712" y="1744682"/>
                  <a:pt x="1402712" y="1758854"/>
                </a:cubicBezTo>
                <a:cubicBezTo>
                  <a:pt x="1402712" y="1773025"/>
                  <a:pt x="1391224" y="1784513"/>
                  <a:pt x="1377053" y="1784513"/>
                </a:cubicBezTo>
                <a:cubicBezTo>
                  <a:pt x="1362882" y="1784513"/>
                  <a:pt x="1351395" y="1773025"/>
                  <a:pt x="1351395" y="1758854"/>
                </a:cubicBezTo>
                <a:cubicBezTo>
                  <a:pt x="1351395" y="1744682"/>
                  <a:pt x="1362882" y="1733195"/>
                  <a:pt x="1377053" y="1733195"/>
                </a:cubicBezTo>
                <a:close/>
                <a:moveTo>
                  <a:pt x="1248643" y="1733195"/>
                </a:moveTo>
                <a:cubicBezTo>
                  <a:pt x="1262808" y="1733195"/>
                  <a:pt x="1274302" y="1744689"/>
                  <a:pt x="1274302" y="1758854"/>
                </a:cubicBezTo>
                <a:cubicBezTo>
                  <a:pt x="1274302" y="1773018"/>
                  <a:pt x="1262808" y="1784513"/>
                  <a:pt x="1248643" y="1784513"/>
                </a:cubicBezTo>
                <a:cubicBezTo>
                  <a:pt x="1234479" y="1784513"/>
                  <a:pt x="1222984" y="1773018"/>
                  <a:pt x="1222984" y="1758854"/>
                </a:cubicBezTo>
                <a:cubicBezTo>
                  <a:pt x="1222984" y="1744689"/>
                  <a:pt x="1234479" y="1733195"/>
                  <a:pt x="1248643" y="1733195"/>
                </a:cubicBezTo>
                <a:close/>
                <a:moveTo>
                  <a:pt x="1184437" y="1733195"/>
                </a:moveTo>
                <a:cubicBezTo>
                  <a:pt x="1198602" y="1733195"/>
                  <a:pt x="1210096" y="1744689"/>
                  <a:pt x="1210096" y="1758854"/>
                </a:cubicBezTo>
                <a:cubicBezTo>
                  <a:pt x="1210096" y="1773018"/>
                  <a:pt x="1198602" y="1784513"/>
                  <a:pt x="1184437" y="1784513"/>
                </a:cubicBezTo>
                <a:cubicBezTo>
                  <a:pt x="1170273" y="1784513"/>
                  <a:pt x="1158780" y="1773018"/>
                  <a:pt x="1158780" y="1758854"/>
                </a:cubicBezTo>
                <a:cubicBezTo>
                  <a:pt x="1158780" y="1744689"/>
                  <a:pt x="1170273" y="1733195"/>
                  <a:pt x="1184437" y="1733195"/>
                </a:cubicBezTo>
                <a:close/>
                <a:moveTo>
                  <a:pt x="1120233" y="1733195"/>
                </a:moveTo>
                <a:cubicBezTo>
                  <a:pt x="1134398" y="1733195"/>
                  <a:pt x="1145892" y="1744689"/>
                  <a:pt x="1145892" y="1758854"/>
                </a:cubicBezTo>
                <a:cubicBezTo>
                  <a:pt x="1145892" y="1773018"/>
                  <a:pt x="1134398" y="1784513"/>
                  <a:pt x="1120233" y="1784513"/>
                </a:cubicBezTo>
                <a:cubicBezTo>
                  <a:pt x="1106068" y="1784513"/>
                  <a:pt x="1094573" y="1773018"/>
                  <a:pt x="1094573" y="1758854"/>
                </a:cubicBezTo>
                <a:cubicBezTo>
                  <a:pt x="1094573" y="1744689"/>
                  <a:pt x="1106068" y="1733195"/>
                  <a:pt x="1120233" y="1733195"/>
                </a:cubicBezTo>
                <a:close/>
                <a:moveTo>
                  <a:pt x="1056027" y="1733195"/>
                </a:moveTo>
                <a:cubicBezTo>
                  <a:pt x="1070199" y="1733195"/>
                  <a:pt x="1081685" y="1744682"/>
                  <a:pt x="1081685" y="1758854"/>
                </a:cubicBezTo>
                <a:cubicBezTo>
                  <a:pt x="1081685" y="1773025"/>
                  <a:pt x="1070199" y="1784513"/>
                  <a:pt x="1056027" y="1784513"/>
                </a:cubicBezTo>
                <a:cubicBezTo>
                  <a:pt x="1041857" y="1784513"/>
                  <a:pt x="1030369" y="1773025"/>
                  <a:pt x="1030369" y="1758854"/>
                </a:cubicBezTo>
                <a:cubicBezTo>
                  <a:pt x="1030369" y="1744682"/>
                  <a:pt x="1041857" y="1733195"/>
                  <a:pt x="1056027" y="1733195"/>
                </a:cubicBezTo>
                <a:close/>
                <a:moveTo>
                  <a:pt x="991823" y="1733195"/>
                </a:moveTo>
                <a:cubicBezTo>
                  <a:pt x="1005993" y="1733195"/>
                  <a:pt x="1017481" y="1744682"/>
                  <a:pt x="1017481" y="1758854"/>
                </a:cubicBezTo>
                <a:cubicBezTo>
                  <a:pt x="1017481" y="1773025"/>
                  <a:pt x="1005993" y="1784513"/>
                  <a:pt x="991823" y="1784513"/>
                </a:cubicBezTo>
                <a:cubicBezTo>
                  <a:pt x="977652" y="1784513"/>
                  <a:pt x="966162" y="1773025"/>
                  <a:pt x="966162" y="1758854"/>
                </a:cubicBezTo>
                <a:cubicBezTo>
                  <a:pt x="966162" y="1744682"/>
                  <a:pt x="977652" y="1733195"/>
                  <a:pt x="991823" y="1733195"/>
                </a:cubicBezTo>
                <a:close/>
                <a:moveTo>
                  <a:pt x="927616" y="1733195"/>
                </a:moveTo>
                <a:cubicBezTo>
                  <a:pt x="941781" y="1733195"/>
                  <a:pt x="953275" y="1744689"/>
                  <a:pt x="953275" y="1758854"/>
                </a:cubicBezTo>
                <a:cubicBezTo>
                  <a:pt x="953275" y="1773018"/>
                  <a:pt x="941781" y="1784513"/>
                  <a:pt x="927616" y="1784513"/>
                </a:cubicBezTo>
                <a:cubicBezTo>
                  <a:pt x="913452" y="1784513"/>
                  <a:pt x="901957" y="1773018"/>
                  <a:pt x="901957" y="1758854"/>
                </a:cubicBezTo>
                <a:cubicBezTo>
                  <a:pt x="901957" y="1744689"/>
                  <a:pt x="913452" y="1733195"/>
                  <a:pt x="927616" y="1733195"/>
                </a:cubicBezTo>
                <a:close/>
                <a:moveTo>
                  <a:pt x="863411" y="1733195"/>
                </a:moveTo>
                <a:cubicBezTo>
                  <a:pt x="877576" y="1733195"/>
                  <a:pt x="889071" y="1744689"/>
                  <a:pt x="889071" y="1758854"/>
                </a:cubicBezTo>
                <a:cubicBezTo>
                  <a:pt x="889071" y="1773018"/>
                  <a:pt x="877576" y="1784513"/>
                  <a:pt x="863411" y="1784513"/>
                </a:cubicBezTo>
                <a:cubicBezTo>
                  <a:pt x="849248" y="1784513"/>
                  <a:pt x="837752" y="1773018"/>
                  <a:pt x="837752" y="1758854"/>
                </a:cubicBezTo>
                <a:cubicBezTo>
                  <a:pt x="837752" y="1744689"/>
                  <a:pt x="849248" y="1733195"/>
                  <a:pt x="863411" y="1733195"/>
                </a:cubicBezTo>
                <a:close/>
                <a:moveTo>
                  <a:pt x="799089" y="1733195"/>
                </a:moveTo>
                <a:cubicBezTo>
                  <a:pt x="813255" y="1733195"/>
                  <a:pt x="824748" y="1744689"/>
                  <a:pt x="824748" y="1758854"/>
                </a:cubicBezTo>
                <a:cubicBezTo>
                  <a:pt x="824748" y="1773018"/>
                  <a:pt x="813255" y="1784513"/>
                  <a:pt x="799089" y="1784513"/>
                </a:cubicBezTo>
                <a:cubicBezTo>
                  <a:pt x="784925" y="1784513"/>
                  <a:pt x="773432" y="1773018"/>
                  <a:pt x="773432" y="1758854"/>
                </a:cubicBezTo>
                <a:cubicBezTo>
                  <a:pt x="773432" y="1744689"/>
                  <a:pt x="784925" y="1733195"/>
                  <a:pt x="799089" y="1733195"/>
                </a:cubicBezTo>
                <a:close/>
                <a:moveTo>
                  <a:pt x="734885" y="1733195"/>
                </a:moveTo>
                <a:cubicBezTo>
                  <a:pt x="749049" y="1733195"/>
                  <a:pt x="760544" y="1744689"/>
                  <a:pt x="760544" y="1758854"/>
                </a:cubicBezTo>
                <a:cubicBezTo>
                  <a:pt x="760544" y="1773018"/>
                  <a:pt x="749049" y="1784513"/>
                  <a:pt x="734885" y="1784513"/>
                </a:cubicBezTo>
                <a:cubicBezTo>
                  <a:pt x="720720" y="1784513"/>
                  <a:pt x="709225" y="1773018"/>
                  <a:pt x="709225" y="1758854"/>
                </a:cubicBezTo>
                <a:cubicBezTo>
                  <a:pt x="709225" y="1744689"/>
                  <a:pt x="720720" y="1733195"/>
                  <a:pt x="734885" y="1733195"/>
                </a:cubicBezTo>
                <a:close/>
                <a:moveTo>
                  <a:pt x="670679" y="1733195"/>
                </a:moveTo>
                <a:cubicBezTo>
                  <a:pt x="684851" y="1733195"/>
                  <a:pt x="696338" y="1744682"/>
                  <a:pt x="696338" y="1758854"/>
                </a:cubicBezTo>
                <a:cubicBezTo>
                  <a:pt x="696338" y="1773025"/>
                  <a:pt x="684851" y="1784513"/>
                  <a:pt x="670679" y="1784513"/>
                </a:cubicBezTo>
                <a:cubicBezTo>
                  <a:pt x="656509" y="1784513"/>
                  <a:pt x="645020" y="1773025"/>
                  <a:pt x="645020" y="1758854"/>
                </a:cubicBezTo>
                <a:cubicBezTo>
                  <a:pt x="645020" y="1744682"/>
                  <a:pt x="656509" y="1733195"/>
                  <a:pt x="670679" y="1733195"/>
                </a:cubicBezTo>
                <a:close/>
                <a:moveTo>
                  <a:pt x="606475" y="1733195"/>
                </a:moveTo>
                <a:cubicBezTo>
                  <a:pt x="620639" y="1733195"/>
                  <a:pt x="632134" y="1744689"/>
                  <a:pt x="632134" y="1758854"/>
                </a:cubicBezTo>
                <a:cubicBezTo>
                  <a:pt x="632134" y="1773018"/>
                  <a:pt x="620639" y="1784513"/>
                  <a:pt x="606475" y="1784513"/>
                </a:cubicBezTo>
                <a:cubicBezTo>
                  <a:pt x="592310" y="1784513"/>
                  <a:pt x="580815" y="1773018"/>
                  <a:pt x="580815" y="1758854"/>
                </a:cubicBezTo>
                <a:cubicBezTo>
                  <a:pt x="580815" y="1744689"/>
                  <a:pt x="592310" y="1733195"/>
                  <a:pt x="606475" y="1733195"/>
                </a:cubicBezTo>
                <a:close/>
                <a:moveTo>
                  <a:pt x="542268" y="1733195"/>
                </a:moveTo>
                <a:cubicBezTo>
                  <a:pt x="556433" y="1733195"/>
                  <a:pt x="567927" y="1744689"/>
                  <a:pt x="567927" y="1758854"/>
                </a:cubicBezTo>
                <a:cubicBezTo>
                  <a:pt x="567927" y="1773018"/>
                  <a:pt x="556433" y="1784513"/>
                  <a:pt x="542268" y="1784513"/>
                </a:cubicBezTo>
                <a:cubicBezTo>
                  <a:pt x="528104" y="1784513"/>
                  <a:pt x="516610" y="1773018"/>
                  <a:pt x="516610" y="1758854"/>
                </a:cubicBezTo>
                <a:cubicBezTo>
                  <a:pt x="516610" y="1744689"/>
                  <a:pt x="528104" y="1733195"/>
                  <a:pt x="542268" y="1733195"/>
                </a:cubicBezTo>
                <a:close/>
                <a:moveTo>
                  <a:pt x="478063" y="1733195"/>
                </a:moveTo>
                <a:cubicBezTo>
                  <a:pt x="492228" y="1733195"/>
                  <a:pt x="503724" y="1744689"/>
                  <a:pt x="503724" y="1758854"/>
                </a:cubicBezTo>
                <a:cubicBezTo>
                  <a:pt x="503724" y="1773018"/>
                  <a:pt x="492228" y="1784513"/>
                  <a:pt x="478063" y="1784513"/>
                </a:cubicBezTo>
                <a:cubicBezTo>
                  <a:pt x="463900" y="1784513"/>
                  <a:pt x="452404" y="1773018"/>
                  <a:pt x="452404" y="1758854"/>
                </a:cubicBezTo>
                <a:cubicBezTo>
                  <a:pt x="452404" y="1744689"/>
                  <a:pt x="463900" y="1733195"/>
                  <a:pt x="478063" y="1733195"/>
                </a:cubicBezTo>
                <a:close/>
                <a:moveTo>
                  <a:pt x="413858" y="1733195"/>
                </a:moveTo>
                <a:cubicBezTo>
                  <a:pt x="428023" y="1733195"/>
                  <a:pt x="439517" y="1744689"/>
                  <a:pt x="439517" y="1758854"/>
                </a:cubicBezTo>
                <a:cubicBezTo>
                  <a:pt x="439517" y="1773018"/>
                  <a:pt x="428023" y="1784513"/>
                  <a:pt x="413858" y="1784513"/>
                </a:cubicBezTo>
                <a:cubicBezTo>
                  <a:pt x="399694" y="1784513"/>
                  <a:pt x="388200" y="1773018"/>
                  <a:pt x="388200" y="1758854"/>
                </a:cubicBezTo>
                <a:cubicBezTo>
                  <a:pt x="388200" y="1744689"/>
                  <a:pt x="399694" y="1733195"/>
                  <a:pt x="413858" y="1733195"/>
                </a:cubicBezTo>
                <a:close/>
                <a:moveTo>
                  <a:pt x="346686" y="1733195"/>
                </a:moveTo>
                <a:cubicBezTo>
                  <a:pt x="360849" y="1733195"/>
                  <a:pt x="372344" y="1744689"/>
                  <a:pt x="372344" y="1758854"/>
                </a:cubicBezTo>
                <a:cubicBezTo>
                  <a:pt x="372344" y="1773018"/>
                  <a:pt x="360849" y="1784513"/>
                  <a:pt x="346686" y="1784513"/>
                </a:cubicBezTo>
                <a:cubicBezTo>
                  <a:pt x="332520" y="1784513"/>
                  <a:pt x="321027" y="1773018"/>
                  <a:pt x="321027" y="1758854"/>
                </a:cubicBezTo>
                <a:cubicBezTo>
                  <a:pt x="321027" y="1744689"/>
                  <a:pt x="332520" y="1733195"/>
                  <a:pt x="346686" y="1733195"/>
                </a:cubicBezTo>
                <a:close/>
                <a:moveTo>
                  <a:pt x="282480" y="1733195"/>
                </a:moveTo>
                <a:cubicBezTo>
                  <a:pt x="296644" y="1733195"/>
                  <a:pt x="308138" y="1744689"/>
                  <a:pt x="308138" y="1758854"/>
                </a:cubicBezTo>
                <a:cubicBezTo>
                  <a:pt x="308138" y="1773018"/>
                  <a:pt x="296644" y="1784513"/>
                  <a:pt x="282480" y="1784513"/>
                </a:cubicBezTo>
                <a:cubicBezTo>
                  <a:pt x="268314" y="1784513"/>
                  <a:pt x="256820" y="1773018"/>
                  <a:pt x="256820" y="1758854"/>
                </a:cubicBezTo>
                <a:cubicBezTo>
                  <a:pt x="256820" y="1744689"/>
                  <a:pt x="268314" y="1733195"/>
                  <a:pt x="282480" y="1733195"/>
                </a:cubicBezTo>
                <a:close/>
                <a:moveTo>
                  <a:pt x="218274" y="1733195"/>
                </a:moveTo>
                <a:cubicBezTo>
                  <a:pt x="232438" y="1733195"/>
                  <a:pt x="243932" y="1744689"/>
                  <a:pt x="243932" y="1758854"/>
                </a:cubicBezTo>
                <a:cubicBezTo>
                  <a:pt x="243932" y="1773018"/>
                  <a:pt x="232438" y="1784513"/>
                  <a:pt x="218274" y="1784513"/>
                </a:cubicBezTo>
                <a:cubicBezTo>
                  <a:pt x="204109" y="1784513"/>
                  <a:pt x="192615" y="1773018"/>
                  <a:pt x="192615" y="1758854"/>
                </a:cubicBezTo>
                <a:cubicBezTo>
                  <a:pt x="192615" y="1744689"/>
                  <a:pt x="204109" y="1733195"/>
                  <a:pt x="218274" y="1733195"/>
                </a:cubicBezTo>
                <a:close/>
                <a:moveTo>
                  <a:pt x="89864" y="1733195"/>
                </a:moveTo>
                <a:cubicBezTo>
                  <a:pt x="104034" y="1733195"/>
                  <a:pt x="115522" y="1744682"/>
                  <a:pt x="115522" y="1758854"/>
                </a:cubicBezTo>
                <a:cubicBezTo>
                  <a:pt x="115522" y="1773025"/>
                  <a:pt x="104034" y="1784513"/>
                  <a:pt x="89864" y="1784513"/>
                </a:cubicBezTo>
                <a:cubicBezTo>
                  <a:pt x="75693" y="1784513"/>
                  <a:pt x="64205" y="1773025"/>
                  <a:pt x="64205" y="1758854"/>
                </a:cubicBezTo>
                <a:cubicBezTo>
                  <a:pt x="64205" y="1744682"/>
                  <a:pt x="75693" y="1733195"/>
                  <a:pt x="89864" y="1733195"/>
                </a:cubicBezTo>
                <a:close/>
                <a:moveTo>
                  <a:pt x="25659" y="1733195"/>
                </a:moveTo>
                <a:cubicBezTo>
                  <a:pt x="39829" y="1733195"/>
                  <a:pt x="51317" y="1744682"/>
                  <a:pt x="51317" y="1758854"/>
                </a:cubicBezTo>
                <a:cubicBezTo>
                  <a:pt x="51317" y="1773025"/>
                  <a:pt x="39829" y="1784513"/>
                  <a:pt x="25659" y="1784513"/>
                </a:cubicBezTo>
                <a:cubicBezTo>
                  <a:pt x="11488" y="1784513"/>
                  <a:pt x="0" y="1773025"/>
                  <a:pt x="0" y="1758854"/>
                </a:cubicBezTo>
                <a:cubicBezTo>
                  <a:pt x="0" y="1744682"/>
                  <a:pt x="11488" y="1733195"/>
                  <a:pt x="25659" y="1733195"/>
                </a:cubicBezTo>
                <a:close/>
                <a:moveTo>
                  <a:pt x="11582491" y="1678857"/>
                </a:moveTo>
                <a:cubicBezTo>
                  <a:pt x="11589609" y="1678857"/>
                  <a:pt x="11595379" y="1684628"/>
                  <a:pt x="11595379" y="1691745"/>
                </a:cubicBezTo>
                <a:cubicBezTo>
                  <a:pt x="11595379" y="1698863"/>
                  <a:pt x="11589609" y="1704633"/>
                  <a:pt x="11582491" y="1704633"/>
                </a:cubicBezTo>
                <a:cubicBezTo>
                  <a:pt x="11575375" y="1704633"/>
                  <a:pt x="11569605" y="1698863"/>
                  <a:pt x="11569605" y="1691745"/>
                </a:cubicBezTo>
                <a:cubicBezTo>
                  <a:pt x="11569605" y="1684628"/>
                  <a:pt x="11575375" y="1678857"/>
                  <a:pt x="11582491" y="1678857"/>
                </a:cubicBezTo>
                <a:close/>
                <a:moveTo>
                  <a:pt x="11518287" y="1678857"/>
                </a:moveTo>
                <a:cubicBezTo>
                  <a:pt x="11525405" y="1678857"/>
                  <a:pt x="11531175" y="1684628"/>
                  <a:pt x="11531175" y="1691745"/>
                </a:cubicBezTo>
                <a:cubicBezTo>
                  <a:pt x="11531175" y="1698863"/>
                  <a:pt x="11525403" y="1704633"/>
                  <a:pt x="11518287" y="1704633"/>
                </a:cubicBezTo>
                <a:cubicBezTo>
                  <a:pt x="11511167" y="1704633"/>
                  <a:pt x="11505399" y="1698863"/>
                  <a:pt x="11505399" y="1691745"/>
                </a:cubicBezTo>
                <a:cubicBezTo>
                  <a:pt x="11505399" y="1684628"/>
                  <a:pt x="11511171" y="1678857"/>
                  <a:pt x="11518287" y="1678857"/>
                </a:cubicBezTo>
                <a:close/>
                <a:moveTo>
                  <a:pt x="10169743" y="1678857"/>
                </a:moveTo>
                <a:cubicBezTo>
                  <a:pt x="10176942" y="1678857"/>
                  <a:pt x="10182631" y="1684663"/>
                  <a:pt x="10182631" y="1691745"/>
                </a:cubicBezTo>
                <a:cubicBezTo>
                  <a:pt x="10182631" y="1698828"/>
                  <a:pt x="10176942" y="1704633"/>
                  <a:pt x="10169743" y="1704633"/>
                </a:cubicBezTo>
                <a:cubicBezTo>
                  <a:pt x="10162659" y="1704633"/>
                  <a:pt x="10156855" y="1698944"/>
                  <a:pt x="10156855" y="1691745"/>
                </a:cubicBezTo>
                <a:cubicBezTo>
                  <a:pt x="10156855" y="1684663"/>
                  <a:pt x="10162544" y="1678857"/>
                  <a:pt x="10169743" y="1678857"/>
                </a:cubicBezTo>
                <a:close/>
                <a:moveTo>
                  <a:pt x="9848716" y="1678857"/>
                </a:moveTo>
                <a:cubicBezTo>
                  <a:pt x="9855800" y="1678857"/>
                  <a:pt x="9861604" y="1684663"/>
                  <a:pt x="9861604" y="1691745"/>
                </a:cubicBezTo>
                <a:cubicBezTo>
                  <a:pt x="9861604" y="1698828"/>
                  <a:pt x="9855915" y="1704633"/>
                  <a:pt x="9848716" y="1704633"/>
                </a:cubicBezTo>
                <a:cubicBezTo>
                  <a:pt x="9841635" y="1704633"/>
                  <a:pt x="9835828" y="1698944"/>
                  <a:pt x="9835828" y="1691745"/>
                </a:cubicBezTo>
                <a:cubicBezTo>
                  <a:pt x="9835828" y="1684663"/>
                  <a:pt x="9841517" y="1678857"/>
                  <a:pt x="9848716" y="1678857"/>
                </a:cubicBezTo>
                <a:close/>
                <a:moveTo>
                  <a:pt x="7023451" y="1678857"/>
                </a:moveTo>
                <a:cubicBezTo>
                  <a:pt x="7030570" y="1678857"/>
                  <a:pt x="7036339" y="1684628"/>
                  <a:pt x="7036339" y="1691745"/>
                </a:cubicBezTo>
                <a:cubicBezTo>
                  <a:pt x="7036339" y="1698863"/>
                  <a:pt x="7030570" y="1704633"/>
                  <a:pt x="7023451" y="1704633"/>
                </a:cubicBezTo>
                <a:cubicBezTo>
                  <a:pt x="7016335" y="1704633"/>
                  <a:pt x="7010566" y="1698863"/>
                  <a:pt x="7010566" y="1691745"/>
                </a:cubicBezTo>
                <a:cubicBezTo>
                  <a:pt x="7010566" y="1684628"/>
                  <a:pt x="7016335" y="1678857"/>
                  <a:pt x="7023451" y="1678857"/>
                </a:cubicBezTo>
                <a:close/>
                <a:moveTo>
                  <a:pt x="5871887" y="1678857"/>
                </a:moveTo>
                <a:cubicBezTo>
                  <a:pt x="5879006" y="1678857"/>
                  <a:pt x="5884776" y="1684628"/>
                  <a:pt x="5884776" y="1691745"/>
                </a:cubicBezTo>
                <a:cubicBezTo>
                  <a:pt x="5884776" y="1698863"/>
                  <a:pt x="5879004" y="1704633"/>
                  <a:pt x="5871887" y="1704633"/>
                </a:cubicBezTo>
                <a:cubicBezTo>
                  <a:pt x="5864769" y="1704633"/>
                  <a:pt x="5859000" y="1698863"/>
                  <a:pt x="5859000" y="1691745"/>
                </a:cubicBezTo>
                <a:cubicBezTo>
                  <a:pt x="5859000" y="1684628"/>
                  <a:pt x="5864772" y="1678857"/>
                  <a:pt x="5871887" y="1678857"/>
                </a:cubicBezTo>
                <a:close/>
                <a:moveTo>
                  <a:pt x="5807683" y="1678857"/>
                </a:moveTo>
                <a:cubicBezTo>
                  <a:pt x="5814801" y="1678857"/>
                  <a:pt x="5820571" y="1684628"/>
                  <a:pt x="5820571" y="1691745"/>
                </a:cubicBezTo>
                <a:cubicBezTo>
                  <a:pt x="5820571" y="1698863"/>
                  <a:pt x="5814799" y="1704633"/>
                  <a:pt x="5807683" y="1704633"/>
                </a:cubicBezTo>
                <a:cubicBezTo>
                  <a:pt x="5800565" y="1704633"/>
                  <a:pt x="5794796" y="1698863"/>
                  <a:pt x="5794796" y="1691745"/>
                </a:cubicBezTo>
                <a:cubicBezTo>
                  <a:pt x="5794796" y="1684628"/>
                  <a:pt x="5800566" y="1678857"/>
                  <a:pt x="5807683" y="1678857"/>
                </a:cubicBezTo>
                <a:close/>
                <a:moveTo>
                  <a:pt x="4459140" y="1678857"/>
                </a:moveTo>
                <a:cubicBezTo>
                  <a:pt x="4466338" y="1678857"/>
                  <a:pt x="4472025" y="1684663"/>
                  <a:pt x="4472025" y="1691745"/>
                </a:cubicBezTo>
                <a:cubicBezTo>
                  <a:pt x="4472025" y="1698828"/>
                  <a:pt x="4466338" y="1704633"/>
                  <a:pt x="4459140" y="1704633"/>
                </a:cubicBezTo>
                <a:cubicBezTo>
                  <a:pt x="4452058" y="1704633"/>
                  <a:pt x="4446252" y="1698944"/>
                  <a:pt x="4446252" y="1691745"/>
                </a:cubicBezTo>
                <a:cubicBezTo>
                  <a:pt x="4446252" y="1684663"/>
                  <a:pt x="4451941" y="1678857"/>
                  <a:pt x="4459140" y="1678857"/>
                </a:cubicBezTo>
                <a:close/>
                <a:moveTo>
                  <a:pt x="4138112" y="1678857"/>
                </a:moveTo>
                <a:cubicBezTo>
                  <a:pt x="4145194" y="1678857"/>
                  <a:pt x="4151000" y="1684663"/>
                  <a:pt x="4151000" y="1691745"/>
                </a:cubicBezTo>
                <a:cubicBezTo>
                  <a:pt x="4151000" y="1698828"/>
                  <a:pt x="4145311" y="1704633"/>
                  <a:pt x="4138112" y="1704633"/>
                </a:cubicBezTo>
                <a:cubicBezTo>
                  <a:pt x="4131029" y="1704633"/>
                  <a:pt x="4125224" y="1698944"/>
                  <a:pt x="4125224" y="1691745"/>
                </a:cubicBezTo>
                <a:cubicBezTo>
                  <a:pt x="4125224" y="1684663"/>
                  <a:pt x="4130913" y="1678857"/>
                  <a:pt x="4138112" y="1678857"/>
                </a:cubicBezTo>
                <a:close/>
                <a:moveTo>
                  <a:pt x="1312848" y="1678857"/>
                </a:moveTo>
                <a:cubicBezTo>
                  <a:pt x="1319968" y="1678857"/>
                  <a:pt x="1325735" y="1684628"/>
                  <a:pt x="1325735" y="1691745"/>
                </a:cubicBezTo>
                <a:cubicBezTo>
                  <a:pt x="1325735" y="1698863"/>
                  <a:pt x="1319968" y="1704633"/>
                  <a:pt x="1312848" y="1704633"/>
                </a:cubicBezTo>
                <a:cubicBezTo>
                  <a:pt x="1305730" y="1704633"/>
                  <a:pt x="1299962" y="1698863"/>
                  <a:pt x="1299962" y="1691745"/>
                </a:cubicBezTo>
                <a:cubicBezTo>
                  <a:pt x="1299962" y="1684628"/>
                  <a:pt x="1305730" y="1678857"/>
                  <a:pt x="1312848" y="1678857"/>
                </a:cubicBezTo>
                <a:close/>
                <a:moveTo>
                  <a:pt x="154069" y="1678857"/>
                </a:moveTo>
                <a:cubicBezTo>
                  <a:pt x="161187" y="1678857"/>
                  <a:pt x="166957" y="1684628"/>
                  <a:pt x="166957" y="1691745"/>
                </a:cubicBezTo>
                <a:cubicBezTo>
                  <a:pt x="166957" y="1698863"/>
                  <a:pt x="161186" y="1704633"/>
                  <a:pt x="154069" y="1704633"/>
                </a:cubicBezTo>
                <a:cubicBezTo>
                  <a:pt x="146951" y="1704633"/>
                  <a:pt x="141182" y="1698863"/>
                  <a:pt x="141182" y="1691745"/>
                </a:cubicBezTo>
                <a:cubicBezTo>
                  <a:pt x="141182" y="1684628"/>
                  <a:pt x="146953" y="1678857"/>
                  <a:pt x="154069" y="1678857"/>
                </a:cubicBezTo>
                <a:close/>
                <a:moveTo>
                  <a:pt x="89864" y="1678857"/>
                </a:moveTo>
                <a:cubicBezTo>
                  <a:pt x="96982" y="1678857"/>
                  <a:pt x="102752" y="1684628"/>
                  <a:pt x="102752" y="1691745"/>
                </a:cubicBezTo>
                <a:cubicBezTo>
                  <a:pt x="102752" y="1698863"/>
                  <a:pt x="96981" y="1704633"/>
                  <a:pt x="89864" y="1704633"/>
                </a:cubicBezTo>
                <a:cubicBezTo>
                  <a:pt x="82746" y="1704633"/>
                  <a:pt x="76977" y="1698863"/>
                  <a:pt x="76977" y="1691745"/>
                </a:cubicBezTo>
                <a:cubicBezTo>
                  <a:pt x="76977" y="1684628"/>
                  <a:pt x="82748" y="1678857"/>
                  <a:pt x="89864" y="1678857"/>
                </a:cubicBezTo>
                <a:close/>
                <a:moveTo>
                  <a:pt x="12099103" y="1666086"/>
                </a:moveTo>
                <a:cubicBezTo>
                  <a:pt x="12113273" y="1666086"/>
                  <a:pt x="12124761" y="1677575"/>
                  <a:pt x="12124761" y="1691745"/>
                </a:cubicBezTo>
                <a:cubicBezTo>
                  <a:pt x="12124761" y="1705917"/>
                  <a:pt x="12113273" y="1717404"/>
                  <a:pt x="12099103" y="1717404"/>
                </a:cubicBezTo>
                <a:cubicBezTo>
                  <a:pt x="12084931" y="1717404"/>
                  <a:pt x="12073441" y="1705917"/>
                  <a:pt x="12073441" y="1691745"/>
                </a:cubicBezTo>
                <a:cubicBezTo>
                  <a:pt x="12073441" y="1677575"/>
                  <a:pt x="12084931" y="1666086"/>
                  <a:pt x="12099103" y="1666086"/>
                </a:cubicBezTo>
                <a:close/>
                <a:moveTo>
                  <a:pt x="12034897" y="1666086"/>
                </a:moveTo>
                <a:cubicBezTo>
                  <a:pt x="12049061" y="1666086"/>
                  <a:pt x="12060557" y="1677582"/>
                  <a:pt x="12060557" y="1691745"/>
                </a:cubicBezTo>
                <a:cubicBezTo>
                  <a:pt x="12060557" y="1705910"/>
                  <a:pt x="12049061" y="1717404"/>
                  <a:pt x="12034897" y="1717404"/>
                </a:cubicBezTo>
                <a:cubicBezTo>
                  <a:pt x="12020731" y="1717404"/>
                  <a:pt x="12009237" y="1705910"/>
                  <a:pt x="12009237" y="1691745"/>
                </a:cubicBezTo>
                <a:cubicBezTo>
                  <a:pt x="12009237" y="1677582"/>
                  <a:pt x="12020731" y="1666086"/>
                  <a:pt x="12034897" y="1666086"/>
                </a:cubicBezTo>
                <a:close/>
                <a:moveTo>
                  <a:pt x="11970691" y="1666086"/>
                </a:moveTo>
                <a:cubicBezTo>
                  <a:pt x="11984855" y="1666086"/>
                  <a:pt x="11996349" y="1677582"/>
                  <a:pt x="11996349" y="1691745"/>
                </a:cubicBezTo>
                <a:cubicBezTo>
                  <a:pt x="11996349" y="1705910"/>
                  <a:pt x="11984855" y="1717404"/>
                  <a:pt x="11970691" y="1717404"/>
                </a:cubicBezTo>
                <a:cubicBezTo>
                  <a:pt x="11956525" y="1717404"/>
                  <a:pt x="11945033" y="1705910"/>
                  <a:pt x="11945033" y="1691745"/>
                </a:cubicBezTo>
                <a:cubicBezTo>
                  <a:pt x="11945033" y="1677582"/>
                  <a:pt x="11956525" y="1666086"/>
                  <a:pt x="11970691" y="1666086"/>
                </a:cubicBezTo>
                <a:close/>
                <a:moveTo>
                  <a:pt x="11906483" y="1666086"/>
                </a:moveTo>
                <a:cubicBezTo>
                  <a:pt x="11920649" y="1666086"/>
                  <a:pt x="11932145" y="1677582"/>
                  <a:pt x="11932145" y="1691745"/>
                </a:cubicBezTo>
                <a:cubicBezTo>
                  <a:pt x="11932145" y="1705910"/>
                  <a:pt x="11920649" y="1717404"/>
                  <a:pt x="11906483" y="1717404"/>
                </a:cubicBezTo>
                <a:cubicBezTo>
                  <a:pt x="11892321" y="1717404"/>
                  <a:pt x="11880825" y="1705910"/>
                  <a:pt x="11880825" y="1691745"/>
                </a:cubicBezTo>
                <a:cubicBezTo>
                  <a:pt x="11880825" y="1677582"/>
                  <a:pt x="11892321" y="1666086"/>
                  <a:pt x="11906483" y="1666086"/>
                </a:cubicBezTo>
                <a:close/>
                <a:moveTo>
                  <a:pt x="11842279" y="1666086"/>
                </a:moveTo>
                <a:cubicBezTo>
                  <a:pt x="11856445" y="1666086"/>
                  <a:pt x="11867941" y="1677582"/>
                  <a:pt x="11867941" y="1691745"/>
                </a:cubicBezTo>
                <a:cubicBezTo>
                  <a:pt x="11867941" y="1705910"/>
                  <a:pt x="11856445" y="1717404"/>
                  <a:pt x="11842279" y="1717404"/>
                </a:cubicBezTo>
                <a:cubicBezTo>
                  <a:pt x="11828117" y="1717404"/>
                  <a:pt x="11816621" y="1705910"/>
                  <a:pt x="11816621" y="1691745"/>
                </a:cubicBezTo>
                <a:cubicBezTo>
                  <a:pt x="11816621" y="1677582"/>
                  <a:pt x="11828117" y="1666086"/>
                  <a:pt x="11842279" y="1666086"/>
                </a:cubicBezTo>
                <a:close/>
                <a:moveTo>
                  <a:pt x="11775107" y="1666086"/>
                </a:moveTo>
                <a:cubicBezTo>
                  <a:pt x="11789271" y="1666086"/>
                  <a:pt x="11800767" y="1677582"/>
                  <a:pt x="11800767" y="1691745"/>
                </a:cubicBezTo>
                <a:cubicBezTo>
                  <a:pt x="11800767" y="1705910"/>
                  <a:pt x="11789271" y="1717404"/>
                  <a:pt x="11775107" y="1717404"/>
                </a:cubicBezTo>
                <a:cubicBezTo>
                  <a:pt x="11760941" y="1717404"/>
                  <a:pt x="11749449" y="1705910"/>
                  <a:pt x="11749449" y="1691745"/>
                </a:cubicBezTo>
                <a:cubicBezTo>
                  <a:pt x="11749449" y="1677582"/>
                  <a:pt x="11760941" y="1666086"/>
                  <a:pt x="11775107" y="1666086"/>
                </a:cubicBezTo>
                <a:close/>
                <a:moveTo>
                  <a:pt x="11710901" y="1666086"/>
                </a:moveTo>
                <a:cubicBezTo>
                  <a:pt x="11725067" y="1666086"/>
                  <a:pt x="11736561" y="1677582"/>
                  <a:pt x="11736561" y="1691745"/>
                </a:cubicBezTo>
                <a:cubicBezTo>
                  <a:pt x="11736561" y="1705910"/>
                  <a:pt x="11725067" y="1717404"/>
                  <a:pt x="11710901" y="1717404"/>
                </a:cubicBezTo>
                <a:cubicBezTo>
                  <a:pt x="11696737" y="1717404"/>
                  <a:pt x="11685243" y="1705910"/>
                  <a:pt x="11685243" y="1691745"/>
                </a:cubicBezTo>
                <a:cubicBezTo>
                  <a:pt x="11685243" y="1677582"/>
                  <a:pt x="11696737" y="1666086"/>
                  <a:pt x="11710901" y="1666086"/>
                </a:cubicBezTo>
                <a:close/>
                <a:moveTo>
                  <a:pt x="11646697" y="1666086"/>
                </a:moveTo>
                <a:cubicBezTo>
                  <a:pt x="11660859" y="1666086"/>
                  <a:pt x="11672355" y="1677582"/>
                  <a:pt x="11672355" y="1691745"/>
                </a:cubicBezTo>
                <a:cubicBezTo>
                  <a:pt x="11672355" y="1705910"/>
                  <a:pt x="11660859" y="1717404"/>
                  <a:pt x="11646697" y="1717404"/>
                </a:cubicBezTo>
                <a:cubicBezTo>
                  <a:pt x="11632529" y="1717404"/>
                  <a:pt x="11621037" y="1705910"/>
                  <a:pt x="11621037" y="1691745"/>
                </a:cubicBezTo>
                <a:cubicBezTo>
                  <a:pt x="11621037" y="1677582"/>
                  <a:pt x="11632529" y="1666086"/>
                  <a:pt x="11646697" y="1666086"/>
                </a:cubicBezTo>
                <a:close/>
                <a:moveTo>
                  <a:pt x="11454081" y="1666086"/>
                </a:moveTo>
                <a:cubicBezTo>
                  <a:pt x="11468253" y="1666086"/>
                  <a:pt x="11479739" y="1677575"/>
                  <a:pt x="11479739" y="1691745"/>
                </a:cubicBezTo>
                <a:cubicBezTo>
                  <a:pt x="11479739" y="1705917"/>
                  <a:pt x="11468253" y="1717404"/>
                  <a:pt x="11454081" y="1717404"/>
                </a:cubicBezTo>
                <a:cubicBezTo>
                  <a:pt x="11439909" y="1717404"/>
                  <a:pt x="11428421" y="1705917"/>
                  <a:pt x="11428421" y="1691745"/>
                </a:cubicBezTo>
                <a:cubicBezTo>
                  <a:pt x="11428421" y="1677575"/>
                  <a:pt x="11439909" y="1666086"/>
                  <a:pt x="11454081" y="1666086"/>
                </a:cubicBezTo>
                <a:close/>
                <a:moveTo>
                  <a:pt x="11389875" y="1666086"/>
                </a:moveTo>
                <a:cubicBezTo>
                  <a:pt x="11404040" y="1666086"/>
                  <a:pt x="11415533" y="1677582"/>
                  <a:pt x="11415533" y="1691745"/>
                </a:cubicBezTo>
                <a:cubicBezTo>
                  <a:pt x="11415533" y="1705910"/>
                  <a:pt x="11404040" y="1717404"/>
                  <a:pt x="11389875" y="1717404"/>
                </a:cubicBezTo>
                <a:cubicBezTo>
                  <a:pt x="11375710" y="1717404"/>
                  <a:pt x="11364217" y="1705910"/>
                  <a:pt x="11364217" y="1691745"/>
                </a:cubicBezTo>
                <a:cubicBezTo>
                  <a:pt x="11364217" y="1677582"/>
                  <a:pt x="11375710" y="1666086"/>
                  <a:pt x="11389875" y="1666086"/>
                </a:cubicBezTo>
                <a:close/>
                <a:moveTo>
                  <a:pt x="11325670" y="1666086"/>
                </a:moveTo>
                <a:cubicBezTo>
                  <a:pt x="11339835" y="1666086"/>
                  <a:pt x="11351329" y="1677582"/>
                  <a:pt x="11351329" y="1691745"/>
                </a:cubicBezTo>
                <a:cubicBezTo>
                  <a:pt x="11351329" y="1705910"/>
                  <a:pt x="11339835" y="1717404"/>
                  <a:pt x="11325670" y="1717404"/>
                </a:cubicBezTo>
                <a:cubicBezTo>
                  <a:pt x="11311505" y="1717404"/>
                  <a:pt x="11300012" y="1705910"/>
                  <a:pt x="11300012" y="1691745"/>
                </a:cubicBezTo>
                <a:cubicBezTo>
                  <a:pt x="11300012" y="1677582"/>
                  <a:pt x="11311505" y="1666086"/>
                  <a:pt x="11325670" y="1666086"/>
                </a:cubicBezTo>
                <a:close/>
                <a:moveTo>
                  <a:pt x="11261466" y="1666086"/>
                </a:moveTo>
                <a:cubicBezTo>
                  <a:pt x="11275628" y="1666086"/>
                  <a:pt x="11287124" y="1677582"/>
                  <a:pt x="11287124" y="1691745"/>
                </a:cubicBezTo>
                <a:cubicBezTo>
                  <a:pt x="11287124" y="1705910"/>
                  <a:pt x="11275628" y="1717404"/>
                  <a:pt x="11261466" y="1717404"/>
                </a:cubicBezTo>
                <a:cubicBezTo>
                  <a:pt x="11247301" y="1717404"/>
                  <a:pt x="11235805" y="1705910"/>
                  <a:pt x="11235805" y="1691745"/>
                </a:cubicBezTo>
                <a:cubicBezTo>
                  <a:pt x="11235805" y="1677582"/>
                  <a:pt x="11247301" y="1666086"/>
                  <a:pt x="11261466" y="1666086"/>
                </a:cubicBezTo>
                <a:close/>
                <a:moveTo>
                  <a:pt x="11197259" y="1666086"/>
                </a:moveTo>
                <a:cubicBezTo>
                  <a:pt x="11211424" y="1666086"/>
                  <a:pt x="11222917" y="1677582"/>
                  <a:pt x="11222917" y="1691745"/>
                </a:cubicBezTo>
                <a:cubicBezTo>
                  <a:pt x="11222917" y="1705910"/>
                  <a:pt x="11211424" y="1717404"/>
                  <a:pt x="11197259" y="1717404"/>
                </a:cubicBezTo>
                <a:cubicBezTo>
                  <a:pt x="11183094" y="1717404"/>
                  <a:pt x="11171601" y="1705910"/>
                  <a:pt x="11171601" y="1691745"/>
                </a:cubicBezTo>
                <a:cubicBezTo>
                  <a:pt x="11171601" y="1677582"/>
                  <a:pt x="11183094" y="1666086"/>
                  <a:pt x="11197259" y="1666086"/>
                </a:cubicBezTo>
                <a:close/>
                <a:moveTo>
                  <a:pt x="11133055" y="1666086"/>
                </a:moveTo>
                <a:cubicBezTo>
                  <a:pt x="11147225" y="1666086"/>
                  <a:pt x="11158713" y="1677575"/>
                  <a:pt x="11158713" y="1691745"/>
                </a:cubicBezTo>
                <a:cubicBezTo>
                  <a:pt x="11158713" y="1705917"/>
                  <a:pt x="11147225" y="1717404"/>
                  <a:pt x="11133055" y="1717404"/>
                </a:cubicBezTo>
                <a:cubicBezTo>
                  <a:pt x="11118884" y="1717404"/>
                  <a:pt x="11107396" y="1705917"/>
                  <a:pt x="11107396" y="1691745"/>
                </a:cubicBezTo>
                <a:cubicBezTo>
                  <a:pt x="11107396" y="1677575"/>
                  <a:pt x="11118884" y="1666086"/>
                  <a:pt x="11133055" y="1666086"/>
                </a:cubicBezTo>
                <a:close/>
                <a:moveTo>
                  <a:pt x="11068848" y="1666086"/>
                </a:moveTo>
                <a:cubicBezTo>
                  <a:pt x="11083021" y="1666086"/>
                  <a:pt x="11094509" y="1677575"/>
                  <a:pt x="11094509" y="1691745"/>
                </a:cubicBezTo>
                <a:cubicBezTo>
                  <a:pt x="11094509" y="1705917"/>
                  <a:pt x="11083021" y="1717404"/>
                  <a:pt x="11068848" y="1717404"/>
                </a:cubicBezTo>
                <a:cubicBezTo>
                  <a:pt x="11054677" y="1717404"/>
                  <a:pt x="11043189" y="1705917"/>
                  <a:pt x="11043189" y="1691745"/>
                </a:cubicBezTo>
                <a:cubicBezTo>
                  <a:pt x="11043189" y="1677575"/>
                  <a:pt x="11054677" y="1666086"/>
                  <a:pt x="11068848" y="1666086"/>
                </a:cubicBezTo>
                <a:close/>
                <a:moveTo>
                  <a:pt x="11004643" y="1666086"/>
                </a:moveTo>
                <a:cubicBezTo>
                  <a:pt x="11018808" y="1666086"/>
                  <a:pt x="11030301" y="1677582"/>
                  <a:pt x="11030301" y="1691745"/>
                </a:cubicBezTo>
                <a:cubicBezTo>
                  <a:pt x="11030301" y="1705910"/>
                  <a:pt x="11018808" y="1717404"/>
                  <a:pt x="11004643" y="1717404"/>
                </a:cubicBezTo>
                <a:cubicBezTo>
                  <a:pt x="10990478" y="1717404"/>
                  <a:pt x="10978985" y="1705910"/>
                  <a:pt x="10978985" y="1691745"/>
                </a:cubicBezTo>
                <a:cubicBezTo>
                  <a:pt x="10978985" y="1677582"/>
                  <a:pt x="10990478" y="1666086"/>
                  <a:pt x="11004643" y="1666086"/>
                </a:cubicBezTo>
                <a:close/>
                <a:moveTo>
                  <a:pt x="10940321" y="1666086"/>
                </a:moveTo>
                <a:cubicBezTo>
                  <a:pt x="10954604" y="1666086"/>
                  <a:pt x="10965982" y="1677582"/>
                  <a:pt x="10965982" y="1691745"/>
                </a:cubicBezTo>
                <a:cubicBezTo>
                  <a:pt x="10965982" y="1705910"/>
                  <a:pt x="10954486" y="1717404"/>
                  <a:pt x="10940321" y="1717404"/>
                </a:cubicBezTo>
                <a:cubicBezTo>
                  <a:pt x="10926156" y="1717404"/>
                  <a:pt x="10914663" y="1705910"/>
                  <a:pt x="10914663" y="1691745"/>
                </a:cubicBezTo>
                <a:cubicBezTo>
                  <a:pt x="10914663" y="1677582"/>
                  <a:pt x="10926156" y="1666086"/>
                  <a:pt x="10940321" y="1666086"/>
                </a:cubicBezTo>
                <a:close/>
                <a:moveTo>
                  <a:pt x="10876117" y="1666086"/>
                </a:moveTo>
                <a:cubicBezTo>
                  <a:pt x="10890282" y="1666086"/>
                  <a:pt x="10901775" y="1677582"/>
                  <a:pt x="10901775" y="1691745"/>
                </a:cubicBezTo>
                <a:cubicBezTo>
                  <a:pt x="10901775" y="1705910"/>
                  <a:pt x="10890282" y="1717404"/>
                  <a:pt x="10876117" y="1717404"/>
                </a:cubicBezTo>
                <a:cubicBezTo>
                  <a:pt x="10861952" y="1717404"/>
                  <a:pt x="10850459" y="1705910"/>
                  <a:pt x="10850459" y="1691745"/>
                </a:cubicBezTo>
                <a:cubicBezTo>
                  <a:pt x="10850459" y="1677582"/>
                  <a:pt x="10861952" y="1666086"/>
                  <a:pt x="10876117" y="1666086"/>
                </a:cubicBezTo>
                <a:close/>
                <a:moveTo>
                  <a:pt x="10811912" y="1666086"/>
                </a:moveTo>
                <a:cubicBezTo>
                  <a:pt x="10826077" y="1666086"/>
                  <a:pt x="10837571" y="1677582"/>
                  <a:pt x="10837571" y="1691745"/>
                </a:cubicBezTo>
                <a:cubicBezTo>
                  <a:pt x="10837571" y="1705910"/>
                  <a:pt x="10826077" y="1717404"/>
                  <a:pt x="10811912" y="1717404"/>
                </a:cubicBezTo>
                <a:cubicBezTo>
                  <a:pt x="10797747" y="1717404"/>
                  <a:pt x="10786254" y="1705910"/>
                  <a:pt x="10786254" y="1691745"/>
                </a:cubicBezTo>
                <a:cubicBezTo>
                  <a:pt x="10786254" y="1677582"/>
                  <a:pt x="10797747" y="1666086"/>
                  <a:pt x="10811912" y="1666086"/>
                </a:cubicBezTo>
                <a:close/>
                <a:moveTo>
                  <a:pt x="10747708" y="1666086"/>
                </a:moveTo>
                <a:cubicBezTo>
                  <a:pt x="10761878" y="1666086"/>
                  <a:pt x="10773366" y="1677575"/>
                  <a:pt x="10773366" y="1691745"/>
                </a:cubicBezTo>
                <a:cubicBezTo>
                  <a:pt x="10773366" y="1705917"/>
                  <a:pt x="10761878" y="1717404"/>
                  <a:pt x="10747708" y="1717404"/>
                </a:cubicBezTo>
                <a:cubicBezTo>
                  <a:pt x="10733535" y="1717404"/>
                  <a:pt x="10722047" y="1705917"/>
                  <a:pt x="10722047" y="1691745"/>
                </a:cubicBezTo>
                <a:cubicBezTo>
                  <a:pt x="10722047" y="1677575"/>
                  <a:pt x="10733535" y="1666086"/>
                  <a:pt x="10747708" y="1666086"/>
                </a:cubicBezTo>
                <a:close/>
                <a:moveTo>
                  <a:pt x="10683501" y="1666086"/>
                </a:moveTo>
                <a:cubicBezTo>
                  <a:pt x="10697666" y="1666086"/>
                  <a:pt x="10709159" y="1677582"/>
                  <a:pt x="10709159" y="1691745"/>
                </a:cubicBezTo>
                <a:cubicBezTo>
                  <a:pt x="10709159" y="1705910"/>
                  <a:pt x="10697666" y="1717404"/>
                  <a:pt x="10683501" y="1717404"/>
                </a:cubicBezTo>
                <a:cubicBezTo>
                  <a:pt x="10669336" y="1717404"/>
                  <a:pt x="10657843" y="1705910"/>
                  <a:pt x="10657843" y="1691745"/>
                </a:cubicBezTo>
                <a:cubicBezTo>
                  <a:pt x="10657843" y="1677582"/>
                  <a:pt x="10669336" y="1666086"/>
                  <a:pt x="10683501" y="1666086"/>
                </a:cubicBezTo>
                <a:close/>
                <a:moveTo>
                  <a:pt x="10619297" y="1666086"/>
                </a:moveTo>
                <a:cubicBezTo>
                  <a:pt x="10633462" y="1666086"/>
                  <a:pt x="10644955" y="1677582"/>
                  <a:pt x="10644955" y="1691745"/>
                </a:cubicBezTo>
                <a:cubicBezTo>
                  <a:pt x="10644955" y="1705910"/>
                  <a:pt x="10633462" y="1717404"/>
                  <a:pt x="10619297" y="1717404"/>
                </a:cubicBezTo>
                <a:cubicBezTo>
                  <a:pt x="10605132" y="1717404"/>
                  <a:pt x="10593639" y="1705910"/>
                  <a:pt x="10593639" y="1691745"/>
                </a:cubicBezTo>
                <a:cubicBezTo>
                  <a:pt x="10593639" y="1677582"/>
                  <a:pt x="10605132" y="1666086"/>
                  <a:pt x="10619297" y="1666086"/>
                </a:cubicBezTo>
                <a:close/>
                <a:moveTo>
                  <a:pt x="10555092" y="1666086"/>
                </a:moveTo>
                <a:cubicBezTo>
                  <a:pt x="10569255" y="1666086"/>
                  <a:pt x="10580751" y="1677582"/>
                  <a:pt x="10580751" y="1691745"/>
                </a:cubicBezTo>
                <a:cubicBezTo>
                  <a:pt x="10580751" y="1705910"/>
                  <a:pt x="10569255" y="1717404"/>
                  <a:pt x="10555092" y="1717404"/>
                </a:cubicBezTo>
                <a:cubicBezTo>
                  <a:pt x="10540927" y="1717404"/>
                  <a:pt x="10529432" y="1705910"/>
                  <a:pt x="10529432" y="1691745"/>
                </a:cubicBezTo>
                <a:cubicBezTo>
                  <a:pt x="10529432" y="1677582"/>
                  <a:pt x="10540927" y="1666086"/>
                  <a:pt x="10555092" y="1666086"/>
                </a:cubicBezTo>
                <a:close/>
                <a:moveTo>
                  <a:pt x="10490885" y="1666086"/>
                </a:moveTo>
                <a:cubicBezTo>
                  <a:pt x="10505050" y="1666086"/>
                  <a:pt x="10516544" y="1677582"/>
                  <a:pt x="10516544" y="1691745"/>
                </a:cubicBezTo>
                <a:cubicBezTo>
                  <a:pt x="10516544" y="1705910"/>
                  <a:pt x="10505050" y="1717404"/>
                  <a:pt x="10490885" y="1717404"/>
                </a:cubicBezTo>
                <a:cubicBezTo>
                  <a:pt x="10476720" y="1717404"/>
                  <a:pt x="10465227" y="1705910"/>
                  <a:pt x="10465227" y="1691745"/>
                </a:cubicBezTo>
                <a:cubicBezTo>
                  <a:pt x="10465227" y="1677582"/>
                  <a:pt x="10476720" y="1666086"/>
                  <a:pt x="10490885" y="1666086"/>
                </a:cubicBezTo>
                <a:close/>
                <a:moveTo>
                  <a:pt x="10426681" y="1666086"/>
                </a:moveTo>
                <a:cubicBezTo>
                  <a:pt x="10440851" y="1666086"/>
                  <a:pt x="10452339" y="1677575"/>
                  <a:pt x="10452339" y="1691745"/>
                </a:cubicBezTo>
                <a:cubicBezTo>
                  <a:pt x="10452339" y="1705917"/>
                  <a:pt x="10440851" y="1717404"/>
                  <a:pt x="10426681" y="1717404"/>
                </a:cubicBezTo>
                <a:cubicBezTo>
                  <a:pt x="10412508" y="1717404"/>
                  <a:pt x="10401023" y="1705917"/>
                  <a:pt x="10401023" y="1691745"/>
                </a:cubicBezTo>
                <a:cubicBezTo>
                  <a:pt x="10401023" y="1677575"/>
                  <a:pt x="10412508" y="1666086"/>
                  <a:pt x="10426681" y="1666086"/>
                </a:cubicBezTo>
                <a:close/>
                <a:moveTo>
                  <a:pt x="10362474" y="1666086"/>
                </a:moveTo>
                <a:cubicBezTo>
                  <a:pt x="10376647" y="1666086"/>
                  <a:pt x="10388135" y="1677575"/>
                  <a:pt x="10388135" y="1691745"/>
                </a:cubicBezTo>
                <a:cubicBezTo>
                  <a:pt x="10388135" y="1705917"/>
                  <a:pt x="10376647" y="1717404"/>
                  <a:pt x="10362474" y="1717404"/>
                </a:cubicBezTo>
                <a:cubicBezTo>
                  <a:pt x="10348304" y="1717404"/>
                  <a:pt x="10336816" y="1705917"/>
                  <a:pt x="10336816" y="1691745"/>
                </a:cubicBezTo>
                <a:cubicBezTo>
                  <a:pt x="10336816" y="1677575"/>
                  <a:pt x="10348304" y="1666086"/>
                  <a:pt x="10362474" y="1666086"/>
                </a:cubicBezTo>
                <a:close/>
                <a:moveTo>
                  <a:pt x="10298270" y="1666086"/>
                </a:moveTo>
                <a:cubicBezTo>
                  <a:pt x="10312435" y="1666086"/>
                  <a:pt x="10323928" y="1677582"/>
                  <a:pt x="10323928" y="1691745"/>
                </a:cubicBezTo>
                <a:cubicBezTo>
                  <a:pt x="10323928" y="1705910"/>
                  <a:pt x="10312435" y="1717404"/>
                  <a:pt x="10298270" y="1717404"/>
                </a:cubicBezTo>
                <a:cubicBezTo>
                  <a:pt x="10284105" y="1717404"/>
                  <a:pt x="10272611" y="1705910"/>
                  <a:pt x="10272611" y="1691745"/>
                </a:cubicBezTo>
                <a:cubicBezTo>
                  <a:pt x="10272611" y="1677582"/>
                  <a:pt x="10284105" y="1666086"/>
                  <a:pt x="10298270" y="1666086"/>
                </a:cubicBezTo>
                <a:close/>
                <a:moveTo>
                  <a:pt x="10234065" y="1666086"/>
                </a:moveTo>
                <a:cubicBezTo>
                  <a:pt x="10248228" y="1666086"/>
                  <a:pt x="10259723" y="1677582"/>
                  <a:pt x="10259723" y="1691745"/>
                </a:cubicBezTo>
                <a:cubicBezTo>
                  <a:pt x="10259723" y="1705910"/>
                  <a:pt x="10248228" y="1717404"/>
                  <a:pt x="10234065" y="1717404"/>
                </a:cubicBezTo>
                <a:cubicBezTo>
                  <a:pt x="10219900" y="1717404"/>
                  <a:pt x="10208404" y="1705910"/>
                  <a:pt x="10208404" y="1691745"/>
                </a:cubicBezTo>
                <a:cubicBezTo>
                  <a:pt x="10208404" y="1677582"/>
                  <a:pt x="10219900" y="1666086"/>
                  <a:pt x="10234065" y="1666086"/>
                </a:cubicBezTo>
                <a:close/>
                <a:moveTo>
                  <a:pt x="10105654" y="1666086"/>
                </a:moveTo>
                <a:cubicBezTo>
                  <a:pt x="10119819" y="1666086"/>
                  <a:pt x="10131312" y="1677582"/>
                  <a:pt x="10131312" y="1691745"/>
                </a:cubicBezTo>
                <a:cubicBezTo>
                  <a:pt x="10131312" y="1705910"/>
                  <a:pt x="10119819" y="1717404"/>
                  <a:pt x="10105654" y="1717404"/>
                </a:cubicBezTo>
                <a:cubicBezTo>
                  <a:pt x="10091489" y="1717404"/>
                  <a:pt x="10079996" y="1705910"/>
                  <a:pt x="10079996" y="1691745"/>
                </a:cubicBezTo>
                <a:cubicBezTo>
                  <a:pt x="10079996" y="1677582"/>
                  <a:pt x="10091489" y="1666086"/>
                  <a:pt x="10105654" y="1666086"/>
                </a:cubicBezTo>
                <a:close/>
                <a:moveTo>
                  <a:pt x="9977242" y="1666086"/>
                </a:moveTo>
                <a:cubicBezTo>
                  <a:pt x="9991416" y="1666086"/>
                  <a:pt x="10002903" y="1677575"/>
                  <a:pt x="10002903" y="1691745"/>
                </a:cubicBezTo>
                <a:cubicBezTo>
                  <a:pt x="10002903" y="1705917"/>
                  <a:pt x="9991416" y="1717404"/>
                  <a:pt x="9977242" y="1717404"/>
                </a:cubicBezTo>
                <a:cubicBezTo>
                  <a:pt x="9963072" y="1717404"/>
                  <a:pt x="9951584" y="1705917"/>
                  <a:pt x="9951584" y="1691745"/>
                </a:cubicBezTo>
                <a:cubicBezTo>
                  <a:pt x="9951584" y="1677575"/>
                  <a:pt x="9963072" y="1666086"/>
                  <a:pt x="9977242" y="1666086"/>
                </a:cubicBezTo>
                <a:close/>
                <a:moveTo>
                  <a:pt x="9913038" y="1666086"/>
                </a:moveTo>
                <a:cubicBezTo>
                  <a:pt x="9927203" y="1666086"/>
                  <a:pt x="9938696" y="1677582"/>
                  <a:pt x="9938696" y="1691745"/>
                </a:cubicBezTo>
                <a:cubicBezTo>
                  <a:pt x="9938696" y="1705910"/>
                  <a:pt x="9927203" y="1717404"/>
                  <a:pt x="9913038" y="1717404"/>
                </a:cubicBezTo>
                <a:cubicBezTo>
                  <a:pt x="9898873" y="1717404"/>
                  <a:pt x="9887380" y="1705910"/>
                  <a:pt x="9887380" y="1691745"/>
                </a:cubicBezTo>
                <a:cubicBezTo>
                  <a:pt x="9887380" y="1677582"/>
                  <a:pt x="9898873" y="1666086"/>
                  <a:pt x="9913038" y="1666086"/>
                </a:cubicBezTo>
                <a:close/>
                <a:moveTo>
                  <a:pt x="9784512" y="1666086"/>
                </a:moveTo>
                <a:cubicBezTo>
                  <a:pt x="9798677" y="1666086"/>
                  <a:pt x="9810170" y="1677582"/>
                  <a:pt x="9810170" y="1691745"/>
                </a:cubicBezTo>
                <a:cubicBezTo>
                  <a:pt x="9810170" y="1705910"/>
                  <a:pt x="9798677" y="1717404"/>
                  <a:pt x="9784512" y="1717404"/>
                </a:cubicBezTo>
                <a:cubicBezTo>
                  <a:pt x="9770347" y="1717404"/>
                  <a:pt x="9758853" y="1705910"/>
                  <a:pt x="9758853" y="1691745"/>
                </a:cubicBezTo>
                <a:cubicBezTo>
                  <a:pt x="9758853" y="1677582"/>
                  <a:pt x="9770347" y="1666086"/>
                  <a:pt x="9784512" y="1666086"/>
                </a:cubicBezTo>
                <a:close/>
                <a:moveTo>
                  <a:pt x="9720307" y="1666086"/>
                </a:moveTo>
                <a:cubicBezTo>
                  <a:pt x="9734470" y="1666086"/>
                  <a:pt x="9745965" y="1677582"/>
                  <a:pt x="9745965" y="1691745"/>
                </a:cubicBezTo>
                <a:cubicBezTo>
                  <a:pt x="9745965" y="1705910"/>
                  <a:pt x="9734470" y="1717404"/>
                  <a:pt x="9720307" y="1717404"/>
                </a:cubicBezTo>
                <a:cubicBezTo>
                  <a:pt x="9706142" y="1717404"/>
                  <a:pt x="9694646" y="1705910"/>
                  <a:pt x="9694646" y="1691745"/>
                </a:cubicBezTo>
                <a:cubicBezTo>
                  <a:pt x="9694646" y="1677582"/>
                  <a:pt x="9706142" y="1666086"/>
                  <a:pt x="9720307" y="1666086"/>
                </a:cubicBezTo>
                <a:close/>
                <a:moveTo>
                  <a:pt x="9656100" y="1666086"/>
                </a:moveTo>
                <a:cubicBezTo>
                  <a:pt x="9670271" y="1666086"/>
                  <a:pt x="9681758" y="1677575"/>
                  <a:pt x="9681758" y="1691745"/>
                </a:cubicBezTo>
                <a:cubicBezTo>
                  <a:pt x="9681758" y="1705917"/>
                  <a:pt x="9670271" y="1717404"/>
                  <a:pt x="9656100" y="1717404"/>
                </a:cubicBezTo>
                <a:cubicBezTo>
                  <a:pt x="9641930" y="1717404"/>
                  <a:pt x="9630442" y="1705917"/>
                  <a:pt x="9630442" y="1691745"/>
                </a:cubicBezTo>
                <a:cubicBezTo>
                  <a:pt x="9630442" y="1677575"/>
                  <a:pt x="9641930" y="1666086"/>
                  <a:pt x="9656100" y="1666086"/>
                </a:cubicBezTo>
                <a:close/>
                <a:moveTo>
                  <a:pt x="9591896" y="1666086"/>
                </a:moveTo>
                <a:cubicBezTo>
                  <a:pt x="9606061" y="1666086"/>
                  <a:pt x="9617554" y="1677582"/>
                  <a:pt x="9617554" y="1691745"/>
                </a:cubicBezTo>
                <a:cubicBezTo>
                  <a:pt x="9617554" y="1705910"/>
                  <a:pt x="9606061" y="1717404"/>
                  <a:pt x="9591896" y="1717404"/>
                </a:cubicBezTo>
                <a:cubicBezTo>
                  <a:pt x="9577731" y="1717404"/>
                  <a:pt x="9566238" y="1705910"/>
                  <a:pt x="9566238" y="1691745"/>
                </a:cubicBezTo>
                <a:cubicBezTo>
                  <a:pt x="9566238" y="1677582"/>
                  <a:pt x="9577731" y="1666086"/>
                  <a:pt x="9591896" y="1666086"/>
                </a:cubicBezTo>
                <a:close/>
                <a:moveTo>
                  <a:pt x="9527689" y="1666086"/>
                </a:moveTo>
                <a:cubicBezTo>
                  <a:pt x="9541854" y="1666086"/>
                  <a:pt x="9553350" y="1677582"/>
                  <a:pt x="9553350" y="1691745"/>
                </a:cubicBezTo>
                <a:cubicBezTo>
                  <a:pt x="9553350" y="1705910"/>
                  <a:pt x="9541854" y="1717404"/>
                  <a:pt x="9527689" y="1717404"/>
                </a:cubicBezTo>
                <a:cubicBezTo>
                  <a:pt x="9513524" y="1717404"/>
                  <a:pt x="9502031" y="1705910"/>
                  <a:pt x="9502031" y="1691745"/>
                </a:cubicBezTo>
                <a:cubicBezTo>
                  <a:pt x="9502031" y="1677582"/>
                  <a:pt x="9513524" y="1666086"/>
                  <a:pt x="9527689" y="1666086"/>
                </a:cubicBezTo>
                <a:close/>
                <a:moveTo>
                  <a:pt x="9463485" y="1666086"/>
                </a:moveTo>
                <a:cubicBezTo>
                  <a:pt x="9477650" y="1666086"/>
                  <a:pt x="9489143" y="1677582"/>
                  <a:pt x="9489143" y="1691745"/>
                </a:cubicBezTo>
                <a:cubicBezTo>
                  <a:pt x="9489143" y="1705910"/>
                  <a:pt x="9477650" y="1717404"/>
                  <a:pt x="9463485" y="1717404"/>
                </a:cubicBezTo>
                <a:cubicBezTo>
                  <a:pt x="9449320" y="1717404"/>
                  <a:pt x="9437826" y="1705910"/>
                  <a:pt x="9437826" y="1691745"/>
                </a:cubicBezTo>
                <a:cubicBezTo>
                  <a:pt x="9437826" y="1677582"/>
                  <a:pt x="9449320" y="1666086"/>
                  <a:pt x="9463485" y="1666086"/>
                </a:cubicBezTo>
                <a:close/>
                <a:moveTo>
                  <a:pt x="9399280" y="1666086"/>
                </a:moveTo>
                <a:cubicBezTo>
                  <a:pt x="9413445" y="1666086"/>
                  <a:pt x="9424938" y="1677582"/>
                  <a:pt x="9424938" y="1691745"/>
                </a:cubicBezTo>
                <a:cubicBezTo>
                  <a:pt x="9424938" y="1705910"/>
                  <a:pt x="9413445" y="1717404"/>
                  <a:pt x="9399280" y="1717404"/>
                </a:cubicBezTo>
                <a:cubicBezTo>
                  <a:pt x="9385115" y="1717404"/>
                  <a:pt x="9373619" y="1705910"/>
                  <a:pt x="9373619" y="1691745"/>
                </a:cubicBezTo>
                <a:cubicBezTo>
                  <a:pt x="9373619" y="1677582"/>
                  <a:pt x="9385115" y="1666086"/>
                  <a:pt x="9399280" y="1666086"/>
                </a:cubicBezTo>
                <a:close/>
                <a:moveTo>
                  <a:pt x="9335073" y="1666086"/>
                </a:moveTo>
                <a:cubicBezTo>
                  <a:pt x="9349246" y="1666086"/>
                  <a:pt x="9360734" y="1677575"/>
                  <a:pt x="9360734" y="1691745"/>
                </a:cubicBezTo>
                <a:cubicBezTo>
                  <a:pt x="9360734" y="1705917"/>
                  <a:pt x="9349246" y="1717404"/>
                  <a:pt x="9335073" y="1717404"/>
                </a:cubicBezTo>
                <a:cubicBezTo>
                  <a:pt x="9320903" y="1717404"/>
                  <a:pt x="9309415" y="1705917"/>
                  <a:pt x="9309415" y="1691745"/>
                </a:cubicBezTo>
                <a:cubicBezTo>
                  <a:pt x="9309415" y="1677575"/>
                  <a:pt x="9320903" y="1666086"/>
                  <a:pt x="9335073" y="1666086"/>
                </a:cubicBezTo>
                <a:close/>
                <a:moveTo>
                  <a:pt x="9206664" y="1666086"/>
                </a:moveTo>
                <a:cubicBezTo>
                  <a:pt x="9220829" y="1666086"/>
                  <a:pt x="9232323" y="1677582"/>
                  <a:pt x="9232323" y="1691745"/>
                </a:cubicBezTo>
                <a:cubicBezTo>
                  <a:pt x="9232323" y="1705910"/>
                  <a:pt x="9220829" y="1717404"/>
                  <a:pt x="9206664" y="1717404"/>
                </a:cubicBezTo>
                <a:cubicBezTo>
                  <a:pt x="9192499" y="1717404"/>
                  <a:pt x="9181006" y="1705910"/>
                  <a:pt x="9181006" y="1691745"/>
                </a:cubicBezTo>
                <a:cubicBezTo>
                  <a:pt x="9181006" y="1677582"/>
                  <a:pt x="9192499" y="1666086"/>
                  <a:pt x="9206664" y="1666086"/>
                </a:cubicBezTo>
                <a:close/>
                <a:moveTo>
                  <a:pt x="9142457" y="1666086"/>
                </a:moveTo>
                <a:cubicBezTo>
                  <a:pt x="9156622" y="1666086"/>
                  <a:pt x="9168118" y="1677582"/>
                  <a:pt x="9168118" y="1691745"/>
                </a:cubicBezTo>
                <a:cubicBezTo>
                  <a:pt x="9168118" y="1705910"/>
                  <a:pt x="9156622" y="1717404"/>
                  <a:pt x="9142457" y="1717404"/>
                </a:cubicBezTo>
                <a:cubicBezTo>
                  <a:pt x="9128292" y="1717404"/>
                  <a:pt x="9116799" y="1705910"/>
                  <a:pt x="9116799" y="1691745"/>
                </a:cubicBezTo>
                <a:cubicBezTo>
                  <a:pt x="9116799" y="1677582"/>
                  <a:pt x="9128292" y="1666086"/>
                  <a:pt x="9142457" y="1666086"/>
                </a:cubicBezTo>
                <a:close/>
                <a:moveTo>
                  <a:pt x="9078253" y="1666086"/>
                </a:moveTo>
                <a:cubicBezTo>
                  <a:pt x="9092418" y="1666086"/>
                  <a:pt x="9103911" y="1677582"/>
                  <a:pt x="9103911" y="1691745"/>
                </a:cubicBezTo>
                <a:cubicBezTo>
                  <a:pt x="9103911" y="1705910"/>
                  <a:pt x="9092418" y="1717404"/>
                  <a:pt x="9078253" y="1717404"/>
                </a:cubicBezTo>
                <a:cubicBezTo>
                  <a:pt x="9064088" y="1717404"/>
                  <a:pt x="9052595" y="1705910"/>
                  <a:pt x="9052595" y="1691745"/>
                </a:cubicBezTo>
                <a:cubicBezTo>
                  <a:pt x="9052595" y="1677582"/>
                  <a:pt x="9064088" y="1666086"/>
                  <a:pt x="9078253" y="1666086"/>
                </a:cubicBezTo>
                <a:close/>
                <a:moveTo>
                  <a:pt x="9014049" y="1666086"/>
                </a:moveTo>
                <a:cubicBezTo>
                  <a:pt x="9028214" y="1666086"/>
                  <a:pt x="9039707" y="1677582"/>
                  <a:pt x="9039707" y="1691745"/>
                </a:cubicBezTo>
                <a:cubicBezTo>
                  <a:pt x="9039707" y="1705910"/>
                  <a:pt x="9028214" y="1717404"/>
                  <a:pt x="9014049" y="1717404"/>
                </a:cubicBezTo>
                <a:cubicBezTo>
                  <a:pt x="8999884" y="1717404"/>
                  <a:pt x="8988388" y="1705910"/>
                  <a:pt x="8988388" y="1691745"/>
                </a:cubicBezTo>
                <a:cubicBezTo>
                  <a:pt x="8988388" y="1677582"/>
                  <a:pt x="8999884" y="1666086"/>
                  <a:pt x="9014049" y="1666086"/>
                </a:cubicBezTo>
                <a:close/>
                <a:moveTo>
                  <a:pt x="8949842" y="1666086"/>
                </a:moveTo>
                <a:cubicBezTo>
                  <a:pt x="8964015" y="1666086"/>
                  <a:pt x="8975503" y="1677575"/>
                  <a:pt x="8975503" y="1691745"/>
                </a:cubicBezTo>
                <a:cubicBezTo>
                  <a:pt x="8975503" y="1705917"/>
                  <a:pt x="8964015" y="1717404"/>
                  <a:pt x="8949842" y="1717404"/>
                </a:cubicBezTo>
                <a:cubicBezTo>
                  <a:pt x="8935671" y="1717404"/>
                  <a:pt x="8924183" y="1705917"/>
                  <a:pt x="8924183" y="1691745"/>
                </a:cubicBezTo>
                <a:cubicBezTo>
                  <a:pt x="8924183" y="1677575"/>
                  <a:pt x="8935671" y="1666086"/>
                  <a:pt x="8949842" y="1666086"/>
                </a:cubicBezTo>
                <a:close/>
                <a:moveTo>
                  <a:pt x="8821433" y="1666086"/>
                </a:moveTo>
                <a:cubicBezTo>
                  <a:pt x="8835598" y="1666086"/>
                  <a:pt x="8847091" y="1677582"/>
                  <a:pt x="8847091" y="1691745"/>
                </a:cubicBezTo>
                <a:cubicBezTo>
                  <a:pt x="8847091" y="1705910"/>
                  <a:pt x="8835598" y="1717404"/>
                  <a:pt x="8821433" y="1717404"/>
                </a:cubicBezTo>
                <a:cubicBezTo>
                  <a:pt x="8807268" y="1717404"/>
                  <a:pt x="8795772" y="1705910"/>
                  <a:pt x="8795772" y="1691745"/>
                </a:cubicBezTo>
                <a:cubicBezTo>
                  <a:pt x="8795772" y="1677582"/>
                  <a:pt x="8807268" y="1666086"/>
                  <a:pt x="8821433" y="1666086"/>
                </a:cubicBezTo>
                <a:close/>
                <a:moveTo>
                  <a:pt x="8757226" y="1666086"/>
                </a:moveTo>
                <a:cubicBezTo>
                  <a:pt x="8771391" y="1666086"/>
                  <a:pt x="8782887" y="1677582"/>
                  <a:pt x="8782887" y="1691745"/>
                </a:cubicBezTo>
                <a:cubicBezTo>
                  <a:pt x="8782887" y="1705910"/>
                  <a:pt x="8771391" y="1717404"/>
                  <a:pt x="8757226" y="1717404"/>
                </a:cubicBezTo>
                <a:cubicBezTo>
                  <a:pt x="8743061" y="1717404"/>
                  <a:pt x="8731568" y="1705910"/>
                  <a:pt x="8731568" y="1691745"/>
                </a:cubicBezTo>
                <a:cubicBezTo>
                  <a:pt x="8731568" y="1677582"/>
                  <a:pt x="8743061" y="1666086"/>
                  <a:pt x="8757226" y="1666086"/>
                </a:cubicBezTo>
                <a:close/>
                <a:moveTo>
                  <a:pt x="8692904" y="1666086"/>
                </a:moveTo>
                <a:cubicBezTo>
                  <a:pt x="8707069" y="1666086"/>
                  <a:pt x="8718565" y="1677582"/>
                  <a:pt x="8718565" y="1691745"/>
                </a:cubicBezTo>
                <a:cubicBezTo>
                  <a:pt x="8718565" y="1705910"/>
                  <a:pt x="8707069" y="1717404"/>
                  <a:pt x="8692904" y="1717404"/>
                </a:cubicBezTo>
                <a:cubicBezTo>
                  <a:pt x="8678741" y="1717404"/>
                  <a:pt x="8667246" y="1705910"/>
                  <a:pt x="8667246" y="1691745"/>
                </a:cubicBezTo>
                <a:cubicBezTo>
                  <a:pt x="8667246" y="1677582"/>
                  <a:pt x="8678741" y="1666086"/>
                  <a:pt x="8692904" y="1666086"/>
                </a:cubicBezTo>
                <a:close/>
                <a:moveTo>
                  <a:pt x="8628699" y="1666086"/>
                </a:moveTo>
                <a:cubicBezTo>
                  <a:pt x="8642864" y="1666086"/>
                  <a:pt x="8654358" y="1677582"/>
                  <a:pt x="8654358" y="1691745"/>
                </a:cubicBezTo>
                <a:cubicBezTo>
                  <a:pt x="8654358" y="1705910"/>
                  <a:pt x="8642864" y="1717404"/>
                  <a:pt x="8628699" y="1717404"/>
                </a:cubicBezTo>
                <a:cubicBezTo>
                  <a:pt x="8614534" y="1717404"/>
                  <a:pt x="8603041" y="1705910"/>
                  <a:pt x="8603041" y="1691745"/>
                </a:cubicBezTo>
                <a:cubicBezTo>
                  <a:pt x="8603041" y="1677582"/>
                  <a:pt x="8614534" y="1666086"/>
                  <a:pt x="8628699" y="1666086"/>
                </a:cubicBezTo>
                <a:close/>
                <a:moveTo>
                  <a:pt x="8564495" y="1666086"/>
                </a:moveTo>
                <a:cubicBezTo>
                  <a:pt x="8578665" y="1666086"/>
                  <a:pt x="8590153" y="1677575"/>
                  <a:pt x="8590153" y="1691745"/>
                </a:cubicBezTo>
                <a:cubicBezTo>
                  <a:pt x="8590153" y="1705917"/>
                  <a:pt x="8578665" y="1717404"/>
                  <a:pt x="8564495" y="1717404"/>
                </a:cubicBezTo>
                <a:cubicBezTo>
                  <a:pt x="8550325" y="1717404"/>
                  <a:pt x="8538837" y="1705917"/>
                  <a:pt x="8538837" y="1691745"/>
                </a:cubicBezTo>
                <a:cubicBezTo>
                  <a:pt x="8538837" y="1677575"/>
                  <a:pt x="8550325" y="1666086"/>
                  <a:pt x="8564495" y="1666086"/>
                </a:cubicBezTo>
                <a:close/>
                <a:moveTo>
                  <a:pt x="8500288" y="1666086"/>
                </a:moveTo>
                <a:cubicBezTo>
                  <a:pt x="8514453" y="1666086"/>
                  <a:pt x="8525949" y="1677582"/>
                  <a:pt x="8525949" y="1691745"/>
                </a:cubicBezTo>
                <a:cubicBezTo>
                  <a:pt x="8525949" y="1705910"/>
                  <a:pt x="8514453" y="1717404"/>
                  <a:pt x="8500288" y="1717404"/>
                </a:cubicBezTo>
                <a:cubicBezTo>
                  <a:pt x="8486126" y="1717404"/>
                  <a:pt x="8474630" y="1705910"/>
                  <a:pt x="8474630" y="1691745"/>
                </a:cubicBezTo>
                <a:cubicBezTo>
                  <a:pt x="8474630" y="1677582"/>
                  <a:pt x="8486126" y="1666086"/>
                  <a:pt x="8500288" y="1666086"/>
                </a:cubicBezTo>
                <a:close/>
                <a:moveTo>
                  <a:pt x="8436084" y="1666086"/>
                </a:moveTo>
                <a:cubicBezTo>
                  <a:pt x="8450249" y="1666086"/>
                  <a:pt x="8461745" y="1677582"/>
                  <a:pt x="8461745" y="1691745"/>
                </a:cubicBezTo>
                <a:cubicBezTo>
                  <a:pt x="8461745" y="1705910"/>
                  <a:pt x="8450249" y="1717404"/>
                  <a:pt x="8436084" y="1717404"/>
                </a:cubicBezTo>
                <a:cubicBezTo>
                  <a:pt x="8421919" y="1717404"/>
                  <a:pt x="8410426" y="1705910"/>
                  <a:pt x="8410426" y="1691745"/>
                </a:cubicBezTo>
                <a:cubicBezTo>
                  <a:pt x="8410426" y="1677582"/>
                  <a:pt x="8421919" y="1666086"/>
                  <a:pt x="8436084" y="1666086"/>
                </a:cubicBezTo>
                <a:close/>
                <a:moveTo>
                  <a:pt x="8307675" y="1666086"/>
                </a:moveTo>
                <a:cubicBezTo>
                  <a:pt x="8321837" y="1666086"/>
                  <a:pt x="8333333" y="1677582"/>
                  <a:pt x="8333333" y="1691745"/>
                </a:cubicBezTo>
                <a:cubicBezTo>
                  <a:pt x="8333333" y="1705910"/>
                  <a:pt x="8321837" y="1717404"/>
                  <a:pt x="8307675" y="1717404"/>
                </a:cubicBezTo>
                <a:cubicBezTo>
                  <a:pt x="8293510" y="1717404"/>
                  <a:pt x="8282014" y="1705910"/>
                  <a:pt x="8282014" y="1691745"/>
                </a:cubicBezTo>
                <a:cubicBezTo>
                  <a:pt x="8282014" y="1677582"/>
                  <a:pt x="8293510" y="1666086"/>
                  <a:pt x="8307675" y="1666086"/>
                </a:cubicBezTo>
                <a:close/>
                <a:moveTo>
                  <a:pt x="8243468" y="1666086"/>
                </a:moveTo>
                <a:cubicBezTo>
                  <a:pt x="8257638" y="1666086"/>
                  <a:pt x="8269126" y="1677575"/>
                  <a:pt x="8269126" y="1691745"/>
                </a:cubicBezTo>
                <a:cubicBezTo>
                  <a:pt x="8269126" y="1705917"/>
                  <a:pt x="8257638" y="1717404"/>
                  <a:pt x="8243468" y="1717404"/>
                </a:cubicBezTo>
                <a:cubicBezTo>
                  <a:pt x="8229298" y="1717404"/>
                  <a:pt x="8217810" y="1705917"/>
                  <a:pt x="8217810" y="1691745"/>
                </a:cubicBezTo>
                <a:cubicBezTo>
                  <a:pt x="8217810" y="1677575"/>
                  <a:pt x="8229298" y="1666086"/>
                  <a:pt x="8243468" y="1666086"/>
                </a:cubicBezTo>
                <a:close/>
                <a:moveTo>
                  <a:pt x="8115057" y="1666086"/>
                </a:moveTo>
                <a:cubicBezTo>
                  <a:pt x="8129222" y="1666086"/>
                  <a:pt x="8140717" y="1677582"/>
                  <a:pt x="8140717" y="1691745"/>
                </a:cubicBezTo>
                <a:cubicBezTo>
                  <a:pt x="8140717" y="1705910"/>
                  <a:pt x="8129222" y="1717404"/>
                  <a:pt x="8115057" y="1717404"/>
                </a:cubicBezTo>
                <a:cubicBezTo>
                  <a:pt x="8100894" y="1717404"/>
                  <a:pt x="8089398" y="1705910"/>
                  <a:pt x="8089398" y="1691745"/>
                </a:cubicBezTo>
                <a:cubicBezTo>
                  <a:pt x="8089398" y="1677582"/>
                  <a:pt x="8100894" y="1666086"/>
                  <a:pt x="8115057" y="1666086"/>
                </a:cubicBezTo>
                <a:close/>
                <a:moveTo>
                  <a:pt x="8050852" y="1666086"/>
                </a:moveTo>
                <a:cubicBezTo>
                  <a:pt x="8065017" y="1666086"/>
                  <a:pt x="8076510" y="1677582"/>
                  <a:pt x="8076510" y="1691745"/>
                </a:cubicBezTo>
                <a:cubicBezTo>
                  <a:pt x="8076510" y="1705910"/>
                  <a:pt x="8065017" y="1717404"/>
                  <a:pt x="8050852" y="1717404"/>
                </a:cubicBezTo>
                <a:cubicBezTo>
                  <a:pt x="8036687" y="1717404"/>
                  <a:pt x="8025194" y="1705910"/>
                  <a:pt x="8025194" y="1691745"/>
                </a:cubicBezTo>
                <a:cubicBezTo>
                  <a:pt x="8025194" y="1677582"/>
                  <a:pt x="8036687" y="1666086"/>
                  <a:pt x="8050852" y="1666086"/>
                </a:cubicBezTo>
                <a:close/>
                <a:moveTo>
                  <a:pt x="7986648" y="1666086"/>
                </a:moveTo>
                <a:cubicBezTo>
                  <a:pt x="8000813" y="1666086"/>
                  <a:pt x="8012306" y="1677582"/>
                  <a:pt x="8012306" y="1691745"/>
                </a:cubicBezTo>
                <a:cubicBezTo>
                  <a:pt x="8012306" y="1705910"/>
                  <a:pt x="8000813" y="1717404"/>
                  <a:pt x="7986648" y="1717404"/>
                </a:cubicBezTo>
                <a:cubicBezTo>
                  <a:pt x="7972483" y="1717404"/>
                  <a:pt x="7960990" y="1705910"/>
                  <a:pt x="7960990" y="1691745"/>
                </a:cubicBezTo>
                <a:cubicBezTo>
                  <a:pt x="7960990" y="1677582"/>
                  <a:pt x="7972483" y="1666086"/>
                  <a:pt x="7986648" y="1666086"/>
                </a:cubicBezTo>
                <a:close/>
                <a:moveTo>
                  <a:pt x="7922444" y="1666086"/>
                </a:moveTo>
                <a:cubicBezTo>
                  <a:pt x="7936606" y="1666086"/>
                  <a:pt x="7948102" y="1677582"/>
                  <a:pt x="7948102" y="1691745"/>
                </a:cubicBezTo>
                <a:cubicBezTo>
                  <a:pt x="7948102" y="1705910"/>
                  <a:pt x="7936606" y="1717404"/>
                  <a:pt x="7922444" y="1717404"/>
                </a:cubicBezTo>
                <a:cubicBezTo>
                  <a:pt x="7908279" y="1717404"/>
                  <a:pt x="7896783" y="1705910"/>
                  <a:pt x="7896783" y="1691745"/>
                </a:cubicBezTo>
                <a:cubicBezTo>
                  <a:pt x="7896783" y="1677582"/>
                  <a:pt x="7908279" y="1666086"/>
                  <a:pt x="7922444" y="1666086"/>
                </a:cubicBezTo>
                <a:close/>
                <a:moveTo>
                  <a:pt x="7858237" y="1666086"/>
                </a:moveTo>
                <a:cubicBezTo>
                  <a:pt x="7872407" y="1666086"/>
                  <a:pt x="7883895" y="1677575"/>
                  <a:pt x="7883895" y="1691745"/>
                </a:cubicBezTo>
                <a:cubicBezTo>
                  <a:pt x="7883895" y="1705917"/>
                  <a:pt x="7872407" y="1717404"/>
                  <a:pt x="7858237" y="1717404"/>
                </a:cubicBezTo>
                <a:cubicBezTo>
                  <a:pt x="7844066" y="1717404"/>
                  <a:pt x="7832578" y="1705917"/>
                  <a:pt x="7832578" y="1691745"/>
                </a:cubicBezTo>
                <a:cubicBezTo>
                  <a:pt x="7832578" y="1677575"/>
                  <a:pt x="7844066" y="1666086"/>
                  <a:pt x="7858237" y="1666086"/>
                </a:cubicBezTo>
                <a:close/>
                <a:moveTo>
                  <a:pt x="7794032" y="1666086"/>
                </a:moveTo>
                <a:cubicBezTo>
                  <a:pt x="7808203" y="1666086"/>
                  <a:pt x="7819690" y="1677575"/>
                  <a:pt x="7819690" y="1691745"/>
                </a:cubicBezTo>
                <a:cubicBezTo>
                  <a:pt x="7819690" y="1705917"/>
                  <a:pt x="7808203" y="1717404"/>
                  <a:pt x="7794032" y="1717404"/>
                </a:cubicBezTo>
                <a:cubicBezTo>
                  <a:pt x="7779862" y="1717404"/>
                  <a:pt x="7768371" y="1705917"/>
                  <a:pt x="7768371" y="1691745"/>
                </a:cubicBezTo>
                <a:cubicBezTo>
                  <a:pt x="7768371" y="1677575"/>
                  <a:pt x="7779862" y="1666086"/>
                  <a:pt x="7794032" y="1666086"/>
                </a:cubicBezTo>
                <a:close/>
                <a:moveTo>
                  <a:pt x="7729825" y="1666086"/>
                </a:moveTo>
                <a:cubicBezTo>
                  <a:pt x="7743990" y="1666086"/>
                  <a:pt x="7755486" y="1677582"/>
                  <a:pt x="7755486" y="1691745"/>
                </a:cubicBezTo>
                <a:cubicBezTo>
                  <a:pt x="7755486" y="1705910"/>
                  <a:pt x="7743990" y="1717404"/>
                  <a:pt x="7729825" y="1717404"/>
                </a:cubicBezTo>
                <a:cubicBezTo>
                  <a:pt x="7715660" y="1717404"/>
                  <a:pt x="7704167" y="1705910"/>
                  <a:pt x="7704167" y="1691745"/>
                </a:cubicBezTo>
                <a:cubicBezTo>
                  <a:pt x="7704167" y="1677582"/>
                  <a:pt x="7715660" y="1666086"/>
                  <a:pt x="7729825" y="1666086"/>
                </a:cubicBezTo>
                <a:close/>
                <a:moveTo>
                  <a:pt x="7665621" y="1666086"/>
                </a:moveTo>
                <a:cubicBezTo>
                  <a:pt x="7679786" y="1666086"/>
                  <a:pt x="7691279" y="1677582"/>
                  <a:pt x="7691279" y="1691745"/>
                </a:cubicBezTo>
                <a:cubicBezTo>
                  <a:pt x="7691279" y="1705910"/>
                  <a:pt x="7679786" y="1717404"/>
                  <a:pt x="7665621" y="1717404"/>
                </a:cubicBezTo>
                <a:cubicBezTo>
                  <a:pt x="7651456" y="1717404"/>
                  <a:pt x="7639963" y="1705910"/>
                  <a:pt x="7639963" y="1691745"/>
                </a:cubicBezTo>
                <a:cubicBezTo>
                  <a:pt x="7639963" y="1677582"/>
                  <a:pt x="7651456" y="1666086"/>
                  <a:pt x="7665621" y="1666086"/>
                </a:cubicBezTo>
                <a:close/>
                <a:moveTo>
                  <a:pt x="7601299" y="1666086"/>
                </a:moveTo>
                <a:cubicBezTo>
                  <a:pt x="7615464" y="1666086"/>
                  <a:pt x="7626959" y="1677582"/>
                  <a:pt x="7626959" y="1691745"/>
                </a:cubicBezTo>
                <a:cubicBezTo>
                  <a:pt x="7626959" y="1705910"/>
                  <a:pt x="7615464" y="1717404"/>
                  <a:pt x="7601299" y="1717404"/>
                </a:cubicBezTo>
                <a:cubicBezTo>
                  <a:pt x="7587134" y="1717404"/>
                  <a:pt x="7575640" y="1705910"/>
                  <a:pt x="7575640" y="1691745"/>
                </a:cubicBezTo>
                <a:cubicBezTo>
                  <a:pt x="7575640" y="1677582"/>
                  <a:pt x="7587134" y="1666086"/>
                  <a:pt x="7601299" y="1666086"/>
                </a:cubicBezTo>
                <a:close/>
                <a:moveTo>
                  <a:pt x="7537094" y="1666086"/>
                </a:moveTo>
                <a:cubicBezTo>
                  <a:pt x="7551259" y="1666086"/>
                  <a:pt x="7562752" y="1677582"/>
                  <a:pt x="7562752" y="1691745"/>
                </a:cubicBezTo>
                <a:cubicBezTo>
                  <a:pt x="7562752" y="1705910"/>
                  <a:pt x="7551259" y="1717404"/>
                  <a:pt x="7537094" y="1717404"/>
                </a:cubicBezTo>
                <a:cubicBezTo>
                  <a:pt x="7522929" y="1717404"/>
                  <a:pt x="7511436" y="1705910"/>
                  <a:pt x="7511436" y="1691745"/>
                </a:cubicBezTo>
                <a:cubicBezTo>
                  <a:pt x="7511436" y="1677582"/>
                  <a:pt x="7522929" y="1666086"/>
                  <a:pt x="7537094" y="1666086"/>
                </a:cubicBezTo>
                <a:close/>
                <a:moveTo>
                  <a:pt x="7472890" y="1666086"/>
                </a:moveTo>
                <a:cubicBezTo>
                  <a:pt x="7487060" y="1666086"/>
                  <a:pt x="7498548" y="1677575"/>
                  <a:pt x="7498548" y="1691745"/>
                </a:cubicBezTo>
                <a:cubicBezTo>
                  <a:pt x="7498548" y="1705917"/>
                  <a:pt x="7487060" y="1717404"/>
                  <a:pt x="7472890" y="1717404"/>
                </a:cubicBezTo>
                <a:cubicBezTo>
                  <a:pt x="7458717" y="1717404"/>
                  <a:pt x="7447229" y="1705917"/>
                  <a:pt x="7447229" y="1691745"/>
                </a:cubicBezTo>
                <a:cubicBezTo>
                  <a:pt x="7447229" y="1677575"/>
                  <a:pt x="7458717" y="1666086"/>
                  <a:pt x="7472890" y="1666086"/>
                </a:cubicBezTo>
                <a:close/>
                <a:moveTo>
                  <a:pt x="7408683" y="1666086"/>
                </a:moveTo>
                <a:cubicBezTo>
                  <a:pt x="7422848" y="1666086"/>
                  <a:pt x="7434341" y="1677582"/>
                  <a:pt x="7434341" y="1691745"/>
                </a:cubicBezTo>
                <a:cubicBezTo>
                  <a:pt x="7434341" y="1705910"/>
                  <a:pt x="7422848" y="1717404"/>
                  <a:pt x="7408683" y="1717404"/>
                </a:cubicBezTo>
                <a:cubicBezTo>
                  <a:pt x="7394518" y="1717404"/>
                  <a:pt x="7383025" y="1705910"/>
                  <a:pt x="7383025" y="1691745"/>
                </a:cubicBezTo>
                <a:cubicBezTo>
                  <a:pt x="7383025" y="1677582"/>
                  <a:pt x="7394518" y="1666086"/>
                  <a:pt x="7408683" y="1666086"/>
                </a:cubicBezTo>
                <a:close/>
                <a:moveTo>
                  <a:pt x="7344479" y="1666086"/>
                </a:moveTo>
                <a:cubicBezTo>
                  <a:pt x="7358644" y="1666086"/>
                  <a:pt x="7370137" y="1677582"/>
                  <a:pt x="7370137" y="1691745"/>
                </a:cubicBezTo>
                <a:cubicBezTo>
                  <a:pt x="7370137" y="1705910"/>
                  <a:pt x="7358644" y="1717404"/>
                  <a:pt x="7344479" y="1717404"/>
                </a:cubicBezTo>
                <a:cubicBezTo>
                  <a:pt x="7330314" y="1717404"/>
                  <a:pt x="7318820" y="1705910"/>
                  <a:pt x="7318820" y="1691745"/>
                </a:cubicBezTo>
                <a:cubicBezTo>
                  <a:pt x="7318820" y="1677582"/>
                  <a:pt x="7330314" y="1666086"/>
                  <a:pt x="7344479" y="1666086"/>
                </a:cubicBezTo>
                <a:close/>
                <a:moveTo>
                  <a:pt x="7280274" y="1666086"/>
                </a:moveTo>
                <a:cubicBezTo>
                  <a:pt x="7294437" y="1666086"/>
                  <a:pt x="7305932" y="1677582"/>
                  <a:pt x="7305932" y="1691745"/>
                </a:cubicBezTo>
                <a:cubicBezTo>
                  <a:pt x="7305932" y="1705910"/>
                  <a:pt x="7294437" y="1717404"/>
                  <a:pt x="7280274" y="1717404"/>
                </a:cubicBezTo>
                <a:cubicBezTo>
                  <a:pt x="7266109" y="1717404"/>
                  <a:pt x="7254613" y="1705910"/>
                  <a:pt x="7254613" y="1691745"/>
                </a:cubicBezTo>
                <a:cubicBezTo>
                  <a:pt x="7254613" y="1677582"/>
                  <a:pt x="7266109" y="1666086"/>
                  <a:pt x="7280274" y="1666086"/>
                </a:cubicBezTo>
                <a:close/>
                <a:moveTo>
                  <a:pt x="7216067" y="1666086"/>
                </a:moveTo>
                <a:cubicBezTo>
                  <a:pt x="7230232" y="1666086"/>
                  <a:pt x="7241725" y="1677582"/>
                  <a:pt x="7241725" y="1691745"/>
                </a:cubicBezTo>
                <a:cubicBezTo>
                  <a:pt x="7241725" y="1705910"/>
                  <a:pt x="7230232" y="1717404"/>
                  <a:pt x="7216067" y="1717404"/>
                </a:cubicBezTo>
                <a:cubicBezTo>
                  <a:pt x="7201902" y="1717404"/>
                  <a:pt x="7190409" y="1705910"/>
                  <a:pt x="7190409" y="1691745"/>
                </a:cubicBezTo>
                <a:cubicBezTo>
                  <a:pt x="7190409" y="1677582"/>
                  <a:pt x="7201902" y="1666086"/>
                  <a:pt x="7216067" y="1666086"/>
                </a:cubicBezTo>
                <a:close/>
                <a:moveTo>
                  <a:pt x="7151863" y="1666086"/>
                </a:moveTo>
                <a:cubicBezTo>
                  <a:pt x="7166033" y="1666086"/>
                  <a:pt x="7177521" y="1677575"/>
                  <a:pt x="7177521" y="1691745"/>
                </a:cubicBezTo>
                <a:cubicBezTo>
                  <a:pt x="7177521" y="1705917"/>
                  <a:pt x="7166033" y="1717404"/>
                  <a:pt x="7151863" y="1717404"/>
                </a:cubicBezTo>
                <a:cubicBezTo>
                  <a:pt x="7137692" y="1717404"/>
                  <a:pt x="7126205" y="1705917"/>
                  <a:pt x="7126205" y="1691745"/>
                </a:cubicBezTo>
                <a:cubicBezTo>
                  <a:pt x="7126205" y="1677575"/>
                  <a:pt x="7137692" y="1666086"/>
                  <a:pt x="7151863" y="1666086"/>
                </a:cubicBezTo>
                <a:close/>
                <a:moveTo>
                  <a:pt x="7087658" y="1666086"/>
                </a:moveTo>
                <a:cubicBezTo>
                  <a:pt x="7101829" y="1666086"/>
                  <a:pt x="7113317" y="1677575"/>
                  <a:pt x="7113317" y="1691745"/>
                </a:cubicBezTo>
                <a:cubicBezTo>
                  <a:pt x="7113317" y="1705917"/>
                  <a:pt x="7101829" y="1717404"/>
                  <a:pt x="7087658" y="1717404"/>
                </a:cubicBezTo>
                <a:cubicBezTo>
                  <a:pt x="7073485" y="1717404"/>
                  <a:pt x="7061998" y="1705917"/>
                  <a:pt x="7061998" y="1691745"/>
                </a:cubicBezTo>
                <a:cubicBezTo>
                  <a:pt x="7061998" y="1677575"/>
                  <a:pt x="7073485" y="1666086"/>
                  <a:pt x="7087658" y="1666086"/>
                </a:cubicBezTo>
                <a:close/>
                <a:moveTo>
                  <a:pt x="6959247" y="1666086"/>
                </a:moveTo>
                <a:cubicBezTo>
                  <a:pt x="6973412" y="1666086"/>
                  <a:pt x="6984905" y="1677582"/>
                  <a:pt x="6984905" y="1691745"/>
                </a:cubicBezTo>
                <a:cubicBezTo>
                  <a:pt x="6984905" y="1705910"/>
                  <a:pt x="6973412" y="1717404"/>
                  <a:pt x="6959247" y="1717404"/>
                </a:cubicBezTo>
                <a:cubicBezTo>
                  <a:pt x="6945082" y="1717404"/>
                  <a:pt x="6933589" y="1705910"/>
                  <a:pt x="6933589" y="1691745"/>
                </a:cubicBezTo>
                <a:cubicBezTo>
                  <a:pt x="6933589" y="1677582"/>
                  <a:pt x="6945082" y="1666086"/>
                  <a:pt x="6959247" y="1666086"/>
                </a:cubicBezTo>
                <a:close/>
                <a:moveTo>
                  <a:pt x="6895043" y="1666086"/>
                </a:moveTo>
                <a:cubicBezTo>
                  <a:pt x="6909208" y="1666086"/>
                  <a:pt x="6920701" y="1677582"/>
                  <a:pt x="6920701" y="1691745"/>
                </a:cubicBezTo>
                <a:cubicBezTo>
                  <a:pt x="6920701" y="1705910"/>
                  <a:pt x="6909208" y="1717404"/>
                  <a:pt x="6895043" y="1717404"/>
                </a:cubicBezTo>
                <a:cubicBezTo>
                  <a:pt x="6880878" y="1717404"/>
                  <a:pt x="6869382" y="1705910"/>
                  <a:pt x="6869382" y="1691745"/>
                </a:cubicBezTo>
                <a:cubicBezTo>
                  <a:pt x="6869382" y="1677582"/>
                  <a:pt x="6880878" y="1666086"/>
                  <a:pt x="6895043" y="1666086"/>
                </a:cubicBezTo>
                <a:close/>
                <a:moveTo>
                  <a:pt x="6830836" y="1666086"/>
                </a:moveTo>
                <a:cubicBezTo>
                  <a:pt x="6845001" y="1666086"/>
                  <a:pt x="6856494" y="1677582"/>
                  <a:pt x="6856494" y="1691745"/>
                </a:cubicBezTo>
                <a:cubicBezTo>
                  <a:pt x="6856494" y="1705910"/>
                  <a:pt x="6845001" y="1717404"/>
                  <a:pt x="6830836" y="1717404"/>
                </a:cubicBezTo>
                <a:cubicBezTo>
                  <a:pt x="6816671" y="1717404"/>
                  <a:pt x="6805178" y="1705910"/>
                  <a:pt x="6805178" y="1691745"/>
                </a:cubicBezTo>
                <a:cubicBezTo>
                  <a:pt x="6805178" y="1677582"/>
                  <a:pt x="6816671" y="1666086"/>
                  <a:pt x="6830836" y="1666086"/>
                </a:cubicBezTo>
                <a:close/>
                <a:moveTo>
                  <a:pt x="6766631" y="1666086"/>
                </a:moveTo>
                <a:cubicBezTo>
                  <a:pt x="6780802" y="1666086"/>
                  <a:pt x="6792290" y="1677575"/>
                  <a:pt x="6792290" y="1691745"/>
                </a:cubicBezTo>
                <a:cubicBezTo>
                  <a:pt x="6792290" y="1705917"/>
                  <a:pt x="6780802" y="1717404"/>
                  <a:pt x="6766631" y="1717404"/>
                </a:cubicBezTo>
                <a:cubicBezTo>
                  <a:pt x="6752461" y="1717404"/>
                  <a:pt x="6740973" y="1705917"/>
                  <a:pt x="6740973" y="1691745"/>
                </a:cubicBezTo>
                <a:cubicBezTo>
                  <a:pt x="6740973" y="1677575"/>
                  <a:pt x="6752461" y="1666086"/>
                  <a:pt x="6766631" y="1666086"/>
                </a:cubicBezTo>
                <a:close/>
                <a:moveTo>
                  <a:pt x="6702427" y="1666086"/>
                </a:moveTo>
                <a:cubicBezTo>
                  <a:pt x="6716597" y="1666086"/>
                  <a:pt x="6728085" y="1677575"/>
                  <a:pt x="6728085" y="1691745"/>
                </a:cubicBezTo>
                <a:cubicBezTo>
                  <a:pt x="6728085" y="1705917"/>
                  <a:pt x="6716597" y="1717404"/>
                  <a:pt x="6702427" y="1717404"/>
                </a:cubicBezTo>
                <a:cubicBezTo>
                  <a:pt x="6688254" y="1717404"/>
                  <a:pt x="6676766" y="1705917"/>
                  <a:pt x="6676766" y="1691745"/>
                </a:cubicBezTo>
                <a:cubicBezTo>
                  <a:pt x="6676766" y="1677575"/>
                  <a:pt x="6688254" y="1666086"/>
                  <a:pt x="6702427" y="1666086"/>
                </a:cubicBezTo>
                <a:close/>
                <a:moveTo>
                  <a:pt x="6638220" y="1666086"/>
                </a:moveTo>
                <a:cubicBezTo>
                  <a:pt x="6652385" y="1666086"/>
                  <a:pt x="6663881" y="1677582"/>
                  <a:pt x="6663881" y="1691745"/>
                </a:cubicBezTo>
                <a:cubicBezTo>
                  <a:pt x="6663881" y="1705910"/>
                  <a:pt x="6652385" y="1717404"/>
                  <a:pt x="6638220" y="1717404"/>
                </a:cubicBezTo>
                <a:cubicBezTo>
                  <a:pt x="6624055" y="1717404"/>
                  <a:pt x="6612562" y="1705910"/>
                  <a:pt x="6612562" y="1691745"/>
                </a:cubicBezTo>
                <a:cubicBezTo>
                  <a:pt x="6612562" y="1677582"/>
                  <a:pt x="6624055" y="1666086"/>
                  <a:pt x="6638220" y="1666086"/>
                </a:cubicBezTo>
                <a:close/>
                <a:moveTo>
                  <a:pt x="6574016" y="1666086"/>
                </a:moveTo>
                <a:cubicBezTo>
                  <a:pt x="6588181" y="1666086"/>
                  <a:pt x="6599674" y="1677582"/>
                  <a:pt x="6599674" y="1691745"/>
                </a:cubicBezTo>
                <a:cubicBezTo>
                  <a:pt x="6599674" y="1705910"/>
                  <a:pt x="6588181" y="1717404"/>
                  <a:pt x="6574016" y="1717404"/>
                </a:cubicBezTo>
                <a:cubicBezTo>
                  <a:pt x="6559851" y="1717404"/>
                  <a:pt x="6548357" y="1705910"/>
                  <a:pt x="6548357" y="1691745"/>
                </a:cubicBezTo>
                <a:cubicBezTo>
                  <a:pt x="6548357" y="1677582"/>
                  <a:pt x="6559851" y="1666086"/>
                  <a:pt x="6574016" y="1666086"/>
                </a:cubicBezTo>
                <a:close/>
                <a:moveTo>
                  <a:pt x="6381282" y="1666086"/>
                </a:moveTo>
                <a:cubicBezTo>
                  <a:pt x="6395455" y="1666086"/>
                  <a:pt x="6406943" y="1677575"/>
                  <a:pt x="6406943" y="1691745"/>
                </a:cubicBezTo>
                <a:cubicBezTo>
                  <a:pt x="6406943" y="1705917"/>
                  <a:pt x="6395455" y="1717404"/>
                  <a:pt x="6381282" y="1717404"/>
                </a:cubicBezTo>
                <a:cubicBezTo>
                  <a:pt x="6367112" y="1717404"/>
                  <a:pt x="6355624" y="1705917"/>
                  <a:pt x="6355624" y="1691745"/>
                </a:cubicBezTo>
                <a:cubicBezTo>
                  <a:pt x="6355624" y="1677575"/>
                  <a:pt x="6367112" y="1666086"/>
                  <a:pt x="6381282" y="1666086"/>
                </a:cubicBezTo>
                <a:close/>
                <a:moveTo>
                  <a:pt x="6317078" y="1666086"/>
                </a:moveTo>
                <a:cubicBezTo>
                  <a:pt x="6331243" y="1666086"/>
                  <a:pt x="6342736" y="1677582"/>
                  <a:pt x="6342736" y="1691745"/>
                </a:cubicBezTo>
                <a:cubicBezTo>
                  <a:pt x="6342736" y="1705910"/>
                  <a:pt x="6331243" y="1717404"/>
                  <a:pt x="6317078" y="1717404"/>
                </a:cubicBezTo>
                <a:cubicBezTo>
                  <a:pt x="6302913" y="1717404"/>
                  <a:pt x="6291420" y="1705910"/>
                  <a:pt x="6291420" y="1691745"/>
                </a:cubicBezTo>
                <a:cubicBezTo>
                  <a:pt x="6291420" y="1677582"/>
                  <a:pt x="6302913" y="1666086"/>
                  <a:pt x="6317078" y="1666086"/>
                </a:cubicBezTo>
                <a:close/>
                <a:moveTo>
                  <a:pt x="6252873" y="1666086"/>
                </a:moveTo>
                <a:cubicBezTo>
                  <a:pt x="6267036" y="1666086"/>
                  <a:pt x="6278532" y="1677582"/>
                  <a:pt x="6278532" y="1691745"/>
                </a:cubicBezTo>
                <a:cubicBezTo>
                  <a:pt x="6278532" y="1705910"/>
                  <a:pt x="6267036" y="1717404"/>
                  <a:pt x="6252873" y="1717404"/>
                </a:cubicBezTo>
                <a:cubicBezTo>
                  <a:pt x="6238708" y="1717404"/>
                  <a:pt x="6227213" y="1705910"/>
                  <a:pt x="6227213" y="1691745"/>
                </a:cubicBezTo>
                <a:cubicBezTo>
                  <a:pt x="6227213" y="1677582"/>
                  <a:pt x="6238708" y="1666086"/>
                  <a:pt x="6252873" y="1666086"/>
                </a:cubicBezTo>
                <a:close/>
                <a:moveTo>
                  <a:pt x="6188666" y="1666086"/>
                </a:moveTo>
                <a:cubicBezTo>
                  <a:pt x="6202831" y="1666086"/>
                  <a:pt x="6214327" y="1677582"/>
                  <a:pt x="6214327" y="1691745"/>
                </a:cubicBezTo>
                <a:cubicBezTo>
                  <a:pt x="6214327" y="1705910"/>
                  <a:pt x="6202831" y="1717404"/>
                  <a:pt x="6188666" y="1717404"/>
                </a:cubicBezTo>
                <a:cubicBezTo>
                  <a:pt x="6174504" y="1717404"/>
                  <a:pt x="6163008" y="1705910"/>
                  <a:pt x="6163008" y="1691745"/>
                </a:cubicBezTo>
                <a:cubicBezTo>
                  <a:pt x="6163008" y="1677582"/>
                  <a:pt x="6174504" y="1666086"/>
                  <a:pt x="6188666" y="1666086"/>
                </a:cubicBezTo>
                <a:close/>
                <a:moveTo>
                  <a:pt x="6124462" y="1666086"/>
                </a:moveTo>
                <a:cubicBezTo>
                  <a:pt x="6138627" y="1666086"/>
                  <a:pt x="6150123" y="1677582"/>
                  <a:pt x="6150123" y="1691745"/>
                </a:cubicBezTo>
                <a:cubicBezTo>
                  <a:pt x="6150123" y="1705910"/>
                  <a:pt x="6138627" y="1717404"/>
                  <a:pt x="6124462" y="1717404"/>
                </a:cubicBezTo>
                <a:cubicBezTo>
                  <a:pt x="6110297" y="1717404"/>
                  <a:pt x="6098804" y="1705910"/>
                  <a:pt x="6098804" y="1691745"/>
                </a:cubicBezTo>
                <a:cubicBezTo>
                  <a:pt x="6098804" y="1677582"/>
                  <a:pt x="6110297" y="1666086"/>
                  <a:pt x="6124462" y="1666086"/>
                </a:cubicBezTo>
                <a:close/>
                <a:moveTo>
                  <a:pt x="6064505" y="1666086"/>
                </a:moveTo>
                <a:cubicBezTo>
                  <a:pt x="6078666" y="1666086"/>
                  <a:pt x="6090163" y="1677582"/>
                  <a:pt x="6090163" y="1691745"/>
                </a:cubicBezTo>
                <a:cubicBezTo>
                  <a:pt x="6090163" y="1705910"/>
                  <a:pt x="6078666" y="1717404"/>
                  <a:pt x="6064505" y="1717404"/>
                </a:cubicBezTo>
                <a:cubicBezTo>
                  <a:pt x="6050336" y="1717404"/>
                  <a:pt x="6038844" y="1705910"/>
                  <a:pt x="6038844" y="1691745"/>
                </a:cubicBezTo>
                <a:cubicBezTo>
                  <a:pt x="6038844" y="1677582"/>
                  <a:pt x="6050336" y="1666086"/>
                  <a:pt x="6064505" y="1666086"/>
                </a:cubicBezTo>
                <a:close/>
                <a:moveTo>
                  <a:pt x="6000298" y="1666086"/>
                </a:moveTo>
                <a:cubicBezTo>
                  <a:pt x="6014463" y="1666086"/>
                  <a:pt x="6025956" y="1677582"/>
                  <a:pt x="6025956" y="1691745"/>
                </a:cubicBezTo>
                <a:cubicBezTo>
                  <a:pt x="6025956" y="1705910"/>
                  <a:pt x="6014463" y="1717404"/>
                  <a:pt x="6000298" y="1717404"/>
                </a:cubicBezTo>
                <a:cubicBezTo>
                  <a:pt x="5986133" y="1717404"/>
                  <a:pt x="5974639" y="1705910"/>
                  <a:pt x="5974639" y="1691745"/>
                </a:cubicBezTo>
                <a:cubicBezTo>
                  <a:pt x="5974639" y="1677582"/>
                  <a:pt x="5986133" y="1666086"/>
                  <a:pt x="6000298" y="1666086"/>
                </a:cubicBezTo>
                <a:close/>
                <a:moveTo>
                  <a:pt x="5936092" y="1666086"/>
                </a:moveTo>
                <a:cubicBezTo>
                  <a:pt x="5950255" y="1666086"/>
                  <a:pt x="5961751" y="1677582"/>
                  <a:pt x="5961751" y="1691745"/>
                </a:cubicBezTo>
                <a:cubicBezTo>
                  <a:pt x="5961751" y="1705910"/>
                  <a:pt x="5950255" y="1717404"/>
                  <a:pt x="5936092" y="1717404"/>
                </a:cubicBezTo>
                <a:cubicBezTo>
                  <a:pt x="5921928" y="1717404"/>
                  <a:pt x="5910435" y="1705910"/>
                  <a:pt x="5910435" y="1691745"/>
                </a:cubicBezTo>
                <a:cubicBezTo>
                  <a:pt x="5910435" y="1677582"/>
                  <a:pt x="5921928" y="1666086"/>
                  <a:pt x="5936092" y="1666086"/>
                </a:cubicBezTo>
                <a:close/>
                <a:moveTo>
                  <a:pt x="5743477" y="1666086"/>
                </a:moveTo>
                <a:cubicBezTo>
                  <a:pt x="5757648" y="1666086"/>
                  <a:pt x="5769136" y="1677575"/>
                  <a:pt x="5769136" y="1691745"/>
                </a:cubicBezTo>
                <a:cubicBezTo>
                  <a:pt x="5769136" y="1705917"/>
                  <a:pt x="5757648" y="1717404"/>
                  <a:pt x="5743477" y="1717404"/>
                </a:cubicBezTo>
                <a:cubicBezTo>
                  <a:pt x="5729307" y="1717404"/>
                  <a:pt x="5717818" y="1705917"/>
                  <a:pt x="5717818" y="1691745"/>
                </a:cubicBezTo>
                <a:cubicBezTo>
                  <a:pt x="5717818" y="1677575"/>
                  <a:pt x="5729307" y="1666086"/>
                  <a:pt x="5743477" y="1666086"/>
                </a:cubicBezTo>
                <a:close/>
                <a:moveTo>
                  <a:pt x="5679272" y="1666086"/>
                </a:moveTo>
                <a:cubicBezTo>
                  <a:pt x="5693437" y="1666086"/>
                  <a:pt x="5704930" y="1677582"/>
                  <a:pt x="5704930" y="1691745"/>
                </a:cubicBezTo>
                <a:cubicBezTo>
                  <a:pt x="5704930" y="1705910"/>
                  <a:pt x="5693437" y="1717404"/>
                  <a:pt x="5679272" y="1717404"/>
                </a:cubicBezTo>
                <a:cubicBezTo>
                  <a:pt x="5665108" y="1717404"/>
                  <a:pt x="5653614" y="1705910"/>
                  <a:pt x="5653614" y="1691745"/>
                </a:cubicBezTo>
                <a:cubicBezTo>
                  <a:pt x="5653614" y="1677582"/>
                  <a:pt x="5665108" y="1666086"/>
                  <a:pt x="5679272" y="1666086"/>
                </a:cubicBezTo>
                <a:close/>
                <a:moveTo>
                  <a:pt x="5615066" y="1666086"/>
                </a:moveTo>
                <a:cubicBezTo>
                  <a:pt x="5629231" y="1666086"/>
                  <a:pt x="5640726" y="1677582"/>
                  <a:pt x="5640726" y="1691745"/>
                </a:cubicBezTo>
                <a:cubicBezTo>
                  <a:pt x="5640726" y="1705910"/>
                  <a:pt x="5629231" y="1717404"/>
                  <a:pt x="5615066" y="1717404"/>
                </a:cubicBezTo>
                <a:cubicBezTo>
                  <a:pt x="5600901" y="1717404"/>
                  <a:pt x="5589407" y="1705910"/>
                  <a:pt x="5589407" y="1691745"/>
                </a:cubicBezTo>
                <a:cubicBezTo>
                  <a:pt x="5589407" y="1677582"/>
                  <a:pt x="5600901" y="1666086"/>
                  <a:pt x="5615066" y="1666086"/>
                </a:cubicBezTo>
                <a:close/>
                <a:moveTo>
                  <a:pt x="5550862" y="1666086"/>
                </a:moveTo>
                <a:cubicBezTo>
                  <a:pt x="5565027" y="1666086"/>
                  <a:pt x="5576520" y="1677582"/>
                  <a:pt x="5576520" y="1691745"/>
                </a:cubicBezTo>
                <a:cubicBezTo>
                  <a:pt x="5576520" y="1705910"/>
                  <a:pt x="5565027" y="1717404"/>
                  <a:pt x="5550862" y="1717404"/>
                </a:cubicBezTo>
                <a:cubicBezTo>
                  <a:pt x="5536697" y="1717404"/>
                  <a:pt x="5525203" y="1705910"/>
                  <a:pt x="5525203" y="1691745"/>
                </a:cubicBezTo>
                <a:cubicBezTo>
                  <a:pt x="5525203" y="1677582"/>
                  <a:pt x="5536697" y="1666086"/>
                  <a:pt x="5550862" y="1666086"/>
                </a:cubicBezTo>
                <a:close/>
                <a:moveTo>
                  <a:pt x="5486655" y="1666086"/>
                </a:moveTo>
                <a:cubicBezTo>
                  <a:pt x="5500819" y="1666086"/>
                  <a:pt x="5512316" y="1677582"/>
                  <a:pt x="5512316" y="1691745"/>
                </a:cubicBezTo>
                <a:cubicBezTo>
                  <a:pt x="5512316" y="1705910"/>
                  <a:pt x="5500819" y="1717404"/>
                  <a:pt x="5486655" y="1717404"/>
                </a:cubicBezTo>
                <a:cubicBezTo>
                  <a:pt x="5472491" y="1717404"/>
                  <a:pt x="5460997" y="1705910"/>
                  <a:pt x="5460997" y="1691745"/>
                </a:cubicBezTo>
                <a:cubicBezTo>
                  <a:pt x="5460997" y="1677582"/>
                  <a:pt x="5472491" y="1666086"/>
                  <a:pt x="5486655" y="1666086"/>
                </a:cubicBezTo>
                <a:close/>
                <a:moveTo>
                  <a:pt x="5422451" y="1666086"/>
                </a:moveTo>
                <a:cubicBezTo>
                  <a:pt x="5436621" y="1666086"/>
                  <a:pt x="5448109" y="1677575"/>
                  <a:pt x="5448109" y="1691745"/>
                </a:cubicBezTo>
                <a:cubicBezTo>
                  <a:pt x="5448109" y="1705917"/>
                  <a:pt x="5436621" y="1717404"/>
                  <a:pt x="5422451" y="1717404"/>
                </a:cubicBezTo>
                <a:cubicBezTo>
                  <a:pt x="5408280" y="1717404"/>
                  <a:pt x="5396791" y="1705917"/>
                  <a:pt x="5396791" y="1691745"/>
                </a:cubicBezTo>
                <a:cubicBezTo>
                  <a:pt x="5396791" y="1677575"/>
                  <a:pt x="5408280" y="1666086"/>
                  <a:pt x="5422451" y="1666086"/>
                </a:cubicBezTo>
                <a:close/>
                <a:moveTo>
                  <a:pt x="5358245" y="1666086"/>
                </a:moveTo>
                <a:cubicBezTo>
                  <a:pt x="5372417" y="1666086"/>
                  <a:pt x="5383904" y="1677575"/>
                  <a:pt x="5383904" y="1691745"/>
                </a:cubicBezTo>
                <a:cubicBezTo>
                  <a:pt x="5383904" y="1705917"/>
                  <a:pt x="5372417" y="1717404"/>
                  <a:pt x="5358245" y="1717404"/>
                </a:cubicBezTo>
                <a:cubicBezTo>
                  <a:pt x="5344076" y="1717404"/>
                  <a:pt x="5332587" y="1705917"/>
                  <a:pt x="5332587" y="1691745"/>
                </a:cubicBezTo>
                <a:cubicBezTo>
                  <a:pt x="5332587" y="1677575"/>
                  <a:pt x="5344076" y="1666086"/>
                  <a:pt x="5358245" y="1666086"/>
                </a:cubicBezTo>
                <a:close/>
                <a:moveTo>
                  <a:pt x="5294040" y="1666086"/>
                </a:moveTo>
                <a:cubicBezTo>
                  <a:pt x="5308205" y="1666086"/>
                  <a:pt x="5319699" y="1677582"/>
                  <a:pt x="5319699" y="1691745"/>
                </a:cubicBezTo>
                <a:cubicBezTo>
                  <a:pt x="5319699" y="1705910"/>
                  <a:pt x="5308205" y="1717404"/>
                  <a:pt x="5294040" y="1717404"/>
                </a:cubicBezTo>
                <a:cubicBezTo>
                  <a:pt x="5279877" y="1717404"/>
                  <a:pt x="5268382" y="1705910"/>
                  <a:pt x="5268382" y="1691745"/>
                </a:cubicBezTo>
                <a:cubicBezTo>
                  <a:pt x="5268382" y="1677582"/>
                  <a:pt x="5279877" y="1666086"/>
                  <a:pt x="5294040" y="1666086"/>
                </a:cubicBezTo>
                <a:close/>
                <a:moveTo>
                  <a:pt x="5229719" y="1666086"/>
                </a:moveTo>
                <a:cubicBezTo>
                  <a:pt x="5243999" y="1666086"/>
                  <a:pt x="5255377" y="1677582"/>
                  <a:pt x="5255377" y="1691745"/>
                </a:cubicBezTo>
                <a:cubicBezTo>
                  <a:pt x="5255377" y="1705910"/>
                  <a:pt x="5243883" y="1717404"/>
                  <a:pt x="5229719" y="1717404"/>
                </a:cubicBezTo>
                <a:cubicBezTo>
                  <a:pt x="5215554" y="1717404"/>
                  <a:pt x="5204058" y="1705910"/>
                  <a:pt x="5204058" y="1691745"/>
                </a:cubicBezTo>
                <a:cubicBezTo>
                  <a:pt x="5204058" y="1677582"/>
                  <a:pt x="5215554" y="1666086"/>
                  <a:pt x="5229719" y="1666086"/>
                </a:cubicBezTo>
                <a:close/>
                <a:moveTo>
                  <a:pt x="5165514" y="1666086"/>
                </a:moveTo>
                <a:cubicBezTo>
                  <a:pt x="5179678" y="1666086"/>
                  <a:pt x="5191171" y="1677582"/>
                  <a:pt x="5191171" y="1691745"/>
                </a:cubicBezTo>
                <a:cubicBezTo>
                  <a:pt x="5191171" y="1705910"/>
                  <a:pt x="5179678" y="1717404"/>
                  <a:pt x="5165514" y="1717404"/>
                </a:cubicBezTo>
                <a:cubicBezTo>
                  <a:pt x="5151349" y="1717404"/>
                  <a:pt x="5139855" y="1705910"/>
                  <a:pt x="5139855" y="1691745"/>
                </a:cubicBezTo>
                <a:cubicBezTo>
                  <a:pt x="5139855" y="1677582"/>
                  <a:pt x="5151349" y="1666086"/>
                  <a:pt x="5165514" y="1666086"/>
                </a:cubicBezTo>
                <a:close/>
                <a:moveTo>
                  <a:pt x="5101309" y="1666086"/>
                </a:moveTo>
                <a:cubicBezTo>
                  <a:pt x="5115473" y="1666086"/>
                  <a:pt x="5126967" y="1677582"/>
                  <a:pt x="5126967" y="1691745"/>
                </a:cubicBezTo>
                <a:cubicBezTo>
                  <a:pt x="5126967" y="1705910"/>
                  <a:pt x="5115473" y="1717404"/>
                  <a:pt x="5101309" y="1717404"/>
                </a:cubicBezTo>
                <a:cubicBezTo>
                  <a:pt x="5087142" y="1717404"/>
                  <a:pt x="5075649" y="1705910"/>
                  <a:pt x="5075649" y="1691745"/>
                </a:cubicBezTo>
                <a:cubicBezTo>
                  <a:pt x="5075649" y="1677582"/>
                  <a:pt x="5087142" y="1666086"/>
                  <a:pt x="5101309" y="1666086"/>
                </a:cubicBezTo>
                <a:close/>
                <a:moveTo>
                  <a:pt x="5037104" y="1666086"/>
                </a:moveTo>
                <a:cubicBezTo>
                  <a:pt x="5051273" y="1666086"/>
                  <a:pt x="5062762" y="1677575"/>
                  <a:pt x="5062762" y="1691745"/>
                </a:cubicBezTo>
                <a:cubicBezTo>
                  <a:pt x="5062762" y="1705917"/>
                  <a:pt x="5051273" y="1717404"/>
                  <a:pt x="5037104" y="1717404"/>
                </a:cubicBezTo>
                <a:cubicBezTo>
                  <a:pt x="5022930" y="1717404"/>
                  <a:pt x="5011444" y="1705917"/>
                  <a:pt x="5011444" y="1691745"/>
                </a:cubicBezTo>
                <a:cubicBezTo>
                  <a:pt x="5011444" y="1677575"/>
                  <a:pt x="5022930" y="1666086"/>
                  <a:pt x="5037104" y="1666086"/>
                </a:cubicBezTo>
                <a:close/>
                <a:moveTo>
                  <a:pt x="4972896" y="1666086"/>
                </a:moveTo>
                <a:cubicBezTo>
                  <a:pt x="4987063" y="1666086"/>
                  <a:pt x="4998557" y="1677582"/>
                  <a:pt x="4998557" y="1691745"/>
                </a:cubicBezTo>
                <a:cubicBezTo>
                  <a:pt x="4998557" y="1705910"/>
                  <a:pt x="4987063" y="1717404"/>
                  <a:pt x="4972896" y="1717404"/>
                </a:cubicBezTo>
                <a:cubicBezTo>
                  <a:pt x="4958732" y="1717404"/>
                  <a:pt x="4947240" y="1705910"/>
                  <a:pt x="4947240" y="1691745"/>
                </a:cubicBezTo>
                <a:cubicBezTo>
                  <a:pt x="4947240" y="1677582"/>
                  <a:pt x="4958732" y="1666086"/>
                  <a:pt x="4972896" y="1666086"/>
                </a:cubicBezTo>
                <a:close/>
                <a:moveTo>
                  <a:pt x="4908693" y="1666086"/>
                </a:moveTo>
                <a:cubicBezTo>
                  <a:pt x="4922857" y="1666086"/>
                  <a:pt x="4934352" y="1677582"/>
                  <a:pt x="4934352" y="1691745"/>
                </a:cubicBezTo>
                <a:cubicBezTo>
                  <a:pt x="4934352" y="1705910"/>
                  <a:pt x="4922857" y="1717404"/>
                  <a:pt x="4908693" y="1717404"/>
                </a:cubicBezTo>
                <a:cubicBezTo>
                  <a:pt x="4894527" y="1717404"/>
                  <a:pt x="4883033" y="1705910"/>
                  <a:pt x="4883033" y="1691745"/>
                </a:cubicBezTo>
                <a:cubicBezTo>
                  <a:pt x="4883033" y="1677582"/>
                  <a:pt x="4894527" y="1666086"/>
                  <a:pt x="4908693" y="1666086"/>
                </a:cubicBezTo>
                <a:close/>
                <a:moveTo>
                  <a:pt x="4844487" y="1666086"/>
                </a:moveTo>
                <a:cubicBezTo>
                  <a:pt x="4858650" y="1666086"/>
                  <a:pt x="4870146" y="1677582"/>
                  <a:pt x="4870146" y="1691745"/>
                </a:cubicBezTo>
                <a:cubicBezTo>
                  <a:pt x="4870146" y="1705910"/>
                  <a:pt x="4858650" y="1717404"/>
                  <a:pt x="4844487" y="1717404"/>
                </a:cubicBezTo>
                <a:cubicBezTo>
                  <a:pt x="4830322" y="1717404"/>
                  <a:pt x="4818828" y="1705910"/>
                  <a:pt x="4818828" y="1691745"/>
                </a:cubicBezTo>
                <a:cubicBezTo>
                  <a:pt x="4818828" y="1677582"/>
                  <a:pt x="4830322" y="1666086"/>
                  <a:pt x="4844487" y="1666086"/>
                </a:cubicBezTo>
                <a:close/>
                <a:moveTo>
                  <a:pt x="4780282" y="1666086"/>
                </a:moveTo>
                <a:cubicBezTo>
                  <a:pt x="4794447" y="1666086"/>
                  <a:pt x="4805941" y="1677582"/>
                  <a:pt x="4805941" y="1691745"/>
                </a:cubicBezTo>
                <a:cubicBezTo>
                  <a:pt x="4805941" y="1705910"/>
                  <a:pt x="4794447" y="1717404"/>
                  <a:pt x="4780282" y="1717404"/>
                </a:cubicBezTo>
                <a:cubicBezTo>
                  <a:pt x="4766118" y="1717404"/>
                  <a:pt x="4754622" y="1705910"/>
                  <a:pt x="4754622" y="1691745"/>
                </a:cubicBezTo>
                <a:cubicBezTo>
                  <a:pt x="4754622" y="1677582"/>
                  <a:pt x="4766118" y="1666086"/>
                  <a:pt x="4780282" y="1666086"/>
                </a:cubicBezTo>
                <a:close/>
                <a:moveTo>
                  <a:pt x="4716077" y="1666086"/>
                </a:moveTo>
                <a:cubicBezTo>
                  <a:pt x="4730248" y="1666086"/>
                  <a:pt x="4741736" y="1677575"/>
                  <a:pt x="4741736" y="1691745"/>
                </a:cubicBezTo>
                <a:cubicBezTo>
                  <a:pt x="4741736" y="1705917"/>
                  <a:pt x="4730248" y="1717404"/>
                  <a:pt x="4716077" y="1717404"/>
                </a:cubicBezTo>
                <a:cubicBezTo>
                  <a:pt x="4701906" y="1717404"/>
                  <a:pt x="4690419" y="1705917"/>
                  <a:pt x="4690419" y="1691745"/>
                </a:cubicBezTo>
                <a:cubicBezTo>
                  <a:pt x="4690419" y="1677575"/>
                  <a:pt x="4701906" y="1666086"/>
                  <a:pt x="4716077" y="1666086"/>
                </a:cubicBezTo>
                <a:close/>
                <a:moveTo>
                  <a:pt x="4651872" y="1666086"/>
                </a:moveTo>
                <a:cubicBezTo>
                  <a:pt x="4666042" y="1666086"/>
                  <a:pt x="4677531" y="1677575"/>
                  <a:pt x="4677531" y="1691745"/>
                </a:cubicBezTo>
                <a:cubicBezTo>
                  <a:pt x="4677531" y="1705917"/>
                  <a:pt x="4666042" y="1717404"/>
                  <a:pt x="4651872" y="1717404"/>
                </a:cubicBezTo>
                <a:cubicBezTo>
                  <a:pt x="4637700" y="1717404"/>
                  <a:pt x="4626213" y="1705917"/>
                  <a:pt x="4626213" y="1691745"/>
                </a:cubicBezTo>
                <a:cubicBezTo>
                  <a:pt x="4626213" y="1677575"/>
                  <a:pt x="4637700" y="1666086"/>
                  <a:pt x="4651872" y="1666086"/>
                </a:cubicBezTo>
                <a:close/>
                <a:moveTo>
                  <a:pt x="4587666" y="1666086"/>
                </a:moveTo>
                <a:cubicBezTo>
                  <a:pt x="4601830" y="1666086"/>
                  <a:pt x="4613324" y="1677582"/>
                  <a:pt x="4613324" y="1691745"/>
                </a:cubicBezTo>
                <a:cubicBezTo>
                  <a:pt x="4613324" y="1705910"/>
                  <a:pt x="4601830" y="1717404"/>
                  <a:pt x="4587666" y="1717404"/>
                </a:cubicBezTo>
                <a:cubicBezTo>
                  <a:pt x="4573501" y="1717404"/>
                  <a:pt x="4562007" y="1705910"/>
                  <a:pt x="4562007" y="1691745"/>
                </a:cubicBezTo>
                <a:cubicBezTo>
                  <a:pt x="4562007" y="1677582"/>
                  <a:pt x="4573501" y="1666086"/>
                  <a:pt x="4587666" y="1666086"/>
                </a:cubicBezTo>
                <a:close/>
                <a:moveTo>
                  <a:pt x="4523461" y="1666086"/>
                </a:moveTo>
                <a:cubicBezTo>
                  <a:pt x="4537626" y="1666086"/>
                  <a:pt x="4549121" y="1677582"/>
                  <a:pt x="4549121" y="1691745"/>
                </a:cubicBezTo>
                <a:cubicBezTo>
                  <a:pt x="4549121" y="1705910"/>
                  <a:pt x="4537626" y="1717404"/>
                  <a:pt x="4523461" y="1717404"/>
                </a:cubicBezTo>
                <a:cubicBezTo>
                  <a:pt x="4509296" y="1717404"/>
                  <a:pt x="4497802" y="1705910"/>
                  <a:pt x="4497802" y="1691745"/>
                </a:cubicBezTo>
                <a:cubicBezTo>
                  <a:pt x="4497802" y="1677582"/>
                  <a:pt x="4509296" y="1666086"/>
                  <a:pt x="4523461" y="1666086"/>
                </a:cubicBezTo>
                <a:close/>
                <a:moveTo>
                  <a:pt x="4395050" y="1666086"/>
                </a:moveTo>
                <a:cubicBezTo>
                  <a:pt x="4409214" y="1666086"/>
                  <a:pt x="4420710" y="1677582"/>
                  <a:pt x="4420710" y="1691745"/>
                </a:cubicBezTo>
                <a:cubicBezTo>
                  <a:pt x="4420710" y="1705910"/>
                  <a:pt x="4409214" y="1717404"/>
                  <a:pt x="4395050" y="1717404"/>
                </a:cubicBezTo>
                <a:cubicBezTo>
                  <a:pt x="4380886" y="1717404"/>
                  <a:pt x="4369391" y="1705910"/>
                  <a:pt x="4369391" y="1691745"/>
                </a:cubicBezTo>
                <a:cubicBezTo>
                  <a:pt x="4369391" y="1677582"/>
                  <a:pt x="4380886" y="1666086"/>
                  <a:pt x="4395050" y="1666086"/>
                </a:cubicBezTo>
                <a:close/>
                <a:moveTo>
                  <a:pt x="4266640" y="1666086"/>
                </a:moveTo>
                <a:cubicBezTo>
                  <a:pt x="4280811" y="1666086"/>
                  <a:pt x="4292298" y="1677575"/>
                  <a:pt x="4292298" y="1691745"/>
                </a:cubicBezTo>
                <a:cubicBezTo>
                  <a:pt x="4292298" y="1705917"/>
                  <a:pt x="4280811" y="1717404"/>
                  <a:pt x="4266640" y="1717404"/>
                </a:cubicBezTo>
                <a:cubicBezTo>
                  <a:pt x="4252470" y="1717404"/>
                  <a:pt x="4240981" y="1705917"/>
                  <a:pt x="4240981" y="1691745"/>
                </a:cubicBezTo>
                <a:cubicBezTo>
                  <a:pt x="4240981" y="1677575"/>
                  <a:pt x="4252470" y="1666086"/>
                  <a:pt x="4266640" y="1666086"/>
                </a:cubicBezTo>
                <a:close/>
                <a:moveTo>
                  <a:pt x="4202435" y="1666086"/>
                </a:moveTo>
                <a:cubicBezTo>
                  <a:pt x="4216598" y="1666086"/>
                  <a:pt x="4228093" y="1677582"/>
                  <a:pt x="4228093" y="1691745"/>
                </a:cubicBezTo>
                <a:cubicBezTo>
                  <a:pt x="4228093" y="1705910"/>
                  <a:pt x="4216598" y="1717404"/>
                  <a:pt x="4202435" y="1717404"/>
                </a:cubicBezTo>
                <a:cubicBezTo>
                  <a:pt x="4188268" y="1717404"/>
                  <a:pt x="4176776" y="1705910"/>
                  <a:pt x="4176776" y="1691745"/>
                </a:cubicBezTo>
                <a:cubicBezTo>
                  <a:pt x="4176776" y="1677582"/>
                  <a:pt x="4188268" y="1666086"/>
                  <a:pt x="4202435" y="1666086"/>
                </a:cubicBezTo>
                <a:close/>
                <a:moveTo>
                  <a:pt x="4073908" y="1666086"/>
                </a:moveTo>
                <a:cubicBezTo>
                  <a:pt x="4088073" y="1666086"/>
                  <a:pt x="4099565" y="1677582"/>
                  <a:pt x="4099565" y="1691745"/>
                </a:cubicBezTo>
                <a:cubicBezTo>
                  <a:pt x="4099565" y="1705910"/>
                  <a:pt x="4088073" y="1717404"/>
                  <a:pt x="4073908" y="1717404"/>
                </a:cubicBezTo>
                <a:cubicBezTo>
                  <a:pt x="4059743" y="1717404"/>
                  <a:pt x="4048248" y="1705910"/>
                  <a:pt x="4048248" y="1691745"/>
                </a:cubicBezTo>
                <a:cubicBezTo>
                  <a:pt x="4048248" y="1677582"/>
                  <a:pt x="4059743" y="1666086"/>
                  <a:pt x="4073908" y="1666086"/>
                </a:cubicBezTo>
                <a:close/>
                <a:moveTo>
                  <a:pt x="4009702" y="1666086"/>
                </a:moveTo>
                <a:cubicBezTo>
                  <a:pt x="4023866" y="1666086"/>
                  <a:pt x="4035362" y="1677582"/>
                  <a:pt x="4035362" y="1691745"/>
                </a:cubicBezTo>
                <a:cubicBezTo>
                  <a:pt x="4035362" y="1705910"/>
                  <a:pt x="4023866" y="1717404"/>
                  <a:pt x="4009702" y="1717404"/>
                </a:cubicBezTo>
                <a:cubicBezTo>
                  <a:pt x="3995538" y="1717404"/>
                  <a:pt x="3984043" y="1705910"/>
                  <a:pt x="3984043" y="1691745"/>
                </a:cubicBezTo>
                <a:cubicBezTo>
                  <a:pt x="3984043" y="1677582"/>
                  <a:pt x="3995538" y="1666086"/>
                  <a:pt x="4009702" y="1666086"/>
                </a:cubicBezTo>
                <a:close/>
                <a:moveTo>
                  <a:pt x="3945497" y="1666086"/>
                </a:moveTo>
                <a:cubicBezTo>
                  <a:pt x="3959668" y="1666086"/>
                  <a:pt x="3971155" y="1677575"/>
                  <a:pt x="3971155" y="1691745"/>
                </a:cubicBezTo>
                <a:cubicBezTo>
                  <a:pt x="3971155" y="1705917"/>
                  <a:pt x="3959668" y="1717404"/>
                  <a:pt x="3945497" y="1717404"/>
                </a:cubicBezTo>
                <a:cubicBezTo>
                  <a:pt x="3931325" y="1717404"/>
                  <a:pt x="3919838" y="1705917"/>
                  <a:pt x="3919838" y="1691745"/>
                </a:cubicBezTo>
                <a:cubicBezTo>
                  <a:pt x="3919838" y="1677575"/>
                  <a:pt x="3931325" y="1666086"/>
                  <a:pt x="3945497" y="1666086"/>
                </a:cubicBezTo>
                <a:close/>
                <a:moveTo>
                  <a:pt x="3881291" y="1666086"/>
                </a:moveTo>
                <a:cubicBezTo>
                  <a:pt x="3895456" y="1666086"/>
                  <a:pt x="3906950" y="1677582"/>
                  <a:pt x="3906950" y="1691745"/>
                </a:cubicBezTo>
                <a:cubicBezTo>
                  <a:pt x="3906950" y="1705910"/>
                  <a:pt x="3895456" y="1717404"/>
                  <a:pt x="3881291" y="1717404"/>
                </a:cubicBezTo>
                <a:cubicBezTo>
                  <a:pt x="3867127" y="1717404"/>
                  <a:pt x="3855633" y="1705910"/>
                  <a:pt x="3855633" y="1691745"/>
                </a:cubicBezTo>
                <a:cubicBezTo>
                  <a:pt x="3855633" y="1677582"/>
                  <a:pt x="3867127" y="1666086"/>
                  <a:pt x="3881291" y="1666086"/>
                </a:cubicBezTo>
                <a:close/>
                <a:moveTo>
                  <a:pt x="3817085" y="1666086"/>
                </a:moveTo>
                <a:cubicBezTo>
                  <a:pt x="3831252" y="1666086"/>
                  <a:pt x="3842745" y="1677582"/>
                  <a:pt x="3842745" y="1691745"/>
                </a:cubicBezTo>
                <a:cubicBezTo>
                  <a:pt x="3842745" y="1705910"/>
                  <a:pt x="3831252" y="1717404"/>
                  <a:pt x="3817085" y="1717404"/>
                </a:cubicBezTo>
                <a:cubicBezTo>
                  <a:pt x="3802921" y="1717404"/>
                  <a:pt x="3791427" y="1705910"/>
                  <a:pt x="3791427" y="1691745"/>
                </a:cubicBezTo>
                <a:cubicBezTo>
                  <a:pt x="3791427" y="1677582"/>
                  <a:pt x="3802921" y="1666086"/>
                  <a:pt x="3817085" y="1666086"/>
                </a:cubicBezTo>
                <a:close/>
                <a:moveTo>
                  <a:pt x="3752882" y="1666086"/>
                </a:moveTo>
                <a:cubicBezTo>
                  <a:pt x="3767045" y="1666086"/>
                  <a:pt x="3778539" y="1677582"/>
                  <a:pt x="3778539" y="1691745"/>
                </a:cubicBezTo>
                <a:cubicBezTo>
                  <a:pt x="3778539" y="1705910"/>
                  <a:pt x="3767045" y="1717404"/>
                  <a:pt x="3752882" y="1717404"/>
                </a:cubicBezTo>
                <a:cubicBezTo>
                  <a:pt x="3738717" y="1717404"/>
                  <a:pt x="3727221" y="1705910"/>
                  <a:pt x="3727221" y="1691745"/>
                </a:cubicBezTo>
                <a:cubicBezTo>
                  <a:pt x="3727221" y="1677582"/>
                  <a:pt x="3738717" y="1666086"/>
                  <a:pt x="3752882" y="1666086"/>
                </a:cubicBezTo>
                <a:close/>
                <a:moveTo>
                  <a:pt x="3688674" y="1666086"/>
                </a:moveTo>
                <a:cubicBezTo>
                  <a:pt x="3702840" y="1666086"/>
                  <a:pt x="3714335" y="1677582"/>
                  <a:pt x="3714335" y="1691745"/>
                </a:cubicBezTo>
                <a:cubicBezTo>
                  <a:pt x="3714335" y="1705910"/>
                  <a:pt x="3702840" y="1717404"/>
                  <a:pt x="3688674" y="1717404"/>
                </a:cubicBezTo>
                <a:cubicBezTo>
                  <a:pt x="3674510" y="1717404"/>
                  <a:pt x="3663017" y="1705910"/>
                  <a:pt x="3663017" y="1691745"/>
                </a:cubicBezTo>
                <a:cubicBezTo>
                  <a:pt x="3663017" y="1677582"/>
                  <a:pt x="3674510" y="1666086"/>
                  <a:pt x="3688674" y="1666086"/>
                </a:cubicBezTo>
                <a:close/>
                <a:moveTo>
                  <a:pt x="3624472" y="1666086"/>
                </a:moveTo>
                <a:cubicBezTo>
                  <a:pt x="3638640" y="1666086"/>
                  <a:pt x="3650129" y="1677575"/>
                  <a:pt x="3650129" y="1691745"/>
                </a:cubicBezTo>
                <a:cubicBezTo>
                  <a:pt x="3650129" y="1705917"/>
                  <a:pt x="3638640" y="1717404"/>
                  <a:pt x="3624472" y="1717404"/>
                </a:cubicBezTo>
                <a:cubicBezTo>
                  <a:pt x="3610300" y="1717404"/>
                  <a:pt x="3598810" y="1705917"/>
                  <a:pt x="3598810" y="1691745"/>
                </a:cubicBezTo>
                <a:cubicBezTo>
                  <a:pt x="3598810" y="1677575"/>
                  <a:pt x="3610300" y="1666086"/>
                  <a:pt x="3624472" y="1666086"/>
                </a:cubicBezTo>
                <a:close/>
                <a:moveTo>
                  <a:pt x="3496060" y="1666086"/>
                </a:moveTo>
                <a:cubicBezTo>
                  <a:pt x="3510225" y="1666086"/>
                  <a:pt x="3521719" y="1677582"/>
                  <a:pt x="3521719" y="1691745"/>
                </a:cubicBezTo>
                <a:cubicBezTo>
                  <a:pt x="3521719" y="1705910"/>
                  <a:pt x="3510225" y="1717404"/>
                  <a:pt x="3496060" y="1717404"/>
                </a:cubicBezTo>
                <a:cubicBezTo>
                  <a:pt x="3481895" y="1717404"/>
                  <a:pt x="3470400" y="1705910"/>
                  <a:pt x="3470400" y="1691745"/>
                </a:cubicBezTo>
                <a:cubicBezTo>
                  <a:pt x="3470400" y="1677582"/>
                  <a:pt x="3481895" y="1666086"/>
                  <a:pt x="3496060" y="1666086"/>
                </a:cubicBezTo>
                <a:close/>
                <a:moveTo>
                  <a:pt x="3431855" y="1666086"/>
                </a:moveTo>
                <a:cubicBezTo>
                  <a:pt x="3446019" y="1666086"/>
                  <a:pt x="3457512" y="1677582"/>
                  <a:pt x="3457512" y="1691745"/>
                </a:cubicBezTo>
                <a:cubicBezTo>
                  <a:pt x="3457512" y="1705910"/>
                  <a:pt x="3446019" y="1717404"/>
                  <a:pt x="3431855" y="1717404"/>
                </a:cubicBezTo>
                <a:cubicBezTo>
                  <a:pt x="3417690" y="1717404"/>
                  <a:pt x="3406196" y="1705910"/>
                  <a:pt x="3406196" y="1691745"/>
                </a:cubicBezTo>
                <a:cubicBezTo>
                  <a:pt x="3406196" y="1677582"/>
                  <a:pt x="3417690" y="1666086"/>
                  <a:pt x="3431855" y="1666086"/>
                </a:cubicBezTo>
                <a:close/>
                <a:moveTo>
                  <a:pt x="3367649" y="1666086"/>
                </a:moveTo>
                <a:cubicBezTo>
                  <a:pt x="3381813" y="1666086"/>
                  <a:pt x="3393308" y="1677582"/>
                  <a:pt x="3393308" y="1691745"/>
                </a:cubicBezTo>
                <a:cubicBezTo>
                  <a:pt x="3393308" y="1705910"/>
                  <a:pt x="3381813" y="1717404"/>
                  <a:pt x="3367649" y="1717404"/>
                </a:cubicBezTo>
                <a:cubicBezTo>
                  <a:pt x="3353484" y="1717404"/>
                  <a:pt x="3341990" y="1705910"/>
                  <a:pt x="3341990" y="1691745"/>
                </a:cubicBezTo>
                <a:cubicBezTo>
                  <a:pt x="3341990" y="1677582"/>
                  <a:pt x="3353484" y="1666086"/>
                  <a:pt x="3367649" y="1666086"/>
                </a:cubicBezTo>
                <a:close/>
                <a:moveTo>
                  <a:pt x="3303444" y="1666086"/>
                </a:moveTo>
                <a:cubicBezTo>
                  <a:pt x="3317609" y="1666086"/>
                  <a:pt x="3329102" y="1677582"/>
                  <a:pt x="3329102" y="1691745"/>
                </a:cubicBezTo>
                <a:cubicBezTo>
                  <a:pt x="3329102" y="1705910"/>
                  <a:pt x="3317609" y="1717404"/>
                  <a:pt x="3303444" y="1717404"/>
                </a:cubicBezTo>
                <a:cubicBezTo>
                  <a:pt x="3289279" y="1717404"/>
                  <a:pt x="3277785" y="1705910"/>
                  <a:pt x="3277785" y="1691745"/>
                </a:cubicBezTo>
                <a:cubicBezTo>
                  <a:pt x="3277785" y="1677582"/>
                  <a:pt x="3289279" y="1666086"/>
                  <a:pt x="3303444" y="1666086"/>
                </a:cubicBezTo>
                <a:close/>
                <a:moveTo>
                  <a:pt x="3239238" y="1666086"/>
                </a:moveTo>
                <a:cubicBezTo>
                  <a:pt x="3253410" y="1666086"/>
                  <a:pt x="3264898" y="1677575"/>
                  <a:pt x="3264898" y="1691745"/>
                </a:cubicBezTo>
                <a:cubicBezTo>
                  <a:pt x="3264898" y="1705917"/>
                  <a:pt x="3253410" y="1717404"/>
                  <a:pt x="3239238" y="1717404"/>
                </a:cubicBezTo>
                <a:cubicBezTo>
                  <a:pt x="3225068" y="1717404"/>
                  <a:pt x="3213580" y="1705917"/>
                  <a:pt x="3213580" y="1691745"/>
                </a:cubicBezTo>
                <a:cubicBezTo>
                  <a:pt x="3213580" y="1677575"/>
                  <a:pt x="3225068" y="1666086"/>
                  <a:pt x="3239238" y="1666086"/>
                </a:cubicBezTo>
                <a:close/>
                <a:moveTo>
                  <a:pt x="3110828" y="1666086"/>
                </a:moveTo>
                <a:cubicBezTo>
                  <a:pt x="3124992" y="1666086"/>
                  <a:pt x="3136487" y="1677582"/>
                  <a:pt x="3136487" y="1691745"/>
                </a:cubicBezTo>
                <a:cubicBezTo>
                  <a:pt x="3136487" y="1705910"/>
                  <a:pt x="3124992" y="1717404"/>
                  <a:pt x="3110828" y="1717404"/>
                </a:cubicBezTo>
                <a:cubicBezTo>
                  <a:pt x="3096663" y="1717404"/>
                  <a:pt x="3085170" y="1705910"/>
                  <a:pt x="3085170" y="1691745"/>
                </a:cubicBezTo>
                <a:cubicBezTo>
                  <a:pt x="3085170" y="1677582"/>
                  <a:pt x="3096663" y="1666086"/>
                  <a:pt x="3110828" y="1666086"/>
                </a:cubicBezTo>
                <a:close/>
                <a:moveTo>
                  <a:pt x="3046623" y="1666086"/>
                </a:moveTo>
                <a:cubicBezTo>
                  <a:pt x="3060788" y="1666086"/>
                  <a:pt x="3072282" y="1677582"/>
                  <a:pt x="3072282" y="1691745"/>
                </a:cubicBezTo>
                <a:cubicBezTo>
                  <a:pt x="3072282" y="1705910"/>
                  <a:pt x="3060788" y="1717404"/>
                  <a:pt x="3046623" y="1717404"/>
                </a:cubicBezTo>
                <a:cubicBezTo>
                  <a:pt x="3032458" y="1717404"/>
                  <a:pt x="3020964" y="1705910"/>
                  <a:pt x="3020964" y="1691745"/>
                </a:cubicBezTo>
                <a:cubicBezTo>
                  <a:pt x="3020964" y="1677582"/>
                  <a:pt x="3032458" y="1666086"/>
                  <a:pt x="3046623" y="1666086"/>
                </a:cubicBezTo>
                <a:close/>
                <a:moveTo>
                  <a:pt x="2982301" y="1666086"/>
                </a:moveTo>
                <a:cubicBezTo>
                  <a:pt x="2996466" y="1666086"/>
                  <a:pt x="3007960" y="1677582"/>
                  <a:pt x="3007960" y="1691745"/>
                </a:cubicBezTo>
                <a:cubicBezTo>
                  <a:pt x="3007960" y="1705910"/>
                  <a:pt x="2996466" y="1717404"/>
                  <a:pt x="2982301" y="1717404"/>
                </a:cubicBezTo>
                <a:cubicBezTo>
                  <a:pt x="2968137" y="1717404"/>
                  <a:pt x="2956642" y="1705910"/>
                  <a:pt x="2956642" y="1691745"/>
                </a:cubicBezTo>
                <a:cubicBezTo>
                  <a:pt x="2956642" y="1677582"/>
                  <a:pt x="2968137" y="1666086"/>
                  <a:pt x="2982301" y="1666086"/>
                </a:cubicBezTo>
                <a:close/>
                <a:moveTo>
                  <a:pt x="2918096" y="1666086"/>
                </a:moveTo>
                <a:cubicBezTo>
                  <a:pt x="2932261" y="1666086"/>
                  <a:pt x="2943755" y="1677582"/>
                  <a:pt x="2943755" y="1691745"/>
                </a:cubicBezTo>
                <a:cubicBezTo>
                  <a:pt x="2943755" y="1705910"/>
                  <a:pt x="2932261" y="1717404"/>
                  <a:pt x="2918096" y="1717404"/>
                </a:cubicBezTo>
                <a:cubicBezTo>
                  <a:pt x="2903931" y="1717404"/>
                  <a:pt x="2892438" y="1705910"/>
                  <a:pt x="2892438" y="1691745"/>
                </a:cubicBezTo>
                <a:cubicBezTo>
                  <a:pt x="2892438" y="1677582"/>
                  <a:pt x="2903931" y="1666086"/>
                  <a:pt x="2918096" y="1666086"/>
                </a:cubicBezTo>
                <a:close/>
                <a:moveTo>
                  <a:pt x="2853890" y="1666086"/>
                </a:moveTo>
                <a:cubicBezTo>
                  <a:pt x="2868062" y="1666086"/>
                  <a:pt x="2879550" y="1677575"/>
                  <a:pt x="2879550" y="1691745"/>
                </a:cubicBezTo>
                <a:cubicBezTo>
                  <a:pt x="2879550" y="1705917"/>
                  <a:pt x="2868062" y="1717404"/>
                  <a:pt x="2853890" y="1717404"/>
                </a:cubicBezTo>
                <a:cubicBezTo>
                  <a:pt x="2839720" y="1717404"/>
                  <a:pt x="2828231" y="1705917"/>
                  <a:pt x="2828231" y="1691745"/>
                </a:cubicBezTo>
                <a:cubicBezTo>
                  <a:pt x="2828231" y="1677575"/>
                  <a:pt x="2839720" y="1666086"/>
                  <a:pt x="2853890" y="1666086"/>
                </a:cubicBezTo>
                <a:close/>
                <a:moveTo>
                  <a:pt x="2789686" y="1666086"/>
                </a:moveTo>
                <a:cubicBezTo>
                  <a:pt x="2803850" y="1666086"/>
                  <a:pt x="2815344" y="1677582"/>
                  <a:pt x="2815344" y="1691745"/>
                </a:cubicBezTo>
                <a:cubicBezTo>
                  <a:pt x="2815344" y="1705910"/>
                  <a:pt x="2803850" y="1717404"/>
                  <a:pt x="2789686" y="1717404"/>
                </a:cubicBezTo>
                <a:cubicBezTo>
                  <a:pt x="2775521" y="1717404"/>
                  <a:pt x="2764027" y="1705910"/>
                  <a:pt x="2764027" y="1691745"/>
                </a:cubicBezTo>
                <a:cubicBezTo>
                  <a:pt x="2764027" y="1677582"/>
                  <a:pt x="2775521" y="1666086"/>
                  <a:pt x="2789686" y="1666086"/>
                </a:cubicBezTo>
                <a:close/>
                <a:moveTo>
                  <a:pt x="2725480" y="1666086"/>
                </a:moveTo>
                <a:cubicBezTo>
                  <a:pt x="2739644" y="1666086"/>
                  <a:pt x="2751140" y="1677582"/>
                  <a:pt x="2751140" y="1691745"/>
                </a:cubicBezTo>
                <a:cubicBezTo>
                  <a:pt x="2751140" y="1705910"/>
                  <a:pt x="2739644" y="1717404"/>
                  <a:pt x="2725480" y="1717404"/>
                </a:cubicBezTo>
                <a:cubicBezTo>
                  <a:pt x="2711315" y="1717404"/>
                  <a:pt x="2699821" y="1705910"/>
                  <a:pt x="2699821" y="1691745"/>
                </a:cubicBezTo>
                <a:cubicBezTo>
                  <a:pt x="2699821" y="1677582"/>
                  <a:pt x="2711315" y="1666086"/>
                  <a:pt x="2725480" y="1666086"/>
                </a:cubicBezTo>
                <a:close/>
                <a:moveTo>
                  <a:pt x="2597069" y="1666086"/>
                </a:moveTo>
                <a:cubicBezTo>
                  <a:pt x="2611234" y="1666086"/>
                  <a:pt x="2622729" y="1677582"/>
                  <a:pt x="2622729" y="1691745"/>
                </a:cubicBezTo>
                <a:cubicBezTo>
                  <a:pt x="2622729" y="1705910"/>
                  <a:pt x="2611234" y="1717404"/>
                  <a:pt x="2597069" y="1717404"/>
                </a:cubicBezTo>
                <a:cubicBezTo>
                  <a:pt x="2582904" y="1717404"/>
                  <a:pt x="2571410" y="1705910"/>
                  <a:pt x="2571410" y="1691745"/>
                </a:cubicBezTo>
                <a:cubicBezTo>
                  <a:pt x="2571410" y="1677582"/>
                  <a:pt x="2582904" y="1666086"/>
                  <a:pt x="2597069" y="1666086"/>
                </a:cubicBezTo>
                <a:close/>
                <a:moveTo>
                  <a:pt x="2532865" y="1666086"/>
                </a:moveTo>
                <a:cubicBezTo>
                  <a:pt x="2547035" y="1666086"/>
                  <a:pt x="2558523" y="1677575"/>
                  <a:pt x="2558523" y="1691745"/>
                </a:cubicBezTo>
                <a:cubicBezTo>
                  <a:pt x="2558523" y="1705917"/>
                  <a:pt x="2547035" y="1717404"/>
                  <a:pt x="2532865" y="1717404"/>
                </a:cubicBezTo>
                <a:cubicBezTo>
                  <a:pt x="2518693" y="1717404"/>
                  <a:pt x="2507205" y="1705917"/>
                  <a:pt x="2507205" y="1691745"/>
                </a:cubicBezTo>
                <a:cubicBezTo>
                  <a:pt x="2507205" y="1677575"/>
                  <a:pt x="2518693" y="1666086"/>
                  <a:pt x="2532865" y="1666086"/>
                </a:cubicBezTo>
                <a:close/>
                <a:moveTo>
                  <a:pt x="2404454" y="1666086"/>
                </a:moveTo>
                <a:cubicBezTo>
                  <a:pt x="2418619" y="1666086"/>
                  <a:pt x="2430112" y="1677582"/>
                  <a:pt x="2430112" y="1691745"/>
                </a:cubicBezTo>
                <a:cubicBezTo>
                  <a:pt x="2430112" y="1705910"/>
                  <a:pt x="2418619" y="1717404"/>
                  <a:pt x="2404454" y="1717404"/>
                </a:cubicBezTo>
                <a:cubicBezTo>
                  <a:pt x="2390289" y="1717404"/>
                  <a:pt x="2378795" y="1705910"/>
                  <a:pt x="2378795" y="1691745"/>
                </a:cubicBezTo>
                <a:cubicBezTo>
                  <a:pt x="2378795" y="1677582"/>
                  <a:pt x="2390289" y="1666086"/>
                  <a:pt x="2404454" y="1666086"/>
                </a:cubicBezTo>
                <a:close/>
                <a:moveTo>
                  <a:pt x="2340249" y="1666086"/>
                </a:moveTo>
                <a:cubicBezTo>
                  <a:pt x="2354413" y="1666086"/>
                  <a:pt x="2365908" y="1677582"/>
                  <a:pt x="2365908" y="1691745"/>
                </a:cubicBezTo>
                <a:cubicBezTo>
                  <a:pt x="2365908" y="1705910"/>
                  <a:pt x="2354413" y="1717404"/>
                  <a:pt x="2340249" y="1717404"/>
                </a:cubicBezTo>
                <a:cubicBezTo>
                  <a:pt x="2326084" y="1717404"/>
                  <a:pt x="2314590" y="1705910"/>
                  <a:pt x="2314590" y="1691745"/>
                </a:cubicBezTo>
                <a:cubicBezTo>
                  <a:pt x="2314590" y="1677582"/>
                  <a:pt x="2326084" y="1666086"/>
                  <a:pt x="2340249" y="1666086"/>
                </a:cubicBezTo>
                <a:close/>
                <a:moveTo>
                  <a:pt x="2276044" y="1666086"/>
                </a:moveTo>
                <a:cubicBezTo>
                  <a:pt x="2290208" y="1666086"/>
                  <a:pt x="2301702" y="1677582"/>
                  <a:pt x="2301702" y="1691745"/>
                </a:cubicBezTo>
                <a:cubicBezTo>
                  <a:pt x="2301702" y="1705910"/>
                  <a:pt x="2290208" y="1717404"/>
                  <a:pt x="2276044" y="1717404"/>
                </a:cubicBezTo>
                <a:cubicBezTo>
                  <a:pt x="2261879" y="1717404"/>
                  <a:pt x="2250385" y="1705910"/>
                  <a:pt x="2250385" y="1691745"/>
                </a:cubicBezTo>
                <a:cubicBezTo>
                  <a:pt x="2250385" y="1677582"/>
                  <a:pt x="2261879" y="1666086"/>
                  <a:pt x="2276044" y="1666086"/>
                </a:cubicBezTo>
                <a:close/>
                <a:moveTo>
                  <a:pt x="2211838" y="1666086"/>
                </a:moveTo>
                <a:cubicBezTo>
                  <a:pt x="2226003" y="1666086"/>
                  <a:pt x="2237497" y="1677582"/>
                  <a:pt x="2237497" y="1691745"/>
                </a:cubicBezTo>
                <a:cubicBezTo>
                  <a:pt x="2237497" y="1705910"/>
                  <a:pt x="2226003" y="1717404"/>
                  <a:pt x="2211838" y="1717404"/>
                </a:cubicBezTo>
                <a:cubicBezTo>
                  <a:pt x="2197673" y="1717404"/>
                  <a:pt x="2186178" y="1705910"/>
                  <a:pt x="2186178" y="1691745"/>
                </a:cubicBezTo>
                <a:cubicBezTo>
                  <a:pt x="2186178" y="1677582"/>
                  <a:pt x="2197673" y="1666086"/>
                  <a:pt x="2211838" y="1666086"/>
                </a:cubicBezTo>
                <a:close/>
                <a:moveTo>
                  <a:pt x="2147633" y="1666086"/>
                </a:moveTo>
                <a:cubicBezTo>
                  <a:pt x="2161804" y="1666086"/>
                  <a:pt x="2173293" y="1677575"/>
                  <a:pt x="2173293" y="1691745"/>
                </a:cubicBezTo>
                <a:cubicBezTo>
                  <a:pt x="2173293" y="1705917"/>
                  <a:pt x="2161804" y="1717404"/>
                  <a:pt x="2147633" y="1717404"/>
                </a:cubicBezTo>
                <a:cubicBezTo>
                  <a:pt x="2133462" y="1717404"/>
                  <a:pt x="2121975" y="1705917"/>
                  <a:pt x="2121975" y="1691745"/>
                </a:cubicBezTo>
                <a:cubicBezTo>
                  <a:pt x="2121975" y="1677575"/>
                  <a:pt x="2133462" y="1666086"/>
                  <a:pt x="2147633" y="1666086"/>
                </a:cubicBezTo>
                <a:close/>
                <a:moveTo>
                  <a:pt x="2083427" y="1666086"/>
                </a:moveTo>
                <a:cubicBezTo>
                  <a:pt x="2097599" y="1666086"/>
                  <a:pt x="2109087" y="1677575"/>
                  <a:pt x="2109087" y="1691745"/>
                </a:cubicBezTo>
                <a:cubicBezTo>
                  <a:pt x="2109087" y="1705917"/>
                  <a:pt x="2097599" y="1717404"/>
                  <a:pt x="2083427" y="1717404"/>
                </a:cubicBezTo>
                <a:cubicBezTo>
                  <a:pt x="2069257" y="1717404"/>
                  <a:pt x="2057768" y="1705917"/>
                  <a:pt x="2057768" y="1691745"/>
                </a:cubicBezTo>
                <a:cubicBezTo>
                  <a:pt x="2057768" y="1677575"/>
                  <a:pt x="2069257" y="1666086"/>
                  <a:pt x="2083427" y="1666086"/>
                </a:cubicBezTo>
                <a:close/>
                <a:moveTo>
                  <a:pt x="2019222" y="1666086"/>
                </a:moveTo>
                <a:cubicBezTo>
                  <a:pt x="2033387" y="1666086"/>
                  <a:pt x="2044880" y="1677582"/>
                  <a:pt x="2044880" y="1691745"/>
                </a:cubicBezTo>
                <a:cubicBezTo>
                  <a:pt x="2044880" y="1705910"/>
                  <a:pt x="2033387" y="1717404"/>
                  <a:pt x="2019222" y="1717404"/>
                </a:cubicBezTo>
                <a:cubicBezTo>
                  <a:pt x="2005058" y="1717404"/>
                  <a:pt x="1993563" y="1705910"/>
                  <a:pt x="1993563" y="1691745"/>
                </a:cubicBezTo>
                <a:cubicBezTo>
                  <a:pt x="1993563" y="1677582"/>
                  <a:pt x="2005058" y="1666086"/>
                  <a:pt x="2019222" y="1666086"/>
                </a:cubicBezTo>
                <a:close/>
                <a:moveTo>
                  <a:pt x="1955016" y="1666086"/>
                </a:moveTo>
                <a:cubicBezTo>
                  <a:pt x="1969181" y="1666086"/>
                  <a:pt x="1980676" y="1677582"/>
                  <a:pt x="1980676" y="1691745"/>
                </a:cubicBezTo>
                <a:cubicBezTo>
                  <a:pt x="1980676" y="1705910"/>
                  <a:pt x="1969181" y="1717404"/>
                  <a:pt x="1955016" y="1717404"/>
                </a:cubicBezTo>
                <a:cubicBezTo>
                  <a:pt x="1940851" y="1717404"/>
                  <a:pt x="1929358" y="1705910"/>
                  <a:pt x="1929358" y="1691745"/>
                </a:cubicBezTo>
                <a:cubicBezTo>
                  <a:pt x="1929358" y="1677582"/>
                  <a:pt x="1940851" y="1666086"/>
                  <a:pt x="1955016" y="1666086"/>
                </a:cubicBezTo>
                <a:close/>
                <a:moveTo>
                  <a:pt x="1890696" y="1666086"/>
                </a:moveTo>
                <a:cubicBezTo>
                  <a:pt x="1904860" y="1666086"/>
                  <a:pt x="1916355" y="1677582"/>
                  <a:pt x="1916355" y="1691745"/>
                </a:cubicBezTo>
                <a:cubicBezTo>
                  <a:pt x="1916355" y="1705910"/>
                  <a:pt x="1904860" y="1717404"/>
                  <a:pt x="1890696" y="1717404"/>
                </a:cubicBezTo>
                <a:cubicBezTo>
                  <a:pt x="1876531" y="1717404"/>
                  <a:pt x="1865037" y="1705910"/>
                  <a:pt x="1865037" y="1691745"/>
                </a:cubicBezTo>
                <a:cubicBezTo>
                  <a:pt x="1865037" y="1677582"/>
                  <a:pt x="1876531" y="1666086"/>
                  <a:pt x="1890696" y="1666086"/>
                </a:cubicBezTo>
                <a:close/>
                <a:moveTo>
                  <a:pt x="1826490" y="1666086"/>
                </a:moveTo>
                <a:cubicBezTo>
                  <a:pt x="1840654" y="1666086"/>
                  <a:pt x="1852149" y="1677582"/>
                  <a:pt x="1852149" y="1691745"/>
                </a:cubicBezTo>
                <a:cubicBezTo>
                  <a:pt x="1852149" y="1705910"/>
                  <a:pt x="1840654" y="1717404"/>
                  <a:pt x="1826490" y="1717404"/>
                </a:cubicBezTo>
                <a:cubicBezTo>
                  <a:pt x="1812325" y="1717404"/>
                  <a:pt x="1800830" y="1705910"/>
                  <a:pt x="1800830" y="1691745"/>
                </a:cubicBezTo>
                <a:cubicBezTo>
                  <a:pt x="1800830" y="1677582"/>
                  <a:pt x="1812325" y="1666086"/>
                  <a:pt x="1826490" y="1666086"/>
                </a:cubicBezTo>
                <a:close/>
                <a:moveTo>
                  <a:pt x="1762285" y="1666086"/>
                </a:moveTo>
                <a:cubicBezTo>
                  <a:pt x="1776456" y="1666086"/>
                  <a:pt x="1787944" y="1677575"/>
                  <a:pt x="1787944" y="1691745"/>
                </a:cubicBezTo>
                <a:cubicBezTo>
                  <a:pt x="1787944" y="1705917"/>
                  <a:pt x="1776456" y="1717404"/>
                  <a:pt x="1762285" y="1717404"/>
                </a:cubicBezTo>
                <a:cubicBezTo>
                  <a:pt x="1748114" y="1717404"/>
                  <a:pt x="1736626" y="1705917"/>
                  <a:pt x="1736626" y="1691745"/>
                </a:cubicBezTo>
                <a:cubicBezTo>
                  <a:pt x="1736626" y="1677575"/>
                  <a:pt x="1748114" y="1666086"/>
                  <a:pt x="1762285" y="1666086"/>
                </a:cubicBezTo>
                <a:close/>
                <a:moveTo>
                  <a:pt x="1698080" y="1666086"/>
                </a:moveTo>
                <a:cubicBezTo>
                  <a:pt x="1712244" y="1666086"/>
                  <a:pt x="1723738" y="1677582"/>
                  <a:pt x="1723738" y="1691745"/>
                </a:cubicBezTo>
                <a:cubicBezTo>
                  <a:pt x="1723738" y="1705910"/>
                  <a:pt x="1712244" y="1717404"/>
                  <a:pt x="1698080" y="1717404"/>
                </a:cubicBezTo>
                <a:cubicBezTo>
                  <a:pt x="1683915" y="1717404"/>
                  <a:pt x="1672420" y="1705910"/>
                  <a:pt x="1672420" y="1691745"/>
                </a:cubicBezTo>
                <a:cubicBezTo>
                  <a:pt x="1672420" y="1677582"/>
                  <a:pt x="1683915" y="1666086"/>
                  <a:pt x="1698080" y="1666086"/>
                </a:cubicBezTo>
                <a:close/>
                <a:moveTo>
                  <a:pt x="1633874" y="1666086"/>
                </a:moveTo>
                <a:cubicBezTo>
                  <a:pt x="1648039" y="1666086"/>
                  <a:pt x="1659533" y="1677582"/>
                  <a:pt x="1659533" y="1691745"/>
                </a:cubicBezTo>
                <a:cubicBezTo>
                  <a:pt x="1659533" y="1705910"/>
                  <a:pt x="1648039" y="1717404"/>
                  <a:pt x="1633874" y="1717404"/>
                </a:cubicBezTo>
                <a:cubicBezTo>
                  <a:pt x="1619710" y="1717404"/>
                  <a:pt x="1608216" y="1705910"/>
                  <a:pt x="1608216" y="1691745"/>
                </a:cubicBezTo>
                <a:cubicBezTo>
                  <a:pt x="1608216" y="1677582"/>
                  <a:pt x="1619710" y="1666086"/>
                  <a:pt x="1633874" y="1666086"/>
                </a:cubicBezTo>
                <a:close/>
                <a:moveTo>
                  <a:pt x="1569669" y="1666086"/>
                </a:moveTo>
                <a:cubicBezTo>
                  <a:pt x="1583834" y="1666086"/>
                  <a:pt x="1595328" y="1677582"/>
                  <a:pt x="1595328" y="1691745"/>
                </a:cubicBezTo>
                <a:cubicBezTo>
                  <a:pt x="1595328" y="1705910"/>
                  <a:pt x="1583834" y="1717404"/>
                  <a:pt x="1569669" y="1717404"/>
                </a:cubicBezTo>
                <a:cubicBezTo>
                  <a:pt x="1555504" y="1717404"/>
                  <a:pt x="1544010" y="1705910"/>
                  <a:pt x="1544010" y="1691745"/>
                </a:cubicBezTo>
                <a:cubicBezTo>
                  <a:pt x="1544010" y="1677582"/>
                  <a:pt x="1555504" y="1666086"/>
                  <a:pt x="1569669" y="1666086"/>
                </a:cubicBezTo>
                <a:close/>
                <a:moveTo>
                  <a:pt x="1505464" y="1666086"/>
                </a:moveTo>
                <a:cubicBezTo>
                  <a:pt x="1519629" y="1666086"/>
                  <a:pt x="1531123" y="1677582"/>
                  <a:pt x="1531123" y="1691745"/>
                </a:cubicBezTo>
                <a:cubicBezTo>
                  <a:pt x="1531123" y="1705910"/>
                  <a:pt x="1519629" y="1717404"/>
                  <a:pt x="1505464" y="1717404"/>
                </a:cubicBezTo>
                <a:cubicBezTo>
                  <a:pt x="1491299" y="1717404"/>
                  <a:pt x="1479806" y="1705910"/>
                  <a:pt x="1479806" y="1691745"/>
                </a:cubicBezTo>
                <a:cubicBezTo>
                  <a:pt x="1479806" y="1677582"/>
                  <a:pt x="1491299" y="1666086"/>
                  <a:pt x="1505464" y="1666086"/>
                </a:cubicBezTo>
                <a:close/>
                <a:moveTo>
                  <a:pt x="1441258" y="1666086"/>
                </a:moveTo>
                <a:cubicBezTo>
                  <a:pt x="1455430" y="1666086"/>
                  <a:pt x="1466917" y="1677575"/>
                  <a:pt x="1466917" y="1691745"/>
                </a:cubicBezTo>
                <a:cubicBezTo>
                  <a:pt x="1466917" y="1705917"/>
                  <a:pt x="1455430" y="1717404"/>
                  <a:pt x="1441258" y="1717404"/>
                </a:cubicBezTo>
                <a:cubicBezTo>
                  <a:pt x="1427087" y="1717404"/>
                  <a:pt x="1415599" y="1705917"/>
                  <a:pt x="1415599" y="1691745"/>
                </a:cubicBezTo>
                <a:cubicBezTo>
                  <a:pt x="1415599" y="1677575"/>
                  <a:pt x="1427087" y="1666086"/>
                  <a:pt x="1441258" y="1666086"/>
                </a:cubicBezTo>
                <a:close/>
                <a:moveTo>
                  <a:pt x="1377053" y="1666086"/>
                </a:moveTo>
                <a:cubicBezTo>
                  <a:pt x="1391224" y="1666086"/>
                  <a:pt x="1402712" y="1677575"/>
                  <a:pt x="1402712" y="1691745"/>
                </a:cubicBezTo>
                <a:cubicBezTo>
                  <a:pt x="1402712" y="1705917"/>
                  <a:pt x="1391224" y="1717404"/>
                  <a:pt x="1377053" y="1717404"/>
                </a:cubicBezTo>
                <a:cubicBezTo>
                  <a:pt x="1362882" y="1717404"/>
                  <a:pt x="1351395" y="1705917"/>
                  <a:pt x="1351395" y="1691745"/>
                </a:cubicBezTo>
                <a:cubicBezTo>
                  <a:pt x="1351395" y="1677575"/>
                  <a:pt x="1362882" y="1666086"/>
                  <a:pt x="1377053" y="1666086"/>
                </a:cubicBezTo>
                <a:close/>
                <a:moveTo>
                  <a:pt x="1248643" y="1666086"/>
                </a:moveTo>
                <a:cubicBezTo>
                  <a:pt x="1262808" y="1666086"/>
                  <a:pt x="1274302" y="1677582"/>
                  <a:pt x="1274302" y="1691745"/>
                </a:cubicBezTo>
                <a:cubicBezTo>
                  <a:pt x="1274302" y="1705910"/>
                  <a:pt x="1262808" y="1717404"/>
                  <a:pt x="1248643" y="1717404"/>
                </a:cubicBezTo>
                <a:cubicBezTo>
                  <a:pt x="1234479" y="1717404"/>
                  <a:pt x="1222984" y="1705910"/>
                  <a:pt x="1222984" y="1691745"/>
                </a:cubicBezTo>
                <a:cubicBezTo>
                  <a:pt x="1222984" y="1677582"/>
                  <a:pt x="1234479" y="1666086"/>
                  <a:pt x="1248643" y="1666086"/>
                </a:cubicBezTo>
                <a:close/>
                <a:moveTo>
                  <a:pt x="1184437" y="1666086"/>
                </a:moveTo>
                <a:cubicBezTo>
                  <a:pt x="1198602" y="1666086"/>
                  <a:pt x="1210096" y="1677582"/>
                  <a:pt x="1210096" y="1691745"/>
                </a:cubicBezTo>
                <a:cubicBezTo>
                  <a:pt x="1210096" y="1705910"/>
                  <a:pt x="1198602" y="1717404"/>
                  <a:pt x="1184437" y="1717404"/>
                </a:cubicBezTo>
                <a:cubicBezTo>
                  <a:pt x="1170273" y="1717404"/>
                  <a:pt x="1158780" y="1705910"/>
                  <a:pt x="1158780" y="1691745"/>
                </a:cubicBezTo>
                <a:cubicBezTo>
                  <a:pt x="1158780" y="1677582"/>
                  <a:pt x="1170273" y="1666086"/>
                  <a:pt x="1184437" y="1666086"/>
                </a:cubicBezTo>
                <a:close/>
                <a:moveTo>
                  <a:pt x="1120233" y="1666086"/>
                </a:moveTo>
                <a:cubicBezTo>
                  <a:pt x="1134398" y="1666086"/>
                  <a:pt x="1145892" y="1677582"/>
                  <a:pt x="1145892" y="1691745"/>
                </a:cubicBezTo>
                <a:cubicBezTo>
                  <a:pt x="1145892" y="1705910"/>
                  <a:pt x="1134398" y="1717404"/>
                  <a:pt x="1120233" y="1717404"/>
                </a:cubicBezTo>
                <a:cubicBezTo>
                  <a:pt x="1106068" y="1717404"/>
                  <a:pt x="1094573" y="1705910"/>
                  <a:pt x="1094573" y="1691745"/>
                </a:cubicBezTo>
                <a:cubicBezTo>
                  <a:pt x="1094573" y="1677582"/>
                  <a:pt x="1106068" y="1666086"/>
                  <a:pt x="1120233" y="1666086"/>
                </a:cubicBezTo>
                <a:close/>
                <a:moveTo>
                  <a:pt x="1056027" y="1666086"/>
                </a:moveTo>
                <a:cubicBezTo>
                  <a:pt x="1070199" y="1666086"/>
                  <a:pt x="1081685" y="1677575"/>
                  <a:pt x="1081685" y="1691745"/>
                </a:cubicBezTo>
                <a:cubicBezTo>
                  <a:pt x="1081685" y="1705917"/>
                  <a:pt x="1070199" y="1717404"/>
                  <a:pt x="1056027" y="1717404"/>
                </a:cubicBezTo>
                <a:cubicBezTo>
                  <a:pt x="1041857" y="1717404"/>
                  <a:pt x="1030369" y="1705917"/>
                  <a:pt x="1030369" y="1691745"/>
                </a:cubicBezTo>
                <a:cubicBezTo>
                  <a:pt x="1030369" y="1677575"/>
                  <a:pt x="1041857" y="1666086"/>
                  <a:pt x="1056027" y="1666086"/>
                </a:cubicBezTo>
                <a:close/>
                <a:moveTo>
                  <a:pt x="991823" y="1666086"/>
                </a:moveTo>
                <a:cubicBezTo>
                  <a:pt x="1005993" y="1666086"/>
                  <a:pt x="1017481" y="1677575"/>
                  <a:pt x="1017481" y="1691745"/>
                </a:cubicBezTo>
                <a:cubicBezTo>
                  <a:pt x="1017481" y="1705917"/>
                  <a:pt x="1005993" y="1717404"/>
                  <a:pt x="991823" y="1717404"/>
                </a:cubicBezTo>
                <a:cubicBezTo>
                  <a:pt x="977652" y="1717404"/>
                  <a:pt x="966162" y="1705917"/>
                  <a:pt x="966162" y="1691745"/>
                </a:cubicBezTo>
                <a:cubicBezTo>
                  <a:pt x="966162" y="1677575"/>
                  <a:pt x="977652" y="1666086"/>
                  <a:pt x="991823" y="1666086"/>
                </a:cubicBezTo>
                <a:close/>
                <a:moveTo>
                  <a:pt x="927616" y="1666086"/>
                </a:moveTo>
                <a:cubicBezTo>
                  <a:pt x="941781" y="1666086"/>
                  <a:pt x="953275" y="1677582"/>
                  <a:pt x="953275" y="1691745"/>
                </a:cubicBezTo>
                <a:cubicBezTo>
                  <a:pt x="953275" y="1705910"/>
                  <a:pt x="941781" y="1717404"/>
                  <a:pt x="927616" y="1717404"/>
                </a:cubicBezTo>
                <a:cubicBezTo>
                  <a:pt x="913452" y="1717404"/>
                  <a:pt x="901957" y="1705910"/>
                  <a:pt x="901957" y="1691745"/>
                </a:cubicBezTo>
                <a:cubicBezTo>
                  <a:pt x="901957" y="1677582"/>
                  <a:pt x="913452" y="1666086"/>
                  <a:pt x="927616" y="1666086"/>
                </a:cubicBezTo>
                <a:close/>
                <a:moveTo>
                  <a:pt x="863411" y="1666086"/>
                </a:moveTo>
                <a:cubicBezTo>
                  <a:pt x="877576" y="1666086"/>
                  <a:pt x="889071" y="1677582"/>
                  <a:pt x="889071" y="1691745"/>
                </a:cubicBezTo>
                <a:cubicBezTo>
                  <a:pt x="889071" y="1705910"/>
                  <a:pt x="877576" y="1717404"/>
                  <a:pt x="863411" y="1717404"/>
                </a:cubicBezTo>
                <a:cubicBezTo>
                  <a:pt x="849248" y="1717404"/>
                  <a:pt x="837752" y="1705910"/>
                  <a:pt x="837752" y="1691745"/>
                </a:cubicBezTo>
                <a:cubicBezTo>
                  <a:pt x="837752" y="1677582"/>
                  <a:pt x="849248" y="1666086"/>
                  <a:pt x="863411" y="1666086"/>
                </a:cubicBezTo>
                <a:close/>
                <a:moveTo>
                  <a:pt x="670679" y="1666086"/>
                </a:moveTo>
                <a:cubicBezTo>
                  <a:pt x="684851" y="1666086"/>
                  <a:pt x="696338" y="1677575"/>
                  <a:pt x="696338" y="1691745"/>
                </a:cubicBezTo>
                <a:cubicBezTo>
                  <a:pt x="696338" y="1705917"/>
                  <a:pt x="684851" y="1717404"/>
                  <a:pt x="670679" y="1717404"/>
                </a:cubicBezTo>
                <a:cubicBezTo>
                  <a:pt x="656509" y="1717404"/>
                  <a:pt x="645020" y="1705917"/>
                  <a:pt x="645020" y="1691745"/>
                </a:cubicBezTo>
                <a:cubicBezTo>
                  <a:pt x="645020" y="1677575"/>
                  <a:pt x="656509" y="1666086"/>
                  <a:pt x="670679" y="1666086"/>
                </a:cubicBezTo>
                <a:close/>
                <a:moveTo>
                  <a:pt x="606475" y="1666086"/>
                </a:moveTo>
                <a:cubicBezTo>
                  <a:pt x="620639" y="1666086"/>
                  <a:pt x="632134" y="1677582"/>
                  <a:pt x="632134" y="1691745"/>
                </a:cubicBezTo>
                <a:cubicBezTo>
                  <a:pt x="632134" y="1705910"/>
                  <a:pt x="620639" y="1717404"/>
                  <a:pt x="606475" y="1717404"/>
                </a:cubicBezTo>
                <a:cubicBezTo>
                  <a:pt x="592310" y="1717404"/>
                  <a:pt x="580815" y="1705910"/>
                  <a:pt x="580815" y="1691745"/>
                </a:cubicBezTo>
                <a:cubicBezTo>
                  <a:pt x="580815" y="1677582"/>
                  <a:pt x="592310" y="1666086"/>
                  <a:pt x="606475" y="1666086"/>
                </a:cubicBezTo>
                <a:close/>
                <a:moveTo>
                  <a:pt x="542268" y="1666086"/>
                </a:moveTo>
                <a:cubicBezTo>
                  <a:pt x="556433" y="1666086"/>
                  <a:pt x="567927" y="1677582"/>
                  <a:pt x="567927" y="1691745"/>
                </a:cubicBezTo>
                <a:cubicBezTo>
                  <a:pt x="567927" y="1705910"/>
                  <a:pt x="556433" y="1717404"/>
                  <a:pt x="542268" y="1717404"/>
                </a:cubicBezTo>
                <a:cubicBezTo>
                  <a:pt x="528104" y="1717404"/>
                  <a:pt x="516610" y="1705910"/>
                  <a:pt x="516610" y="1691745"/>
                </a:cubicBezTo>
                <a:cubicBezTo>
                  <a:pt x="516610" y="1677582"/>
                  <a:pt x="528104" y="1666086"/>
                  <a:pt x="542268" y="1666086"/>
                </a:cubicBezTo>
                <a:close/>
                <a:moveTo>
                  <a:pt x="478063" y="1666086"/>
                </a:moveTo>
                <a:cubicBezTo>
                  <a:pt x="492228" y="1666086"/>
                  <a:pt x="503724" y="1677582"/>
                  <a:pt x="503724" y="1691745"/>
                </a:cubicBezTo>
                <a:cubicBezTo>
                  <a:pt x="503724" y="1705910"/>
                  <a:pt x="492228" y="1717404"/>
                  <a:pt x="478063" y="1717404"/>
                </a:cubicBezTo>
                <a:cubicBezTo>
                  <a:pt x="463900" y="1717404"/>
                  <a:pt x="452404" y="1705910"/>
                  <a:pt x="452404" y="1691745"/>
                </a:cubicBezTo>
                <a:cubicBezTo>
                  <a:pt x="452404" y="1677582"/>
                  <a:pt x="463900" y="1666086"/>
                  <a:pt x="478063" y="1666086"/>
                </a:cubicBezTo>
                <a:close/>
                <a:moveTo>
                  <a:pt x="413858" y="1666086"/>
                </a:moveTo>
                <a:cubicBezTo>
                  <a:pt x="428023" y="1666086"/>
                  <a:pt x="439517" y="1677582"/>
                  <a:pt x="439517" y="1691745"/>
                </a:cubicBezTo>
                <a:cubicBezTo>
                  <a:pt x="439517" y="1705910"/>
                  <a:pt x="428023" y="1717404"/>
                  <a:pt x="413858" y="1717404"/>
                </a:cubicBezTo>
                <a:cubicBezTo>
                  <a:pt x="399694" y="1717404"/>
                  <a:pt x="388200" y="1705910"/>
                  <a:pt x="388200" y="1691745"/>
                </a:cubicBezTo>
                <a:cubicBezTo>
                  <a:pt x="388200" y="1677582"/>
                  <a:pt x="399694" y="1666086"/>
                  <a:pt x="413858" y="1666086"/>
                </a:cubicBezTo>
                <a:close/>
                <a:moveTo>
                  <a:pt x="346686" y="1666086"/>
                </a:moveTo>
                <a:cubicBezTo>
                  <a:pt x="360849" y="1666086"/>
                  <a:pt x="372344" y="1677582"/>
                  <a:pt x="372344" y="1691745"/>
                </a:cubicBezTo>
                <a:cubicBezTo>
                  <a:pt x="372344" y="1705910"/>
                  <a:pt x="360849" y="1717404"/>
                  <a:pt x="346686" y="1717404"/>
                </a:cubicBezTo>
                <a:cubicBezTo>
                  <a:pt x="332520" y="1717404"/>
                  <a:pt x="321027" y="1705910"/>
                  <a:pt x="321027" y="1691745"/>
                </a:cubicBezTo>
                <a:cubicBezTo>
                  <a:pt x="321027" y="1677582"/>
                  <a:pt x="332520" y="1666086"/>
                  <a:pt x="346686" y="1666086"/>
                </a:cubicBezTo>
                <a:close/>
                <a:moveTo>
                  <a:pt x="282480" y="1666086"/>
                </a:moveTo>
                <a:cubicBezTo>
                  <a:pt x="296644" y="1666086"/>
                  <a:pt x="308138" y="1677582"/>
                  <a:pt x="308138" y="1691745"/>
                </a:cubicBezTo>
                <a:cubicBezTo>
                  <a:pt x="308138" y="1705910"/>
                  <a:pt x="296644" y="1717404"/>
                  <a:pt x="282480" y="1717404"/>
                </a:cubicBezTo>
                <a:cubicBezTo>
                  <a:pt x="268314" y="1717404"/>
                  <a:pt x="256820" y="1705910"/>
                  <a:pt x="256820" y="1691745"/>
                </a:cubicBezTo>
                <a:cubicBezTo>
                  <a:pt x="256820" y="1677582"/>
                  <a:pt x="268314" y="1666086"/>
                  <a:pt x="282480" y="1666086"/>
                </a:cubicBezTo>
                <a:close/>
                <a:moveTo>
                  <a:pt x="218274" y="1666086"/>
                </a:moveTo>
                <a:cubicBezTo>
                  <a:pt x="232438" y="1666086"/>
                  <a:pt x="243932" y="1677582"/>
                  <a:pt x="243932" y="1691745"/>
                </a:cubicBezTo>
                <a:cubicBezTo>
                  <a:pt x="243932" y="1705910"/>
                  <a:pt x="232438" y="1717404"/>
                  <a:pt x="218274" y="1717404"/>
                </a:cubicBezTo>
                <a:cubicBezTo>
                  <a:pt x="204109" y="1717404"/>
                  <a:pt x="192615" y="1705910"/>
                  <a:pt x="192615" y="1691745"/>
                </a:cubicBezTo>
                <a:cubicBezTo>
                  <a:pt x="192615" y="1677582"/>
                  <a:pt x="204109" y="1666086"/>
                  <a:pt x="218274" y="1666086"/>
                </a:cubicBezTo>
                <a:close/>
                <a:moveTo>
                  <a:pt x="25659" y="1666086"/>
                </a:moveTo>
                <a:cubicBezTo>
                  <a:pt x="39829" y="1666086"/>
                  <a:pt x="51317" y="1677575"/>
                  <a:pt x="51317" y="1691745"/>
                </a:cubicBezTo>
                <a:cubicBezTo>
                  <a:pt x="51317" y="1705917"/>
                  <a:pt x="39829" y="1717404"/>
                  <a:pt x="25659" y="1717404"/>
                </a:cubicBezTo>
                <a:cubicBezTo>
                  <a:pt x="11488" y="1717404"/>
                  <a:pt x="0" y="1705917"/>
                  <a:pt x="0" y="1691745"/>
                </a:cubicBezTo>
                <a:cubicBezTo>
                  <a:pt x="0" y="1677575"/>
                  <a:pt x="11488" y="1666086"/>
                  <a:pt x="25659" y="1666086"/>
                </a:cubicBezTo>
                <a:close/>
                <a:moveTo>
                  <a:pt x="11582491" y="1611634"/>
                </a:moveTo>
                <a:cubicBezTo>
                  <a:pt x="11589609" y="1611634"/>
                  <a:pt x="11595379" y="1617404"/>
                  <a:pt x="11595379" y="1624521"/>
                </a:cubicBezTo>
                <a:cubicBezTo>
                  <a:pt x="11595379" y="1631640"/>
                  <a:pt x="11589609" y="1637409"/>
                  <a:pt x="11582491" y="1637409"/>
                </a:cubicBezTo>
                <a:cubicBezTo>
                  <a:pt x="11575375" y="1637409"/>
                  <a:pt x="11569605" y="1631640"/>
                  <a:pt x="11569605" y="1624521"/>
                </a:cubicBezTo>
                <a:cubicBezTo>
                  <a:pt x="11569605" y="1617404"/>
                  <a:pt x="11575375" y="1611634"/>
                  <a:pt x="11582491" y="1611634"/>
                </a:cubicBezTo>
                <a:close/>
                <a:moveTo>
                  <a:pt x="11518287" y="1611634"/>
                </a:moveTo>
                <a:cubicBezTo>
                  <a:pt x="11525405" y="1611634"/>
                  <a:pt x="11531175" y="1617404"/>
                  <a:pt x="11531175" y="1624521"/>
                </a:cubicBezTo>
                <a:cubicBezTo>
                  <a:pt x="11531175" y="1631640"/>
                  <a:pt x="11525403" y="1637409"/>
                  <a:pt x="11518287" y="1637409"/>
                </a:cubicBezTo>
                <a:cubicBezTo>
                  <a:pt x="11511167" y="1637409"/>
                  <a:pt x="11505399" y="1631640"/>
                  <a:pt x="11505399" y="1624521"/>
                </a:cubicBezTo>
                <a:cubicBezTo>
                  <a:pt x="11505399" y="1617404"/>
                  <a:pt x="11511171" y="1611634"/>
                  <a:pt x="11518287" y="1611634"/>
                </a:cubicBezTo>
                <a:close/>
                <a:moveTo>
                  <a:pt x="10169743" y="1611634"/>
                </a:moveTo>
                <a:cubicBezTo>
                  <a:pt x="10176942" y="1611750"/>
                  <a:pt x="10182631" y="1617439"/>
                  <a:pt x="10182631" y="1624521"/>
                </a:cubicBezTo>
                <a:cubicBezTo>
                  <a:pt x="10182631" y="1631604"/>
                  <a:pt x="10176942" y="1637409"/>
                  <a:pt x="10169743" y="1637409"/>
                </a:cubicBezTo>
                <a:cubicBezTo>
                  <a:pt x="10162659" y="1637409"/>
                  <a:pt x="10156855" y="1631720"/>
                  <a:pt x="10156855" y="1624521"/>
                </a:cubicBezTo>
                <a:cubicBezTo>
                  <a:pt x="10156855" y="1617439"/>
                  <a:pt x="10162544" y="1611634"/>
                  <a:pt x="10169743" y="1611634"/>
                </a:cubicBezTo>
                <a:close/>
                <a:moveTo>
                  <a:pt x="9848716" y="1611634"/>
                </a:moveTo>
                <a:cubicBezTo>
                  <a:pt x="9855800" y="1611750"/>
                  <a:pt x="9861604" y="1617439"/>
                  <a:pt x="9861604" y="1624521"/>
                </a:cubicBezTo>
                <a:cubicBezTo>
                  <a:pt x="9861604" y="1631604"/>
                  <a:pt x="9855915" y="1637409"/>
                  <a:pt x="9848716" y="1637409"/>
                </a:cubicBezTo>
                <a:cubicBezTo>
                  <a:pt x="9841635" y="1637409"/>
                  <a:pt x="9835828" y="1631720"/>
                  <a:pt x="9835828" y="1624521"/>
                </a:cubicBezTo>
                <a:cubicBezTo>
                  <a:pt x="9835828" y="1617439"/>
                  <a:pt x="9841517" y="1611634"/>
                  <a:pt x="9848716" y="1611634"/>
                </a:cubicBezTo>
                <a:close/>
                <a:moveTo>
                  <a:pt x="7023451" y="1611634"/>
                </a:moveTo>
                <a:cubicBezTo>
                  <a:pt x="7030570" y="1611634"/>
                  <a:pt x="7036339" y="1617404"/>
                  <a:pt x="7036339" y="1624521"/>
                </a:cubicBezTo>
                <a:cubicBezTo>
                  <a:pt x="7036339" y="1631640"/>
                  <a:pt x="7030570" y="1637409"/>
                  <a:pt x="7023451" y="1637409"/>
                </a:cubicBezTo>
                <a:cubicBezTo>
                  <a:pt x="7016335" y="1637409"/>
                  <a:pt x="7010566" y="1631640"/>
                  <a:pt x="7010566" y="1624521"/>
                </a:cubicBezTo>
                <a:cubicBezTo>
                  <a:pt x="7010566" y="1617404"/>
                  <a:pt x="7016335" y="1611634"/>
                  <a:pt x="7023451" y="1611634"/>
                </a:cubicBezTo>
                <a:close/>
                <a:moveTo>
                  <a:pt x="5871887" y="1611634"/>
                </a:moveTo>
                <a:cubicBezTo>
                  <a:pt x="5879006" y="1611634"/>
                  <a:pt x="5884776" y="1617404"/>
                  <a:pt x="5884776" y="1624521"/>
                </a:cubicBezTo>
                <a:cubicBezTo>
                  <a:pt x="5884776" y="1631640"/>
                  <a:pt x="5879004" y="1637409"/>
                  <a:pt x="5871887" y="1637409"/>
                </a:cubicBezTo>
                <a:cubicBezTo>
                  <a:pt x="5864769" y="1637409"/>
                  <a:pt x="5859000" y="1631640"/>
                  <a:pt x="5859000" y="1624521"/>
                </a:cubicBezTo>
                <a:cubicBezTo>
                  <a:pt x="5859000" y="1617404"/>
                  <a:pt x="5864772" y="1611634"/>
                  <a:pt x="5871887" y="1611634"/>
                </a:cubicBezTo>
                <a:close/>
                <a:moveTo>
                  <a:pt x="5807683" y="1611634"/>
                </a:moveTo>
                <a:cubicBezTo>
                  <a:pt x="5814801" y="1611634"/>
                  <a:pt x="5820571" y="1617404"/>
                  <a:pt x="5820571" y="1624521"/>
                </a:cubicBezTo>
                <a:cubicBezTo>
                  <a:pt x="5820571" y="1631640"/>
                  <a:pt x="5814799" y="1637409"/>
                  <a:pt x="5807683" y="1637409"/>
                </a:cubicBezTo>
                <a:cubicBezTo>
                  <a:pt x="5800565" y="1637409"/>
                  <a:pt x="5794796" y="1631640"/>
                  <a:pt x="5794796" y="1624521"/>
                </a:cubicBezTo>
                <a:cubicBezTo>
                  <a:pt x="5794796" y="1617404"/>
                  <a:pt x="5800566" y="1611634"/>
                  <a:pt x="5807683" y="1611634"/>
                </a:cubicBezTo>
                <a:close/>
                <a:moveTo>
                  <a:pt x="4459140" y="1611634"/>
                </a:moveTo>
                <a:cubicBezTo>
                  <a:pt x="4466338" y="1611750"/>
                  <a:pt x="4472025" y="1617439"/>
                  <a:pt x="4472025" y="1624521"/>
                </a:cubicBezTo>
                <a:cubicBezTo>
                  <a:pt x="4472025" y="1631604"/>
                  <a:pt x="4466338" y="1637409"/>
                  <a:pt x="4459140" y="1637409"/>
                </a:cubicBezTo>
                <a:cubicBezTo>
                  <a:pt x="4452058" y="1637409"/>
                  <a:pt x="4446252" y="1631720"/>
                  <a:pt x="4446252" y="1624521"/>
                </a:cubicBezTo>
                <a:cubicBezTo>
                  <a:pt x="4446252" y="1617439"/>
                  <a:pt x="4451941" y="1611634"/>
                  <a:pt x="4459140" y="1611634"/>
                </a:cubicBezTo>
                <a:close/>
                <a:moveTo>
                  <a:pt x="4138112" y="1611634"/>
                </a:moveTo>
                <a:cubicBezTo>
                  <a:pt x="4145194" y="1611750"/>
                  <a:pt x="4151000" y="1617439"/>
                  <a:pt x="4151000" y="1624521"/>
                </a:cubicBezTo>
                <a:cubicBezTo>
                  <a:pt x="4151000" y="1631604"/>
                  <a:pt x="4145311" y="1637409"/>
                  <a:pt x="4138112" y="1637409"/>
                </a:cubicBezTo>
                <a:cubicBezTo>
                  <a:pt x="4131029" y="1637409"/>
                  <a:pt x="4125224" y="1631720"/>
                  <a:pt x="4125224" y="1624521"/>
                </a:cubicBezTo>
                <a:cubicBezTo>
                  <a:pt x="4125224" y="1617439"/>
                  <a:pt x="4130913" y="1611634"/>
                  <a:pt x="4138112" y="1611634"/>
                </a:cubicBezTo>
                <a:close/>
                <a:moveTo>
                  <a:pt x="1312848" y="1611634"/>
                </a:moveTo>
                <a:cubicBezTo>
                  <a:pt x="1319968" y="1611634"/>
                  <a:pt x="1325735" y="1617404"/>
                  <a:pt x="1325735" y="1624521"/>
                </a:cubicBezTo>
                <a:cubicBezTo>
                  <a:pt x="1325735" y="1631640"/>
                  <a:pt x="1319968" y="1637409"/>
                  <a:pt x="1312848" y="1637409"/>
                </a:cubicBezTo>
                <a:cubicBezTo>
                  <a:pt x="1305730" y="1637409"/>
                  <a:pt x="1299962" y="1631640"/>
                  <a:pt x="1299962" y="1624521"/>
                </a:cubicBezTo>
                <a:cubicBezTo>
                  <a:pt x="1299962" y="1617404"/>
                  <a:pt x="1305730" y="1611634"/>
                  <a:pt x="1312848" y="1611634"/>
                </a:cubicBezTo>
                <a:close/>
                <a:moveTo>
                  <a:pt x="154069" y="1611634"/>
                </a:moveTo>
                <a:cubicBezTo>
                  <a:pt x="161187" y="1611634"/>
                  <a:pt x="166957" y="1617404"/>
                  <a:pt x="166957" y="1624521"/>
                </a:cubicBezTo>
                <a:cubicBezTo>
                  <a:pt x="166957" y="1631640"/>
                  <a:pt x="161186" y="1637409"/>
                  <a:pt x="154069" y="1637409"/>
                </a:cubicBezTo>
                <a:cubicBezTo>
                  <a:pt x="146951" y="1637409"/>
                  <a:pt x="141182" y="1631640"/>
                  <a:pt x="141182" y="1624521"/>
                </a:cubicBezTo>
                <a:cubicBezTo>
                  <a:pt x="141182" y="1617404"/>
                  <a:pt x="146953" y="1611634"/>
                  <a:pt x="154069" y="1611634"/>
                </a:cubicBezTo>
                <a:close/>
                <a:moveTo>
                  <a:pt x="89864" y="1611634"/>
                </a:moveTo>
                <a:cubicBezTo>
                  <a:pt x="96982" y="1611634"/>
                  <a:pt x="102752" y="1617404"/>
                  <a:pt x="102752" y="1624521"/>
                </a:cubicBezTo>
                <a:cubicBezTo>
                  <a:pt x="102752" y="1631640"/>
                  <a:pt x="96981" y="1637409"/>
                  <a:pt x="89864" y="1637409"/>
                </a:cubicBezTo>
                <a:cubicBezTo>
                  <a:pt x="82746" y="1637409"/>
                  <a:pt x="76977" y="1631640"/>
                  <a:pt x="76977" y="1624521"/>
                </a:cubicBezTo>
                <a:cubicBezTo>
                  <a:pt x="76977" y="1617404"/>
                  <a:pt x="82748" y="1611634"/>
                  <a:pt x="89864" y="1611634"/>
                </a:cubicBezTo>
                <a:close/>
                <a:moveTo>
                  <a:pt x="12099103" y="1598863"/>
                </a:moveTo>
                <a:cubicBezTo>
                  <a:pt x="12113273" y="1598863"/>
                  <a:pt x="12124761" y="1610351"/>
                  <a:pt x="12124761" y="1624521"/>
                </a:cubicBezTo>
                <a:cubicBezTo>
                  <a:pt x="12124761" y="1638693"/>
                  <a:pt x="12113273" y="1650180"/>
                  <a:pt x="12099103" y="1650180"/>
                </a:cubicBezTo>
                <a:cubicBezTo>
                  <a:pt x="12084931" y="1650180"/>
                  <a:pt x="12073441" y="1638693"/>
                  <a:pt x="12073441" y="1624521"/>
                </a:cubicBezTo>
                <a:cubicBezTo>
                  <a:pt x="12073441" y="1610351"/>
                  <a:pt x="12084931" y="1598863"/>
                  <a:pt x="12099103" y="1598863"/>
                </a:cubicBezTo>
                <a:close/>
                <a:moveTo>
                  <a:pt x="12034897" y="1598863"/>
                </a:moveTo>
                <a:cubicBezTo>
                  <a:pt x="12049061" y="1598863"/>
                  <a:pt x="12060557" y="1610357"/>
                  <a:pt x="12060557" y="1624521"/>
                </a:cubicBezTo>
                <a:cubicBezTo>
                  <a:pt x="12060557" y="1638686"/>
                  <a:pt x="12049061" y="1650180"/>
                  <a:pt x="12034897" y="1650180"/>
                </a:cubicBezTo>
                <a:cubicBezTo>
                  <a:pt x="12020731" y="1650180"/>
                  <a:pt x="12009237" y="1638686"/>
                  <a:pt x="12009237" y="1624521"/>
                </a:cubicBezTo>
                <a:cubicBezTo>
                  <a:pt x="12009237" y="1610357"/>
                  <a:pt x="12020731" y="1598863"/>
                  <a:pt x="12034897" y="1598863"/>
                </a:cubicBezTo>
                <a:close/>
                <a:moveTo>
                  <a:pt x="11970691" y="1598863"/>
                </a:moveTo>
                <a:cubicBezTo>
                  <a:pt x="11984855" y="1598863"/>
                  <a:pt x="11996349" y="1610357"/>
                  <a:pt x="11996349" y="1624521"/>
                </a:cubicBezTo>
                <a:cubicBezTo>
                  <a:pt x="11996349" y="1638686"/>
                  <a:pt x="11984855" y="1650180"/>
                  <a:pt x="11970691" y="1650180"/>
                </a:cubicBezTo>
                <a:cubicBezTo>
                  <a:pt x="11956525" y="1650180"/>
                  <a:pt x="11945033" y="1638686"/>
                  <a:pt x="11945033" y="1624521"/>
                </a:cubicBezTo>
                <a:cubicBezTo>
                  <a:pt x="11945033" y="1610357"/>
                  <a:pt x="11956525" y="1598863"/>
                  <a:pt x="11970691" y="1598863"/>
                </a:cubicBezTo>
                <a:close/>
                <a:moveTo>
                  <a:pt x="11906483" y="1598863"/>
                </a:moveTo>
                <a:cubicBezTo>
                  <a:pt x="11920649" y="1598863"/>
                  <a:pt x="11932145" y="1610357"/>
                  <a:pt x="11932145" y="1624521"/>
                </a:cubicBezTo>
                <a:cubicBezTo>
                  <a:pt x="11932145" y="1638686"/>
                  <a:pt x="11920649" y="1650180"/>
                  <a:pt x="11906483" y="1650180"/>
                </a:cubicBezTo>
                <a:cubicBezTo>
                  <a:pt x="11892321" y="1650180"/>
                  <a:pt x="11880825" y="1638686"/>
                  <a:pt x="11880825" y="1624521"/>
                </a:cubicBezTo>
                <a:cubicBezTo>
                  <a:pt x="11880825" y="1610357"/>
                  <a:pt x="11892321" y="1598863"/>
                  <a:pt x="11906483" y="1598863"/>
                </a:cubicBezTo>
                <a:close/>
                <a:moveTo>
                  <a:pt x="11842279" y="1598863"/>
                </a:moveTo>
                <a:cubicBezTo>
                  <a:pt x="11856445" y="1598863"/>
                  <a:pt x="11867941" y="1610357"/>
                  <a:pt x="11867941" y="1624521"/>
                </a:cubicBezTo>
                <a:cubicBezTo>
                  <a:pt x="11867941" y="1638686"/>
                  <a:pt x="11856445" y="1650180"/>
                  <a:pt x="11842279" y="1650180"/>
                </a:cubicBezTo>
                <a:cubicBezTo>
                  <a:pt x="11828117" y="1650180"/>
                  <a:pt x="11816621" y="1638686"/>
                  <a:pt x="11816621" y="1624521"/>
                </a:cubicBezTo>
                <a:cubicBezTo>
                  <a:pt x="11816621" y="1610357"/>
                  <a:pt x="11828117" y="1598863"/>
                  <a:pt x="11842279" y="1598863"/>
                </a:cubicBezTo>
                <a:close/>
                <a:moveTo>
                  <a:pt x="11775107" y="1598863"/>
                </a:moveTo>
                <a:cubicBezTo>
                  <a:pt x="11789271" y="1598863"/>
                  <a:pt x="11800767" y="1610357"/>
                  <a:pt x="11800767" y="1624521"/>
                </a:cubicBezTo>
                <a:cubicBezTo>
                  <a:pt x="11800767" y="1638686"/>
                  <a:pt x="11789271" y="1650180"/>
                  <a:pt x="11775107" y="1650180"/>
                </a:cubicBezTo>
                <a:cubicBezTo>
                  <a:pt x="11760941" y="1650180"/>
                  <a:pt x="11749449" y="1638686"/>
                  <a:pt x="11749449" y="1624521"/>
                </a:cubicBezTo>
                <a:cubicBezTo>
                  <a:pt x="11749449" y="1610357"/>
                  <a:pt x="11760941" y="1598863"/>
                  <a:pt x="11775107" y="1598863"/>
                </a:cubicBezTo>
                <a:close/>
                <a:moveTo>
                  <a:pt x="11710901" y="1598863"/>
                </a:moveTo>
                <a:cubicBezTo>
                  <a:pt x="11725067" y="1598863"/>
                  <a:pt x="11736561" y="1610357"/>
                  <a:pt x="11736561" y="1624521"/>
                </a:cubicBezTo>
                <a:cubicBezTo>
                  <a:pt x="11736561" y="1638686"/>
                  <a:pt x="11725067" y="1650180"/>
                  <a:pt x="11710901" y="1650180"/>
                </a:cubicBezTo>
                <a:cubicBezTo>
                  <a:pt x="11696737" y="1650180"/>
                  <a:pt x="11685243" y="1638686"/>
                  <a:pt x="11685243" y="1624521"/>
                </a:cubicBezTo>
                <a:cubicBezTo>
                  <a:pt x="11685243" y="1610357"/>
                  <a:pt x="11696737" y="1598863"/>
                  <a:pt x="11710901" y="1598863"/>
                </a:cubicBezTo>
                <a:close/>
                <a:moveTo>
                  <a:pt x="11646697" y="1598863"/>
                </a:moveTo>
                <a:cubicBezTo>
                  <a:pt x="11660859" y="1598863"/>
                  <a:pt x="11672355" y="1610357"/>
                  <a:pt x="11672355" y="1624521"/>
                </a:cubicBezTo>
                <a:cubicBezTo>
                  <a:pt x="11672355" y="1638686"/>
                  <a:pt x="11660859" y="1650180"/>
                  <a:pt x="11646697" y="1650180"/>
                </a:cubicBezTo>
                <a:cubicBezTo>
                  <a:pt x="11632529" y="1650180"/>
                  <a:pt x="11621037" y="1638686"/>
                  <a:pt x="11621037" y="1624521"/>
                </a:cubicBezTo>
                <a:cubicBezTo>
                  <a:pt x="11621037" y="1610357"/>
                  <a:pt x="11632529" y="1598863"/>
                  <a:pt x="11646697" y="1598863"/>
                </a:cubicBezTo>
                <a:close/>
                <a:moveTo>
                  <a:pt x="11454081" y="1598863"/>
                </a:moveTo>
                <a:cubicBezTo>
                  <a:pt x="11468253" y="1598863"/>
                  <a:pt x="11479739" y="1610351"/>
                  <a:pt x="11479739" y="1624521"/>
                </a:cubicBezTo>
                <a:cubicBezTo>
                  <a:pt x="11479739" y="1638693"/>
                  <a:pt x="11468253" y="1650180"/>
                  <a:pt x="11454081" y="1650180"/>
                </a:cubicBezTo>
                <a:cubicBezTo>
                  <a:pt x="11439909" y="1650180"/>
                  <a:pt x="11428421" y="1638693"/>
                  <a:pt x="11428421" y="1624521"/>
                </a:cubicBezTo>
                <a:cubicBezTo>
                  <a:pt x="11428421" y="1610351"/>
                  <a:pt x="11439909" y="1598863"/>
                  <a:pt x="11454081" y="1598863"/>
                </a:cubicBezTo>
                <a:close/>
                <a:moveTo>
                  <a:pt x="11389875" y="1598863"/>
                </a:moveTo>
                <a:cubicBezTo>
                  <a:pt x="11404040" y="1598863"/>
                  <a:pt x="11415533" y="1610357"/>
                  <a:pt x="11415533" y="1624521"/>
                </a:cubicBezTo>
                <a:cubicBezTo>
                  <a:pt x="11415533" y="1638686"/>
                  <a:pt x="11404040" y="1650180"/>
                  <a:pt x="11389875" y="1650180"/>
                </a:cubicBezTo>
                <a:cubicBezTo>
                  <a:pt x="11375710" y="1650180"/>
                  <a:pt x="11364217" y="1638686"/>
                  <a:pt x="11364217" y="1624521"/>
                </a:cubicBezTo>
                <a:cubicBezTo>
                  <a:pt x="11364217" y="1610357"/>
                  <a:pt x="11375710" y="1598863"/>
                  <a:pt x="11389875" y="1598863"/>
                </a:cubicBezTo>
                <a:close/>
                <a:moveTo>
                  <a:pt x="11325670" y="1598863"/>
                </a:moveTo>
                <a:cubicBezTo>
                  <a:pt x="11339835" y="1598863"/>
                  <a:pt x="11351329" y="1610357"/>
                  <a:pt x="11351329" y="1624521"/>
                </a:cubicBezTo>
                <a:cubicBezTo>
                  <a:pt x="11351329" y="1638686"/>
                  <a:pt x="11339835" y="1650180"/>
                  <a:pt x="11325670" y="1650180"/>
                </a:cubicBezTo>
                <a:cubicBezTo>
                  <a:pt x="11311505" y="1650180"/>
                  <a:pt x="11300012" y="1638686"/>
                  <a:pt x="11300012" y="1624521"/>
                </a:cubicBezTo>
                <a:cubicBezTo>
                  <a:pt x="11300012" y="1610357"/>
                  <a:pt x="11311505" y="1598863"/>
                  <a:pt x="11325670" y="1598863"/>
                </a:cubicBezTo>
                <a:close/>
                <a:moveTo>
                  <a:pt x="11261466" y="1598863"/>
                </a:moveTo>
                <a:cubicBezTo>
                  <a:pt x="11275628" y="1598863"/>
                  <a:pt x="11287124" y="1610357"/>
                  <a:pt x="11287124" y="1624521"/>
                </a:cubicBezTo>
                <a:cubicBezTo>
                  <a:pt x="11287124" y="1638686"/>
                  <a:pt x="11275628" y="1650180"/>
                  <a:pt x="11261466" y="1650180"/>
                </a:cubicBezTo>
                <a:cubicBezTo>
                  <a:pt x="11247301" y="1650180"/>
                  <a:pt x="11235805" y="1638686"/>
                  <a:pt x="11235805" y="1624521"/>
                </a:cubicBezTo>
                <a:cubicBezTo>
                  <a:pt x="11235805" y="1610357"/>
                  <a:pt x="11247301" y="1598863"/>
                  <a:pt x="11261466" y="1598863"/>
                </a:cubicBezTo>
                <a:close/>
                <a:moveTo>
                  <a:pt x="11197259" y="1598863"/>
                </a:moveTo>
                <a:cubicBezTo>
                  <a:pt x="11211424" y="1598863"/>
                  <a:pt x="11222917" y="1610357"/>
                  <a:pt x="11222917" y="1624521"/>
                </a:cubicBezTo>
                <a:cubicBezTo>
                  <a:pt x="11222917" y="1638686"/>
                  <a:pt x="11211424" y="1650180"/>
                  <a:pt x="11197259" y="1650180"/>
                </a:cubicBezTo>
                <a:cubicBezTo>
                  <a:pt x="11183094" y="1650180"/>
                  <a:pt x="11171601" y="1638686"/>
                  <a:pt x="11171601" y="1624521"/>
                </a:cubicBezTo>
                <a:cubicBezTo>
                  <a:pt x="11171601" y="1610357"/>
                  <a:pt x="11183094" y="1598863"/>
                  <a:pt x="11197259" y="1598863"/>
                </a:cubicBezTo>
                <a:close/>
                <a:moveTo>
                  <a:pt x="11133055" y="1598863"/>
                </a:moveTo>
                <a:cubicBezTo>
                  <a:pt x="11147225" y="1598863"/>
                  <a:pt x="11158713" y="1610351"/>
                  <a:pt x="11158713" y="1624521"/>
                </a:cubicBezTo>
                <a:cubicBezTo>
                  <a:pt x="11158713" y="1638693"/>
                  <a:pt x="11147225" y="1650180"/>
                  <a:pt x="11133055" y="1650180"/>
                </a:cubicBezTo>
                <a:cubicBezTo>
                  <a:pt x="11118884" y="1650180"/>
                  <a:pt x="11107396" y="1638693"/>
                  <a:pt x="11107396" y="1624521"/>
                </a:cubicBezTo>
                <a:cubicBezTo>
                  <a:pt x="11107396" y="1610351"/>
                  <a:pt x="11118884" y="1598863"/>
                  <a:pt x="11133055" y="1598863"/>
                </a:cubicBezTo>
                <a:close/>
                <a:moveTo>
                  <a:pt x="11068848" y="1598863"/>
                </a:moveTo>
                <a:cubicBezTo>
                  <a:pt x="11083021" y="1598863"/>
                  <a:pt x="11094509" y="1610351"/>
                  <a:pt x="11094509" y="1624521"/>
                </a:cubicBezTo>
                <a:cubicBezTo>
                  <a:pt x="11094509" y="1638693"/>
                  <a:pt x="11083021" y="1650180"/>
                  <a:pt x="11068848" y="1650180"/>
                </a:cubicBezTo>
                <a:cubicBezTo>
                  <a:pt x="11054677" y="1650180"/>
                  <a:pt x="11043189" y="1638693"/>
                  <a:pt x="11043189" y="1624521"/>
                </a:cubicBezTo>
                <a:cubicBezTo>
                  <a:pt x="11043189" y="1610351"/>
                  <a:pt x="11054677" y="1598863"/>
                  <a:pt x="11068848" y="1598863"/>
                </a:cubicBezTo>
                <a:close/>
                <a:moveTo>
                  <a:pt x="11004643" y="1598863"/>
                </a:moveTo>
                <a:cubicBezTo>
                  <a:pt x="11018808" y="1598863"/>
                  <a:pt x="11030301" y="1610357"/>
                  <a:pt x="11030301" y="1624521"/>
                </a:cubicBezTo>
                <a:cubicBezTo>
                  <a:pt x="11030301" y="1638686"/>
                  <a:pt x="11018808" y="1650180"/>
                  <a:pt x="11004643" y="1650180"/>
                </a:cubicBezTo>
                <a:cubicBezTo>
                  <a:pt x="10990478" y="1650180"/>
                  <a:pt x="10978985" y="1638686"/>
                  <a:pt x="10978985" y="1624521"/>
                </a:cubicBezTo>
                <a:cubicBezTo>
                  <a:pt x="10978985" y="1610357"/>
                  <a:pt x="10990478" y="1598863"/>
                  <a:pt x="11004643" y="1598863"/>
                </a:cubicBezTo>
                <a:close/>
                <a:moveTo>
                  <a:pt x="10940321" y="1598863"/>
                </a:moveTo>
                <a:cubicBezTo>
                  <a:pt x="10954604" y="1598863"/>
                  <a:pt x="10965982" y="1610357"/>
                  <a:pt x="10965982" y="1624521"/>
                </a:cubicBezTo>
                <a:cubicBezTo>
                  <a:pt x="10965982" y="1638686"/>
                  <a:pt x="10954486" y="1650180"/>
                  <a:pt x="10940321" y="1650180"/>
                </a:cubicBezTo>
                <a:cubicBezTo>
                  <a:pt x="10926156" y="1650180"/>
                  <a:pt x="10914663" y="1638686"/>
                  <a:pt x="10914663" y="1624521"/>
                </a:cubicBezTo>
                <a:cubicBezTo>
                  <a:pt x="10914663" y="1610357"/>
                  <a:pt x="10926156" y="1598863"/>
                  <a:pt x="10940321" y="1598863"/>
                </a:cubicBezTo>
                <a:close/>
                <a:moveTo>
                  <a:pt x="10811912" y="1598863"/>
                </a:moveTo>
                <a:cubicBezTo>
                  <a:pt x="10826077" y="1598863"/>
                  <a:pt x="10837571" y="1610357"/>
                  <a:pt x="10837571" y="1624521"/>
                </a:cubicBezTo>
                <a:cubicBezTo>
                  <a:pt x="10837571" y="1638686"/>
                  <a:pt x="10826077" y="1650180"/>
                  <a:pt x="10811912" y="1650180"/>
                </a:cubicBezTo>
                <a:cubicBezTo>
                  <a:pt x="10797747" y="1650180"/>
                  <a:pt x="10786254" y="1638686"/>
                  <a:pt x="10786254" y="1624521"/>
                </a:cubicBezTo>
                <a:cubicBezTo>
                  <a:pt x="10786254" y="1610357"/>
                  <a:pt x="10797747" y="1598863"/>
                  <a:pt x="10811912" y="1598863"/>
                </a:cubicBezTo>
                <a:close/>
                <a:moveTo>
                  <a:pt x="10747708" y="1598863"/>
                </a:moveTo>
                <a:cubicBezTo>
                  <a:pt x="10761878" y="1598863"/>
                  <a:pt x="10773366" y="1610351"/>
                  <a:pt x="10773366" y="1624521"/>
                </a:cubicBezTo>
                <a:cubicBezTo>
                  <a:pt x="10773366" y="1638693"/>
                  <a:pt x="10761878" y="1650180"/>
                  <a:pt x="10747708" y="1650180"/>
                </a:cubicBezTo>
                <a:cubicBezTo>
                  <a:pt x="10733535" y="1650180"/>
                  <a:pt x="10722047" y="1638693"/>
                  <a:pt x="10722047" y="1624521"/>
                </a:cubicBezTo>
                <a:cubicBezTo>
                  <a:pt x="10722047" y="1610351"/>
                  <a:pt x="10733535" y="1598863"/>
                  <a:pt x="10747708" y="1598863"/>
                </a:cubicBezTo>
                <a:close/>
                <a:moveTo>
                  <a:pt x="10683501" y="1598863"/>
                </a:moveTo>
                <a:cubicBezTo>
                  <a:pt x="10697666" y="1598863"/>
                  <a:pt x="10709159" y="1610357"/>
                  <a:pt x="10709159" y="1624521"/>
                </a:cubicBezTo>
                <a:cubicBezTo>
                  <a:pt x="10709159" y="1638686"/>
                  <a:pt x="10697666" y="1650180"/>
                  <a:pt x="10683501" y="1650180"/>
                </a:cubicBezTo>
                <a:cubicBezTo>
                  <a:pt x="10669336" y="1650180"/>
                  <a:pt x="10657843" y="1638686"/>
                  <a:pt x="10657843" y="1624521"/>
                </a:cubicBezTo>
                <a:cubicBezTo>
                  <a:pt x="10657843" y="1610357"/>
                  <a:pt x="10669336" y="1598863"/>
                  <a:pt x="10683501" y="1598863"/>
                </a:cubicBezTo>
                <a:close/>
                <a:moveTo>
                  <a:pt x="10619297" y="1598863"/>
                </a:moveTo>
                <a:cubicBezTo>
                  <a:pt x="10633462" y="1598863"/>
                  <a:pt x="10644955" y="1610357"/>
                  <a:pt x="10644955" y="1624521"/>
                </a:cubicBezTo>
                <a:cubicBezTo>
                  <a:pt x="10644955" y="1638686"/>
                  <a:pt x="10633462" y="1650180"/>
                  <a:pt x="10619297" y="1650180"/>
                </a:cubicBezTo>
                <a:cubicBezTo>
                  <a:pt x="10605132" y="1650180"/>
                  <a:pt x="10593639" y="1638686"/>
                  <a:pt x="10593639" y="1624521"/>
                </a:cubicBezTo>
                <a:cubicBezTo>
                  <a:pt x="10593639" y="1610357"/>
                  <a:pt x="10605132" y="1598863"/>
                  <a:pt x="10619297" y="1598863"/>
                </a:cubicBezTo>
                <a:close/>
                <a:moveTo>
                  <a:pt x="10555092" y="1598863"/>
                </a:moveTo>
                <a:cubicBezTo>
                  <a:pt x="10569255" y="1598863"/>
                  <a:pt x="10580751" y="1610357"/>
                  <a:pt x="10580751" y="1624521"/>
                </a:cubicBezTo>
                <a:cubicBezTo>
                  <a:pt x="10580751" y="1638686"/>
                  <a:pt x="10569255" y="1650180"/>
                  <a:pt x="10555092" y="1650180"/>
                </a:cubicBezTo>
                <a:cubicBezTo>
                  <a:pt x="10540927" y="1650180"/>
                  <a:pt x="10529432" y="1638686"/>
                  <a:pt x="10529432" y="1624521"/>
                </a:cubicBezTo>
                <a:cubicBezTo>
                  <a:pt x="10529432" y="1610357"/>
                  <a:pt x="10540927" y="1598863"/>
                  <a:pt x="10555092" y="1598863"/>
                </a:cubicBezTo>
                <a:close/>
                <a:moveTo>
                  <a:pt x="10490885" y="1598863"/>
                </a:moveTo>
                <a:cubicBezTo>
                  <a:pt x="10505050" y="1598863"/>
                  <a:pt x="10516544" y="1610357"/>
                  <a:pt x="10516544" y="1624521"/>
                </a:cubicBezTo>
                <a:cubicBezTo>
                  <a:pt x="10516544" y="1638686"/>
                  <a:pt x="10505050" y="1650180"/>
                  <a:pt x="10490885" y="1650180"/>
                </a:cubicBezTo>
                <a:cubicBezTo>
                  <a:pt x="10476720" y="1650180"/>
                  <a:pt x="10465227" y="1638686"/>
                  <a:pt x="10465227" y="1624521"/>
                </a:cubicBezTo>
                <a:cubicBezTo>
                  <a:pt x="10465227" y="1610357"/>
                  <a:pt x="10476720" y="1598863"/>
                  <a:pt x="10490885" y="1598863"/>
                </a:cubicBezTo>
                <a:close/>
                <a:moveTo>
                  <a:pt x="10426681" y="1598863"/>
                </a:moveTo>
                <a:cubicBezTo>
                  <a:pt x="10440851" y="1598863"/>
                  <a:pt x="10452339" y="1610351"/>
                  <a:pt x="10452339" y="1624521"/>
                </a:cubicBezTo>
                <a:cubicBezTo>
                  <a:pt x="10452339" y="1638693"/>
                  <a:pt x="10440851" y="1650180"/>
                  <a:pt x="10426681" y="1650180"/>
                </a:cubicBezTo>
                <a:cubicBezTo>
                  <a:pt x="10412508" y="1650180"/>
                  <a:pt x="10401023" y="1638693"/>
                  <a:pt x="10401023" y="1624521"/>
                </a:cubicBezTo>
                <a:cubicBezTo>
                  <a:pt x="10401023" y="1610351"/>
                  <a:pt x="10412508" y="1598863"/>
                  <a:pt x="10426681" y="1598863"/>
                </a:cubicBezTo>
                <a:close/>
                <a:moveTo>
                  <a:pt x="10362474" y="1598863"/>
                </a:moveTo>
                <a:cubicBezTo>
                  <a:pt x="10376647" y="1598863"/>
                  <a:pt x="10388135" y="1610351"/>
                  <a:pt x="10388135" y="1624521"/>
                </a:cubicBezTo>
                <a:cubicBezTo>
                  <a:pt x="10388135" y="1638693"/>
                  <a:pt x="10376647" y="1650180"/>
                  <a:pt x="10362474" y="1650180"/>
                </a:cubicBezTo>
                <a:cubicBezTo>
                  <a:pt x="10348304" y="1650180"/>
                  <a:pt x="10336816" y="1638693"/>
                  <a:pt x="10336816" y="1624521"/>
                </a:cubicBezTo>
                <a:cubicBezTo>
                  <a:pt x="10336816" y="1610351"/>
                  <a:pt x="10348304" y="1598863"/>
                  <a:pt x="10362474" y="1598863"/>
                </a:cubicBezTo>
                <a:close/>
                <a:moveTo>
                  <a:pt x="10298270" y="1598863"/>
                </a:moveTo>
                <a:cubicBezTo>
                  <a:pt x="10312435" y="1598863"/>
                  <a:pt x="10323928" y="1610357"/>
                  <a:pt x="10323928" y="1624521"/>
                </a:cubicBezTo>
                <a:cubicBezTo>
                  <a:pt x="10323928" y="1638686"/>
                  <a:pt x="10312435" y="1650180"/>
                  <a:pt x="10298270" y="1650180"/>
                </a:cubicBezTo>
                <a:cubicBezTo>
                  <a:pt x="10284105" y="1650180"/>
                  <a:pt x="10272611" y="1638686"/>
                  <a:pt x="10272611" y="1624521"/>
                </a:cubicBezTo>
                <a:cubicBezTo>
                  <a:pt x="10272611" y="1610357"/>
                  <a:pt x="10284105" y="1598863"/>
                  <a:pt x="10298270" y="1598863"/>
                </a:cubicBezTo>
                <a:close/>
                <a:moveTo>
                  <a:pt x="10234065" y="1598863"/>
                </a:moveTo>
                <a:cubicBezTo>
                  <a:pt x="10248228" y="1598863"/>
                  <a:pt x="10259723" y="1610357"/>
                  <a:pt x="10259723" y="1624521"/>
                </a:cubicBezTo>
                <a:cubicBezTo>
                  <a:pt x="10259723" y="1638686"/>
                  <a:pt x="10248228" y="1650180"/>
                  <a:pt x="10234065" y="1650180"/>
                </a:cubicBezTo>
                <a:cubicBezTo>
                  <a:pt x="10219900" y="1650180"/>
                  <a:pt x="10208404" y="1638686"/>
                  <a:pt x="10208404" y="1624521"/>
                </a:cubicBezTo>
                <a:cubicBezTo>
                  <a:pt x="10208404" y="1610357"/>
                  <a:pt x="10219900" y="1598863"/>
                  <a:pt x="10234065" y="1598863"/>
                </a:cubicBezTo>
                <a:close/>
                <a:moveTo>
                  <a:pt x="10105654" y="1598863"/>
                </a:moveTo>
                <a:cubicBezTo>
                  <a:pt x="10119819" y="1598863"/>
                  <a:pt x="10131312" y="1610357"/>
                  <a:pt x="10131312" y="1624521"/>
                </a:cubicBezTo>
                <a:cubicBezTo>
                  <a:pt x="10131312" y="1638686"/>
                  <a:pt x="10119819" y="1650180"/>
                  <a:pt x="10105654" y="1650180"/>
                </a:cubicBezTo>
                <a:cubicBezTo>
                  <a:pt x="10091489" y="1650180"/>
                  <a:pt x="10079996" y="1638686"/>
                  <a:pt x="10079996" y="1624521"/>
                </a:cubicBezTo>
                <a:cubicBezTo>
                  <a:pt x="10079996" y="1610357"/>
                  <a:pt x="10091489" y="1598863"/>
                  <a:pt x="10105654" y="1598863"/>
                </a:cubicBezTo>
                <a:close/>
                <a:moveTo>
                  <a:pt x="9977242" y="1598863"/>
                </a:moveTo>
                <a:cubicBezTo>
                  <a:pt x="9991416" y="1598863"/>
                  <a:pt x="10002903" y="1610351"/>
                  <a:pt x="10002903" y="1624521"/>
                </a:cubicBezTo>
                <a:cubicBezTo>
                  <a:pt x="10002903" y="1638693"/>
                  <a:pt x="9991416" y="1650180"/>
                  <a:pt x="9977242" y="1650180"/>
                </a:cubicBezTo>
                <a:cubicBezTo>
                  <a:pt x="9963072" y="1650180"/>
                  <a:pt x="9951584" y="1638693"/>
                  <a:pt x="9951584" y="1624521"/>
                </a:cubicBezTo>
                <a:cubicBezTo>
                  <a:pt x="9951584" y="1610351"/>
                  <a:pt x="9963072" y="1598863"/>
                  <a:pt x="9977242" y="1598863"/>
                </a:cubicBezTo>
                <a:close/>
                <a:moveTo>
                  <a:pt x="9913038" y="1598863"/>
                </a:moveTo>
                <a:cubicBezTo>
                  <a:pt x="9927203" y="1598863"/>
                  <a:pt x="9938696" y="1610357"/>
                  <a:pt x="9938696" y="1624521"/>
                </a:cubicBezTo>
                <a:cubicBezTo>
                  <a:pt x="9938696" y="1638686"/>
                  <a:pt x="9927203" y="1650180"/>
                  <a:pt x="9913038" y="1650180"/>
                </a:cubicBezTo>
                <a:cubicBezTo>
                  <a:pt x="9898873" y="1650180"/>
                  <a:pt x="9887380" y="1638686"/>
                  <a:pt x="9887380" y="1624521"/>
                </a:cubicBezTo>
                <a:cubicBezTo>
                  <a:pt x="9887380" y="1610357"/>
                  <a:pt x="9898873" y="1598863"/>
                  <a:pt x="9913038" y="1598863"/>
                </a:cubicBezTo>
                <a:close/>
                <a:moveTo>
                  <a:pt x="9784512" y="1598863"/>
                </a:moveTo>
                <a:cubicBezTo>
                  <a:pt x="9798677" y="1598863"/>
                  <a:pt x="9810170" y="1610357"/>
                  <a:pt x="9810170" y="1624521"/>
                </a:cubicBezTo>
                <a:cubicBezTo>
                  <a:pt x="9810170" y="1638686"/>
                  <a:pt x="9798677" y="1650180"/>
                  <a:pt x="9784512" y="1650180"/>
                </a:cubicBezTo>
                <a:cubicBezTo>
                  <a:pt x="9770347" y="1650180"/>
                  <a:pt x="9758853" y="1638686"/>
                  <a:pt x="9758853" y="1624521"/>
                </a:cubicBezTo>
                <a:cubicBezTo>
                  <a:pt x="9758853" y="1610357"/>
                  <a:pt x="9770347" y="1598863"/>
                  <a:pt x="9784512" y="1598863"/>
                </a:cubicBezTo>
                <a:close/>
                <a:moveTo>
                  <a:pt x="9720307" y="1598863"/>
                </a:moveTo>
                <a:cubicBezTo>
                  <a:pt x="9734470" y="1598863"/>
                  <a:pt x="9745965" y="1610357"/>
                  <a:pt x="9745965" y="1624521"/>
                </a:cubicBezTo>
                <a:cubicBezTo>
                  <a:pt x="9745965" y="1638686"/>
                  <a:pt x="9734470" y="1650180"/>
                  <a:pt x="9720307" y="1650180"/>
                </a:cubicBezTo>
                <a:cubicBezTo>
                  <a:pt x="9706142" y="1650180"/>
                  <a:pt x="9694646" y="1638686"/>
                  <a:pt x="9694646" y="1624521"/>
                </a:cubicBezTo>
                <a:cubicBezTo>
                  <a:pt x="9694646" y="1610357"/>
                  <a:pt x="9706142" y="1598863"/>
                  <a:pt x="9720307" y="1598863"/>
                </a:cubicBezTo>
                <a:close/>
                <a:moveTo>
                  <a:pt x="9656100" y="1598863"/>
                </a:moveTo>
                <a:cubicBezTo>
                  <a:pt x="9670271" y="1598863"/>
                  <a:pt x="9681758" y="1610351"/>
                  <a:pt x="9681758" y="1624521"/>
                </a:cubicBezTo>
                <a:cubicBezTo>
                  <a:pt x="9681758" y="1638693"/>
                  <a:pt x="9670271" y="1650180"/>
                  <a:pt x="9656100" y="1650180"/>
                </a:cubicBezTo>
                <a:cubicBezTo>
                  <a:pt x="9641930" y="1650180"/>
                  <a:pt x="9630442" y="1638693"/>
                  <a:pt x="9630442" y="1624521"/>
                </a:cubicBezTo>
                <a:cubicBezTo>
                  <a:pt x="9630442" y="1610351"/>
                  <a:pt x="9641930" y="1598863"/>
                  <a:pt x="9656100" y="1598863"/>
                </a:cubicBezTo>
                <a:close/>
                <a:moveTo>
                  <a:pt x="9591896" y="1598863"/>
                </a:moveTo>
                <a:cubicBezTo>
                  <a:pt x="9606061" y="1598863"/>
                  <a:pt x="9617554" y="1610357"/>
                  <a:pt x="9617554" y="1624521"/>
                </a:cubicBezTo>
                <a:cubicBezTo>
                  <a:pt x="9617554" y="1638686"/>
                  <a:pt x="9606061" y="1650180"/>
                  <a:pt x="9591896" y="1650180"/>
                </a:cubicBezTo>
                <a:cubicBezTo>
                  <a:pt x="9577731" y="1650180"/>
                  <a:pt x="9566238" y="1638686"/>
                  <a:pt x="9566238" y="1624521"/>
                </a:cubicBezTo>
                <a:cubicBezTo>
                  <a:pt x="9566238" y="1610357"/>
                  <a:pt x="9577731" y="1598863"/>
                  <a:pt x="9591896" y="1598863"/>
                </a:cubicBezTo>
                <a:close/>
                <a:moveTo>
                  <a:pt x="9527689" y="1598863"/>
                </a:moveTo>
                <a:cubicBezTo>
                  <a:pt x="9541854" y="1598863"/>
                  <a:pt x="9553350" y="1610357"/>
                  <a:pt x="9553350" y="1624521"/>
                </a:cubicBezTo>
                <a:cubicBezTo>
                  <a:pt x="9553350" y="1638686"/>
                  <a:pt x="9541854" y="1650180"/>
                  <a:pt x="9527689" y="1650180"/>
                </a:cubicBezTo>
                <a:cubicBezTo>
                  <a:pt x="9513524" y="1650180"/>
                  <a:pt x="9502031" y="1638686"/>
                  <a:pt x="9502031" y="1624521"/>
                </a:cubicBezTo>
                <a:cubicBezTo>
                  <a:pt x="9502031" y="1610357"/>
                  <a:pt x="9513524" y="1598863"/>
                  <a:pt x="9527689" y="1598863"/>
                </a:cubicBezTo>
                <a:close/>
                <a:moveTo>
                  <a:pt x="9463485" y="1598863"/>
                </a:moveTo>
                <a:cubicBezTo>
                  <a:pt x="9477650" y="1598863"/>
                  <a:pt x="9489143" y="1610357"/>
                  <a:pt x="9489143" y="1624521"/>
                </a:cubicBezTo>
                <a:cubicBezTo>
                  <a:pt x="9489143" y="1638686"/>
                  <a:pt x="9477650" y="1650180"/>
                  <a:pt x="9463485" y="1650180"/>
                </a:cubicBezTo>
                <a:cubicBezTo>
                  <a:pt x="9449320" y="1650180"/>
                  <a:pt x="9437826" y="1638686"/>
                  <a:pt x="9437826" y="1624521"/>
                </a:cubicBezTo>
                <a:cubicBezTo>
                  <a:pt x="9437826" y="1610357"/>
                  <a:pt x="9449320" y="1598863"/>
                  <a:pt x="9463485" y="1598863"/>
                </a:cubicBezTo>
                <a:close/>
                <a:moveTo>
                  <a:pt x="9399280" y="1598863"/>
                </a:moveTo>
                <a:cubicBezTo>
                  <a:pt x="9413445" y="1598863"/>
                  <a:pt x="9424938" y="1610357"/>
                  <a:pt x="9424938" y="1624521"/>
                </a:cubicBezTo>
                <a:cubicBezTo>
                  <a:pt x="9424938" y="1638686"/>
                  <a:pt x="9413445" y="1650180"/>
                  <a:pt x="9399280" y="1650180"/>
                </a:cubicBezTo>
                <a:cubicBezTo>
                  <a:pt x="9385115" y="1650180"/>
                  <a:pt x="9373619" y="1638686"/>
                  <a:pt x="9373619" y="1624521"/>
                </a:cubicBezTo>
                <a:cubicBezTo>
                  <a:pt x="9373619" y="1610357"/>
                  <a:pt x="9385115" y="1598863"/>
                  <a:pt x="9399280" y="1598863"/>
                </a:cubicBezTo>
                <a:close/>
                <a:moveTo>
                  <a:pt x="9335073" y="1598863"/>
                </a:moveTo>
                <a:cubicBezTo>
                  <a:pt x="9349246" y="1598863"/>
                  <a:pt x="9360734" y="1610351"/>
                  <a:pt x="9360734" y="1624521"/>
                </a:cubicBezTo>
                <a:cubicBezTo>
                  <a:pt x="9360734" y="1638693"/>
                  <a:pt x="9349246" y="1650180"/>
                  <a:pt x="9335073" y="1650180"/>
                </a:cubicBezTo>
                <a:cubicBezTo>
                  <a:pt x="9320903" y="1650180"/>
                  <a:pt x="9309415" y="1638693"/>
                  <a:pt x="9309415" y="1624521"/>
                </a:cubicBezTo>
                <a:cubicBezTo>
                  <a:pt x="9309415" y="1610351"/>
                  <a:pt x="9320903" y="1598863"/>
                  <a:pt x="9335073" y="1598863"/>
                </a:cubicBezTo>
                <a:close/>
                <a:moveTo>
                  <a:pt x="9206664" y="1598863"/>
                </a:moveTo>
                <a:cubicBezTo>
                  <a:pt x="9220829" y="1598863"/>
                  <a:pt x="9232323" y="1610357"/>
                  <a:pt x="9232323" y="1624521"/>
                </a:cubicBezTo>
                <a:cubicBezTo>
                  <a:pt x="9232323" y="1638686"/>
                  <a:pt x="9220829" y="1650180"/>
                  <a:pt x="9206664" y="1650180"/>
                </a:cubicBezTo>
                <a:cubicBezTo>
                  <a:pt x="9192499" y="1650180"/>
                  <a:pt x="9181006" y="1638686"/>
                  <a:pt x="9181006" y="1624521"/>
                </a:cubicBezTo>
                <a:cubicBezTo>
                  <a:pt x="9181006" y="1610357"/>
                  <a:pt x="9192499" y="1598863"/>
                  <a:pt x="9206664" y="1598863"/>
                </a:cubicBezTo>
                <a:close/>
                <a:moveTo>
                  <a:pt x="9142457" y="1598863"/>
                </a:moveTo>
                <a:cubicBezTo>
                  <a:pt x="9156622" y="1598863"/>
                  <a:pt x="9168118" y="1610357"/>
                  <a:pt x="9168118" y="1624521"/>
                </a:cubicBezTo>
                <a:cubicBezTo>
                  <a:pt x="9168118" y="1638686"/>
                  <a:pt x="9156622" y="1650180"/>
                  <a:pt x="9142457" y="1650180"/>
                </a:cubicBezTo>
                <a:cubicBezTo>
                  <a:pt x="9128292" y="1650180"/>
                  <a:pt x="9116799" y="1638686"/>
                  <a:pt x="9116799" y="1624521"/>
                </a:cubicBezTo>
                <a:cubicBezTo>
                  <a:pt x="9116799" y="1610357"/>
                  <a:pt x="9128292" y="1598863"/>
                  <a:pt x="9142457" y="1598863"/>
                </a:cubicBezTo>
                <a:close/>
                <a:moveTo>
                  <a:pt x="9078253" y="1598863"/>
                </a:moveTo>
                <a:cubicBezTo>
                  <a:pt x="9092418" y="1598863"/>
                  <a:pt x="9103911" y="1610357"/>
                  <a:pt x="9103911" y="1624521"/>
                </a:cubicBezTo>
                <a:cubicBezTo>
                  <a:pt x="9103911" y="1638686"/>
                  <a:pt x="9092418" y="1650180"/>
                  <a:pt x="9078253" y="1650180"/>
                </a:cubicBezTo>
                <a:cubicBezTo>
                  <a:pt x="9064088" y="1650180"/>
                  <a:pt x="9052595" y="1638686"/>
                  <a:pt x="9052595" y="1624521"/>
                </a:cubicBezTo>
                <a:cubicBezTo>
                  <a:pt x="9052595" y="1610357"/>
                  <a:pt x="9064088" y="1598863"/>
                  <a:pt x="9078253" y="1598863"/>
                </a:cubicBezTo>
                <a:close/>
                <a:moveTo>
                  <a:pt x="9014049" y="1598863"/>
                </a:moveTo>
                <a:cubicBezTo>
                  <a:pt x="9028214" y="1598863"/>
                  <a:pt x="9039707" y="1610357"/>
                  <a:pt x="9039707" y="1624521"/>
                </a:cubicBezTo>
                <a:cubicBezTo>
                  <a:pt x="9039707" y="1638686"/>
                  <a:pt x="9028214" y="1650180"/>
                  <a:pt x="9014049" y="1650180"/>
                </a:cubicBezTo>
                <a:cubicBezTo>
                  <a:pt x="8999884" y="1650180"/>
                  <a:pt x="8988388" y="1638686"/>
                  <a:pt x="8988388" y="1624521"/>
                </a:cubicBezTo>
                <a:cubicBezTo>
                  <a:pt x="8988388" y="1610357"/>
                  <a:pt x="8999884" y="1598863"/>
                  <a:pt x="9014049" y="1598863"/>
                </a:cubicBezTo>
                <a:close/>
                <a:moveTo>
                  <a:pt x="8949842" y="1598863"/>
                </a:moveTo>
                <a:cubicBezTo>
                  <a:pt x="8964015" y="1598863"/>
                  <a:pt x="8975503" y="1610351"/>
                  <a:pt x="8975503" y="1624521"/>
                </a:cubicBezTo>
                <a:cubicBezTo>
                  <a:pt x="8975503" y="1638693"/>
                  <a:pt x="8964015" y="1650180"/>
                  <a:pt x="8949842" y="1650180"/>
                </a:cubicBezTo>
                <a:cubicBezTo>
                  <a:pt x="8935671" y="1650180"/>
                  <a:pt x="8924183" y="1638693"/>
                  <a:pt x="8924183" y="1624521"/>
                </a:cubicBezTo>
                <a:cubicBezTo>
                  <a:pt x="8924183" y="1610351"/>
                  <a:pt x="8935671" y="1598863"/>
                  <a:pt x="8949842" y="1598863"/>
                </a:cubicBezTo>
                <a:close/>
                <a:moveTo>
                  <a:pt x="8821433" y="1598863"/>
                </a:moveTo>
                <a:cubicBezTo>
                  <a:pt x="8835598" y="1598863"/>
                  <a:pt x="8847091" y="1610357"/>
                  <a:pt x="8847091" y="1624521"/>
                </a:cubicBezTo>
                <a:cubicBezTo>
                  <a:pt x="8847091" y="1638686"/>
                  <a:pt x="8835598" y="1650180"/>
                  <a:pt x="8821433" y="1650180"/>
                </a:cubicBezTo>
                <a:cubicBezTo>
                  <a:pt x="8807268" y="1650180"/>
                  <a:pt x="8795772" y="1638686"/>
                  <a:pt x="8795772" y="1624521"/>
                </a:cubicBezTo>
                <a:cubicBezTo>
                  <a:pt x="8795772" y="1610357"/>
                  <a:pt x="8807268" y="1598863"/>
                  <a:pt x="8821433" y="1598863"/>
                </a:cubicBezTo>
                <a:close/>
                <a:moveTo>
                  <a:pt x="8757226" y="1598863"/>
                </a:moveTo>
                <a:cubicBezTo>
                  <a:pt x="8771391" y="1598863"/>
                  <a:pt x="8782887" y="1610357"/>
                  <a:pt x="8782887" y="1624521"/>
                </a:cubicBezTo>
                <a:cubicBezTo>
                  <a:pt x="8782887" y="1638686"/>
                  <a:pt x="8771391" y="1650180"/>
                  <a:pt x="8757226" y="1650180"/>
                </a:cubicBezTo>
                <a:cubicBezTo>
                  <a:pt x="8743061" y="1650180"/>
                  <a:pt x="8731568" y="1638686"/>
                  <a:pt x="8731568" y="1624521"/>
                </a:cubicBezTo>
                <a:cubicBezTo>
                  <a:pt x="8731568" y="1610357"/>
                  <a:pt x="8743061" y="1598863"/>
                  <a:pt x="8757226" y="1598863"/>
                </a:cubicBezTo>
                <a:close/>
                <a:moveTo>
                  <a:pt x="8692904" y="1598863"/>
                </a:moveTo>
                <a:cubicBezTo>
                  <a:pt x="8707069" y="1598863"/>
                  <a:pt x="8718565" y="1610357"/>
                  <a:pt x="8718565" y="1624521"/>
                </a:cubicBezTo>
                <a:cubicBezTo>
                  <a:pt x="8718565" y="1638686"/>
                  <a:pt x="8707069" y="1650180"/>
                  <a:pt x="8692904" y="1650180"/>
                </a:cubicBezTo>
                <a:cubicBezTo>
                  <a:pt x="8678741" y="1650180"/>
                  <a:pt x="8667246" y="1638686"/>
                  <a:pt x="8667246" y="1624521"/>
                </a:cubicBezTo>
                <a:cubicBezTo>
                  <a:pt x="8667246" y="1610357"/>
                  <a:pt x="8678741" y="1598863"/>
                  <a:pt x="8692904" y="1598863"/>
                </a:cubicBezTo>
                <a:close/>
                <a:moveTo>
                  <a:pt x="8628699" y="1598863"/>
                </a:moveTo>
                <a:cubicBezTo>
                  <a:pt x="8642864" y="1598863"/>
                  <a:pt x="8654358" y="1610357"/>
                  <a:pt x="8654358" y="1624521"/>
                </a:cubicBezTo>
                <a:cubicBezTo>
                  <a:pt x="8654358" y="1638686"/>
                  <a:pt x="8642864" y="1650180"/>
                  <a:pt x="8628699" y="1650180"/>
                </a:cubicBezTo>
                <a:cubicBezTo>
                  <a:pt x="8614534" y="1650180"/>
                  <a:pt x="8603041" y="1638686"/>
                  <a:pt x="8603041" y="1624521"/>
                </a:cubicBezTo>
                <a:cubicBezTo>
                  <a:pt x="8603041" y="1610357"/>
                  <a:pt x="8614534" y="1598863"/>
                  <a:pt x="8628699" y="1598863"/>
                </a:cubicBezTo>
                <a:close/>
                <a:moveTo>
                  <a:pt x="8564495" y="1598863"/>
                </a:moveTo>
                <a:cubicBezTo>
                  <a:pt x="8578665" y="1598863"/>
                  <a:pt x="8590153" y="1610351"/>
                  <a:pt x="8590153" y="1624521"/>
                </a:cubicBezTo>
                <a:cubicBezTo>
                  <a:pt x="8590153" y="1638693"/>
                  <a:pt x="8578665" y="1650180"/>
                  <a:pt x="8564495" y="1650180"/>
                </a:cubicBezTo>
                <a:cubicBezTo>
                  <a:pt x="8550325" y="1650180"/>
                  <a:pt x="8538837" y="1638693"/>
                  <a:pt x="8538837" y="1624521"/>
                </a:cubicBezTo>
                <a:cubicBezTo>
                  <a:pt x="8538837" y="1610351"/>
                  <a:pt x="8550325" y="1598863"/>
                  <a:pt x="8564495" y="1598863"/>
                </a:cubicBezTo>
                <a:close/>
                <a:moveTo>
                  <a:pt x="8500288" y="1598863"/>
                </a:moveTo>
                <a:cubicBezTo>
                  <a:pt x="8514453" y="1598863"/>
                  <a:pt x="8525949" y="1610357"/>
                  <a:pt x="8525949" y="1624521"/>
                </a:cubicBezTo>
                <a:cubicBezTo>
                  <a:pt x="8525949" y="1638686"/>
                  <a:pt x="8514453" y="1650180"/>
                  <a:pt x="8500288" y="1650180"/>
                </a:cubicBezTo>
                <a:cubicBezTo>
                  <a:pt x="8486126" y="1650180"/>
                  <a:pt x="8474630" y="1638686"/>
                  <a:pt x="8474630" y="1624521"/>
                </a:cubicBezTo>
                <a:cubicBezTo>
                  <a:pt x="8474630" y="1610357"/>
                  <a:pt x="8486126" y="1598863"/>
                  <a:pt x="8500288" y="1598863"/>
                </a:cubicBezTo>
                <a:close/>
                <a:moveTo>
                  <a:pt x="8436084" y="1598863"/>
                </a:moveTo>
                <a:cubicBezTo>
                  <a:pt x="8450249" y="1598863"/>
                  <a:pt x="8461745" y="1610357"/>
                  <a:pt x="8461745" y="1624521"/>
                </a:cubicBezTo>
                <a:cubicBezTo>
                  <a:pt x="8461745" y="1638686"/>
                  <a:pt x="8450249" y="1650180"/>
                  <a:pt x="8436084" y="1650180"/>
                </a:cubicBezTo>
                <a:cubicBezTo>
                  <a:pt x="8421919" y="1650180"/>
                  <a:pt x="8410426" y="1638686"/>
                  <a:pt x="8410426" y="1624521"/>
                </a:cubicBezTo>
                <a:cubicBezTo>
                  <a:pt x="8410426" y="1610357"/>
                  <a:pt x="8421919" y="1598863"/>
                  <a:pt x="8436084" y="1598863"/>
                </a:cubicBezTo>
                <a:close/>
                <a:moveTo>
                  <a:pt x="8307675" y="1598863"/>
                </a:moveTo>
                <a:cubicBezTo>
                  <a:pt x="8321837" y="1598863"/>
                  <a:pt x="8333333" y="1610357"/>
                  <a:pt x="8333333" y="1624521"/>
                </a:cubicBezTo>
                <a:cubicBezTo>
                  <a:pt x="8333333" y="1638686"/>
                  <a:pt x="8321837" y="1650180"/>
                  <a:pt x="8307675" y="1650180"/>
                </a:cubicBezTo>
                <a:cubicBezTo>
                  <a:pt x="8293510" y="1650180"/>
                  <a:pt x="8282014" y="1638686"/>
                  <a:pt x="8282014" y="1624521"/>
                </a:cubicBezTo>
                <a:cubicBezTo>
                  <a:pt x="8282014" y="1610357"/>
                  <a:pt x="8293510" y="1598863"/>
                  <a:pt x="8307675" y="1598863"/>
                </a:cubicBezTo>
                <a:close/>
                <a:moveTo>
                  <a:pt x="8243468" y="1598863"/>
                </a:moveTo>
                <a:cubicBezTo>
                  <a:pt x="8257638" y="1598863"/>
                  <a:pt x="8269126" y="1610351"/>
                  <a:pt x="8269126" y="1624521"/>
                </a:cubicBezTo>
                <a:cubicBezTo>
                  <a:pt x="8269126" y="1638693"/>
                  <a:pt x="8257638" y="1650180"/>
                  <a:pt x="8243468" y="1650180"/>
                </a:cubicBezTo>
                <a:cubicBezTo>
                  <a:pt x="8229298" y="1650180"/>
                  <a:pt x="8217810" y="1638693"/>
                  <a:pt x="8217810" y="1624521"/>
                </a:cubicBezTo>
                <a:cubicBezTo>
                  <a:pt x="8217810" y="1610351"/>
                  <a:pt x="8229298" y="1598863"/>
                  <a:pt x="8243468" y="1598863"/>
                </a:cubicBezTo>
                <a:close/>
                <a:moveTo>
                  <a:pt x="8115057" y="1598863"/>
                </a:moveTo>
                <a:cubicBezTo>
                  <a:pt x="8129222" y="1598863"/>
                  <a:pt x="8140717" y="1610357"/>
                  <a:pt x="8140717" y="1624521"/>
                </a:cubicBezTo>
                <a:cubicBezTo>
                  <a:pt x="8140717" y="1638686"/>
                  <a:pt x="8129222" y="1650180"/>
                  <a:pt x="8115057" y="1650180"/>
                </a:cubicBezTo>
                <a:cubicBezTo>
                  <a:pt x="8100894" y="1650180"/>
                  <a:pt x="8089398" y="1638686"/>
                  <a:pt x="8089398" y="1624521"/>
                </a:cubicBezTo>
                <a:cubicBezTo>
                  <a:pt x="8089398" y="1610357"/>
                  <a:pt x="8100894" y="1598863"/>
                  <a:pt x="8115057" y="1598863"/>
                </a:cubicBezTo>
                <a:close/>
                <a:moveTo>
                  <a:pt x="8050852" y="1598863"/>
                </a:moveTo>
                <a:cubicBezTo>
                  <a:pt x="8065017" y="1598863"/>
                  <a:pt x="8076510" y="1610357"/>
                  <a:pt x="8076510" y="1624521"/>
                </a:cubicBezTo>
                <a:cubicBezTo>
                  <a:pt x="8076510" y="1638686"/>
                  <a:pt x="8065017" y="1650180"/>
                  <a:pt x="8050852" y="1650180"/>
                </a:cubicBezTo>
                <a:cubicBezTo>
                  <a:pt x="8036687" y="1650180"/>
                  <a:pt x="8025194" y="1638686"/>
                  <a:pt x="8025194" y="1624521"/>
                </a:cubicBezTo>
                <a:cubicBezTo>
                  <a:pt x="8025194" y="1610357"/>
                  <a:pt x="8036687" y="1598863"/>
                  <a:pt x="8050852" y="1598863"/>
                </a:cubicBezTo>
                <a:close/>
                <a:moveTo>
                  <a:pt x="7986648" y="1598863"/>
                </a:moveTo>
                <a:cubicBezTo>
                  <a:pt x="8000813" y="1598863"/>
                  <a:pt x="8012306" y="1610357"/>
                  <a:pt x="8012306" y="1624521"/>
                </a:cubicBezTo>
                <a:cubicBezTo>
                  <a:pt x="8012306" y="1638686"/>
                  <a:pt x="8000813" y="1650180"/>
                  <a:pt x="7986648" y="1650180"/>
                </a:cubicBezTo>
                <a:cubicBezTo>
                  <a:pt x="7972483" y="1650180"/>
                  <a:pt x="7960990" y="1638686"/>
                  <a:pt x="7960990" y="1624521"/>
                </a:cubicBezTo>
                <a:cubicBezTo>
                  <a:pt x="7960990" y="1610357"/>
                  <a:pt x="7972483" y="1598863"/>
                  <a:pt x="7986648" y="1598863"/>
                </a:cubicBezTo>
                <a:close/>
                <a:moveTo>
                  <a:pt x="7922444" y="1598863"/>
                </a:moveTo>
                <a:cubicBezTo>
                  <a:pt x="7936606" y="1598863"/>
                  <a:pt x="7948102" y="1610357"/>
                  <a:pt x="7948102" y="1624521"/>
                </a:cubicBezTo>
                <a:cubicBezTo>
                  <a:pt x="7948102" y="1638686"/>
                  <a:pt x="7936606" y="1650180"/>
                  <a:pt x="7922444" y="1650180"/>
                </a:cubicBezTo>
                <a:cubicBezTo>
                  <a:pt x="7908279" y="1650180"/>
                  <a:pt x="7896783" y="1638686"/>
                  <a:pt x="7896783" y="1624521"/>
                </a:cubicBezTo>
                <a:cubicBezTo>
                  <a:pt x="7896783" y="1610357"/>
                  <a:pt x="7908279" y="1598863"/>
                  <a:pt x="7922444" y="1598863"/>
                </a:cubicBezTo>
                <a:close/>
                <a:moveTo>
                  <a:pt x="7858237" y="1598863"/>
                </a:moveTo>
                <a:cubicBezTo>
                  <a:pt x="7872407" y="1598863"/>
                  <a:pt x="7883895" y="1610351"/>
                  <a:pt x="7883895" y="1624521"/>
                </a:cubicBezTo>
                <a:cubicBezTo>
                  <a:pt x="7883895" y="1638693"/>
                  <a:pt x="7872407" y="1650180"/>
                  <a:pt x="7858237" y="1650180"/>
                </a:cubicBezTo>
                <a:cubicBezTo>
                  <a:pt x="7844066" y="1650180"/>
                  <a:pt x="7832578" y="1638693"/>
                  <a:pt x="7832578" y="1624521"/>
                </a:cubicBezTo>
                <a:cubicBezTo>
                  <a:pt x="7832578" y="1610351"/>
                  <a:pt x="7844066" y="1598863"/>
                  <a:pt x="7858237" y="1598863"/>
                </a:cubicBezTo>
                <a:close/>
                <a:moveTo>
                  <a:pt x="7794032" y="1598863"/>
                </a:moveTo>
                <a:cubicBezTo>
                  <a:pt x="7808203" y="1598863"/>
                  <a:pt x="7819690" y="1610351"/>
                  <a:pt x="7819690" y="1624521"/>
                </a:cubicBezTo>
                <a:cubicBezTo>
                  <a:pt x="7819690" y="1638693"/>
                  <a:pt x="7808203" y="1650180"/>
                  <a:pt x="7794032" y="1650180"/>
                </a:cubicBezTo>
                <a:cubicBezTo>
                  <a:pt x="7779862" y="1650180"/>
                  <a:pt x="7768371" y="1638693"/>
                  <a:pt x="7768371" y="1624521"/>
                </a:cubicBezTo>
                <a:cubicBezTo>
                  <a:pt x="7768371" y="1610351"/>
                  <a:pt x="7779862" y="1598863"/>
                  <a:pt x="7794032" y="1598863"/>
                </a:cubicBezTo>
                <a:close/>
                <a:moveTo>
                  <a:pt x="7729825" y="1598863"/>
                </a:moveTo>
                <a:cubicBezTo>
                  <a:pt x="7743990" y="1598863"/>
                  <a:pt x="7755486" y="1610357"/>
                  <a:pt x="7755486" y="1624521"/>
                </a:cubicBezTo>
                <a:cubicBezTo>
                  <a:pt x="7755486" y="1638686"/>
                  <a:pt x="7743990" y="1650180"/>
                  <a:pt x="7729825" y="1650180"/>
                </a:cubicBezTo>
                <a:cubicBezTo>
                  <a:pt x="7715660" y="1650180"/>
                  <a:pt x="7704167" y="1638686"/>
                  <a:pt x="7704167" y="1624521"/>
                </a:cubicBezTo>
                <a:cubicBezTo>
                  <a:pt x="7704167" y="1610357"/>
                  <a:pt x="7715660" y="1598863"/>
                  <a:pt x="7729825" y="1598863"/>
                </a:cubicBezTo>
                <a:close/>
                <a:moveTo>
                  <a:pt x="7665621" y="1598863"/>
                </a:moveTo>
                <a:cubicBezTo>
                  <a:pt x="7679786" y="1598863"/>
                  <a:pt x="7691279" y="1610357"/>
                  <a:pt x="7691279" y="1624521"/>
                </a:cubicBezTo>
                <a:cubicBezTo>
                  <a:pt x="7691279" y="1638686"/>
                  <a:pt x="7679786" y="1650180"/>
                  <a:pt x="7665621" y="1650180"/>
                </a:cubicBezTo>
                <a:cubicBezTo>
                  <a:pt x="7651456" y="1650180"/>
                  <a:pt x="7639963" y="1638686"/>
                  <a:pt x="7639963" y="1624521"/>
                </a:cubicBezTo>
                <a:cubicBezTo>
                  <a:pt x="7639963" y="1610357"/>
                  <a:pt x="7651456" y="1598863"/>
                  <a:pt x="7665621" y="1598863"/>
                </a:cubicBezTo>
                <a:close/>
                <a:moveTo>
                  <a:pt x="7601299" y="1598863"/>
                </a:moveTo>
                <a:cubicBezTo>
                  <a:pt x="7615464" y="1598863"/>
                  <a:pt x="7626959" y="1610357"/>
                  <a:pt x="7626959" y="1624521"/>
                </a:cubicBezTo>
                <a:cubicBezTo>
                  <a:pt x="7626959" y="1638686"/>
                  <a:pt x="7615464" y="1650180"/>
                  <a:pt x="7601299" y="1650180"/>
                </a:cubicBezTo>
                <a:cubicBezTo>
                  <a:pt x="7587134" y="1650180"/>
                  <a:pt x="7575640" y="1638686"/>
                  <a:pt x="7575640" y="1624521"/>
                </a:cubicBezTo>
                <a:cubicBezTo>
                  <a:pt x="7575640" y="1610357"/>
                  <a:pt x="7587134" y="1598863"/>
                  <a:pt x="7601299" y="1598863"/>
                </a:cubicBezTo>
                <a:close/>
                <a:moveTo>
                  <a:pt x="7537094" y="1598863"/>
                </a:moveTo>
                <a:cubicBezTo>
                  <a:pt x="7551259" y="1598863"/>
                  <a:pt x="7562752" y="1610357"/>
                  <a:pt x="7562752" y="1624521"/>
                </a:cubicBezTo>
                <a:cubicBezTo>
                  <a:pt x="7562752" y="1638686"/>
                  <a:pt x="7551259" y="1650180"/>
                  <a:pt x="7537094" y="1650180"/>
                </a:cubicBezTo>
                <a:cubicBezTo>
                  <a:pt x="7522929" y="1650180"/>
                  <a:pt x="7511436" y="1638686"/>
                  <a:pt x="7511436" y="1624521"/>
                </a:cubicBezTo>
                <a:cubicBezTo>
                  <a:pt x="7511436" y="1610357"/>
                  <a:pt x="7522929" y="1598863"/>
                  <a:pt x="7537094" y="1598863"/>
                </a:cubicBezTo>
                <a:close/>
                <a:moveTo>
                  <a:pt x="7472890" y="1598863"/>
                </a:moveTo>
                <a:cubicBezTo>
                  <a:pt x="7487060" y="1598863"/>
                  <a:pt x="7498548" y="1610351"/>
                  <a:pt x="7498548" y="1624521"/>
                </a:cubicBezTo>
                <a:cubicBezTo>
                  <a:pt x="7498548" y="1638693"/>
                  <a:pt x="7487060" y="1650180"/>
                  <a:pt x="7472890" y="1650180"/>
                </a:cubicBezTo>
                <a:cubicBezTo>
                  <a:pt x="7458717" y="1650180"/>
                  <a:pt x="7447229" y="1638693"/>
                  <a:pt x="7447229" y="1624521"/>
                </a:cubicBezTo>
                <a:cubicBezTo>
                  <a:pt x="7447229" y="1610351"/>
                  <a:pt x="7458717" y="1598863"/>
                  <a:pt x="7472890" y="1598863"/>
                </a:cubicBezTo>
                <a:close/>
                <a:moveTo>
                  <a:pt x="7408683" y="1598863"/>
                </a:moveTo>
                <a:cubicBezTo>
                  <a:pt x="7422848" y="1598863"/>
                  <a:pt x="7434341" y="1610357"/>
                  <a:pt x="7434341" y="1624521"/>
                </a:cubicBezTo>
                <a:cubicBezTo>
                  <a:pt x="7434341" y="1638686"/>
                  <a:pt x="7422848" y="1650180"/>
                  <a:pt x="7408683" y="1650180"/>
                </a:cubicBezTo>
                <a:cubicBezTo>
                  <a:pt x="7394518" y="1650180"/>
                  <a:pt x="7383025" y="1638686"/>
                  <a:pt x="7383025" y="1624521"/>
                </a:cubicBezTo>
                <a:cubicBezTo>
                  <a:pt x="7383025" y="1610357"/>
                  <a:pt x="7394518" y="1598863"/>
                  <a:pt x="7408683" y="1598863"/>
                </a:cubicBezTo>
                <a:close/>
                <a:moveTo>
                  <a:pt x="7344479" y="1598863"/>
                </a:moveTo>
                <a:cubicBezTo>
                  <a:pt x="7358644" y="1598863"/>
                  <a:pt x="7370137" y="1610357"/>
                  <a:pt x="7370137" y="1624521"/>
                </a:cubicBezTo>
                <a:cubicBezTo>
                  <a:pt x="7370137" y="1638686"/>
                  <a:pt x="7358644" y="1650180"/>
                  <a:pt x="7344479" y="1650180"/>
                </a:cubicBezTo>
                <a:cubicBezTo>
                  <a:pt x="7330314" y="1650180"/>
                  <a:pt x="7318820" y="1638686"/>
                  <a:pt x="7318820" y="1624521"/>
                </a:cubicBezTo>
                <a:cubicBezTo>
                  <a:pt x="7318820" y="1610357"/>
                  <a:pt x="7330314" y="1598863"/>
                  <a:pt x="7344479" y="1598863"/>
                </a:cubicBezTo>
                <a:close/>
                <a:moveTo>
                  <a:pt x="7280274" y="1598863"/>
                </a:moveTo>
                <a:cubicBezTo>
                  <a:pt x="7294437" y="1598863"/>
                  <a:pt x="7305932" y="1610357"/>
                  <a:pt x="7305932" y="1624521"/>
                </a:cubicBezTo>
                <a:cubicBezTo>
                  <a:pt x="7305932" y="1638686"/>
                  <a:pt x="7294437" y="1650180"/>
                  <a:pt x="7280274" y="1650180"/>
                </a:cubicBezTo>
                <a:cubicBezTo>
                  <a:pt x="7266109" y="1650180"/>
                  <a:pt x="7254613" y="1638686"/>
                  <a:pt x="7254613" y="1624521"/>
                </a:cubicBezTo>
                <a:cubicBezTo>
                  <a:pt x="7254613" y="1610357"/>
                  <a:pt x="7266109" y="1598863"/>
                  <a:pt x="7280274" y="1598863"/>
                </a:cubicBezTo>
                <a:close/>
                <a:moveTo>
                  <a:pt x="7216067" y="1598863"/>
                </a:moveTo>
                <a:cubicBezTo>
                  <a:pt x="7230232" y="1598863"/>
                  <a:pt x="7241725" y="1610357"/>
                  <a:pt x="7241725" y="1624521"/>
                </a:cubicBezTo>
                <a:cubicBezTo>
                  <a:pt x="7241725" y="1638686"/>
                  <a:pt x="7230232" y="1650180"/>
                  <a:pt x="7216067" y="1650180"/>
                </a:cubicBezTo>
                <a:cubicBezTo>
                  <a:pt x="7201902" y="1650180"/>
                  <a:pt x="7190409" y="1638686"/>
                  <a:pt x="7190409" y="1624521"/>
                </a:cubicBezTo>
                <a:cubicBezTo>
                  <a:pt x="7190409" y="1610357"/>
                  <a:pt x="7201902" y="1598863"/>
                  <a:pt x="7216067" y="1598863"/>
                </a:cubicBezTo>
                <a:close/>
                <a:moveTo>
                  <a:pt x="7151863" y="1598863"/>
                </a:moveTo>
                <a:cubicBezTo>
                  <a:pt x="7166033" y="1598863"/>
                  <a:pt x="7177521" y="1610351"/>
                  <a:pt x="7177521" y="1624521"/>
                </a:cubicBezTo>
                <a:cubicBezTo>
                  <a:pt x="7177521" y="1638693"/>
                  <a:pt x="7166033" y="1650180"/>
                  <a:pt x="7151863" y="1650180"/>
                </a:cubicBezTo>
                <a:cubicBezTo>
                  <a:pt x="7137692" y="1650180"/>
                  <a:pt x="7126205" y="1638693"/>
                  <a:pt x="7126205" y="1624521"/>
                </a:cubicBezTo>
                <a:cubicBezTo>
                  <a:pt x="7126205" y="1610351"/>
                  <a:pt x="7137692" y="1598863"/>
                  <a:pt x="7151863" y="1598863"/>
                </a:cubicBezTo>
                <a:close/>
                <a:moveTo>
                  <a:pt x="7087658" y="1598863"/>
                </a:moveTo>
                <a:cubicBezTo>
                  <a:pt x="7101829" y="1598863"/>
                  <a:pt x="7113317" y="1610351"/>
                  <a:pt x="7113317" y="1624521"/>
                </a:cubicBezTo>
                <a:cubicBezTo>
                  <a:pt x="7113317" y="1638693"/>
                  <a:pt x="7101829" y="1650180"/>
                  <a:pt x="7087658" y="1650180"/>
                </a:cubicBezTo>
                <a:cubicBezTo>
                  <a:pt x="7073485" y="1650180"/>
                  <a:pt x="7061998" y="1638693"/>
                  <a:pt x="7061998" y="1624521"/>
                </a:cubicBezTo>
                <a:cubicBezTo>
                  <a:pt x="7061998" y="1610351"/>
                  <a:pt x="7073485" y="1598863"/>
                  <a:pt x="7087658" y="1598863"/>
                </a:cubicBezTo>
                <a:close/>
                <a:moveTo>
                  <a:pt x="6959247" y="1598863"/>
                </a:moveTo>
                <a:cubicBezTo>
                  <a:pt x="6973412" y="1598863"/>
                  <a:pt x="6984905" y="1610357"/>
                  <a:pt x="6984905" y="1624521"/>
                </a:cubicBezTo>
                <a:cubicBezTo>
                  <a:pt x="6984905" y="1638686"/>
                  <a:pt x="6973412" y="1650180"/>
                  <a:pt x="6959247" y="1650180"/>
                </a:cubicBezTo>
                <a:cubicBezTo>
                  <a:pt x="6945082" y="1650180"/>
                  <a:pt x="6933589" y="1638686"/>
                  <a:pt x="6933589" y="1624521"/>
                </a:cubicBezTo>
                <a:cubicBezTo>
                  <a:pt x="6933589" y="1610357"/>
                  <a:pt x="6945082" y="1598863"/>
                  <a:pt x="6959247" y="1598863"/>
                </a:cubicBezTo>
                <a:close/>
                <a:moveTo>
                  <a:pt x="6895043" y="1598863"/>
                </a:moveTo>
                <a:cubicBezTo>
                  <a:pt x="6909208" y="1598863"/>
                  <a:pt x="6920701" y="1610357"/>
                  <a:pt x="6920701" y="1624521"/>
                </a:cubicBezTo>
                <a:cubicBezTo>
                  <a:pt x="6920701" y="1638686"/>
                  <a:pt x="6909208" y="1650180"/>
                  <a:pt x="6895043" y="1650180"/>
                </a:cubicBezTo>
                <a:cubicBezTo>
                  <a:pt x="6880878" y="1650180"/>
                  <a:pt x="6869382" y="1638686"/>
                  <a:pt x="6869382" y="1624521"/>
                </a:cubicBezTo>
                <a:cubicBezTo>
                  <a:pt x="6869382" y="1610357"/>
                  <a:pt x="6880878" y="1598863"/>
                  <a:pt x="6895043" y="1598863"/>
                </a:cubicBezTo>
                <a:close/>
                <a:moveTo>
                  <a:pt x="6830836" y="1598863"/>
                </a:moveTo>
                <a:cubicBezTo>
                  <a:pt x="6845001" y="1598863"/>
                  <a:pt x="6856494" y="1610357"/>
                  <a:pt x="6856494" y="1624521"/>
                </a:cubicBezTo>
                <a:cubicBezTo>
                  <a:pt x="6856494" y="1638686"/>
                  <a:pt x="6845001" y="1650180"/>
                  <a:pt x="6830836" y="1650180"/>
                </a:cubicBezTo>
                <a:cubicBezTo>
                  <a:pt x="6816671" y="1650180"/>
                  <a:pt x="6805178" y="1638686"/>
                  <a:pt x="6805178" y="1624521"/>
                </a:cubicBezTo>
                <a:cubicBezTo>
                  <a:pt x="6805178" y="1610357"/>
                  <a:pt x="6816671" y="1598863"/>
                  <a:pt x="6830836" y="1598863"/>
                </a:cubicBezTo>
                <a:close/>
                <a:moveTo>
                  <a:pt x="6766631" y="1598863"/>
                </a:moveTo>
                <a:cubicBezTo>
                  <a:pt x="6780802" y="1598863"/>
                  <a:pt x="6792290" y="1610351"/>
                  <a:pt x="6792290" y="1624521"/>
                </a:cubicBezTo>
                <a:cubicBezTo>
                  <a:pt x="6792290" y="1638693"/>
                  <a:pt x="6780802" y="1650180"/>
                  <a:pt x="6766631" y="1650180"/>
                </a:cubicBezTo>
                <a:cubicBezTo>
                  <a:pt x="6752461" y="1650180"/>
                  <a:pt x="6740973" y="1638693"/>
                  <a:pt x="6740973" y="1624521"/>
                </a:cubicBezTo>
                <a:cubicBezTo>
                  <a:pt x="6740973" y="1610351"/>
                  <a:pt x="6752461" y="1598863"/>
                  <a:pt x="6766631" y="1598863"/>
                </a:cubicBezTo>
                <a:close/>
                <a:moveTo>
                  <a:pt x="6702427" y="1598863"/>
                </a:moveTo>
                <a:cubicBezTo>
                  <a:pt x="6716597" y="1598863"/>
                  <a:pt x="6728085" y="1610351"/>
                  <a:pt x="6728085" y="1624521"/>
                </a:cubicBezTo>
                <a:cubicBezTo>
                  <a:pt x="6728085" y="1638693"/>
                  <a:pt x="6716597" y="1650180"/>
                  <a:pt x="6702427" y="1650180"/>
                </a:cubicBezTo>
                <a:cubicBezTo>
                  <a:pt x="6688254" y="1650180"/>
                  <a:pt x="6676766" y="1638693"/>
                  <a:pt x="6676766" y="1624521"/>
                </a:cubicBezTo>
                <a:cubicBezTo>
                  <a:pt x="6676766" y="1610351"/>
                  <a:pt x="6688254" y="1598863"/>
                  <a:pt x="6702427" y="1598863"/>
                </a:cubicBezTo>
                <a:close/>
                <a:moveTo>
                  <a:pt x="6638220" y="1598863"/>
                </a:moveTo>
                <a:cubicBezTo>
                  <a:pt x="6652385" y="1598863"/>
                  <a:pt x="6663881" y="1610357"/>
                  <a:pt x="6663881" y="1624521"/>
                </a:cubicBezTo>
                <a:cubicBezTo>
                  <a:pt x="6663881" y="1638686"/>
                  <a:pt x="6652385" y="1650180"/>
                  <a:pt x="6638220" y="1650180"/>
                </a:cubicBezTo>
                <a:cubicBezTo>
                  <a:pt x="6624055" y="1650180"/>
                  <a:pt x="6612562" y="1638686"/>
                  <a:pt x="6612562" y="1624521"/>
                </a:cubicBezTo>
                <a:cubicBezTo>
                  <a:pt x="6612562" y="1610357"/>
                  <a:pt x="6624055" y="1598863"/>
                  <a:pt x="6638220" y="1598863"/>
                </a:cubicBezTo>
                <a:close/>
                <a:moveTo>
                  <a:pt x="6574016" y="1598863"/>
                </a:moveTo>
                <a:cubicBezTo>
                  <a:pt x="6588181" y="1598863"/>
                  <a:pt x="6599674" y="1610357"/>
                  <a:pt x="6599674" y="1624521"/>
                </a:cubicBezTo>
                <a:cubicBezTo>
                  <a:pt x="6599674" y="1638686"/>
                  <a:pt x="6588181" y="1650180"/>
                  <a:pt x="6574016" y="1650180"/>
                </a:cubicBezTo>
                <a:cubicBezTo>
                  <a:pt x="6559851" y="1650180"/>
                  <a:pt x="6548357" y="1638686"/>
                  <a:pt x="6548357" y="1624521"/>
                </a:cubicBezTo>
                <a:cubicBezTo>
                  <a:pt x="6548357" y="1610357"/>
                  <a:pt x="6559851" y="1598863"/>
                  <a:pt x="6574016" y="1598863"/>
                </a:cubicBezTo>
                <a:close/>
                <a:moveTo>
                  <a:pt x="6381282" y="1598863"/>
                </a:moveTo>
                <a:cubicBezTo>
                  <a:pt x="6395455" y="1598863"/>
                  <a:pt x="6406943" y="1610351"/>
                  <a:pt x="6406943" y="1624521"/>
                </a:cubicBezTo>
                <a:cubicBezTo>
                  <a:pt x="6406943" y="1638693"/>
                  <a:pt x="6395455" y="1650180"/>
                  <a:pt x="6381282" y="1650180"/>
                </a:cubicBezTo>
                <a:cubicBezTo>
                  <a:pt x="6367112" y="1650180"/>
                  <a:pt x="6355624" y="1638693"/>
                  <a:pt x="6355624" y="1624521"/>
                </a:cubicBezTo>
                <a:cubicBezTo>
                  <a:pt x="6355624" y="1610351"/>
                  <a:pt x="6367112" y="1598863"/>
                  <a:pt x="6381282" y="1598863"/>
                </a:cubicBezTo>
                <a:close/>
                <a:moveTo>
                  <a:pt x="6317078" y="1598863"/>
                </a:moveTo>
                <a:cubicBezTo>
                  <a:pt x="6331243" y="1598863"/>
                  <a:pt x="6342736" y="1610357"/>
                  <a:pt x="6342736" y="1624521"/>
                </a:cubicBezTo>
                <a:cubicBezTo>
                  <a:pt x="6342736" y="1638686"/>
                  <a:pt x="6331243" y="1650180"/>
                  <a:pt x="6317078" y="1650180"/>
                </a:cubicBezTo>
                <a:cubicBezTo>
                  <a:pt x="6302913" y="1650180"/>
                  <a:pt x="6291420" y="1638686"/>
                  <a:pt x="6291420" y="1624521"/>
                </a:cubicBezTo>
                <a:cubicBezTo>
                  <a:pt x="6291420" y="1610357"/>
                  <a:pt x="6302913" y="1598863"/>
                  <a:pt x="6317078" y="1598863"/>
                </a:cubicBezTo>
                <a:close/>
                <a:moveTo>
                  <a:pt x="6252873" y="1598863"/>
                </a:moveTo>
                <a:cubicBezTo>
                  <a:pt x="6267036" y="1598863"/>
                  <a:pt x="6278532" y="1610357"/>
                  <a:pt x="6278532" y="1624521"/>
                </a:cubicBezTo>
                <a:cubicBezTo>
                  <a:pt x="6278532" y="1638686"/>
                  <a:pt x="6267036" y="1650180"/>
                  <a:pt x="6252873" y="1650180"/>
                </a:cubicBezTo>
                <a:cubicBezTo>
                  <a:pt x="6238708" y="1650180"/>
                  <a:pt x="6227213" y="1638686"/>
                  <a:pt x="6227213" y="1624521"/>
                </a:cubicBezTo>
                <a:cubicBezTo>
                  <a:pt x="6227213" y="1610357"/>
                  <a:pt x="6238708" y="1598863"/>
                  <a:pt x="6252873" y="1598863"/>
                </a:cubicBezTo>
                <a:close/>
                <a:moveTo>
                  <a:pt x="6188666" y="1598863"/>
                </a:moveTo>
                <a:cubicBezTo>
                  <a:pt x="6202831" y="1598863"/>
                  <a:pt x="6214327" y="1610357"/>
                  <a:pt x="6214327" y="1624521"/>
                </a:cubicBezTo>
                <a:cubicBezTo>
                  <a:pt x="6214327" y="1638686"/>
                  <a:pt x="6202831" y="1650180"/>
                  <a:pt x="6188666" y="1650180"/>
                </a:cubicBezTo>
                <a:cubicBezTo>
                  <a:pt x="6174504" y="1650180"/>
                  <a:pt x="6163008" y="1638686"/>
                  <a:pt x="6163008" y="1624521"/>
                </a:cubicBezTo>
                <a:cubicBezTo>
                  <a:pt x="6163008" y="1610357"/>
                  <a:pt x="6174504" y="1598863"/>
                  <a:pt x="6188666" y="1598863"/>
                </a:cubicBezTo>
                <a:close/>
                <a:moveTo>
                  <a:pt x="6124462" y="1598863"/>
                </a:moveTo>
                <a:cubicBezTo>
                  <a:pt x="6138627" y="1598863"/>
                  <a:pt x="6150123" y="1610357"/>
                  <a:pt x="6150123" y="1624521"/>
                </a:cubicBezTo>
                <a:cubicBezTo>
                  <a:pt x="6150123" y="1638686"/>
                  <a:pt x="6138627" y="1650180"/>
                  <a:pt x="6124462" y="1650180"/>
                </a:cubicBezTo>
                <a:cubicBezTo>
                  <a:pt x="6110297" y="1650180"/>
                  <a:pt x="6098804" y="1638686"/>
                  <a:pt x="6098804" y="1624521"/>
                </a:cubicBezTo>
                <a:cubicBezTo>
                  <a:pt x="6098804" y="1610357"/>
                  <a:pt x="6110297" y="1598863"/>
                  <a:pt x="6124462" y="1598863"/>
                </a:cubicBezTo>
                <a:close/>
                <a:moveTo>
                  <a:pt x="6064505" y="1598863"/>
                </a:moveTo>
                <a:cubicBezTo>
                  <a:pt x="6078666" y="1598863"/>
                  <a:pt x="6090163" y="1610357"/>
                  <a:pt x="6090163" y="1624521"/>
                </a:cubicBezTo>
                <a:cubicBezTo>
                  <a:pt x="6090163" y="1638686"/>
                  <a:pt x="6078666" y="1650180"/>
                  <a:pt x="6064505" y="1650180"/>
                </a:cubicBezTo>
                <a:cubicBezTo>
                  <a:pt x="6050336" y="1650180"/>
                  <a:pt x="6038844" y="1638686"/>
                  <a:pt x="6038844" y="1624521"/>
                </a:cubicBezTo>
                <a:cubicBezTo>
                  <a:pt x="6038844" y="1610357"/>
                  <a:pt x="6050336" y="1598863"/>
                  <a:pt x="6064505" y="1598863"/>
                </a:cubicBezTo>
                <a:close/>
                <a:moveTo>
                  <a:pt x="6000298" y="1598863"/>
                </a:moveTo>
                <a:cubicBezTo>
                  <a:pt x="6014463" y="1598863"/>
                  <a:pt x="6025956" y="1610357"/>
                  <a:pt x="6025956" y="1624521"/>
                </a:cubicBezTo>
                <a:cubicBezTo>
                  <a:pt x="6025956" y="1638686"/>
                  <a:pt x="6014463" y="1650180"/>
                  <a:pt x="6000298" y="1650180"/>
                </a:cubicBezTo>
                <a:cubicBezTo>
                  <a:pt x="5986133" y="1650180"/>
                  <a:pt x="5974639" y="1638686"/>
                  <a:pt x="5974639" y="1624521"/>
                </a:cubicBezTo>
                <a:cubicBezTo>
                  <a:pt x="5974639" y="1610357"/>
                  <a:pt x="5986133" y="1598863"/>
                  <a:pt x="6000298" y="1598863"/>
                </a:cubicBezTo>
                <a:close/>
                <a:moveTo>
                  <a:pt x="5936092" y="1598863"/>
                </a:moveTo>
                <a:cubicBezTo>
                  <a:pt x="5950255" y="1598863"/>
                  <a:pt x="5961751" y="1610357"/>
                  <a:pt x="5961751" y="1624521"/>
                </a:cubicBezTo>
                <a:cubicBezTo>
                  <a:pt x="5961751" y="1638686"/>
                  <a:pt x="5950255" y="1650180"/>
                  <a:pt x="5936092" y="1650180"/>
                </a:cubicBezTo>
                <a:cubicBezTo>
                  <a:pt x="5921928" y="1650180"/>
                  <a:pt x="5910435" y="1638686"/>
                  <a:pt x="5910435" y="1624521"/>
                </a:cubicBezTo>
                <a:cubicBezTo>
                  <a:pt x="5910435" y="1610357"/>
                  <a:pt x="5921928" y="1598863"/>
                  <a:pt x="5936092" y="1598863"/>
                </a:cubicBezTo>
                <a:close/>
                <a:moveTo>
                  <a:pt x="5743477" y="1598863"/>
                </a:moveTo>
                <a:cubicBezTo>
                  <a:pt x="5757648" y="1598863"/>
                  <a:pt x="5769136" y="1610351"/>
                  <a:pt x="5769136" y="1624521"/>
                </a:cubicBezTo>
                <a:cubicBezTo>
                  <a:pt x="5769136" y="1638693"/>
                  <a:pt x="5757648" y="1650180"/>
                  <a:pt x="5743477" y="1650180"/>
                </a:cubicBezTo>
                <a:cubicBezTo>
                  <a:pt x="5729307" y="1650180"/>
                  <a:pt x="5717818" y="1638693"/>
                  <a:pt x="5717818" y="1624521"/>
                </a:cubicBezTo>
                <a:cubicBezTo>
                  <a:pt x="5717818" y="1610351"/>
                  <a:pt x="5729307" y="1598863"/>
                  <a:pt x="5743477" y="1598863"/>
                </a:cubicBezTo>
                <a:close/>
                <a:moveTo>
                  <a:pt x="5679272" y="1598863"/>
                </a:moveTo>
                <a:cubicBezTo>
                  <a:pt x="5693437" y="1598863"/>
                  <a:pt x="5704930" y="1610357"/>
                  <a:pt x="5704930" y="1624521"/>
                </a:cubicBezTo>
                <a:cubicBezTo>
                  <a:pt x="5704930" y="1638686"/>
                  <a:pt x="5693437" y="1650180"/>
                  <a:pt x="5679272" y="1650180"/>
                </a:cubicBezTo>
                <a:cubicBezTo>
                  <a:pt x="5665108" y="1650180"/>
                  <a:pt x="5653614" y="1638686"/>
                  <a:pt x="5653614" y="1624521"/>
                </a:cubicBezTo>
                <a:cubicBezTo>
                  <a:pt x="5653614" y="1610357"/>
                  <a:pt x="5665108" y="1598863"/>
                  <a:pt x="5679272" y="1598863"/>
                </a:cubicBezTo>
                <a:close/>
                <a:moveTo>
                  <a:pt x="5615066" y="1598863"/>
                </a:moveTo>
                <a:cubicBezTo>
                  <a:pt x="5629231" y="1598863"/>
                  <a:pt x="5640726" y="1610357"/>
                  <a:pt x="5640726" y="1624521"/>
                </a:cubicBezTo>
                <a:cubicBezTo>
                  <a:pt x="5640726" y="1638686"/>
                  <a:pt x="5629231" y="1650180"/>
                  <a:pt x="5615066" y="1650180"/>
                </a:cubicBezTo>
                <a:cubicBezTo>
                  <a:pt x="5600901" y="1650180"/>
                  <a:pt x="5589407" y="1638686"/>
                  <a:pt x="5589407" y="1624521"/>
                </a:cubicBezTo>
                <a:cubicBezTo>
                  <a:pt x="5589407" y="1610357"/>
                  <a:pt x="5600901" y="1598863"/>
                  <a:pt x="5615066" y="1598863"/>
                </a:cubicBezTo>
                <a:close/>
                <a:moveTo>
                  <a:pt x="5550862" y="1598863"/>
                </a:moveTo>
                <a:cubicBezTo>
                  <a:pt x="5565027" y="1598863"/>
                  <a:pt x="5576520" y="1610357"/>
                  <a:pt x="5576520" y="1624521"/>
                </a:cubicBezTo>
                <a:cubicBezTo>
                  <a:pt x="5576520" y="1638686"/>
                  <a:pt x="5565027" y="1650180"/>
                  <a:pt x="5550862" y="1650180"/>
                </a:cubicBezTo>
                <a:cubicBezTo>
                  <a:pt x="5536697" y="1650180"/>
                  <a:pt x="5525203" y="1638686"/>
                  <a:pt x="5525203" y="1624521"/>
                </a:cubicBezTo>
                <a:cubicBezTo>
                  <a:pt x="5525203" y="1610357"/>
                  <a:pt x="5536697" y="1598863"/>
                  <a:pt x="5550862" y="1598863"/>
                </a:cubicBezTo>
                <a:close/>
                <a:moveTo>
                  <a:pt x="5486655" y="1598863"/>
                </a:moveTo>
                <a:cubicBezTo>
                  <a:pt x="5500819" y="1598863"/>
                  <a:pt x="5512316" y="1610357"/>
                  <a:pt x="5512316" y="1624521"/>
                </a:cubicBezTo>
                <a:cubicBezTo>
                  <a:pt x="5512316" y="1638686"/>
                  <a:pt x="5500819" y="1650180"/>
                  <a:pt x="5486655" y="1650180"/>
                </a:cubicBezTo>
                <a:cubicBezTo>
                  <a:pt x="5472491" y="1650180"/>
                  <a:pt x="5460997" y="1638686"/>
                  <a:pt x="5460997" y="1624521"/>
                </a:cubicBezTo>
                <a:cubicBezTo>
                  <a:pt x="5460997" y="1610357"/>
                  <a:pt x="5472491" y="1598863"/>
                  <a:pt x="5486655" y="1598863"/>
                </a:cubicBezTo>
                <a:close/>
                <a:moveTo>
                  <a:pt x="5422451" y="1598863"/>
                </a:moveTo>
                <a:cubicBezTo>
                  <a:pt x="5436621" y="1598863"/>
                  <a:pt x="5448109" y="1610351"/>
                  <a:pt x="5448109" y="1624521"/>
                </a:cubicBezTo>
                <a:cubicBezTo>
                  <a:pt x="5448109" y="1638693"/>
                  <a:pt x="5436621" y="1650180"/>
                  <a:pt x="5422451" y="1650180"/>
                </a:cubicBezTo>
                <a:cubicBezTo>
                  <a:pt x="5408280" y="1650180"/>
                  <a:pt x="5396791" y="1638693"/>
                  <a:pt x="5396791" y="1624521"/>
                </a:cubicBezTo>
                <a:cubicBezTo>
                  <a:pt x="5396791" y="1610351"/>
                  <a:pt x="5408280" y="1598863"/>
                  <a:pt x="5422451" y="1598863"/>
                </a:cubicBezTo>
                <a:close/>
                <a:moveTo>
                  <a:pt x="5358245" y="1598863"/>
                </a:moveTo>
                <a:cubicBezTo>
                  <a:pt x="5372417" y="1598863"/>
                  <a:pt x="5383904" y="1610351"/>
                  <a:pt x="5383904" y="1624521"/>
                </a:cubicBezTo>
                <a:cubicBezTo>
                  <a:pt x="5383904" y="1638693"/>
                  <a:pt x="5372417" y="1650180"/>
                  <a:pt x="5358245" y="1650180"/>
                </a:cubicBezTo>
                <a:cubicBezTo>
                  <a:pt x="5344076" y="1650180"/>
                  <a:pt x="5332587" y="1638693"/>
                  <a:pt x="5332587" y="1624521"/>
                </a:cubicBezTo>
                <a:cubicBezTo>
                  <a:pt x="5332587" y="1610351"/>
                  <a:pt x="5344076" y="1598863"/>
                  <a:pt x="5358245" y="1598863"/>
                </a:cubicBezTo>
                <a:close/>
                <a:moveTo>
                  <a:pt x="5294040" y="1598863"/>
                </a:moveTo>
                <a:cubicBezTo>
                  <a:pt x="5308205" y="1598863"/>
                  <a:pt x="5319699" y="1610357"/>
                  <a:pt x="5319699" y="1624521"/>
                </a:cubicBezTo>
                <a:cubicBezTo>
                  <a:pt x="5319699" y="1638686"/>
                  <a:pt x="5308205" y="1650180"/>
                  <a:pt x="5294040" y="1650180"/>
                </a:cubicBezTo>
                <a:cubicBezTo>
                  <a:pt x="5279877" y="1650180"/>
                  <a:pt x="5268382" y="1638686"/>
                  <a:pt x="5268382" y="1624521"/>
                </a:cubicBezTo>
                <a:cubicBezTo>
                  <a:pt x="5268382" y="1610357"/>
                  <a:pt x="5279877" y="1598863"/>
                  <a:pt x="5294040" y="1598863"/>
                </a:cubicBezTo>
                <a:close/>
                <a:moveTo>
                  <a:pt x="5229719" y="1598863"/>
                </a:moveTo>
                <a:cubicBezTo>
                  <a:pt x="5243999" y="1598863"/>
                  <a:pt x="5255377" y="1610357"/>
                  <a:pt x="5255377" y="1624521"/>
                </a:cubicBezTo>
                <a:cubicBezTo>
                  <a:pt x="5255377" y="1638686"/>
                  <a:pt x="5243883" y="1650180"/>
                  <a:pt x="5229719" y="1650180"/>
                </a:cubicBezTo>
                <a:cubicBezTo>
                  <a:pt x="5215554" y="1650180"/>
                  <a:pt x="5204058" y="1638686"/>
                  <a:pt x="5204058" y="1624521"/>
                </a:cubicBezTo>
                <a:cubicBezTo>
                  <a:pt x="5204058" y="1610357"/>
                  <a:pt x="5215554" y="1598863"/>
                  <a:pt x="5229719" y="1598863"/>
                </a:cubicBezTo>
                <a:close/>
                <a:moveTo>
                  <a:pt x="5101309" y="1598863"/>
                </a:moveTo>
                <a:cubicBezTo>
                  <a:pt x="5115473" y="1598863"/>
                  <a:pt x="5126967" y="1610357"/>
                  <a:pt x="5126967" y="1624521"/>
                </a:cubicBezTo>
                <a:cubicBezTo>
                  <a:pt x="5126967" y="1638686"/>
                  <a:pt x="5115473" y="1650180"/>
                  <a:pt x="5101309" y="1650180"/>
                </a:cubicBezTo>
                <a:cubicBezTo>
                  <a:pt x="5087142" y="1650180"/>
                  <a:pt x="5075649" y="1638686"/>
                  <a:pt x="5075649" y="1624521"/>
                </a:cubicBezTo>
                <a:cubicBezTo>
                  <a:pt x="5075649" y="1610357"/>
                  <a:pt x="5087142" y="1598863"/>
                  <a:pt x="5101309" y="1598863"/>
                </a:cubicBezTo>
                <a:close/>
                <a:moveTo>
                  <a:pt x="5037104" y="1598863"/>
                </a:moveTo>
                <a:cubicBezTo>
                  <a:pt x="5051273" y="1598863"/>
                  <a:pt x="5062762" y="1610351"/>
                  <a:pt x="5062762" y="1624521"/>
                </a:cubicBezTo>
                <a:cubicBezTo>
                  <a:pt x="5062762" y="1638693"/>
                  <a:pt x="5051273" y="1650180"/>
                  <a:pt x="5037104" y="1650180"/>
                </a:cubicBezTo>
                <a:cubicBezTo>
                  <a:pt x="5022930" y="1650180"/>
                  <a:pt x="5011444" y="1638693"/>
                  <a:pt x="5011444" y="1624521"/>
                </a:cubicBezTo>
                <a:cubicBezTo>
                  <a:pt x="5011444" y="1610351"/>
                  <a:pt x="5022930" y="1598863"/>
                  <a:pt x="5037104" y="1598863"/>
                </a:cubicBezTo>
                <a:close/>
                <a:moveTo>
                  <a:pt x="4972896" y="1598863"/>
                </a:moveTo>
                <a:cubicBezTo>
                  <a:pt x="4987063" y="1598863"/>
                  <a:pt x="4998557" y="1610357"/>
                  <a:pt x="4998557" y="1624521"/>
                </a:cubicBezTo>
                <a:cubicBezTo>
                  <a:pt x="4998557" y="1638686"/>
                  <a:pt x="4987063" y="1650180"/>
                  <a:pt x="4972896" y="1650180"/>
                </a:cubicBezTo>
                <a:cubicBezTo>
                  <a:pt x="4958732" y="1650180"/>
                  <a:pt x="4947240" y="1638686"/>
                  <a:pt x="4947240" y="1624521"/>
                </a:cubicBezTo>
                <a:cubicBezTo>
                  <a:pt x="4947240" y="1610357"/>
                  <a:pt x="4958732" y="1598863"/>
                  <a:pt x="4972896" y="1598863"/>
                </a:cubicBezTo>
                <a:close/>
                <a:moveTo>
                  <a:pt x="4908693" y="1598863"/>
                </a:moveTo>
                <a:cubicBezTo>
                  <a:pt x="4922857" y="1598863"/>
                  <a:pt x="4934352" y="1610357"/>
                  <a:pt x="4934352" y="1624521"/>
                </a:cubicBezTo>
                <a:cubicBezTo>
                  <a:pt x="4934352" y="1638686"/>
                  <a:pt x="4922857" y="1650180"/>
                  <a:pt x="4908693" y="1650180"/>
                </a:cubicBezTo>
                <a:cubicBezTo>
                  <a:pt x="4894527" y="1650180"/>
                  <a:pt x="4883033" y="1638686"/>
                  <a:pt x="4883033" y="1624521"/>
                </a:cubicBezTo>
                <a:cubicBezTo>
                  <a:pt x="4883033" y="1610357"/>
                  <a:pt x="4894527" y="1598863"/>
                  <a:pt x="4908693" y="1598863"/>
                </a:cubicBezTo>
                <a:close/>
                <a:moveTo>
                  <a:pt x="4844487" y="1598863"/>
                </a:moveTo>
                <a:cubicBezTo>
                  <a:pt x="4858650" y="1598863"/>
                  <a:pt x="4870146" y="1610357"/>
                  <a:pt x="4870146" y="1624521"/>
                </a:cubicBezTo>
                <a:cubicBezTo>
                  <a:pt x="4870146" y="1638686"/>
                  <a:pt x="4858650" y="1650180"/>
                  <a:pt x="4844487" y="1650180"/>
                </a:cubicBezTo>
                <a:cubicBezTo>
                  <a:pt x="4830322" y="1650180"/>
                  <a:pt x="4818828" y="1638686"/>
                  <a:pt x="4818828" y="1624521"/>
                </a:cubicBezTo>
                <a:cubicBezTo>
                  <a:pt x="4818828" y="1610357"/>
                  <a:pt x="4830322" y="1598863"/>
                  <a:pt x="4844487" y="1598863"/>
                </a:cubicBezTo>
                <a:close/>
                <a:moveTo>
                  <a:pt x="4780282" y="1598863"/>
                </a:moveTo>
                <a:cubicBezTo>
                  <a:pt x="4794447" y="1598863"/>
                  <a:pt x="4805941" y="1610357"/>
                  <a:pt x="4805941" y="1624521"/>
                </a:cubicBezTo>
                <a:cubicBezTo>
                  <a:pt x="4805941" y="1638686"/>
                  <a:pt x="4794447" y="1650180"/>
                  <a:pt x="4780282" y="1650180"/>
                </a:cubicBezTo>
                <a:cubicBezTo>
                  <a:pt x="4766118" y="1650180"/>
                  <a:pt x="4754622" y="1638686"/>
                  <a:pt x="4754622" y="1624521"/>
                </a:cubicBezTo>
                <a:cubicBezTo>
                  <a:pt x="4754622" y="1610357"/>
                  <a:pt x="4766118" y="1598863"/>
                  <a:pt x="4780282" y="1598863"/>
                </a:cubicBezTo>
                <a:close/>
                <a:moveTo>
                  <a:pt x="4716077" y="1598863"/>
                </a:moveTo>
                <a:cubicBezTo>
                  <a:pt x="4730248" y="1598863"/>
                  <a:pt x="4741736" y="1610351"/>
                  <a:pt x="4741736" y="1624521"/>
                </a:cubicBezTo>
                <a:cubicBezTo>
                  <a:pt x="4741736" y="1638693"/>
                  <a:pt x="4730248" y="1650180"/>
                  <a:pt x="4716077" y="1650180"/>
                </a:cubicBezTo>
                <a:cubicBezTo>
                  <a:pt x="4701906" y="1650180"/>
                  <a:pt x="4690419" y="1638693"/>
                  <a:pt x="4690419" y="1624521"/>
                </a:cubicBezTo>
                <a:cubicBezTo>
                  <a:pt x="4690419" y="1610351"/>
                  <a:pt x="4701906" y="1598863"/>
                  <a:pt x="4716077" y="1598863"/>
                </a:cubicBezTo>
                <a:close/>
                <a:moveTo>
                  <a:pt x="4651872" y="1598863"/>
                </a:moveTo>
                <a:cubicBezTo>
                  <a:pt x="4666042" y="1598863"/>
                  <a:pt x="4677531" y="1610351"/>
                  <a:pt x="4677531" y="1624521"/>
                </a:cubicBezTo>
                <a:cubicBezTo>
                  <a:pt x="4677531" y="1638693"/>
                  <a:pt x="4666042" y="1650180"/>
                  <a:pt x="4651872" y="1650180"/>
                </a:cubicBezTo>
                <a:cubicBezTo>
                  <a:pt x="4637700" y="1650180"/>
                  <a:pt x="4626213" y="1638693"/>
                  <a:pt x="4626213" y="1624521"/>
                </a:cubicBezTo>
                <a:cubicBezTo>
                  <a:pt x="4626213" y="1610351"/>
                  <a:pt x="4637700" y="1598863"/>
                  <a:pt x="4651872" y="1598863"/>
                </a:cubicBezTo>
                <a:close/>
                <a:moveTo>
                  <a:pt x="4587666" y="1598863"/>
                </a:moveTo>
                <a:cubicBezTo>
                  <a:pt x="4601830" y="1598863"/>
                  <a:pt x="4613324" y="1610357"/>
                  <a:pt x="4613324" y="1624521"/>
                </a:cubicBezTo>
                <a:cubicBezTo>
                  <a:pt x="4613324" y="1638686"/>
                  <a:pt x="4601830" y="1650180"/>
                  <a:pt x="4587666" y="1650180"/>
                </a:cubicBezTo>
                <a:cubicBezTo>
                  <a:pt x="4573501" y="1650180"/>
                  <a:pt x="4562007" y="1638686"/>
                  <a:pt x="4562007" y="1624521"/>
                </a:cubicBezTo>
                <a:cubicBezTo>
                  <a:pt x="4562007" y="1610357"/>
                  <a:pt x="4573501" y="1598863"/>
                  <a:pt x="4587666" y="1598863"/>
                </a:cubicBezTo>
                <a:close/>
                <a:moveTo>
                  <a:pt x="4523461" y="1598863"/>
                </a:moveTo>
                <a:cubicBezTo>
                  <a:pt x="4537626" y="1598863"/>
                  <a:pt x="4549121" y="1610357"/>
                  <a:pt x="4549121" y="1624521"/>
                </a:cubicBezTo>
                <a:cubicBezTo>
                  <a:pt x="4549121" y="1638686"/>
                  <a:pt x="4537626" y="1650180"/>
                  <a:pt x="4523461" y="1650180"/>
                </a:cubicBezTo>
                <a:cubicBezTo>
                  <a:pt x="4509296" y="1650180"/>
                  <a:pt x="4497802" y="1638686"/>
                  <a:pt x="4497802" y="1624521"/>
                </a:cubicBezTo>
                <a:cubicBezTo>
                  <a:pt x="4497802" y="1610357"/>
                  <a:pt x="4509296" y="1598863"/>
                  <a:pt x="4523461" y="1598863"/>
                </a:cubicBezTo>
                <a:close/>
                <a:moveTo>
                  <a:pt x="4395050" y="1598863"/>
                </a:moveTo>
                <a:cubicBezTo>
                  <a:pt x="4409214" y="1598863"/>
                  <a:pt x="4420710" y="1610357"/>
                  <a:pt x="4420710" y="1624521"/>
                </a:cubicBezTo>
                <a:cubicBezTo>
                  <a:pt x="4420710" y="1638686"/>
                  <a:pt x="4409214" y="1650180"/>
                  <a:pt x="4395050" y="1650180"/>
                </a:cubicBezTo>
                <a:cubicBezTo>
                  <a:pt x="4380886" y="1650180"/>
                  <a:pt x="4369391" y="1638686"/>
                  <a:pt x="4369391" y="1624521"/>
                </a:cubicBezTo>
                <a:cubicBezTo>
                  <a:pt x="4369391" y="1610357"/>
                  <a:pt x="4380886" y="1598863"/>
                  <a:pt x="4395050" y="1598863"/>
                </a:cubicBezTo>
                <a:close/>
                <a:moveTo>
                  <a:pt x="4266640" y="1598863"/>
                </a:moveTo>
                <a:cubicBezTo>
                  <a:pt x="4280811" y="1598863"/>
                  <a:pt x="4292298" y="1610351"/>
                  <a:pt x="4292298" y="1624521"/>
                </a:cubicBezTo>
                <a:cubicBezTo>
                  <a:pt x="4292298" y="1638693"/>
                  <a:pt x="4280811" y="1650180"/>
                  <a:pt x="4266640" y="1650180"/>
                </a:cubicBezTo>
                <a:cubicBezTo>
                  <a:pt x="4252470" y="1650180"/>
                  <a:pt x="4240981" y="1638693"/>
                  <a:pt x="4240981" y="1624521"/>
                </a:cubicBezTo>
                <a:cubicBezTo>
                  <a:pt x="4240981" y="1610351"/>
                  <a:pt x="4252470" y="1598863"/>
                  <a:pt x="4266640" y="1598863"/>
                </a:cubicBezTo>
                <a:close/>
                <a:moveTo>
                  <a:pt x="4202435" y="1598863"/>
                </a:moveTo>
                <a:cubicBezTo>
                  <a:pt x="4216598" y="1598863"/>
                  <a:pt x="4228093" y="1610357"/>
                  <a:pt x="4228093" y="1624521"/>
                </a:cubicBezTo>
                <a:cubicBezTo>
                  <a:pt x="4228093" y="1638686"/>
                  <a:pt x="4216598" y="1650180"/>
                  <a:pt x="4202435" y="1650180"/>
                </a:cubicBezTo>
                <a:cubicBezTo>
                  <a:pt x="4188268" y="1650180"/>
                  <a:pt x="4176776" y="1638686"/>
                  <a:pt x="4176776" y="1624521"/>
                </a:cubicBezTo>
                <a:cubicBezTo>
                  <a:pt x="4176776" y="1610357"/>
                  <a:pt x="4188268" y="1598863"/>
                  <a:pt x="4202435" y="1598863"/>
                </a:cubicBezTo>
                <a:close/>
                <a:moveTo>
                  <a:pt x="4073908" y="1598863"/>
                </a:moveTo>
                <a:cubicBezTo>
                  <a:pt x="4088073" y="1598863"/>
                  <a:pt x="4099565" y="1610357"/>
                  <a:pt x="4099565" y="1624521"/>
                </a:cubicBezTo>
                <a:cubicBezTo>
                  <a:pt x="4099565" y="1638686"/>
                  <a:pt x="4088073" y="1650180"/>
                  <a:pt x="4073908" y="1650180"/>
                </a:cubicBezTo>
                <a:cubicBezTo>
                  <a:pt x="4059743" y="1650180"/>
                  <a:pt x="4048248" y="1638686"/>
                  <a:pt x="4048248" y="1624521"/>
                </a:cubicBezTo>
                <a:cubicBezTo>
                  <a:pt x="4048248" y="1610357"/>
                  <a:pt x="4059743" y="1598863"/>
                  <a:pt x="4073908" y="1598863"/>
                </a:cubicBezTo>
                <a:close/>
                <a:moveTo>
                  <a:pt x="4009702" y="1598863"/>
                </a:moveTo>
                <a:cubicBezTo>
                  <a:pt x="4023866" y="1598863"/>
                  <a:pt x="4035362" y="1610357"/>
                  <a:pt x="4035362" y="1624521"/>
                </a:cubicBezTo>
                <a:cubicBezTo>
                  <a:pt x="4035362" y="1638686"/>
                  <a:pt x="4023866" y="1650180"/>
                  <a:pt x="4009702" y="1650180"/>
                </a:cubicBezTo>
                <a:cubicBezTo>
                  <a:pt x="3995538" y="1650180"/>
                  <a:pt x="3984043" y="1638686"/>
                  <a:pt x="3984043" y="1624521"/>
                </a:cubicBezTo>
                <a:cubicBezTo>
                  <a:pt x="3984043" y="1610357"/>
                  <a:pt x="3995538" y="1598863"/>
                  <a:pt x="4009702" y="1598863"/>
                </a:cubicBezTo>
                <a:close/>
                <a:moveTo>
                  <a:pt x="3945497" y="1598863"/>
                </a:moveTo>
                <a:cubicBezTo>
                  <a:pt x="3959668" y="1598863"/>
                  <a:pt x="3971155" y="1610351"/>
                  <a:pt x="3971155" y="1624521"/>
                </a:cubicBezTo>
                <a:cubicBezTo>
                  <a:pt x="3971155" y="1638693"/>
                  <a:pt x="3959668" y="1650180"/>
                  <a:pt x="3945497" y="1650180"/>
                </a:cubicBezTo>
                <a:cubicBezTo>
                  <a:pt x="3931325" y="1650180"/>
                  <a:pt x="3919838" y="1638693"/>
                  <a:pt x="3919838" y="1624521"/>
                </a:cubicBezTo>
                <a:cubicBezTo>
                  <a:pt x="3919838" y="1610351"/>
                  <a:pt x="3931325" y="1598863"/>
                  <a:pt x="3945497" y="1598863"/>
                </a:cubicBezTo>
                <a:close/>
                <a:moveTo>
                  <a:pt x="3881291" y="1598863"/>
                </a:moveTo>
                <a:cubicBezTo>
                  <a:pt x="3895456" y="1598863"/>
                  <a:pt x="3906950" y="1610357"/>
                  <a:pt x="3906950" y="1624521"/>
                </a:cubicBezTo>
                <a:cubicBezTo>
                  <a:pt x="3906950" y="1638686"/>
                  <a:pt x="3895456" y="1650180"/>
                  <a:pt x="3881291" y="1650180"/>
                </a:cubicBezTo>
                <a:cubicBezTo>
                  <a:pt x="3867127" y="1650180"/>
                  <a:pt x="3855633" y="1638686"/>
                  <a:pt x="3855633" y="1624521"/>
                </a:cubicBezTo>
                <a:cubicBezTo>
                  <a:pt x="3855633" y="1610357"/>
                  <a:pt x="3867127" y="1598863"/>
                  <a:pt x="3881291" y="1598863"/>
                </a:cubicBezTo>
                <a:close/>
                <a:moveTo>
                  <a:pt x="3817085" y="1598863"/>
                </a:moveTo>
                <a:cubicBezTo>
                  <a:pt x="3831252" y="1598863"/>
                  <a:pt x="3842745" y="1610357"/>
                  <a:pt x="3842745" y="1624521"/>
                </a:cubicBezTo>
                <a:cubicBezTo>
                  <a:pt x="3842745" y="1638686"/>
                  <a:pt x="3831252" y="1650180"/>
                  <a:pt x="3817085" y="1650180"/>
                </a:cubicBezTo>
                <a:cubicBezTo>
                  <a:pt x="3802921" y="1650180"/>
                  <a:pt x="3791427" y="1638686"/>
                  <a:pt x="3791427" y="1624521"/>
                </a:cubicBezTo>
                <a:cubicBezTo>
                  <a:pt x="3791427" y="1610357"/>
                  <a:pt x="3802921" y="1598863"/>
                  <a:pt x="3817085" y="1598863"/>
                </a:cubicBezTo>
                <a:close/>
                <a:moveTo>
                  <a:pt x="3752882" y="1598863"/>
                </a:moveTo>
                <a:cubicBezTo>
                  <a:pt x="3767045" y="1598863"/>
                  <a:pt x="3778539" y="1610357"/>
                  <a:pt x="3778539" y="1624521"/>
                </a:cubicBezTo>
                <a:cubicBezTo>
                  <a:pt x="3778539" y="1638686"/>
                  <a:pt x="3767045" y="1650180"/>
                  <a:pt x="3752882" y="1650180"/>
                </a:cubicBezTo>
                <a:cubicBezTo>
                  <a:pt x="3738717" y="1650180"/>
                  <a:pt x="3727221" y="1638686"/>
                  <a:pt x="3727221" y="1624521"/>
                </a:cubicBezTo>
                <a:cubicBezTo>
                  <a:pt x="3727221" y="1610357"/>
                  <a:pt x="3738717" y="1598863"/>
                  <a:pt x="3752882" y="1598863"/>
                </a:cubicBezTo>
                <a:close/>
                <a:moveTo>
                  <a:pt x="3688674" y="1598863"/>
                </a:moveTo>
                <a:cubicBezTo>
                  <a:pt x="3702840" y="1598863"/>
                  <a:pt x="3714335" y="1610357"/>
                  <a:pt x="3714335" y="1624521"/>
                </a:cubicBezTo>
                <a:cubicBezTo>
                  <a:pt x="3714335" y="1638686"/>
                  <a:pt x="3702840" y="1650180"/>
                  <a:pt x="3688674" y="1650180"/>
                </a:cubicBezTo>
                <a:cubicBezTo>
                  <a:pt x="3674510" y="1650180"/>
                  <a:pt x="3663017" y="1638686"/>
                  <a:pt x="3663017" y="1624521"/>
                </a:cubicBezTo>
                <a:cubicBezTo>
                  <a:pt x="3663017" y="1610357"/>
                  <a:pt x="3674510" y="1598863"/>
                  <a:pt x="3688674" y="1598863"/>
                </a:cubicBezTo>
                <a:close/>
                <a:moveTo>
                  <a:pt x="3624472" y="1598863"/>
                </a:moveTo>
                <a:cubicBezTo>
                  <a:pt x="3638640" y="1598863"/>
                  <a:pt x="3650129" y="1610351"/>
                  <a:pt x="3650129" y="1624521"/>
                </a:cubicBezTo>
                <a:cubicBezTo>
                  <a:pt x="3650129" y="1638693"/>
                  <a:pt x="3638640" y="1650180"/>
                  <a:pt x="3624472" y="1650180"/>
                </a:cubicBezTo>
                <a:cubicBezTo>
                  <a:pt x="3610300" y="1650180"/>
                  <a:pt x="3598810" y="1638693"/>
                  <a:pt x="3598810" y="1624521"/>
                </a:cubicBezTo>
                <a:cubicBezTo>
                  <a:pt x="3598810" y="1610351"/>
                  <a:pt x="3610300" y="1598863"/>
                  <a:pt x="3624472" y="1598863"/>
                </a:cubicBezTo>
                <a:close/>
                <a:moveTo>
                  <a:pt x="3496060" y="1598863"/>
                </a:moveTo>
                <a:cubicBezTo>
                  <a:pt x="3510225" y="1598863"/>
                  <a:pt x="3521719" y="1610357"/>
                  <a:pt x="3521719" y="1624521"/>
                </a:cubicBezTo>
                <a:cubicBezTo>
                  <a:pt x="3521719" y="1638686"/>
                  <a:pt x="3510225" y="1650180"/>
                  <a:pt x="3496060" y="1650180"/>
                </a:cubicBezTo>
                <a:cubicBezTo>
                  <a:pt x="3481895" y="1650180"/>
                  <a:pt x="3470400" y="1638686"/>
                  <a:pt x="3470400" y="1624521"/>
                </a:cubicBezTo>
                <a:cubicBezTo>
                  <a:pt x="3470400" y="1610357"/>
                  <a:pt x="3481895" y="1598863"/>
                  <a:pt x="3496060" y="1598863"/>
                </a:cubicBezTo>
                <a:close/>
                <a:moveTo>
                  <a:pt x="3431855" y="1598863"/>
                </a:moveTo>
                <a:cubicBezTo>
                  <a:pt x="3446019" y="1598863"/>
                  <a:pt x="3457512" y="1610357"/>
                  <a:pt x="3457512" y="1624521"/>
                </a:cubicBezTo>
                <a:cubicBezTo>
                  <a:pt x="3457512" y="1638686"/>
                  <a:pt x="3446019" y="1650180"/>
                  <a:pt x="3431855" y="1650180"/>
                </a:cubicBezTo>
                <a:cubicBezTo>
                  <a:pt x="3417690" y="1650180"/>
                  <a:pt x="3406196" y="1638686"/>
                  <a:pt x="3406196" y="1624521"/>
                </a:cubicBezTo>
                <a:cubicBezTo>
                  <a:pt x="3406196" y="1610357"/>
                  <a:pt x="3417690" y="1598863"/>
                  <a:pt x="3431855" y="1598863"/>
                </a:cubicBezTo>
                <a:close/>
                <a:moveTo>
                  <a:pt x="3367649" y="1598863"/>
                </a:moveTo>
                <a:cubicBezTo>
                  <a:pt x="3381813" y="1598863"/>
                  <a:pt x="3393308" y="1610357"/>
                  <a:pt x="3393308" y="1624521"/>
                </a:cubicBezTo>
                <a:cubicBezTo>
                  <a:pt x="3393308" y="1638686"/>
                  <a:pt x="3381813" y="1650180"/>
                  <a:pt x="3367649" y="1650180"/>
                </a:cubicBezTo>
                <a:cubicBezTo>
                  <a:pt x="3353484" y="1650180"/>
                  <a:pt x="3341990" y="1638686"/>
                  <a:pt x="3341990" y="1624521"/>
                </a:cubicBezTo>
                <a:cubicBezTo>
                  <a:pt x="3341990" y="1610357"/>
                  <a:pt x="3353484" y="1598863"/>
                  <a:pt x="3367649" y="1598863"/>
                </a:cubicBezTo>
                <a:close/>
                <a:moveTo>
                  <a:pt x="3303444" y="1598863"/>
                </a:moveTo>
                <a:cubicBezTo>
                  <a:pt x="3317609" y="1598863"/>
                  <a:pt x="3329102" y="1610357"/>
                  <a:pt x="3329102" y="1624521"/>
                </a:cubicBezTo>
                <a:cubicBezTo>
                  <a:pt x="3329102" y="1638686"/>
                  <a:pt x="3317609" y="1650180"/>
                  <a:pt x="3303444" y="1650180"/>
                </a:cubicBezTo>
                <a:cubicBezTo>
                  <a:pt x="3289279" y="1650180"/>
                  <a:pt x="3277785" y="1638686"/>
                  <a:pt x="3277785" y="1624521"/>
                </a:cubicBezTo>
                <a:cubicBezTo>
                  <a:pt x="3277785" y="1610357"/>
                  <a:pt x="3289279" y="1598863"/>
                  <a:pt x="3303444" y="1598863"/>
                </a:cubicBezTo>
                <a:close/>
                <a:moveTo>
                  <a:pt x="3239238" y="1598863"/>
                </a:moveTo>
                <a:cubicBezTo>
                  <a:pt x="3253410" y="1598863"/>
                  <a:pt x="3264898" y="1610351"/>
                  <a:pt x="3264898" y="1624521"/>
                </a:cubicBezTo>
                <a:cubicBezTo>
                  <a:pt x="3264898" y="1638693"/>
                  <a:pt x="3253410" y="1650180"/>
                  <a:pt x="3239238" y="1650180"/>
                </a:cubicBezTo>
                <a:cubicBezTo>
                  <a:pt x="3225068" y="1650180"/>
                  <a:pt x="3213580" y="1638693"/>
                  <a:pt x="3213580" y="1624521"/>
                </a:cubicBezTo>
                <a:cubicBezTo>
                  <a:pt x="3213580" y="1610351"/>
                  <a:pt x="3225068" y="1598863"/>
                  <a:pt x="3239238" y="1598863"/>
                </a:cubicBezTo>
                <a:close/>
                <a:moveTo>
                  <a:pt x="3110828" y="1598863"/>
                </a:moveTo>
                <a:cubicBezTo>
                  <a:pt x="3124992" y="1598863"/>
                  <a:pt x="3136487" y="1610357"/>
                  <a:pt x="3136487" y="1624521"/>
                </a:cubicBezTo>
                <a:cubicBezTo>
                  <a:pt x="3136487" y="1638686"/>
                  <a:pt x="3124992" y="1650180"/>
                  <a:pt x="3110828" y="1650180"/>
                </a:cubicBezTo>
                <a:cubicBezTo>
                  <a:pt x="3096663" y="1650180"/>
                  <a:pt x="3085170" y="1638686"/>
                  <a:pt x="3085170" y="1624521"/>
                </a:cubicBezTo>
                <a:cubicBezTo>
                  <a:pt x="3085170" y="1610357"/>
                  <a:pt x="3096663" y="1598863"/>
                  <a:pt x="3110828" y="1598863"/>
                </a:cubicBezTo>
                <a:close/>
                <a:moveTo>
                  <a:pt x="3046623" y="1598863"/>
                </a:moveTo>
                <a:cubicBezTo>
                  <a:pt x="3060788" y="1598863"/>
                  <a:pt x="3072282" y="1610357"/>
                  <a:pt x="3072282" y="1624521"/>
                </a:cubicBezTo>
                <a:cubicBezTo>
                  <a:pt x="3072282" y="1638686"/>
                  <a:pt x="3060788" y="1650180"/>
                  <a:pt x="3046623" y="1650180"/>
                </a:cubicBezTo>
                <a:cubicBezTo>
                  <a:pt x="3032458" y="1650180"/>
                  <a:pt x="3020964" y="1638686"/>
                  <a:pt x="3020964" y="1624521"/>
                </a:cubicBezTo>
                <a:cubicBezTo>
                  <a:pt x="3020964" y="1610357"/>
                  <a:pt x="3032458" y="1598863"/>
                  <a:pt x="3046623" y="1598863"/>
                </a:cubicBezTo>
                <a:close/>
                <a:moveTo>
                  <a:pt x="2982301" y="1598863"/>
                </a:moveTo>
                <a:cubicBezTo>
                  <a:pt x="2996466" y="1598863"/>
                  <a:pt x="3007960" y="1610357"/>
                  <a:pt x="3007960" y="1624521"/>
                </a:cubicBezTo>
                <a:cubicBezTo>
                  <a:pt x="3007960" y="1638686"/>
                  <a:pt x="2996466" y="1650180"/>
                  <a:pt x="2982301" y="1650180"/>
                </a:cubicBezTo>
                <a:cubicBezTo>
                  <a:pt x="2968137" y="1650180"/>
                  <a:pt x="2956642" y="1638686"/>
                  <a:pt x="2956642" y="1624521"/>
                </a:cubicBezTo>
                <a:cubicBezTo>
                  <a:pt x="2956642" y="1610357"/>
                  <a:pt x="2968137" y="1598863"/>
                  <a:pt x="2982301" y="1598863"/>
                </a:cubicBezTo>
                <a:close/>
                <a:moveTo>
                  <a:pt x="2918096" y="1598863"/>
                </a:moveTo>
                <a:cubicBezTo>
                  <a:pt x="2932261" y="1598863"/>
                  <a:pt x="2943755" y="1610357"/>
                  <a:pt x="2943755" y="1624521"/>
                </a:cubicBezTo>
                <a:cubicBezTo>
                  <a:pt x="2943755" y="1638686"/>
                  <a:pt x="2932261" y="1650180"/>
                  <a:pt x="2918096" y="1650180"/>
                </a:cubicBezTo>
                <a:cubicBezTo>
                  <a:pt x="2903931" y="1650180"/>
                  <a:pt x="2892438" y="1638686"/>
                  <a:pt x="2892438" y="1624521"/>
                </a:cubicBezTo>
                <a:cubicBezTo>
                  <a:pt x="2892438" y="1610357"/>
                  <a:pt x="2903931" y="1598863"/>
                  <a:pt x="2918096" y="1598863"/>
                </a:cubicBezTo>
                <a:close/>
                <a:moveTo>
                  <a:pt x="2853890" y="1598863"/>
                </a:moveTo>
                <a:cubicBezTo>
                  <a:pt x="2868062" y="1598863"/>
                  <a:pt x="2879550" y="1610351"/>
                  <a:pt x="2879550" y="1624521"/>
                </a:cubicBezTo>
                <a:cubicBezTo>
                  <a:pt x="2879550" y="1638693"/>
                  <a:pt x="2868062" y="1650180"/>
                  <a:pt x="2853890" y="1650180"/>
                </a:cubicBezTo>
                <a:cubicBezTo>
                  <a:pt x="2839720" y="1650180"/>
                  <a:pt x="2828231" y="1638693"/>
                  <a:pt x="2828231" y="1624521"/>
                </a:cubicBezTo>
                <a:cubicBezTo>
                  <a:pt x="2828231" y="1610351"/>
                  <a:pt x="2839720" y="1598863"/>
                  <a:pt x="2853890" y="1598863"/>
                </a:cubicBezTo>
                <a:close/>
                <a:moveTo>
                  <a:pt x="2789686" y="1598863"/>
                </a:moveTo>
                <a:cubicBezTo>
                  <a:pt x="2803850" y="1598863"/>
                  <a:pt x="2815344" y="1610357"/>
                  <a:pt x="2815344" y="1624521"/>
                </a:cubicBezTo>
                <a:cubicBezTo>
                  <a:pt x="2815344" y="1638686"/>
                  <a:pt x="2803850" y="1650180"/>
                  <a:pt x="2789686" y="1650180"/>
                </a:cubicBezTo>
                <a:cubicBezTo>
                  <a:pt x="2775521" y="1650180"/>
                  <a:pt x="2764027" y="1638686"/>
                  <a:pt x="2764027" y="1624521"/>
                </a:cubicBezTo>
                <a:cubicBezTo>
                  <a:pt x="2764027" y="1610357"/>
                  <a:pt x="2775521" y="1598863"/>
                  <a:pt x="2789686" y="1598863"/>
                </a:cubicBezTo>
                <a:close/>
                <a:moveTo>
                  <a:pt x="2725480" y="1598863"/>
                </a:moveTo>
                <a:cubicBezTo>
                  <a:pt x="2739644" y="1598863"/>
                  <a:pt x="2751140" y="1610357"/>
                  <a:pt x="2751140" y="1624521"/>
                </a:cubicBezTo>
                <a:cubicBezTo>
                  <a:pt x="2751140" y="1638686"/>
                  <a:pt x="2739644" y="1650180"/>
                  <a:pt x="2725480" y="1650180"/>
                </a:cubicBezTo>
                <a:cubicBezTo>
                  <a:pt x="2711315" y="1650180"/>
                  <a:pt x="2699821" y="1638686"/>
                  <a:pt x="2699821" y="1624521"/>
                </a:cubicBezTo>
                <a:cubicBezTo>
                  <a:pt x="2699821" y="1610357"/>
                  <a:pt x="2711315" y="1598863"/>
                  <a:pt x="2725480" y="1598863"/>
                </a:cubicBezTo>
                <a:close/>
                <a:moveTo>
                  <a:pt x="2597069" y="1598863"/>
                </a:moveTo>
                <a:cubicBezTo>
                  <a:pt x="2611234" y="1598863"/>
                  <a:pt x="2622729" y="1610357"/>
                  <a:pt x="2622729" y="1624521"/>
                </a:cubicBezTo>
                <a:cubicBezTo>
                  <a:pt x="2622729" y="1638686"/>
                  <a:pt x="2611234" y="1650180"/>
                  <a:pt x="2597069" y="1650180"/>
                </a:cubicBezTo>
                <a:cubicBezTo>
                  <a:pt x="2582904" y="1650180"/>
                  <a:pt x="2571410" y="1638686"/>
                  <a:pt x="2571410" y="1624521"/>
                </a:cubicBezTo>
                <a:cubicBezTo>
                  <a:pt x="2571410" y="1610357"/>
                  <a:pt x="2582904" y="1598863"/>
                  <a:pt x="2597069" y="1598863"/>
                </a:cubicBezTo>
                <a:close/>
                <a:moveTo>
                  <a:pt x="2532865" y="1598863"/>
                </a:moveTo>
                <a:cubicBezTo>
                  <a:pt x="2547035" y="1598863"/>
                  <a:pt x="2558523" y="1610351"/>
                  <a:pt x="2558523" y="1624521"/>
                </a:cubicBezTo>
                <a:cubicBezTo>
                  <a:pt x="2558523" y="1638693"/>
                  <a:pt x="2547035" y="1650180"/>
                  <a:pt x="2532865" y="1650180"/>
                </a:cubicBezTo>
                <a:cubicBezTo>
                  <a:pt x="2518693" y="1650180"/>
                  <a:pt x="2507205" y="1638693"/>
                  <a:pt x="2507205" y="1624521"/>
                </a:cubicBezTo>
                <a:cubicBezTo>
                  <a:pt x="2507205" y="1610351"/>
                  <a:pt x="2518693" y="1598863"/>
                  <a:pt x="2532865" y="1598863"/>
                </a:cubicBezTo>
                <a:close/>
                <a:moveTo>
                  <a:pt x="2404454" y="1598863"/>
                </a:moveTo>
                <a:cubicBezTo>
                  <a:pt x="2418619" y="1598863"/>
                  <a:pt x="2430112" y="1610357"/>
                  <a:pt x="2430112" y="1624521"/>
                </a:cubicBezTo>
                <a:cubicBezTo>
                  <a:pt x="2430112" y="1638686"/>
                  <a:pt x="2418619" y="1650180"/>
                  <a:pt x="2404454" y="1650180"/>
                </a:cubicBezTo>
                <a:cubicBezTo>
                  <a:pt x="2390289" y="1650180"/>
                  <a:pt x="2378795" y="1638686"/>
                  <a:pt x="2378795" y="1624521"/>
                </a:cubicBezTo>
                <a:cubicBezTo>
                  <a:pt x="2378795" y="1610357"/>
                  <a:pt x="2390289" y="1598863"/>
                  <a:pt x="2404454" y="1598863"/>
                </a:cubicBezTo>
                <a:close/>
                <a:moveTo>
                  <a:pt x="2340249" y="1598863"/>
                </a:moveTo>
                <a:cubicBezTo>
                  <a:pt x="2354413" y="1598863"/>
                  <a:pt x="2365908" y="1610357"/>
                  <a:pt x="2365908" y="1624521"/>
                </a:cubicBezTo>
                <a:cubicBezTo>
                  <a:pt x="2365908" y="1638686"/>
                  <a:pt x="2354413" y="1650180"/>
                  <a:pt x="2340249" y="1650180"/>
                </a:cubicBezTo>
                <a:cubicBezTo>
                  <a:pt x="2326084" y="1650180"/>
                  <a:pt x="2314590" y="1638686"/>
                  <a:pt x="2314590" y="1624521"/>
                </a:cubicBezTo>
                <a:cubicBezTo>
                  <a:pt x="2314590" y="1610357"/>
                  <a:pt x="2326084" y="1598863"/>
                  <a:pt x="2340249" y="1598863"/>
                </a:cubicBezTo>
                <a:close/>
                <a:moveTo>
                  <a:pt x="2276044" y="1598863"/>
                </a:moveTo>
                <a:cubicBezTo>
                  <a:pt x="2290208" y="1598863"/>
                  <a:pt x="2301702" y="1610357"/>
                  <a:pt x="2301702" y="1624521"/>
                </a:cubicBezTo>
                <a:cubicBezTo>
                  <a:pt x="2301702" y="1638686"/>
                  <a:pt x="2290208" y="1650180"/>
                  <a:pt x="2276044" y="1650180"/>
                </a:cubicBezTo>
                <a:cubicBezTo>
                  <a:pt x="2261879" y="1650180"/>
                  <a:pt x="2250385" y="1638686"/>
                  <a:pt x="2250385" y="1624521"/>
                </a:cubicBezTo>
                <a:cubicBezTo>
                  <a:pt x="2250385" y="1610357"/>
                  <a:pt x="2261879" y="1598863"/>
                  <a:pt x="2276044" y="1598863"/>
                </a:cubicBezTo>
                <a:close/>
                <a:moveTo>
                  <a:pt x="2211838" y="1598863"/>
                </a:moveTo>
                <a:cubicBezTo>
                  <a:pt x="2226003" y="1598863"/>
                  <a:pt x="2237497" y="1610357"/>
                  <a:pt x="2237497" y="1624521"/>
                </a:cubicBezTo>
                <a:cubicBezTo>
                  <a:pt x="2237497" y="1638686"/>
                  <a:pt x="2226003" y="1650180"/>
                  <a:pt x="2211838" y="1650180"/>
                </a:cubicBezTo>
                <a:cubicBezTo>
                  <a:pt x="2197673" y="1650180"/>
                  <a:pt x="2186178" y="1638686"/>
                  <a:pt x="2186178" y="1624521"/>
                </a:cubicBezTo>
                <a:cubicBezTo>
                  <a:pt x="2186178" y="1610357"/>
                  <a:pt x="2197673" y="1598863"/>
                  <a:pt x="2211838" y="1598863"/>
                </a:cubicBezTo>
                <a:close/>
                <a:moveTo>
                  <a:pt x="2147633" y="1598863"/>
                </a:moveTo>
                <a:cubicBezTo>
                  <a:pt x="2161804" y="1598863"/>
                  <a:pt x="2173293" y="1610351"/>
                  <a:pt x="2173293" y="1624521"/>
                </a:cubicBezTo>
                <a:cubicBezTo>
                  <a:pt x="2173293" y="1638693"/>
                  <a:pt x="2161804" y="1650180"/>
                  <a:pt x="2147633" y="1650180"/>
                </a:cubicBezTo>
                <a:cubicBezTo>
                  <a:pt x="2133462" y="1650180"/>
                  <a:pt x="2121975" y="1638693"/>
                  <a:pt x="2121975" y="1624521"/>
                </a:cubicBezTo>
                <a:cubicBezTo>
                  <a:pt x="2121975" y="1610351"/>
                  <a:pt x="2133462" y="1598863"/>
                  <a:pt x="2147633" y="1598863"/>
                </a:cubicBezTo>
                <a:close/>
                <a:moveTo>
                  <a:pt x="2083427" y="1598863"/>
                </a:moveTo>
                <a:cubicBezTo>
                  <a:pt x="2097599" y="1598863"/>
                  <a:pt x="2109087" y="1610351"/>
                  <a:pt x="2109087" y="1624521"/>
                </a:cubicBezTo>
                <a:cubicBezTo>
                  <a:pt x="2109087" y="1638693"/>
                  <a:pt x="2097599" y="1650180"/>
                  <a:pt x="2083427" y="1650180"/>
                </a:cubicBezTo>
                <a:cubicBezTo>
                  <a:pt x="2069257" y="1650180"/>
                  <a:pt x="2057768" y="1638693"/>
                  <a:pt x="2057768" y="1624521"/>
                </a:cubicBezTo>
                <a:cubicBezTo>
                  <a:pt x="2057768" y="1610351"/>
                  <a:pt x="2069257" y="1598863"/>
                  <a:pt x="2083427" y="1598863"/>
                </a:cubicBezTo>
                <a:close/>
                <a:moveTo>
                  <a:pt x="2019222" y="1598863"/>
                </a:moveTo>
                <a:cubicBezTo>
                  <a:pt x="2033387" y="1598863"/>
                  <a:pt x="2044880" y="1610357"/>
                  <a:pt x="2044880" y="1624521"/>
                </a:cubicBezTo>
                <a:cubicBezTo>
                  <a:pt x="2044880" y="1638686"/>
                  <a:pt x="2033387" y="1650180"/>
                  <a:pt x="2019222" y="1650180"/>
                </a:cubicBezTo>
                <a:cubicBezTo>
                  <a:pt x="2005058" y="1650180"/>
                  <a:pt x="1993563" y="1638686"/>
                  <a:pt x="1993563" y="1624521"/>
                </a:cubicBezTo>
                <a:cubicBezTo>
                  <a:pt x="1993563" y="1610357"/>
                  <a:pt x="2005058" y="1598863"/>
                  <a:pt x="2019222" y="1598863"/>
                </a:cubicBezTo>
                <a:close/>
                <a:moveTo>
                  <a:pt x="1955016" y="1598863"/>
                </a:moveTo>
                <a:cubicBezTo>
                  <a:pt x="1969181" y="1598863"/>
                  <a:pt x="1980676" y="1610357"/>
                  <a:pt x="1980676" y="1624521"/>
                </a:cubicBezTo>
                <a:cubicBezTo>
                  <a:pt x="1980676" y="1638686"/>
                  <a:pt x="1969181" y="1650180"/>
                  <a:pt x="1955016" y="1650180"/>
                </a:cubicBezTo>
                <a:cubicBezTo>
                  <a:pt x="1940851" y="1650180"/>
                  <a:pt x="1929358" y="1638686"/>
                  <a:pt x="1929358" y="1624521"/>
                </a:cubicBezTo>
                <a:cubicBezTo>
                  <a:pt x="1929358" y="1610357"/>
                  <a:pt x="1940851" y="1598863"/>
                  <a:pt x="1955016" y="1598863"/>
                </a:cubicBezTo>
                <a:close/>
                <a:moveTo>
                  <a:pt x="1890696" y="1598863"/>
                </a:moveTo>
                <a:cubicBezTo>
                  <a:pt x="1904860" y="1598863"/>
                  <a:pt x="1916355" y="1610357"/>
                  <a:pt x="1916355" y="1624521"/>
                </a:cubicBezTo>
                <a:cubicBezTo>
                  <a:pt x="1916355" y="1638686"/>
                  <a:pt x="1904860" y="1650180"/>
                  <a:pt x="1890696" y="1650180"/>
                </a:cubicBezTo>
                <a:cubicBezTo>
                  <a:pt x="1876531" y="1650180"/>
                  <a:pt x="1865037" y="1638686"/>
                  <a:pt x="1865037" y="1624521"/>
                </a:cubicBezTo>
                <a:cubicBezTo>
                  <a:pt x="1865037" y="1610357"/>
                  <a:pt x="1876531" y="1598863"/>
                  <a:pt x="1890696" y="1598863"/>
                </a:cubicBezTo>
                <a:close/>
                <a:moveTo>
                  <a:pt x="1826490" y="1598863"/>
                </a:moveTo>
                <a:cubicBezTo>
                  <a:pt x="1840654" y="1598863"/>
                  <a:pt x="1852149" y="1610357"/>
                  <a:pt x="1852149" y="1624521"/>
                </a:cubicBezTo>
                <a:cubicBezTo>
                  <a:pt x="1852149" y="1638686"/>
                  <a:pt x="1840654" y="1650180"/>
                  <a:pt x="1826490" y="1650180"/>
                </a:cubicBezTo>
                <a:cubicBezTo>
                  <a:pt x="1812325" y="1650180"/>
                  <a:pt x="1800830" y="1638686"/>
                  <a:pt x="1800830" y="1624521"/>
                </a:cubicBezTo>
                <a:cubicBezTo>
                  <a:pt x="1800830" y="1610357"/>
                  <a:pt x="1812325" y="1598863"/>
                  <a:pt x="1826490" y="1598863"/>
                </a:cubicBezTo>
                <a:close/>
                <a:moveTo>
                  <a:pt x="1762285" y="1598863"/>
                </a:moveTo>
                <a:cubicBezTo>
                  <a:pt x="1776456" y="1598863"/>
                  <a:pt x="1787944" y="1610351"/>
                  <a:pt x="1787944" y="1624521"/>
                </a:cubicBezTo>
                <a:cubicBezTo>
                  <a:pt x="1787944" y="1638693"/>
                  <a:pt x="1776456" y="1650180"/>
                  <a:pt x="1762285" y="1650180"/>
                </a:cubicBezTo>
                <a:cubicBezTo>
                  <a:pt x="1748114" y="1650180"/>
                  <a:pt x="1736626" y="1638693"/>
                  <a:pt x="1736626" y="1624521"/>
                </a:cubicBezTo>
                <a:cubicBezTo>
                  <a:pt x="1736626" y="1610351"/>
                  <a:pt x="1748114" y="1598863"/>
                  <a:pt x="1762285" y="1598863"/>
                </a:cubicBezTo>
                <a:close/>
                <a:moveTo>
                  <a:pt x="1698080" y="1598863"/>
                </a:moveTo>
                <a:cubicBezTo>
                  <a:pt x="1712244" y="1598863"/>
                  <a:pt x="1723738" y="1610357"/>
                  <a:pt x="1723738" y="1624521"/>
                </a:cubicBezTo>
                <a:cubicBezTo>
                  <a:pt x="1723738" y="1638686"/>
                  <a:pt x="1712244" y="1650180"/>
                  <a:pt x="1698080" y="1650180"/>
                </a:cubicBezTo>
                <a:cubicBezTo>
                  <a:pt x="1683915" y="1650180"/>
                  <a:pt x="1672420" y="1638686"/>
                  <a:pt x="1672420" y="1624521"/>
                </a:cubicBezTo>
                <a:cubicBezTo>
                  <a:pt x="1672420" y="1610357"/>
                  <a:pt x="1683915" y="1598863"/>
                  <a:pt x="1698080" y="1598863"/>
                </a:cubicBezTo>
                <a:close/>
                <a:moveTo>
                  <a:pt x="1633874" y="1598863"/>
                </a:moveTo>
                <a:cubicBezTo>
                  <a:pt x="1648039" y="1598863"/>
                  <a:pt x="1659533" y="1610357"/>
                  <a:pt x="1659533" y="1624521"/>
                </a:cubicBezTo>
                <a:cubicBezTo>
                  <a:pt x="1659533" y="1638686"/>
                  <a:pt x="1648039" y="1650180"/>
                  <a:pt x="1633874" y="1650180"/>
                </a:cubicBezTo>
                <a:cubicBezTo>
                  <a:pt x="1619710" y="1650180"/>
                  <a:pt x="1608216" y="1638686"/>
                  <a:pt x="1608216" y="1624521"/>
                </a:cubicBezTo>
                <a:cubicBezTo>
                  <a:pt x="1608216" y="1610357"/>
                  <a:pt x="1619710" y="1598863"/>
                  <a:pt x="1633874" y="1598863"/>
                </a:cubicBezTo>
                <a:close/>
                <a:moveTo>
                  <a:pt x="1569669" y="1598863"/>
                </a:moveTo>
                <a:cubicBezTo>
                  <a:pt x="1583834" y="1598863"/>
                  <a:pt x="1595328" y="1610357"/>
                  <a:pt x="1595328" y="1624521"/>
                </a:cubicBezTo>
                <a:cubicBezTo>
                  <a:pt x="1595328" y="1638686"/>
                  <a:pt x="1583834" y="1650180"/>
                  <a:pt x="1569669" y="1650180"/>
                </a:cubicBezTo>
                <a:cubicBezTo>
                  <a:pt x="1555504" y="1650180"/>
                  <a:pt x="1544010" y="1638686"/>
                  <a:pt x="1544010" y="1624521"/>
                </a:cubicBezTo>
                <a:cubicBezTo>
                  <a:pt x="1544010" y="1610357"/>
                  <a:pt x="1555504" y="1598863"/>
                  <a:pt x="1569669" y="1598863"/>
                </a:cubicBezTo>
                <a:close/>
                <a:moveTo>
                  <a:pt x="1505464" y="1598863"/>
                </a:moveTo>
                <a:cubicBezTo>
                  <a:pt x="1519629" y="1598863"/>
                  <a:pt x="1531123" y="1610357"/>
                  <a:pt x="1531123" y="1624521"/>
                </a:cubicBezTo>
                <a:cubicBezTo>
                  <a:pt x="1531123" y="1638686"/>
                  <a:pt x="1519629" y="1650180"/>
                  <a:pt x="1505464" y="1650180"/>
                </a:cubicBezTo>
                <a:cubicBezTo>
                  <a:pt x="1491299" y="1650180"/>
                  <a:pt x="1479806" y="1638686"/>
                  <a:pt x="1479806" y="1624521"/>
                </a:cubicBezTo>
                <a:cubicBezTo>
                  <a:pt x="1479806" y="1610357"/>
                  <a:pt x="1491299" y="1598863"/>
                  <a:pt x="1505464" y="1598863"/>
                </a:cubicBezTo>
                <a:close/>
                <a:moveTo>
                  <a:pt x="1441258" y="1598863"/>
                </a:moveTo>
                <a:cubicBezTo>
                  <a:pt x="1455430" y="1598863"/>
                  <a:pt x="1466917" y="1610351"/>
                  <a:pt x="1466917" y="1624521"/>
                </a:cubicBezTo>
                <a:cubicBezTo>
                  <a:pt x="1466917" y="1638693"/>
                  <a:pt x="1455430" y="1650180"/>
                  <a:pt x="1441258" y="1650180"/>
                </a:cubicBezTo>
                <a:cubicBezTo>
                  <a:pt x="1427087" y="1650180"/>
                  <a:pt x="1415599" y="1638693"/>
                  <a:pt x="1415599" y="1624521"/>
                </a:cubicBezTo>
                <a:cubicBezTo>
                  <a:pt x="1415599" y="1610351"/>
                  <a:pt x="1427087" y="1598863"/>
                  <a:pt x="1441258" y="1598863"/>
                </a:cubicBezTo>
                <a:close/>
                <a:moveTo>
                  <a:pt x="1377053" y="1598863"/>
                </a:moveTo>
                <a:cubicBezTo>
                  <a:pt x="1391224" y="1598863"/>
                  <a:pt x="1402712" y="1610351"/>
                  <a:pt x="1402712" y="1624521"/>
                </a:cubicBezTo>
                <a:cubicBezTo>
                  <a:pt x="1402712" y="1638693"/>
                  <a:pt x="1391224" y="1650180"/>
                  <a:pt x="1377053" y="1650180"/>
                </a:cubicBezTo>
                <a:cubicBezTo>
                  <a:pt x="1362882" y="1650180"/>
                  <a:pt x="1351395" y="1638693"/>
                  <a:pt x="1351395" y="1624521"/>
                </a:cubicBezTo>
                <a:cubicBezTo>
                  <a:pt x="1351395" y="1610351"/>
                  <a:pt x="1362882" y="1598863"/>
                  <a:pt x="1377053" y="1598863"/>
                </a:cubicBezTo>
                <a:close/>
                <a:moveTo>
                  <a:pt x="1248643" y="1598863"/>
                </a:moveTo>
                <a:cubicBezTo>
                  <a:pt x="1262808" y="1598863"/>
                  <a:pt x="1274302" y="1610357"/>
                  <a:pt x="1274302" y="1624521"/>
                </a:cubicBezTo>
                <a:cubicBezTo>
                  <a:pt x="1274302" y="1638686"/>
                  <a:pt x="1262808" y="1650180"/>
                  <a:pt x="1248643" y="1650180"/>
                </a:cubicBezTo>
                <a:cubicBezTo>
                  <a:pt x="1234479" y="1650180"/>
                  <a:pt x="1222984" y="1638686"/>
                  <a:pt x="1222984" y="1624521"/>
                </a:cubicBezTo>
                <a:cubicBezTo>
                  <a:pt x="1222984" y="1610357"/>
                  <a:pt x="1234479" y="1598863"/>
                  <a:pt x="1248643" y="1598863"/>
                </a:cubicBezTo>
                <a:close/>
                <a:moveTo>
                  <a:pt x="1184437" y="1598863"/>
                </a:moveTo>
                <a:cubicBezTo>
                  <a:pt x="1198602" y="1598863"/>
                  <a:pt x="1210096" y="1610357"/>
                  <a:pt x="1210096" y="1624521"/>
                </a:cubicBezTo>
                <a:cubicBezTo>
                  <a:pt x="1210096" y="1638686"/>
                  <a:pt x="1198602" y="1650180"/>
                  <a:pt x="1184437" y="1650180"/>
                </a:cubicBezTo>
                <a:cubicBezTo>
                  <a:pt x="1170273" y="1650180"/>
                  <a:pt x="1158780" y="1638686"/>
                  <a:pt x="1158780" y="1624521"/>
                </a:cubicBezTo>
                <a:cubicBezTo>
                  <a:pt x="1158780" y="1610357"/>
                  <a:pt x="1170273" y="1598863"/>
                  <a:pt x="1184437" y="1598863"/>
                </a:cubicBezTo>
                <a:close/>
                <a:moveTo>
                  <a:pt x="1120233" y="1598863"/>
                </a:moveTo>
                <a:cubicBezTo>
                  <a:pt x="1134398" y="1598863"/>
                  <a:pt x="1145892" y="1610357"/>
                  <a:pt x="1145892" y="1624521"/>
                </a:cubicBezTo>
                <a:cubicBezTo>
                  <a:pt x="1145892" y="1638686"/>
                  <a:pt x="1134398" y="1650180"/>
                  <a:pt x="1120233" y="1650180"/>
                </a:cubicBezTo>
                <a:cubicBezTo>
                  <a:pt x="1106068" y="1650180"/>
                  <a:pt x="1094573" y="1638686"/>
                  <a:pt x="1094573" y="1624521"/>
                </a:cubicBezTo>
                <a:cubicBezTo>
                  <a:pt x="1094573" y="1610357"/>
                  <a:pt x="1106068" y="1598863"/>
                  <a:pt x="1120233" y="1598863"/>
                </a:cubicBezTo>
                <a:close/>
                <a:moveTo>
                  <a:pt x="1056027" y="1598863"/>
                </a:moveTo>
                <a:cubicBezTo>
                  <a:pt x="1070199" y="1598863"/>
                  <a:pt x="1081685" y="1610351"/>
                  <a:pt x="1081685" y="1624521"/>
                </a:cubicBezTo>
                <a:cubicBezTo>
                  <a:pt x="1081685" y="1638693"/>
                  <a:pt x="1070199" y="1650180"/>
                  <a:pt x="1056027" y="1650180"/>
                </a:cubicBezTo>
                <a:cubicBezTo>
                  <a:pt x="1041857" y="1650180"/>
                  <a:pt x="1030369" y="1638693"/>
                  <a:pt x="1030369" y="1624521"/>
                </a:cubicBezTo>
                <a:cubicBezTo>
                  <a:pt x="1030369" y="1610351"/>
                  <a:pt x="1041857" y="1598863"/>
                  <a:pt x="1056027" y="1598863"/>
                </a:cubicBezTo>
                <a:close/>
                <a:moveTo>
                  <a:pt x="991823" y="1598863"/>
                </a:moveTo>
                <a:cubicBezTo>
                  <a:pt x="1005993" y="1598863"/>
                  <a:pt x="1017481" y="1610351"/>
                  <a:pt x="1017481" y="1624521"/>
                </a:cubicBezTo>
                <a:cubicBezTo>
                  <a:pt x="1017481" y="1638693"/>
                  <a:pt x="1005993" y="1650180"/>
                  <a:pt x="991823" y="1650180"/>
                </a:cubicBezTo>
                <a:cubicBezTo>
                  <a:pt x="977652" y="1650180"/>
                  <a:pt x="966162" y="1638693"/>
                  <a:pt x="966162" y="1624521"/>
                </a:cubicBezTo>
                <a:cubicBezTo>
                  <a:pt x="966162" y="1610351"/>
                  <a:pt x="977652" y="1598863"/>
                  <a:pt x="991823" y="1598863"/>
                </a:cubicBezTo>
                <a:close/>
                <a:moveTo>
                  <a:pt x="927616" y="1598863"/>
                </a:moveTo>
                <a:cubicBezTo>
                  <a:pt x="941781" y="1598863"/>
                  <a:pt x="953275" y="1610357"/>
                  <a:pt x="953275" y="1624521"/>
                </a:cubicBezTo>
                <a:cubicBezTo>
                  <a:pt x="953275" y="1638686"/>
                  <a:pt x="941781" y="1650180"/>
                  <a:pt x="927616" y="1650180"/>
                </a:cubicBezTo>
                <a:cubicBezTo>
                  <a:pt x="913452" y="1650180"/>
                  <a:pt x="901957" y="1638686"/>
                  <a:pt x="901957" y="1624521"/>
                </a:cubicBezTo>
                <a:cubicBezTo>
                  <a:pt x="901957" y="1610357"/>
                  <a:pt x="913452" y="1598863"/>
                  <a:pt x="927616" y="1598863"/>
                </a:cubicBezTo>
                <a:close/>
                <a:moveTo>
                  <a:pt x="863411" y="1598863"/>
                </a:moveTo>
                <a:cubicBezTo>
                  <a:pt x="877576" y="1598863"/>
                  <a:pt x="889071" y="1610357"/>
                  <a:pt x="889071" y="1624521"/>
                </a:cubicBezTo>
                <a:cubicBezTo>
                  <a:pt x="889071" y="1638686"/>
                  <a:pt x="877576" y="1650180"/>
                  <a:pt x="863411" y="1650180"/>
                </a:cubicBezTo>
                <a:cubicBezTo>
                  <a:pt x="849248" y="1650180"/>
                  <a:pt x="837752" y="1638686"/>
                  <a:pt x="837752" y="1624521"/>
                </a:cubicBezTo>
                <a:cubicBezTo>
                  <a:pt x="837752" y="1610357"/>
                  <a:pt x="849248" y="1598863"/>
                  <a:pt x="863411" y="1598863"/>
                </a:cubicBezTo>
                <a:close/>
                <a:moveTo>
                  <a:pt x="670679" y="1598863"/>
                </a:moveTo>
                <a:cubicBezTo>
                  <a:pt x="684851" y="1598863"/>
                  <a:pt x="696338" y="1610351"/>
                  <a:pt x="696338" y="1624521"/>
                </a:cubicBezTo>
                <a:cubicBezTo>
                  <a:pt x="696338" y="1638693"/>
                  <a:pt x="684851" y="1650180"/>
                  <a:pt x="670679" y="1650180"/>
                </a:cubicBezTo>
                <a:cubicBezTo>
                  <a:pt x="656509" y="1650180"/>
                  <a:pt x="645020" y="1638693"/>
                  <a:pt x="645020" y="1624521"/>
                </a:cubicBezTo>
                <a:cubicBezTo>
                  <a:pt x="645020" y="1610351"/>
                  <a:pt x="656509" y="1598863"/>
                  <a:pt x="670679" y="1598863"/>
                </a:cubicBezTo>
                <a:close/>
                <a:moveTo>
                  <a:pt x="606475" y="1598863"/>
                </a:moveTo>
                <a:cubicBezTo>
                  <a:pt x="620639" y="1598863"/>
                  <a:pt x="632134" y="1610357"/>
                  <a:pt x="632134" y="1624521"/>
                </a:cubicBezTo>
                <a:cubicBezTo>
                  <a:pt x="632134" y="1638686"/>
                  <a:pt x="620639" y="1650180"/>
                  <a:pt x="606475" y="1650180"/>
                </a:cubicBezTo>
                <a:cubicBezTo>
                  <a:pt x="592310" y="1650180"/>
                  <a:pt x="580815" y="1638686"/>
                  <a:pt x="580815" y="1624521"/>
                </a:cubicBezTo>
                <a:cubicBezTo>
                  <a:pt x="580815" y="1610357"/>
                  <a:pt x="592310" y="1598863"/>
                  <a:pt x="606475" y="1598863"/>
                </a:cubicBezTo>
                <a:close/>
                <a:moveTo>
                  <a:pt x="542268" y="1598863"/>
                </a:moveTo>
                <a:cubicBezTo>
                  <a:pt x="556433" y="1598863"/>
                  <a:pt x="567927" y="1610357"/>
                  <a:pt x="567927" y="1624521"/>
                </a:cubicBezTo>
                <a:cubicBezTo>
                  <a:pt x="567927" y="1638686"/>
                  <a:pt x="556433" y="1650180"/>
                  <a:pt x="542268" y="1650180"/>
                </a:cubicBezTo>
                <a:cubicBezTo>
                  <a:pt x="528104" y="1650180"/>
                  <a:pt x="516610" y="1638686"/>
                  <a:pt x="516610" y="1624521"/>
                </a:cubicBezTo>
                <a:cubicBezTo>
                  <a:pt x="516610" y="1610357"/>
                  <a:pt x="528104" y="1598863"/>
                  <a:pt x="542268" y="1598863"/>
                </a:cubicBezTo>
                <a:close/>
                <a:moveTo>
                  <a:pt x="478063" y="1598863"/>
                </a:moveTo>
                <a:cubicBezTo>
                  <a:pt x="492228" y="1598863"/>
                  <a:pt x="503724" y="1610357"/>
                  <a:pt x="503724" y="1624521"/>
                </a:cubicBezTo>
                <a:cubicBezTo>
                  <a:pt x="503724" y="1638686"/>
                  <a:pt x="492228" y="1650180"/>
                  <a:pt x="478063" y="1650180"/>
                </a:cubicBezTo>
                <a:cubicBezTo>
                  <a:pt x="463900" y="1650180"/>
                  <a:pt x="452404" y="1638686"/>
                  <a:pt x="452404" y="1624521"/>
                </a:cubicBezTo>
                <a:cubicBezTo>
                  <a:pt x="452404" y="1610357"/>
                  <a:pt x="463900" y="1598863"/>
                  <a:pt x="478063" y="1598863"/>
                </a:cubicBezTo>
                <a:close/>
                <a:moveTo>
                  <a:pt x="413858" y="1598863"/>
                </a:moveTo>
                <a:cubicBezTo>
                  <a:pt x="428023" y="1598863"/>
                  <a:pt x="439517" y="1610357"/>
                  <a:pt x="439517" y="1624521"/>
                </a:cubicBezTo>
                <a:cubicBezTo>
                  <a:pt x="439517" y="1638686"/>
                  <a:pt x="428023" y="1650180"/>
                  <a:pt x="413858" y="1650180"/>
                </a:cubicBezTo>
                <a:cubicBezTo>
                  <a:pt x="399694" y="1650180"/>
                  <a:pt x="388200" y="1638686"/>
                  <a:pt x="388200" y="1624521"/>
                </a:cubicBezTo>
                <a:cubicBezTo>
                  <a:pt x="388200" y="1610357"/>
                  <a:pt x="399694" y="1598863"/>
                  <a:pt x="413858" y="1598863"/>
                </a:cubicBezTo>
                <a:close/>
                <a:moveTo>
                  <a:pt x="346686" y="1598863"/>
                </a:moveTo>
                <a:cubicBezTo>
                  <a:pt x="360849" y="1598863"/>
                  <a:pt x="372344" y="1610357"/>
                  <a:pt x="372344" y="1624521"/>
                </a:cubicBezTo>
                <a:cubicBezTo>
                  <a:pt x="372344" y="1638686"/>
                  <a:pt x="360849" y="1650180"/>
                  <a:pt x="346686" y="1650180"/>
                </a:cubicBezTo>
                <a:cubicBezTo>
                  <a:pt x="332520" y="1650180"/>
                  <a:pt x="321027" y="1638686"/>
                  <a:pt x="321027" y="1624521"/>
                </a:cubicBezTo>
                <a:cubicBezTo>
                  <a:pt x="321027" y="1610357"/>
                  <a:pt x="332520" y="1598863"/>
                  <a:pt x="346686" y="1598863"/>
                </a:cubicBezTo>
                <a:close/>
                <a:moveTo>
                  <a:pt x="282480" y="1598863"/>
                </a:moveTo>
                <a:cubicBezTo>
                  <a:pt x="296644" y="1598863"/>
                  <a:pt x="308138" y="1610357"/>
                  <a:pt x="308138" y="1624521"/>
                </a:cubicBezTo>
                <a:cubicBezTo>
                  <a:pt x="308138" y="1638686"/>
                  <a:pt x="296644" y="1650180"/>
                  <a:pt x="282480" y="1650180"/>
                </a:cubicBezTo>
                <a:cubicBezTo>
                  <a:pt x="268314" y="1650180"/>
                  <a:pt x="256820" y="1638686"/>
                  <a:pt x="256820" y="1624521"/>
                </a:cubicBezTo>
                <a:cubicBezTo>
                  <a:pt x="256820" y="1610357"/>
                  <a:pt x="268314" y="1598863"/>
                  <a:pt x="282480" y="1598863"/>
                </a:cubicBezTo>
                <a:close/>
                <a:moveTo>
                  <a:pt x="218274" y="1598863"/>
                </a:moveTo>
                <a:cubicBezTo>
                  <a:pt x="232438" y="1598863"/>
                  <a:pt x="243932" y="1610357"/>
                  <a:pt x="243932" y="1624521"/>
                </a:cubicBezTo>
                <a:cubicBezTo>
                  <a:pt x="243932" y="1638686"/>
                  <a:pt x="232438" y="1650180"/>
                  <a:pt x="218274" y="1650180"/>
                </a:cubicBezTo>
                <a:cubicBezTo>
                  <a:pt x="204109" y="1650180"/>
                  <a:pt x="192615" y="1638686"/>
                  <a:pt x="192615" y="1624521"/>
                </a:cubicBezTo>
                <a:cubicBezTo>
                  <a:pt x="192615" y="1610357"/>
                  <a:pt x="204109" y="1598863"/>
                  <a:pt x="218274" y="1598863"/>
                </a:cubicBezTo>
                <a:close/>
                <a:moveTo>
                  <a:pt x="25659" y="1598863"/>
                </a:moveTo>
                <a:cubicBezTo>
                  <a:pt x="39829" y="1598863"/>
                  <a:pt x="51317" y="1610351"/>
                  <a:pt x="51317" y="1624521"/>
                </a:cubicBezTo>
                <a:cubicBezTo>
                  <a:pt x="51317" y="1638693"/>
                  <a:pt x="39829" y="1650180"/>
                  <a:pt x="25659" y="1650180"/>
                </a:cubicBezTo>
                <a:cubicBezTo>
                  <a:pt x="11488" y="1650180"/>
                  <a:pt x="0" y="1638693"/>
                  <a:pt x="0" y="1624521"/>
                </a:cubicBezTo>
                <a:cubicBezTo>
                  <a:pt x="0" y="1610351"/>
                  <a:pt x="11488" y="1598863"/>
                  <a:pt x="25659" y="1598863"/>
                </a:cubicBezTo>
                <a:close/>
                <a:moveTo>
                  <a:pt x="11582491" y="1544527"/>
                </a:moveTo>
                <a:cubicBezTo>
                  <a:pt x="11589609" y="1544527"/>
                  <a:pt x="11595379" y="1550296"/>
                  <a:pt x="11595379" y="1557414"/>
                </a:cubicBezTo>
                <a:cubicBezTo>
                  <a:pt x="11595379" y="1564531"/>
                  <a:pt x="11589609" y="1570301"/>
                  <a:pt x="11582491" y="1570301"/>
                </a:cubicBezTo>
                <a:cubicBezTo>
                  <a:pt x="11575375" y="1570301"/>
                  <a:pt x="11569605" y="1564531"/>
                  <a:pt x="11569605" y="1557414"/>
                </a:cubicBezTo>
                <a:cubicBezTo>
                  <a:pt x="11569605" y="1550296"/>
                  <a:pt x="11575375" y="1544527"/>
                  <a:pt x="11582491" y="1544527"/>
                </a:cubicBezTo>
                <a:close/>
                <a:moveTo>
                  <a:pt x="11518287" y="1544527"/>
                </a:moveTo>
                <a:cubicBezTo>
                  <a:pt x="11525405" y="1544527"/>
                  <a:pt x="11531175" y="1550296"/>
                  <a:pt x="11531175" y="1557414"/>
                </a:cubicBezTo>
                <a:cubicBezTo>
                  <a:pt x="11531175" y="1564531"/>
                  <a:pt x="11525403" y="1570301"/>
                  <a:pt x="11518287" y="1570301"/>
                </a:cubicBezTo>
                <a:cubicBezTo>
                  <a:pt x="11511167" y="1570301"/>
                  <a:pt x="11505399" y="1564531"/>
                  <a:pt x="11505399" y="1557414"/>
                </a:cubicBezTo>
                <a:cubicBezTo>
                  <a:pt x="11505399" y="1550296"/>
                  <a:pt x="11511171" y="1544527"/>
                  <a:pt x="11518287" y="1544527"/>
                </a:cubicBezTo>
                <a:close/>
                <a:moveTo>
                  <a:pt x="11004528" y="1544527"/>
                </a:moveTo>
                <a:cubicBezTo>
                  <a:pt x="11011644" y="1544527"/>
                  <a:pt x="11017416" y="1550296"/>
                  <a:pt x="11017416" y="1557414"/>
                </a:cubicBezTo>
                <a:cubicBezTo>
                  <a:pt x="11017416" y="1564531"/>
                  <a:pt x="11011644" y="1570301"/>
                  <a:pt x="11004528" y="1570301"/>
                </a:cubicBezTo>
                <a:cubicBezTo>
                  <a:pt x="10997410" y="1570301"/>
                  <a:pt x="10991640" y="1564531"/>
                  <a:pt x="10991640" y="1557414"/>
                </a:cubicBezTo>
                <a:cubicBezTo>
                  <a:pt x="10991640" y="1550296"/>
                  <a:pt x="10997410" y="1544527"/>
                  <a:pt x="11004528" y="1544527"/>
                </a:cubicBezTo>
                <a:close/>
                <a:moveTo>
                  <a:pt x="10426681" y="1544527"/>
                </a:moveTo>
                <a:cubicBezTo>
                  <a:pt x="10433797" y="1544527"/>
                  <a:pt x="10439569" y="1550296"/>
                  <a:pt x="10439569" y="1557414"/>
                </a:cubicBezTo>
                <a:cubicBezTo>
                  <a:pt x="10439569" y="1564531"/>
                  <a:pt x="10433797" y="1570301"/>
                  <a:pt x="10426681" y="1570301"/>
                </a:cubicBezTo>
                <a:cubicBezTo>
                  <a:pt x="10419562" y="1570301"/>
                  <a:pt x="10413793" y="1564531"/>
                  <a:pt x="10413793" y="1557414"/>
                </a:cubicBezTo>
                <a:cubicBezTo>
                  <a:pt x="10413793" y="1550296"/>
                  <a:pt x="10419562" y="1544527"/>
                  <a:pt x="10426681" y="1544527"/>
                </a:cubicBezTo>
                <a:close/>
                <a:moveTo>
                  <a:pt x="10169743" y="1544527"/>
                </a:moveTo>
                <a:cubicBezTo>
                  <a:pt x="10176942" y="1544527"/>
                  <a:pt x="10182631" y="1550331"/>
                  <a:pt x="10182631" y="1557414"/>
                </a:cubicBezTo>
                <a:cubicBezTo>
                  <a:pt x="10182631" y="1564496"/>
                  <a:pt x="10176942" y="1570301"/>
                  <a:pt x="10169743" y="1570301"/>
                </a:cubicBezTo>
                <a:cubicBezTo>
                  <a:pt x="10162659" y="1570301"/>
                  <a:pt x="10156855" y="1564612"/>
                  <a:pt x="10156855" y="1557414"/>
                </a:cubicBezTo>
                <a:cubicBezTo>
                  <a:pt x="10156855" y="1550216"/>
                  <a:pt x="10162544" y="1544527"/>
                  <a:pt x="10169743" y="1544527"/>
                </a:cubicBezTo>
                <a:close/>
                <a:moveTo>
                  <a:pt x="9848716" y="1544527"/>
                </a:moveTo>
                <a:cubicBezTo>
                  <a:pt x="9855800" y="1544527"/>
                  <a:pt x="9861604" y="1550331"/>
                  <a:pt x="9861604" y="1557414"/>
                </a:cubicBezTo>
                <a:cubicBezTo>
                  <a:pt x="9861604" y="1564496"/>
                  <a:pt x="9855915" y="1570301"/>
                  <a:pt x="9848716" y="1570301"/>
                </a:cubicBezTo>
                <a:cubicBezTo>
                  <a:pt x="9841635" y="1570301"/>
                  <a:pt x="9835828" y="1564612"/>
                  <a:pt x="9835828" y="1557414"/>
                </a:cubicBezTo>
                <a:cubicBezTo>
                  <a:pt x="9835828" y="1550216"/>
                  <a:pt x="9841517" y="1544527"/>
                  <a:pt x="9848716" y="1544527"/>
                </a:cubicBezTo>
                <a:close/>
                <a:moveTo>
                  <a:pt x="7023451" y="1544527"/>
                </a:moveTo>
                <a:cubicBezTo>
                  <a:pt x="7030570" y="1544527"/>
                  <a:pt x="7036339" y="1550296"/>
                  <a:pt x="7036339" y="1557414"/>
                </a:cubicBezTo>
                <a:cubicBezTo>
                  <a:pt x="7036339" y="1564531"/>
                  <a:pt x="7030570" y="1570301"/>
                  <a:pt x="7023451" y="1570301"/>
                </a:cubicBezTo>
                <a:cubicBezTo>
                  <a:pt x="7016335" y="1570301"/>
                  <a:pt x="7010566" y="1564531"/>
                  <a:pt x="7010566" y="1557414"/>
                </a:cubicBezTo>
                <a:cubicBezTo>
                  <a:pt x="7010566" y="1550296"/>
                  <a:pt x="7016335" y="1544527"/>
                  <a:pt x="7023451" y="1544527"/>
                </a:cubicBezTo>
                <a:close/>
                <a:moveTo>
                  <a:pt x="6959132" y="1544527"/>
                </a:moveTo>
                <a:cubicBezTo>
                  <a:pt x="6966331" y="1544527"/>
                  <a:pt x="6972020" y="1550331"/>
                  <a:pt x="6972020" y="1557414"/>
                </a:cubicBezTo>
                <a:cubicBezTo>
                  <a:pt x="6972020" y="1564496"/>
                  <a:pt x="6966331" y="1570301"/>
                  <a:pt x="6959132" y="1570301"/>
                </a:cubicBezTo>
                <a:cubicBezTo>
                  <a:pt x="6952048" y="1570301"/>
                  <a:pt x="6946244" y="1564612"/>
                  <a:pt x="6946244" y="1557414"/>
                </a:cubicBezTo>
                <a:cubicBezTo>
                  <a:pt x="6946244" y="1550216"/>
                  <a:pt x="6951933" y="1544527"/>
                  <a:pt x="6959132" y="1544527"/>
                </a:cubicBezTo>
                <a:close/>
                <a:moveTo>
                  <a:pt x="5871887" y="1544527"/>
                </a:moveTo>
                <a:cubicBezTo>
                  <a:pt x="5879006" y="1544527"/>
                  <a:pt x="5884776" y="1550296"/>
                  <a:pt x="5884776" y="1557414"/>
                </a:cubicBezTo>
                <a:cubicBezTo>
                  <a:pt x="5884776" y="1564531"/>
                  <a:pt x="5879004" y="1570301"/>
                  <a:pt x="5871887" y="1570301"/>
                </a:cubicBezTo>
                <a:cubicBezTo>
                  <a:pt x="5864769" y="1570301"/>
                  <a:pt x="5859000" y="1564531"/>
                  <a:pt x="5859000" y="1557414"/>
                </a:cubicBezTo>
                <a:cubicBezTo>
                  <a:pt x="5859000" y="1550296"/>
                  <a:pt x="5864772" y="1544527"/>
                  <a:pt x="5871887" y="1544527"/>
                </a:cubicBezTo>
                <a:close/>
                <a:moveTo>
                  <a:pt x="5807683" y="1544527"/>
                </a:moveTo>
                <a:cubicBezTo>
                  <a:pt x="5814801" y="1544527"/>
                  <a:pt x="5820571" y="1550296"/>
                  <a:pt x="5820571" y="1557414"/>
                </a:cubicBezTo>
                <a:cubicBezTo>
                  <a:pt x="5820571" y="1564531"/>
                  <a:pt x="5814799" y="1570301"/>
                  <a:pt x="5807683" y="1570301"/>
                </a:cubicBezTo>
                <a:cubicBezTo>
                  <a:pt x="5800565" y="1570301"/>
                  <a:pt x="5794796" y="1564531"/>
                  <a:pt x="5794796" y="1557414"/>
                </a:cubicBezTo>
                <a:cubicBezTo>
                  <a:pt x="5794796" y="1550296"/>
                  <a:pt x="5800566" y="1544527"/>
                  <a:pt x="5807683" y="1544527"/>
                </a:cubicBezTo>
                <a:close/>
                <a:moveTo>
                  <a:pt x="5293924" y="1544527"/>
                </a:moveTo>
                <a:cubicBezTo>
                  <a:pt x="5301042" y="1544527"/>
                  <a:pt x="5306812" y="1550296"/>
                  <a:pt x="5306812" y="1557414"/>
                </a:cubicBezTo>
                <a:cubicBezTo>
                  <a:pt x="5306812" y="1564531"/>
                  <a:pt x="5301042" y="1570301"/>
                  <a:pt x="5293924" y="1570301"/>
                </a:cubicBezTo>
                <a:cubicBezTo>
                  <a:pt x="5286806" y="1570301"/>
                  <a:pt x="5281036" y="1564531"/>
                  <a:pt x="5281036" y="1557414"/>
                </a:cubicBezTo>
                <a:cubicBezTo>
                  <a:pt x="5281036" y="1550296"/>
                  <a:pt x="5286807" y="1544527"/>
                  <a:pt x="5293924" y="1544527"/>
                </a:cubicBezTo>
                <a:close/>
                <a:moveTo>
                  <a:pt x="4716077" y="1544527"/>
                </a:moveTo>
                <a:cubicBezTo>
                  <a:pt x="4723194" y="1544527"/>
                  <a:pt x="4728964" y="1550296"/>
                  <a:pt x="4728964" y="1557414"/>
                </a:cubicBezTo>
                <a:cubicBezTo>
                  <a:pt x="4728964" y="1564531"/>
                  <a:pt x="4723194" y="1570301"/>
                  <a:pt x="4716077" y="1570301"/>
                </a:cubicBezTo>
                <a:cubicBezTo>
                  <a:pt x="4708959" y="1570301"/>
                  <a:pt x="4703188" y="1564531"/>
                  <a:pt x="4703188" y="1557414"/>
                </a:cubicBezTo>
                <a:cubicBezTo>
                  <a:pt x="4703188" y="1550296"/>
                  <a:pt x="4708959" y="1544527"/>
                  <a:pt x="4716077" y="1544527"/>
                </a:cubicBezTo>
                <a:close/>
                <a:moveTo>
                  <a:pt x="4459140" y="1544527"/>
                </a:moveTo>
                <a:cubicBezTo>
                  <a:pt x="4466338" y="1544527"/>
                  <a:pt x="4472025" y="1550331"/>
                  <a:pt x="4472025" y="1557414"/>
                </a:cubicBezTo>
                <a:cubicBezTo>
                  <a:pt x="4472025" y="1564496"/>
                  <a:pt x="4466338" y="1570301"/>
                  <a:pt x="4459140" y="1570301"/>
                </a:cubicBezTo>
                <a:cubicBezTo>
                  <a:pt x="4452058" y="1570301"/>
                  <a:pt x="4446252" y="1564612"/>
                  <a:pt x="4446252" y="1557414"/>
                </a:cubicBezTo>
                <a:cubicBezTo>
                  <a:pt x="4446252" y="1550216"/>
                  <a:pt x="4451941" y="1544527"/>
                  <a:pt x="4459140" y="1544527"/>
                </a:cubicBezTo>
                <a:close/>
                <a:moveTo>
                  <a:pt x="4138112" y="1544527"/>
                </a:moveTo>
                <a:cubicBezTo>
                  <a:pt x="4145194" y="1544527"/>
                  <a:pt x="4151000" y="1550331"/>
                  <a:pt x="4151000" y="1557414"/>
                </a:cubicBezTo>
                <a:cubicBezTo>
                  <a:pt x="4151000" y="1564496"/>
                  <a:pt x="4145311" y="1570301"/>
                  <a:pt x="4138112" y="1570301"/>
                </a:cubicBezTo>
                <a:cubicBezTo>
                  <a:pt x="4131029" y="1570301"/>
                  <a:pt x="4125224" y="1564612"/>
                  <a:pt x="4125224" y="1557414"/>
                </a:cubicBezTo>
                <a:cubicBezTo>
                  <a:pt x="4125224" y="1550216"/>
                  <a:pt x="4130913" y="1544527"/>
                  <a:pt x="4138112" y="1544527"/>
                </a:cubicBezTo>
                <a:close/>
                <a:moveTo>
                  <a:pt x="1312848" y="1544527"/>
                </a:moveTo>
                <a:cubicBezTo>
                  <a:pt x="1319968" y="1544527"/>
                  <a:pt x="1325735" y="1550296"/>
                  <a:pt x="1325735" y="1557414"/>
                </a:cubicBezTo>
                <a:cubicBezTo>
                  <a:pt x="1325735" y="1564531"/>
                  <a:pt x="1319968" y="1570301"/>
                  <a:pt x="1312848" y="1570301"/>
                </a:cubicBezTo>
                <a:cubicBezTo>
                  <a:pt x="1305730" y="1570301"/>
                  <a:pt x="1299962" y="1564531"/>
                  <a:pt x="1299962" y="1557414"/>
                </a:cubicBezTo>
                <a:cubicBezTo>
                  <a:pt x="1299962" y="1550296"/>
                  <a:pt x="1305730" y="1544527"/>
                  <a:pt x="1312848" y="1544527"/>
                </a:cubicBezTo>
                <a:close/>
                <a:moveTo>
                  <a:pt x="1248528" y="1544527"/>
                </a:moveTo>
                <a:cubicBezTo>
                  <a:pt x="1255726" y="1544527"/>
                  <a:pt x="1261416" y="1550331"/>
                  <a:pt x="1261416" y="1557414"/>
                </a:cubicBezTo>
                <a:cubicBezTo>
                  <a:pt x="1261416" y="1564496"/>
                  <a:pt x="1255726" y="1570301"/>
                  <a:pt x="1248528" y="1570301"/>
                </a:cubicBezTo>
                <a:cubicBezTo>
                  <a:pt x="1241444" y="1570301"/>
                  <a:pt x="1235638" y="1564612"/>
                  <a:pt x="1235638" y="1557414"/>
                </a:cubicBezTo>
                <a:cubicBezTo>
                  <a:pt x="1235638" y="1550216"/>
                  <a:pt x="1241328" y="1544527"/>
                  <a:pt x="1248528" y="1544527"/>
                </a:cubicBezTo>
                <a:close/>
                <a:moveTo>
                  <a:pt x="154069" y="1544527"/>
                </a:moveTo>
                <a:cubicBezTo>
                  <a:pt x="161187" y="1544527"/>
                  <a:pt x="166957" y="1550296"/>
                  <a:pt x="166957" y="1557414"/>
                </a:cubicBezTo>
                <a:cubicBezTo>
                  <a:pt x="166957" y="1564531"/>
                  <a:pt x="161186" y="1570301"/>
                  <a:pt x="154069" y="1570301"/>
                </a:cubicBezTo>
                <a:cubicBezTo>
                  <a:pt x="146951" y="1570301"/>
                  <a:pt x="141182" y="1564531"/>
                  <a:pt x="141182" y="1557414"/>
                </a:cubicBezTo>
                <a:cubicBezTo>
                  <a:pt x="141182" y="1550296"/>
                  <a:pt x="146953" y="1544527"/>
                  <a:pt x="154069" y="1544527"/>
                </a:cubicBezTo>
                <a:close/>
                <a:moveTo>
                  <a:pt x="89864" y="1544527"/>
                </a:moveTo>
                <a:cubicBezTo>
                  <a:pt x="96982" y="1544527"/>
                  <a:pt x="102752" y="1550296"/>
                  <a:pt x="102752" y="1557414"/>
                </a:cubicBezTo>
                <a:cubicBezTo>
                  <a:pt x="102752" y="1564531"/>
                  <a:pt x="96981" y="1570301"/>
                  <a:pt x="89864" y="1570301"/>
                </a:cubicBezTo>
                <a:cubicBezTo>
                  <a:pt x="82746" y="1570301"/>
                  <a:pt x="76977" y="1564531"/>
                  <a:pt x="76977" y="1557414"/>
                </a:cubicBezTo>
                <a:cubicBezTo>
                  <a:pt x="76977" y="1550296"/>
                  <a:pt x="82748" y="1544527"/>
                  <a:pt x="89864" y="1544527"/>
                </a:cubicBezTo>
                <a:close/>
                <a:moveTo>
                  <a:pt x="12099103" y="1531755"/>
                </a:moveTo>
                <a:cubicBezTo>
                  <a:pt x="12113273" y="1531755"/>
                  <a:pt x="12124761" y="1543242"/>
                  <a:pt x="12124761" y="1557413"/>
                </a:cubicBezTo>
                <a:cubicBezTo>
                  <a:pt x="12124761" y="1571585"/>
                  <a:pt x="12113273" y="1583073"/>
                  <a:pt x="12099103" y="1583073"/>
                </a:cubicBezTo>
                <a:cubicBezTo>
                  <a:pt x="12084931" y="1583073"/>
                  <a:pt x="12073441" y="1571585"/>
                  <a:pt x="12073441" y="1557413"/>
                </a:cubicBezTo>
                <a:cubicBezTo>
                  <a:pt x="12073441" y="1543242"/>
                  <a:pt x="12084931" y="1531755"/>
                  <a:pt x="12099103" y="1531755"/>
                </a:cubicBezTo>
                <a:close/>
                <a:moveTo>
                  <a:pt x="12034897" y="1531755"/>
                </a:moveTo>
                <a:cubicBezTo>
                  <a:pt x="12049061" y="1531755"/>
                  <a:pt x="12060557" y="1543249"/>
                  <a:pt x="12060557" y="1557414"/>
                </a:cubicBezTo>
                <a:cubicBezTo>
                  <a:pt x="12060557" y="1571578"/>
                  <a:pt x="12049061" y="1583073"/>
                  <a:pt x="12034897" y="1583073"/>
                </a:cubicBezTo>
                <a:cubicBezTo>
                  <a:pt x="12020731" y="1583073"/>
                  <a:pt x="12009237" y="1571578"/>
                  <a:pt x="12009237" y="1557414"/>
                </a:cubicBezTo>
                <a:cubicBezTo>
                  <a:pt x="12009237" y="1543249"/>
                  <a:pt x="12020731" y="1531755"/>
                  <a:pt x="12034897" y="1531755"/>
                </a:cubicBezTo>
                <a:close/>
                <a:moveTo>
                  <a:pt x="11970691" y="1531755"/>
                </a:moveTo>
                <a:cubicBezTo>
                  <a:pt x="11984855" y="1531755"/>
                  <a:pt x="11996349" y="1543249"/>
                  <a:pt x="11996349" y="1557414"/>
                </a:cubicBezTo>
                <a:cubicBezTo>
                  <a:pt x="11996349" y="1571578"/>
                  <a:pt x="11984855" y="1583073"/>
                  <a:pt x="11970691" y="1583073"/>
                </a:cubicBezTo>
                <a:cubicBezTo>
                  <a:pt x="11956525" y="1583073"/>
                  <a:pt x="11945033" y="1571578"/>
                  <a:pt x="11945033" y="1557414"/>
                </a:cubicBezTo>
                <a:cubicBezTo>
                  <a:pt x="11945033" y="1543249"/>
                  <a:pt x="11956525" y="1531755"/>
                  <a:pt x="11970691" y="1531755"/>
                </a:cubicBezTo>
                <a:close/>
                <a:moveTo>
                  <a:pt x="11906483" y="1531755"/>
                </a:moveTo>
                <a:cubicBezTo>
                  <a:pt x="11920649" y="1531755"/>
                  <a:pt x="11932145" y="1543249"/>
                  <a:pt x="11932145" y="1557414"/>
                </a:cubicBezTo>
                <a:cubicBezTo>
                  <a:pt x="11932145" y="1571578"/>
                  <a:pt x="11920649" y="1583073"/>
                  <a:pt x="11906483" y="1583073"/>
                </a:cubicBezTo>
                <a:cubicBezTo>
                  <a:pt x="11892321" y="1583073"/>
                  <a:pt x="11880825" y="1571578"/>
                  <a:pt x="11880825" y="1557414"/>
                </a:cubicBezTo>
                <a:cubicBezTo>
                  <a:pt x="11880825" y="1543249"/>
                  <a:pt x="11892321" y="1531755"/>
                  <a:pt x="11906483" y="1531755"/>
                </a:cubicBezTo>
                <a:close/>
                <a:moveTo>
                  <a:pt x="11842279" y="1531755"/>
                </a:moveTo>
                <a:cubicBezTo>
                  <a:pt x="11856445" y="1531755"/>
                  <a:pt x="11867941" y="1543249"/>
                  <a:pt x="11867941" y="1557414"/>
                </a:cubicBezTo>
                <a:cubicBezTo>
                  <a:pt x="11867941" y="1571578"/>
                  <a:pt x="11856445" y="1583073"/>
                  <a:pt x="11842279" y="1583073"/>
                </a:cubicBezTo>
                <a:cubicBezTo>
                  <a:pt x="11828117" y="1583073"/>
                  <a:pt x="11816621" y="1571578"/>
                  <a:pt x="11816621" y="1557414"/>
                </a:cubicBezTo>
                <a:cubicBezTo>
                  <a:pt x="11816621" y="1543249"/>
                  <a:pt x="11828117" y="1531755"/>
                  <a:pt x="11842279" y="1531755"/>
                </a:cubicBezTo>
                <a:close/>
                <a:moveTo>
                  <a:pt x="11775107" y="1531755"/>
                </a:moveTo>
                <a:cubicBezTo>
                  <a:pt x="11789271" y="1531755"/>
                  <a:pt x="11800767" y="1543249"/>
                  <a:pt x="11800767" y="1557414"/>
                </a:cubicBezTo>
                <a:cubicBezTo>
                  <a:pt x="11800767" y="1571578"/>
                  <a:pt x="11789271" y="1583073"/>
                  <a:pt x="11775107" y="1583073"/>
                </a:cubicBezTo>
                <a:cubicBezTo>
                  <a:pt x="11760941" y="1583073"/>
                  <a:pt x="11749449" y="1571578"/>
                  <a:pt x="11749449" y="1557414"/>
                </a:cubicBezTo>
                <a:cubicBezTo>
                  <a:pt x="11749449" y="1543249"/>
                  <a:pt x="11760941" y="1531755"/>
                  <a:pt x="11775107" y="1531755"/>
                </a:cubicBezTo>
                <a:close/>
                <a:moveTo>
                  <a:pt x="11710901" y="1531755"/>
                </a:moveTo>
                <a:cubicBezTo>
                  <a:pt x="11725067" y="1531755"/>
                  <a:pt x="11736561" y="1543249"/>
                  <a:pt x="11736561" y="1557414"/>
                </a:cubicBezTo>
                <a:cubicBezTo>
                  <a:pt x="11736561" y="1571578"/>
                  <a:pt x="11725067" y="1583073"/>
                  <a:pt x="11710901" y="1583073"/>
                </a:cubicBezTo>
                <a:cubicBezTo>
                  <a:pt x="11696737" y="1583073"/>
                  <a:pt x="11685243" y="1571578"/>
                  <a:pt x="11685243" y="1557414"/>
                </a:cubicBezTo>
                <a:cubicBezTo>
                  <a:pt x="11685243" y="1543249"/>
                  <a:pt x="11696737" y="1531755"/>
                  <a:pt x="11710901" y="1531755"/>
                </a:cubicBezTo>
                <a:close/>
                <a:moveTo>
                  <a:pt x="11646697" y="1531755"/>
                </a:moveTo>
                <a:cubicBezTo>
                  <a:pt x="11660859" y="1531755"/>
                  <a:pt x="11672355" y="1543249"/>
                  <a:pt x="11672355" y="1557414"/>
                </a:cubicBezTo>
                <a:cubicBezTo>
                  <a:pt x="11672355" y="1571578"/>
                  <a:pt x="11660859" y="1583073"/>
                  <a:pt x="11646697" y="1583073"/>
                </a:cubicBezTo>
                <a:cubicBezTo>
                  <a:pt x="11632529" y="1583073"/>
                  <a:pt x="11621037" y="1571578"/>
                  <a:pt x="11621037" y="1557414"/>
                </a:cubicBezTo>
                <a:cubicBezTo>
                  <a:pt x="11621037" y="1543249"/>
                  <a:pt x="11632529" y="1531755"/>
                  <a:pt x="11646697" y="1531755"/>
                </a:cubicBezTo>
                <a:close/>
                <a:moveTo>
                  <a:pt x="11454081" y="1531755"/>
                </a:moveTo>
                <a:cubicBezTo>
                  <a:pt x="11468253" y="1531755"/>
                  <a:pt x="11479739" y="1543242"/>
                  <a:pt x="11479739" y="1557413"/>
                </a:cubicBezTo>
                <a:cubicBezTo>
                  <a:pt x="11479739" y="1571585"/>
                  <a:pt x="11468253" y="1583073"/>
                  <a:pt x="11454081" y="1583073"/>
                </a:cubicBezTo>
                <a:cubicBezTo>
                  <a:pt x="11439909" y="1583073"/>
                  <a:pt x="11428421" y="1571585"/>
                  <a:pt x="11428421" y="1557413"/>
                </a:cubicBezTo>
                <a:cubicBezTo>
                  <a:pt x="11428421" y="1543242"/>
                  <a:pt x="11439909" y="1531755"/>
                  <a:pt x="11454081" y="1531755"/>
                </a:cubicBezTo>
                <a:close/>
                <a:moveTo>
                  <a:pt x="11389875" y="1531755"/>
                </a:moveTo>
                <a:cubicBezTo>
                  <a:pt x="11404040" y="1531755"/>
                  <a:pt x="11415533" y="1543249"/>
                  <a:pt x="11415533" y="1557414"/>
                </a:cubicBezTo>
                <a:cubicBezTo>
                  <a:pt x="11415533" y="1571578"/>
                  <a:pt x="11404040" y="1583073"/>
                  <a:pt x="11389875" y="1583073"/>
                </a:cubicBezTo>
                <a:cubicBezTo>
                  <a:pt x="11375710" y="1583073"/>
                  <a:pt x="11364217" y="1571578"/>
                  <a:pt x="11364217" y="1557414"/>
                </a:cubicBezTo>
                <a:cubicBezTo>
                  <a:pt x="11364217" y="1543249"/>
                  <a:pt x="11375710" y="1531755"/>
                  <a:pt x="11389875" y="1531755"/>
                </a:cubicBezTo>
                <a:close/>
                <a:moveTo>
                  <a:pt x="11325670" y="1531755"/>
                </a:moveTo>
                <a:cubicBezTo>
                  <a:pt x="11339835" y="1531755"/>
                  <a:pt x="11351329" y="1543249"/>
                  <a:pt x="11351329" y="1557414"/>
                </a:cubicBezTo>
                <a:cubicBezTo>
                  <a:pt x="11351329" y="1571578"/>
                  <a:pt x="11339835" y="1583073"/>
                  <a:pt x="11325670" y="1583073"/>
                </a:cubicBezTo>
                <a:cubicBezTo>
                  <a:pt x="11311505" y="1583073"/>
                  <a:pt x="11300012" y="1571578"/>
                  <a:pt x="11300012" y="1557414"/>
                </a:cubicBezTo>
                <a:cubicBezTo>
                  <a:pt x="11300012" y="1543249"/>
                  <a:pt x="11311505" y="1531755"/>
                  <a:pt x="11325670" y="1531755"/>
                </a:cubicBezTo>
                <a:close/>
                <a:moveTo>
                  <a:pt x="11261466" y="1531755"/>
                </a:moveTo>
                <a:cubicBezTo>
                  <a:pt x="11275628" y="1531755"/>
                  <a:pt x="11287124" y="1543249"/>
                  <a:pt x="11287124" y="1557414"/>
                </a:cubicBezTo>
                <a:cubicBezTo>
                  <a:pt x="11287124" y="1571578"/>
                  <a:pt x="11275628" y="1583073"/>
                  <a:pt x="11261466" y="1583073"/>
                </a:cubicBezTo>
                <a:cubicBezTo>
                  <a:pt x="11247301" y="1583073"/>
                  <a:pt x="11235805" y="1571578"/>
                  <a:pt x="11235805" y="1557414"/>
                </a:cubicBezTo>
                <a:cubicBezTo>
                  <a:pt x="11235805" y="1543249"/>
                  <a:pt x="11247301" y="1531755"/>
                  <a:pt x="11261466" y="1531755"/>
                </a:cubicBezTo>
                <a:close/>
                <a:moveTo>
                  <a:pt x="11197259" y="1531755"/>
                </a:moveTo>
                <a:cubicBezTo>
                  <a:pt x="11211424" y="1531755"/>
                  <a:pt x="11222917" y="1543249"/>
                  <a:pt x="11222917" y="1557414"/>
                </a:cubicBezTo>
                <a:cubicBezTo>
                  <a:pt x="11222917" y="1571578"/>
                  <a:pt x="11211424" y="1583073"/>
                  <a:pt x="11197259" y="1583073"/>
                </a:cubicBezTo>
                <a:cubicBezTo>
                  <a:pt x="11183094" y="1583073"/>
                  <a:pt x="11171601" y="1571578"/>
                  <a:pt x="11171601" y="1557414"/>
                </a:cubicBezTo>
                <a:cubicBezTo>
                  <a:pt x="11171601" y="1543249"/>
                  <a:pt x="11183094" y="1531755"/>
                  <a:pt x="11197259" y="1531755"/>
                </a:cubicBezTo>
                <a:close/>
                <a:moveTo>
                  <a:pt x="11133055" y="1531755"/>
                </a:moveTo>
                <a:cubicBezTo>
                  <a:pt x="11147225" y="1531755"/>
                  <a:pt x="11158713" y="1543242"/>
                  <a:pt x="11158713" y="1557413"/>
                </a:cubicBezTo>
                <a:cubicBezTo>
                  <a:pt x="11158713" y="1571585"/>
                  <a:pt x="11147225" y="1583073"/>
                  <a:pt x="11133055" y="1583073"/>
                </a:cubicBezTo>
                <a:cubicBezTo>
                  <a:pt x="11118884" y="1583073"/>
                  <a:pt x="11107396" y="1571585"/>
                  <a:pt x="11107396" y="1557413"/>
                </a:cubicBezTo>
                <a:cubicBezTo>
                  <a:pt x="11107396" y="1543242"/>
                  <a:pt x="11118884" y="1531755"/>
                  <a:pt x="11133055" y="1531755"/>
                </a:cubicBezTo>
                <a:close/>
                <a:moveTo>
                  <a:pt x="11068848" y="1531755"/>
                </a:moveTo>
                <a:cubicBezTo>
                  <a:pt x="11083021" y="1531755"/>
                  <a:pt x="11094509" y="1543242"/>
                  <a:pt x="11094509" y="1557413"/>
                </a:cubicBezTo>
                <a:cubicBezTo>
                  <a:pt x="11094509" y="1571585"/>
                  <a:pt x="11083021" y="1583073"/>
                  <a:pt x="11068848" y="1583073"/>
                </a:cubicBezTo>
                <a:cubicBezTo>
                  <a:pt x="11054677" y="1583073"/>
                  <a:pt x="11043189" y="1571585"/>
                  <a:pt x="11043189" y="1557413"/>
                </a:cubicBezTo>
                <a:cubicBezTo>
                  <a:pt x="11043189" y="1543242"/>
                  <a:pt x="11054677" y="1531755"/>
                  <a:pt x="11068848" y="1531755"/>
                </a:cubicBezTo>
                <a:close/>
                <a:moveTo>
                  <a:pt x="10940321" y="1531755"/>
                </a:moveTo>
                <a:cubicBezTo>
                  <a:pt x="10954604" y="1531755"/>
                  <a:pt x="10965982" y="1543249"/>
                  <a:pt x="10965982" y="1557414"/>
                </a:cubicBezTo>
                <a:cubicBezTo>
                  <a:pt x="10965982" y="1571578"/>
                  <a:pt x="10954486" y="1583073"/>
                  <a:pt x="10940321" y="1583073"/>
                </a:cubicBezTo>
                <a:cubicBezTo>
                  <a:pt x="10926156" y="1583073"/>
                  <a:pt x="10914663" y="1571578"/>
                  <a:pt x="10914663" y="1557414"/>
                </a:cubicBezTo>
                <a:cubicBezTo>
                  <a:pt x="10914663" y="1543249"/>
                  <a:pt x="10926156" y="1531755"/>
                  <a:pt x="10940321" y="1531755"/>
                </a:cubicBezTo>
                <a:close/>
                <a:moveTo>
                  <a:pt x="10811912" y="1531755"/>
                </a:moveTo>
                <a:cubicBezTo>
                  <a:pt x="10826077" y="1531755"/>
                  <a:pt x="10837571" y="1543249"/>
                  <a:pt x="10837571" y="1557414"/>
                </a:cubicBezTo>
                <a:cubicBezTo>
                  <a:pt x="10837571" y="1571578"/>
                  <a:pt x="10826077" y="1583073"/>
                  <a:pt x="10811912" y="1583073"/>
                </a:cubicBezTo>
                <a:cubicBezTo>
                  <a:pt x="10797747" y="1583073"/>
                  <a:pt x="10786254" y="1571578"/>
                  <a:pt x="10786254" y="1557414"/>
                </a:cubicBezTo>
                <a:cubicBezTo>
                  <a:pt x="10786254" y="1543249"/>
                  <a:pt x="10797747" y="1531755"/>
                  <a:pt x="10811912" y="1531755"/>
                </a:cubicBezTo>
                <a:close/>
                <a:moveTo>
                  <a:pt x="10747708" y="1531755"/>
                </a:moveTo>
                <a:cubicBezTo>
                  <a:pt x="10761878" y="1531755"/>
                  <a:pt x="10773366" y="1543242"/>
                  <a:pt x="10773366" y="1557413"/>
                </a:cubicBezTo>
                <a:cubicBezTo>
                  <a:pt x="10773366" y="1571585"/>
                  <a:pt x="10761878" y="1583073"/>
                  <a:pt x="10747708" y="1583073"/>
                </a:cubicBezTo>
                <a:cubicBezTo>
                  <a:pt x="10733535" y="1583073"/>
                  <a:pt x="10722047" y="1571585"/>
                  <a:pt x="10722047" y="1557413"/>
                </a:cubicBezTo>
                <a:cubicBezTo>
                  <a:pt x="10722047" y="1543242"/>
                  <a:pt x="10733535" y="1531755"/>
                  <a:pt x="10747708" y="1531755"/>
                </a:cubicBezTo>
                <a:close/>
                <a:moveTo>
                  <a:pt x="10683501" y="1531755"/>
                </a:moveTo>
                <a:cubicBezTo>
                  <a:pt x="10697666" y="1531755"/>
                  <a:pt x="10709159" y="1543249"/>
                  <a:pt x="10709159" y="1557414"/>
                </a:cubicBezTo>
                <a:cubicBezTo>
                  <a:pt x="10709159" y="1571578"/>
                  <a:pt x="10697666" y="1583073"/>
                  <a:pt x="10683501" y="1583073"/>
                </a:cubicBezTo>
                <a:cubicBezTo>
                  <a:pt x="10669336" y="1583073"/>
                  <a:pt x="10657843" y="1571578"/>
                  <a:pt x="10657843" y="1557414"/>
                </a:cubicBezTo>
                <a:cubicBezTo>
                  <a:pt x="10657843" y="1543249"/>
                  <a:pt x="10669336" y="1531755"/>
                  <a:pt x="10683501" y="1531755"/>
                </a:cubicBezTo>
                <a:close/>
                <a:moveTo>
                  <a:pt x="10619297" y="1531755"/>
                </a:moveTo>
                <a:cubicBezTo>
                  <a:pt x="10633462" y="1531755"/>
                  <a:pt x="10644955" y="1543249"/>
                  <a:pt x="10644955" y="1557414"/>
                </a:cubicBezTo>
                <a:cubicBezTo>
                  <a:pt x="10644955" y="1571578"/>
                  <a:pt x="10633462" y="1583073"/>
                  <a:pt x="10619297" y="1583073"/>
                </a:cubicBezTo>
                <a:cubicBezTo>
                  <a:pt x="10605132" y="1583073"/>
                  <a:pt x="10593639" y="1571578"/>
                  <a:pt x="10593639" y="1557414"/>
                </a:cubicBezTo>
                <a:cubicBezTo>
                  <a:pt x="10593639" y="1543249"/>
                  <a:pt x="10605132" y="1531755"/>
                  <a:pt x="10619297" y="1531755"/>
                </a:cubicBezTo>
                <a:close/>
                <a:moveTo>
                  <a:pt x="10555092" y="1531755"/>
                </a:moveTo>
                <a:cubicBezTo>
                  <a:pt x="10569255" y="1531755"/>
                  <a:pt x="10580751" y="1543249"/>
                  <a:pt x="10580751" y="1557414"/>
                </a:cubicBezTo>
                <a:cubicBezTo>
                  <a:pt x="10580751" y="1571578"/>
                  <a:pt x="10569255" y="1583073"/>
                  <a:pt x="10555092" y="1583073"/>
                </a:cubicBezTo>
                <a:cubicBezTo>
                  <a:pt x="10540927" y="1583073"/>
                  <a:pt x="10529432" y="1571578"/>
                  <a:pt x="10529432" y="1557414"/>
                </a:cubicBezTo>
                <a:cubicBezTo>
                  <a:pt x="10529432" y="1543249"/>
                  <a:pt x="10540927" y="1531755"/>
                  <a:pt x="10555092" y="1531755"/>
                </a:cubicBezTo>
                <a:close/>
                <a:moveTo>
                  <a:pt x="10490885" y="1531755"/>
                </a:moveTo>
                <a:cubicBezTo>
                  <a:pt x="10505050" y="1531755"/>
                  <a:pt x="10516544" y="1543249"/>
                  <a:pt x="10516544" y="1557414"/>
                </a:cubicBezTo>
                <a:cubicBezTo>
                  <a:pt x="10516544" y="1571578"/>
                  <a:pt x="10505050" y="1583073"/>
                  <a:pt x="10490885" y="1583073"/>
                </a:cubicBezTo>
                <a:cubicBezTo>
                  <a:pt x="10476720" y="1583073"/>
                  <a:pt x="10465227" y="1571578"/>
                  <a:pt x="10465227" y="1557414"/>
                </a:cubicBezTo>
                <a:cubicBezTo>
                  <a:pt x="10465227" y="1543249"/>
                  <a:pt x="10476720" y="1531755"/>
                  <a:pt x="10490885" y="1531755"/>
                </a:cubicBezTo>
                <a:close/>
                <a:moveTo>
                  <a:pt x="10362474" y="1531755"/>
                </a:moveTo>
                <a:cubicBezTo>
                  <a:pt x="10376647" y="1531755"/>
                  <a:pt x="10388135" y="1543242"/>
                  <a:pt x="10388135" y="1557413"/>
                </a:cubicBezTo>
                <a:cubicBezTo>
                  <a:pt x="10388135" y="1571585"/>
                  <a:pt x="10376647" y="1583073"/>
                  <a:pt x="10362474" y="1583073"/>
                </a:cubicBezTo>
                <a:cubicBezTo>
                  <a:pt x="10348304" y="1583073"/>
                  <a:pt x="10336816" y="1571585"/>
                  <a:pt x="10336816" y="1557413"/>
                </a:cubicBezTo>
                <a:cubicBezTo>
                  <a:pt x="10336816" y="1543242"/>
                  <a:pt x="10348304" y="1531755"/>
                  <a:pt x="10362474" y="1531755"/>
                </a:cubicBezTo>
                <a:close/>
                <a:moveTo>
                  <a:pt x="10298270" y="1531755"/>
                </a:moveTo>
                <a:cubicBezTo>
                  <a:pt x="10312435" y="1531755"/>
                  <a:pt x="10323928" y="1543249"/>
                  <a:pt x="10323928" y="1557414"/>
                </a:cubicBezTo>
                <a:cubicBezTo>
                  <a:pt x="10323928" y="1571578"/>
                  <a:pt x="10312435" y="1583073"/>
                  <a:pt x="10298270" y="1583073"/>
                </a:cubicBezTo>
                <a:cubicBezTo>
                  <a:pt x="10284105" y="1583073"/>
                  <a:pt x="10272611" y="1571578"/>
                  <a:pt x="10272611" y="1557414"/>
                </a:cubicBezTo>
                <a:cubicBezTo>
                  <a:pt x="10272611" y="1543249"/>
                  <a:pt x="10284105" y="1531755"/>
                  <a:pt x="10298270" y="1531755"/>
                </a:cubicBezTo>
                <a:close/>
                <a:moveTo>
                  <a:pt x="10234065" y="1531755"/>
                </a:moveTo>
                <a:cubicBezTo>
                  <a:pt x="10248228" y="1531755"/>
                  <a:pt x="10259723" y="1543249"/>
                  <a:pt x="10259723" y="1557414"/>
                </a:cubicBezTo>
                <a:cubicBezTo>
                  <a:pt x="10259723" y="1571578"/>
                  <a:pt x="10248228" y="1583073"/>
                  <a:pt x="10234065" y="1583073"/>
                </a:cubicBezTo>
                <a:cubicBezTo>
                  <a:pt x="10219900" y="1583073"/>
                  <a:pt x="10208404" y="1571578"/>
                  <a:pt x="10208404" y="1557414"/>
                </a:cubicBezTo>
                <a:cubicBezTo>
                  <a:pt x="10208404" y="1543249"/>
                  <a:pt x="10219900" y="1531755"/>
                  <a:pt x="10234065" y="1531755"/>
                </a:cubicBezTo>
                <a:close/>
                <a:moveTo>
                  <a:pt x="10105654" y="1531755"/>
                </a:moveTo>
                <a:cubicBezTo>
                  <a:pt x="10119819" y="1531755"/>
                  <a:pt x="10131312" y="1543249"/>
                  <a:pt x="10131312" y="1557414"/>
                </a:cubicBezTo>
                <a:cubicBezTo>
                  <a:pt x="10131312" y="1571578"/>
                  <a:pt x="10119819" y="1583073"/>
                  <a:pt x="10105654" y="1583073"/>
                </a:cubicBezTo>
                <a:cubicBezTo>
                  <a:pt x="10091489" y="1583073"/>
                  <a:pt x="10079996" y="1571578"/>
                  <a:pt x="10079996" y="1557414"/>
                </a:cubicBezTo>
                <a:cubicBezTo>
                  <a:pt x="10079996" y="1543249"/>
                  <a:pt x="10091489" y="1531755"/>
                  <a:pt x="10105654" y="1531755"/>
                </a:cubicBezTo>
                <a:close/>
                <a:moveTo>
                  <a:pt x="9977242" y="1531755"/>
                </a:moveTo>
                <a:cubicBezTo>
                  <a:pt x="9991416" y="1531755"/>
                  <a:pt x="10002903" y="1543242"/>
                  <a:pt x="10002903" y="1557413"/>
                </a:cubicBezTo>
                <a:cubicBezTo>
                  <a:pt x="10002903" y="1571585"/>
                  <a:pt x="9991416" y="1583073"/>
                  <a:pt x="9977242" y="1583073"/>
                </a:cubicBezTo>
                <a:cubicBezTo>
                  <a:pt x="9963072" y="1583073"/>
                  <a:pt x="9951584" y="1571585"/>
                  <a:pt x="9951584" y="1557413"/>
                </a:cubicBezTo>
                <a:cubicBezTo>
                  <a:pt x="9951584" y="1543242"/>
                  <a:pt x="9963072" y="1531755"/>
                  <a:pt x="9977242" y="1531755"/>
                </a:cubicBezTo>
                <a:close/>
                <a:moveTo>
                  <a:pt x="9913038" y="1531755"/>
                </a:moveTo>
                <a:cubicBezTo>
                  <a:pt x="9927203" y="1531755"/>
                  <a:pt x="9938696" y="1543249"/>
                  <a:pt x="9938696" y="1557414"/>
                </a:cubicBezTo>
                <a:cubicBezTo>
                  <a:pt x="9938696" y="1571578"/>
                  <a:pt x="9927203" y="1583073"/>
                  <a:pt x="9913038" y="1583073"/>
                </a:cubicBezTo>
                <a:cubicBezTo>
                  <a:pt x="9898873" y="1583073"/>
                  <a:pt x="9887380" y="1571578"/>
                  <a:pt x="9887380" y="1557414"/>
                </a:cubicBezTo>
                <a:cubicBezTo>
                  <a:pt x="9887380" y="1543249"/>
                  <a:pt x="9898873" y="1531755"/>
                  <a:pt x="9913038" y="1531755"/>
                </a:cubicBezTo>
                <a:close/>
                <a:moveTo>
                  <a:pt x="9784512" y="1531755"/>
                </a:moveTo>
                <a:cubicBezTo>
                  <a:pt x="9798677" y="1531755"/>
                  <a:pt x="9810170" y="1543249"/>
                  <a:pt x="9810170" y="1557414"/>
                </a:cubicBezTo>
                <a:cubicBezTo>
                  <a:pt x="9810170" y="1571578"/>
                  <a:pt x="9798677" y="1583073"/>
                  <a:pt x="9784512" y="1583073"/>
                </a:cubicBezTo>
                <a:cubicBezTo>
                  <a:pt x="9770347" y="1583073"/>
                  <a:pt x="9758853" y="1571578"/>
                  <a:pt x="9758853" y="1557414"/>
                </a:cubicBezTo>
                <a:cubicBezTo>
                  <a:pt x="9758853" y="1543249"/>
                  <a:pt x="9770347" y="1531755"/>
                  <a:pt x="9784512" y="1531755"/>
                </a:cubicBezTo>
                <a:close/>
                <a:moveTo>
                  <a:pt x="9720307" y="1531755"/>
                </a:moveTo>
                <a:cubicBezTo>
                  <a:pt x="9734470" y="1531755"/>
                  <a:pt x="9745965" y="1543249"/>
                  <a:pt x="9745965" y="1557414"/>
                </a:cubicBezTo>
                <a:cubicBezTo>
                  <a:pt x="9745965" y="1571578"/>
                  <a:pt x="9734470" y="1583073"/>
                  <a:pt x="9720307" y="1583073"/>
                </a:cubicBezTo>
                <a:cubicBezTo>
                  <a:pt x="9706142" y="1583073"/>
                  <a:pt x="9694646" y="1571578"/>
                  <a:pt x="9694646" y="1557414"/>
                </a:cubicBezTo>
                <a:cubicBezTo>
                  <a:pt x="9694646" y="1543249"/>
                  <a:pt x="9706142" y="1531755"/>
                  <a:pt x="9720307" y="1531755"/>
                </a:cubicBezTo>
                <a:close/>
                <a:moveTo>
                  <a:pt x="9591896" y="1531755"/>
                </a:moveTo>
                <a:cubicBezTo>
                  <a:pt x="9606061" y="1531755"/>
                  <a:pt x="9617554" y="1543249"/>
                  <a:pt x="9617554" y="1557414"/>
                </a:cubicBezTo>
                <a:cubicBezTo>
                  <a:pt x="9617554" y="1571578"/>
                  <a:pt x="9606061" y="1583073"/>
                  <a:pt x="9591896" y="1583073"/>
                </a:cubicBezTo>
                <a:cubicBezTo>
                  <a:pt x="9577731" y="1583073"/>
                  <a:pt x="9566238" y="1571578"/>
                  <a:pt x="9566238" y="1557414"/>
                </a:cubicBezTo>
                <a:cubicBezTo>
                  <a:pt x="9566238" y="1543249"/>
                  <a:pt x="9577731" y="1531755"/>
                  <a:pt x="9591896" y="1531755"/>
                </a:cubicBezTo>
                <a:close/>
                <a:moveTo>
                  <a:pt x="9527689" y="1531755"/>
                </a:moveTo>
                <a:cubicBezTo>
                  <a:pt x="9541854" y="1531755"/>
                  <a:pt x="9553350" y="1543249"/>
                  <a:pt x="9553350" y="1557414"/>
                </a:cubicBezTo>
                <a:cubicBezTo>
                  <a:pt x="9553350" y="1571578"/>
                  <a:pt x="9541854" y="1583073"/>
                  <a:pt x="9527689" y="1583073"/>
                </a:cubicBezTo>
                <a:cubicBezTo>
                  <a:pt x="9513524" y="1583073"/>
                  <a:pt x="9502031" y="1571578"/>
                  <a:pt x="9502031" y="1557414"/>
                </a:cubicBezTo>
                <a:cubicBezTo>
                  <a:pt x="9502031" y="1543249"/>
                  <a:pt x="9513524" y="1531755"/>
                  <a:pt x="9527689" y="1531755"/>
                </a:cubicBezTo>
                <a:close/>
                <a:moveTo>
                  <a:pt x="9463485" y="1531755"/>
                </a:moveTo>
                <a:cubicBezTo>
                  <a:pt x="9477650" y="1531755"/>
                  <a:pt x="9489143" y="1543249"/>
                  <a:pt x="9489143" y="1557414"/>
                </a:cubicBezTo>
                <a:cubicBezTo>
                  <a:pt x="9489143" y="1571578"/>
                  <a:pt x="9477650" y="1583073"/>
                  <a:pt x="9463485" y="1583073"/>
                </a:cubicBezTo>
                <a:cubicBezTo>
                  <a:pt x="9449320" y="1583073"/>
                  <a:pt x="9437826" y="1571578"/>
                  <a:pt x="9437826" y="1557414"/>
                </a:cubicBezTo>
                <a:cubicBezTo>
                  <a:pt x="9437826" y="1543249"/>
                  <a:pt x="9449320" y="1531755"/>
                  <a:pt x="9463485" y="1531755"/>
                </a:cubicBezTo>
                <a:close/>
                <a:moveTo>
                  <a:pt x="9399280" y="1531755"/>
                </a:moveTo>
                <a:cubicBezTo>
                  <a:pt x="9413445" y="1531755"/>
                  <a:pt x="9424938" y="1543249"/>
                  <a:pt x="9424938" y="1557414"/>
                </a:cubicBezTo>
                <a:cubicBezTo>
                  <a:pt x="9424938" y="1571578"/>
                  <a:pt x="9413445" y="1583073"/>
                  <a:pt x="9399280" y="1583073"/>
                </a:cubicBezTo>
                <a:cubicBezTo>
                  <a:pt x="9385115" y="1583073"/>
                  <a:pt x="9373619" y="1571578"/>
                  <a:pt x="9373619" y="1557414"/>
                </a:cubicBezTo>
                <a:cubicBezTo>
                  <a:pt x="9373619" y="1543249"/>
                  <a:pt x="9385115" y="1531755"/>
                  <a:pt x="9399280" y="1531755"/>
                </a:cubicBezTo>
                <a:close/>
                <a:moveTo>
                  <a:pt x="9335073" y="1531755"/>
                </a:moveTo>
                <a:cubicBezTo>
                  <a:pt x="9349246" y="1531755"/>
                  <a:pt x="9360734" y="1543242"/>
                  <a:pt x="9360734" y="1557413"/>
                </a:cubicBezTo>
                <a:cubicBezTo>
                  <a:pt x="9360734" y="1571585"/>
                  <a:pt x="9349246" y="1583073"/>
                  <a:pt x="9335073" y="1583073"/>
                </a:cubicBezTo>
                <a:cubicBezTo>
                  <a:pt x="9320903" y="1583073"/>
                  <a:pt x="9309415" y="1571585"/>
                  <a:pt x="9309415" y="1557413"/>
                </a:cubicBezTo>
                <a:cubicBezTo>
                  <a:pt x="9309415" y="1543242"/>
                  <a:pt x="9320903" y="1531755"/>
                  <a:pt x="9335073" y="1531755"/>
                </a:cubicBezTo>
                <a:close/>
                <a:moveTo>
                  <a:pt x="9142457" y="1531755"/>
                </a:moveTo>
                <a:cubicBezTo>
                  <a:pt x="9156622" y="1531755"/>
                  <a:pt x="9168118" y="1543249"/>
                  <a:pt x="9168118" y="1557414"/>
                </a:cubicBezTo>
                <a:cubicBezTo>
                  <a:pt x="9168118" y="1571578"/>
                  <a:pt x="9156622" y="1583073"/>
                  <a:pt x="9142457" y="1583073"/>
                </a:cubicBezTo>
                <a:cubicBezTo>
                  <a:pt x="9128292" y="1583073"/>
                  <a:pt x="9116799" y="1571578"/>
                  <a:pt x="9116799" y="1557414"/>
                </a:cubicBezTo>
                <a:cubicBezTo>
                  <a:pt x="9116799" y="1543249"/>
                  <a:pt x="9128292" y="1531755"/>
                  <a:pt x="9142457" y="1531755"/>
                </a:cubicBezTo>
                <a:close/>
                <a:moveTo>
                  <a:pt x="9078253" y="1531755"/>
                </a:moveTo>
                <a:cubicBezTo>
                  <a:pt x="9092418" y="1531755"/>
                  <a:pt x="9103911" y="1543249"/>
                  <a:pt x="9103911" y="1557414"/>
                </a:cubicBezTo>
                <a:cubicBezTo>
                  <a:pt x="9103911" y="1571578"/>
                  <a:pt x="9092418" y="1583073"/>
                  <a:pt x="9078253" y="1583073"/>
                </a:cubicBezTo>
                <a:cubicBezTo>
                  <a:pt x="9064088" y="1583073"/>
                  <a:pt x="9052595" y="1571578"/>
                  <a:pt x="9052595" y="1557414"/>
                </a:cubicBezTo>
                <a:cubicBezTo>
                  <a:pt x="9052595" y="1543249"/>
                  <a:pt x="9064088" y="1531755"/>
                  <a:pt x="9078253" y="1531755"/>
                </a:cubicBezTo>
                <a:close/>
                <a:moveTo>
                  <a:pt x="9014049" y="1531755"/>
                </a:moveTo>
                <a:cubicBezTo>
                  <a:pt x="9028214" y="1531755"/>
                  <a:pt x="9039707" y="1543249"/>
                  <a:pt x="9039707" y="1557414"/>
                </a:cubicBezTo>
                <a:cubicBezTo>
                  <a:pt x="9039707" y="1571578"/>
                  <a:pt x="9028214" y="1583073"/>
                  <a:pt x="9014049" y="1583073"/>
                </a:cubicBezTo>
                <a:cubicBezTo>
                  <a:pt x="8999884" y="1583073"/>
                  <a:pt x="8988388" y="1571578"/>
                  <a:pt x="8988388" y="1557414"/>
                </a:cubicBezTo>
                <a:cubicBezTo>
                  <a:pt x="8988388" y="1543249"/>
                  <a:pt x="8999884" y="1531755"/>
                  <a:pt x="9014049" y="1531755"/>
                </a:cubicBezTo>
                <a:close/>
                <a:moveTo>
                  <a:pt x="8949842" y="1531755"/>
                </a:moveTo>
                <a:cubicBezTo>
                  <a:pt x="8964015" y="1531755"/>
                  <a:pt x="8975503" y="1543242"/>
                  <a:pt x="8975503" y="1557413"/>
                </a:cubicBezTo>
                <a:cubicBezTo>
                  <a:pt x="8975503" y="1571585"/>
                  <a:pt x="8964015" y="1583073"/>
                  <a:pt x="8949842" y="1583073"/>
                </a:cubicBezTo>
                <a:cubicBezTo>
                  <a:pt x="8935671" y="1583073"/>
                  <a:pt x="8924183" y="1571585"/>
                  <a:pt x="8924183" y="1557413"/>
                </a:cubicBezTo>
                <a:cubicBezTo>
                  <a:pt x="8924183" y="1543242"/>
                  <a:pt x="8935671" y="1531755"/>
                  <a:pt x="8949842" y="1531755"/>
                </a:cubicBezTo>
                <a:close/>
                <a:moveTo>
                  <a:pt x="8821433" y="1531755"/>
                </a:moveTo>
                <a:cubicBezTo>
                  <a:pt x="8835598" y="1531755"/>
                  <a:pt x="8847091" y="1543249"/>
                  <a:pt x="8847091" y="1557414"/>
                </a:cubicBezTo>
                <a:cubicBezTo>
                  <a:pt x="8847091" y="1571578"/>
                  <a:pt x="8835598" y="1583073"/>
                  <a:pt x="8821433" y="1583073"/>
                </a:cubicBezTo>
                <a:cubicBezTo>
                  <a:pt x="8807268" y="1583073"/>
                  <a:pt x="8795772" y="1571578"/>
                  <a:pt x="8795772" y="1557414"/>
                </a:cubicBezTo>
                <a:cubicBezTo>
                  <a:pt x="8795772" y="1543249"/>
                  <a:pt x="8807268" y="1531755"/>
                  <a:pt x="8821433" y="1531755"/>
                </a:cubicBezTo>
                <a:close/>
                <a:moveTo>
                  <a:pt x="8757226" y="1531755"/>
                </a:moveTo>
                <a:cubicBezTo>
                  <a:pt x="8771391" y="1531755"/>
                  <a:pt x="8782887" y="1543249"/>
                  <a:pt x="8782887" y="1557414"/>
                </a:cubicBezTo>
                <a:cubicBezTo>
                  <a:pt x="8782887" y="1571578"/>
                  <a:pt x="8771391" y="1583073"/>
                  <a:pt x="8757226" y="1583073"/>
                </a:cubicBezTo>
                <a:cubicBezTo>
                  <a:pt x="8743061" y="1583073"/>
                  <a:pt x="8731568" y="1571578"/>
                  <a:pt x="8731568" y="1557414"/>
                </a:cubicBezTo>
                <a:cubicBezTo>
                  <a:pt x="8731568" y="1543249"/>
                  <a:pt x="8743061" y="1531755"/>
                  <a:pt x="8757226" y="1531755"/>
                </a:cubicBezTo>
                <a:close/>
                <a:moveTo>
                  <a:pt x="8692904" y="1531755"/>
                </a:moveTo>
                <a:cubicBezTo>
                  <a:pt x="8707069" y="1531755"/>
                  <a:pt x="8718565" y="1543249"/>
                  <a:pt x="8718565" y="1557414"/>
                </a:cubicBezTo>
                <a:cubicBezTo>
                  <a:pt x="8718565" y="1571578"/>
                  <a:pt x="8707069" y="1583073"/>
                  <a:pt x="8692904" y="1583073"/>
                </a:cubicBezTo>
                <a:cubicBezTo>
                  <a:pt x="8678741" y="1583073"/>
                  <a:pt x="8667246" y="1571578"/>
                  <a:pt x="8667246" y="1557414"/>
                </a:cubicBezTo>
                <a:cubicBezTo>
                  <a:pt x="8667246" y="1543249"/>
                  <a:pt x="8678741" y="1531755"/>
                  <a:pt x="8692904" y="1531755"/>
                </a:cubicBezTo>
                <a:close/>
                <a:moveTo>
                  <a:pt x="8564495" y="1531755"/>
                </a:moveTo>
                <a:cubicBezTo>
                  <a:pt x="8578665" y="1531755"/>
                  <a:pt x="8590153" y="1543242"/>
                  <a:pt x="8590153" y="1557413"/>
                </a:cubicBezTo>
                <a:cubicBezTo>
                  <a:pt x="8590153" y="1571585"/>
                  <a:pt x="8578665" y="1583073"/>
                  <a:pt x="8564495" y="1583073"/>
                </a:cubicBezTo>
                <a:cubicBezTo>
                  <a:pt x="8550325" y="1583073"/>
                  <a:pt x="8538837" y="1571585"/>
                  <a:pt x="8538837" y="1557413"/>
                </a:cubicBezTo>
                <a:cubicBezTo>
                  <a:pt x="8538837" y="1543242"/>
                  <a:pt x="8550325" y="1531755"/>
                  <a:pt x="8564495" y="1531755"/>
                </a:cubicBezTo>
                <a:close/>
                <a:moveTo>
                  <a:pt x="8500288" y="1531755"/>
                </a:moveTo>
                <a:cubicBezTo>
                  <a:pt x="8514453" y="1531755"/>
                  <a:pt x="8525949" y="1543249"/>
                  <a:pt x="8525949" y="1557414"/>
                </a:cubicBezTo>
                <a:cubicBezTo>
                  <a:pt x="8525949" y="1571578"/>
                  <a:pt x="8514453" y="1583073"/>
                  <a:pt x="8500288" y="1583073"/>
                </a:cubicBezTo>
                <a:cubicBezTo>
                  <a:pt x="8486126" y="1583073"/>
                  <a:pt x="8474630" y="1571578"/>
                  <a:pt x="8474630" y="1557414"/>
                </a:cubicBezTo>
                <a:cubicBezTo>
                  <a:pt x="8474630" y="1543249"/>
                  <a:pt x="8486126" y="1531755"/>
                  <a:pt x="8500288" y="1531755"/>
                </a:cubicBezTo>
                <a:close/>
                <a:moveTo>
                  <a:pt x="8436084" y="1531755"/>
                </a:moveTo>
                <a:cubicBezTo>
                  <a:pt x="8450249" y="1531755"/>
                  <a:pt x="8461745" y="1543249"/>
                  <a:pt x="8461745" y="1557414"/>
                </a:cubicBezTo>
                <a:cubicBezTo>
                  <a:pt x="8461745" y="1571578"/>
                  <a:pt x="8450249" y="1583073"/>
                  <a:pt x="8436084" y="1583073"/>
                </a:cubicBezTo>
                <a:cubicBezTo>
                  <a:pt x="8421919" y="1583073"/>
                  <a:pt x="8410426" y="1571578"/>
                  <a:pt x="8410426" y="1557414"/>
                </a:cubicBezTo>
                <a:cubicBezTo>
                  <a:pt x="8410426" y="1543249"/>
                  <a:pt x="8421919" y="1531755"/>
                  <a:pt x="8436084" y="1531755"/>
                </a:cubicBezTo>
                <a:close/>
                <a:moveTo>
                  <a:pt x="8307675" y="1531755"/>
                </a:moveTo>
                <a:cubicBezTo>
                  <a:pt x="8321837" y="1531755"/>
                  <a:pt x="8333333" y="1543249"/>
                  <a:pt x="8333333" y="1557414"/>
                </a:cubicBezTo>
                <a:cubicBezTo>
                  <a:pt x="8333333" y="1571578"/>
                  <a:pt x="8321837" y="1583073"/>
                  <a:pt x="8307675" y="1583073"/>
                </a:cubicBezTo>
                <a:cubicBezTo>
                  <a:pt x="8293510" y="1583073"/>
                  <a:pt x="8282014" y="1571578"/>
                  <a:pt x="8282014" y="1557414"/>
                </a:cubicBezTo>
                <a:cubicBezTo>
                  <a:pt x="8282014" y="1543249"/>
                  <a:pt x="8293510" y="1531755"/>
                  <a:pt x="8307675" y="1531755"/>
                </a:cubicBezTo>
                <a:close/>
                <a:moveTo>
                  <a:pt x="8243468" y="1531755"/>
                </a:moveTo>
                <a:cubicBezTo>
                  <a:pt x="8257638" y="1531755"/>
                  <a:pt x="8269126" y="1543242"/>
                  <a:pt x="8269126" y="1557413"/>
                </a:cubicBezTo>
                <a:cubicBezTo>
                  <a:pt x="8269126" y="1571585"/>
                  <a:pt x="8257638" y="1583073"/>
                  <a:pt x="8243468" y="1583073"/>
                </a:cubicBezTo>
                <a:cubicBezTo>
                  <a:pt x="8229298" y="1583073"/>
                  <a:pt x="8217810" y="1571585"/>
                  <a:pt x="8217810" y="1557413"/>
                </a:cubicBezTo>
                <a:cubicBezTo>
                  <a:pt x="8217810" y="1543242"/>
                  <a:pt x="8229298" y="1531755"/>
                  <a:pt x="8243468" y="1531755"/>
                </a:cubicBezTo>
                <a:close/>
                <a:moveTo>
                  <a:pt x="8115057" y="1531755"/>
                </a:moveTo>
                <a:cubicBezTo>
                  <a:pt x="8129222" y="1531755"/>
                  <a:pt x="8140717" y="1543249"/>
                  <a:pt x="8140717" y="1557414"/>
                </a:cubicBezTo>
                <a:cubicBezTo>
                  <a:pt x="8140717" y="1571578"/>
                  <a:pt x="8129222" y="1583073"/>
                  <a:pt x="8115057" y="1583073"/>
                </a:cubicBezTo>
                <a:cubicBezTo>
                  <a:pt x="8100894" y="1583073"/>
                  <a:pt x="8089398" y="1571578"/>
                  <a:pt x="8089398" y="1557414"/>
                </a:cubicBezTo>
                <a:cubicBezTo>
                  <a:pt x="8089398" y="1543249"/>
                  <a:pt x="8100894" y="1531755"/>
                  <a:pt x="8115057" y="1531755"/>
                </a:cubicBezTo>
                <a:close/>
                <a:moveTo>
                  <a:pt x="8050852" y="1531755"/>
                </a:moveTo>
                <a:cubicBezTo>
                  <a:pt x="8065017" y="1531755"/>
                  <a:pt x="8076510" y="1543249"/>
                  <a:pt x="8076510" y="1557414"/>
                </a:cubicBezTo>
                <a:cubicBezTo>
                  <a:pt x="8076510" y="1571578"/>
                  <a:pt x="8065017" y="1583073"/>
                  <a:pt x="8050852" y="1583073"/>
                </a:cubicBezTo>
                <a:cubicBezTo>
                  <a:pt x="8036687" y="1583073"/>
                  <a:pt x="8025194" y="1571578"/>
                  <a:pt x="8025194" y="1557414"/>
                </a:cubicBezTo>
                <a:cubicBezTo>
                  <a:pt x="8025194" y="1543249"/>
                  <a:pt x="8036687" y="1531755"/>
                  <a:pt x="8050852" y="1531755"/>
                </a:cubicBezTo>
                <a:close/>
                <a:moveTo>
                  <a:pt x="7986648" y="1531755"/>
                </a:moveTo>
                <a:cubicBezTo>
                  <a:pt x="8000813" y="1531755"/>
                  <a:pt x="8012306" y="1543249"/>
                  <a:pt x="8012306" y="1557414"/>
                </a:cubicBezTo>
                <a:cubicBezTo>
                  <a:pt x="8012306" y="1571578"/>
                  <a:pt x="8000813" y="1583073"/>
                  <a:pt x="7986648" y="1583073"/>
                </a:cubicBezTo>
                <a:cubicBezTo>
                  <a:pt x="7972483" y="1583073"/>
                  <a:pt x="7960990" y="1571578"/>
                  <a:pt x="7960990" y="1557414"/>
                </a:cubicBezTo>
                <a:cubicBezTo>
                  <a:pt x="7960990" y="1543249"/>
                  <a:pt x="7972483" y="1531755"/>
                  <a:pt x="7986648" y="1531755"/>
                </a:cubicBezTo>
                <a:close/>
                <a:moveTo>
                  <a:pt x="7922444" y="1531755"/>
                </a:moveTo>
                <a:cubicBezTo>
                  <a:pt x="7936606" y="1531755"/>
                  <a:pt x="7948102" y="1543249"/>
                  <a:pt x="7948102" y="1557414"/>
                </a:cubicBezTo>
                <a:cubicBezTo>
                  <a:pt x="7948102" y="1571578"/>
                  <a:pt x="7936606" y="1583073"/>
                  <a:pt x="7922444" y="1583073"/>
                </a:cubicBezTo>
                <a:cubicBezTo>
                  <a:pt x="7908279" y="1583073"/>
                  <a:pt x="7896783" y="1571578"/>
                  <a:pt x="7896783" y="1557414"/>
                </a:cubicBezTo>
                <a:cubicBezTo>
                  <a:pt x="7896783" y="1543249"/>
                  <a:pt x="7908279" y="1531755"/>
                  <a:pt x="7922444" y="1531755"/>
                </a:cubicBezTo>
                <a:close/>
                <a:moveTo>
                  <a:pt x="7858237" y="1531755"/>
                </a:moveTo>
                <a:cubicBezTo>
                  <a:pt x="7872407" y="1531755"/>
                  <a:pt x="7883895" y="1543242"/>
                  <a:pt x="7883895" y="1557413"/>
                </a:cubicBezTo>
                <a:cubicBezTo>
                  <a:pt x="7883895" y="1571585"/>
                  <a:pt x="7872407" y="1583073"/>
                  <a:pt x="7858237" y="1583073"/>
                </a:cubicBezTo>
                <a:cubicBezTo>
                  <a:pt x="7844066" y="1583073"/>
                  <a:pt x="7832578" y="1571585"/>
                  <a:pt x="7832578" y="1557413"/>
                </a:cubicBezTo>
                <a:cubicBezTo>
                  <a:pt x="7832578" y="1543242"/>
                  <a:pt x="7844066" y="1531755"/>
                  <a:pt x="7858237" y="1531755"/>
                </a:cubicBezTo>
                <a:close/>
                <a:moveTo>
                  <a:pt x="7794032" y="1531755"/>
                </a:moveTo>
                <a:cubicBezTo>
                  <a:pt x="7808203" y="1531755"/>
                  <a:pt x="7819690" y="1543242"/>
                  <a:pt x="7819690" y="1557413"/>
                </a:cubicBezTo>
                <a:cubicBezTo>
                  <a:pt x="7819690" y="1571585"/>
                  <a:pt x="7808203" y="1583073"/>
                  <a:pt x="7794032" y="1583073"/>
                </a:cubicBezTo>
                <a:cubicBezTo>
                  <a:pt x="7779862" y="1583073"/>
                  <a:pt x="7768371" y="1571585"/>
                  <a:pt x="7768371" y="1557413"/>
                </a:cubicBezTo>
                <a:cubicBezTo>
                  <a:pt x="7768371" y="1543242"/>
                  <a:pt x="7779862" y="1531755"/>
                  <a:pt x="7794032" y="1531755"/>
                </a:cubicBezTo>
                <a:close/>
                <a:moveTo>
                  <a:pt x="7729825" y="1531755"/>
                </a:moveTo>
                <a:cubicBezTo>
                  <a:pt x="7743990" y="1531755"/>
                  <a:pt x="7755486" y="1543249"/>
                  <a:pt x="7755486" y="1557414"/>
                </a:cubicBezTo>
                <a:cubicBezTo>
                  <a:pt x="7755486" y="1571578"/>
                  <a:pt x="7743990" y="1583073"/>
                  <a:pt x="7729825" y="1583073"/>
                </a:cubicBezTo>
                <a:cubicBezTo>
                  <a:pt x="7715660" y="1583073"/>
                  <a:pt x="7704167" y="1571578"/>
                  <a:pt x="7704167" y="1557414"/>
                </a:cubicBezTo>
                <a:cubicBezTo>
                  <a:pt x="7704167" y="1543249"/>
                  <a:pt x="7715660" y="1531755"/>
                  <a:pt x="7729825" y="1531755"/>
                </a:cubicBezTo>
                <a:close/>
                <a:moveTo>
                  <a:pt x="7665621" y="1531755"/>
                </a:moveTo>
                <a:cubicBezTo>
                  <a:pt x="7679786" y="1531755"/>
                  <a:pt x="7691279" y="1543249"/>
                  <a:pt x="7691279" y="1557414"/>
                </a:cubicBezTo>
                <a:cubicBezTo>
                  <a:pt x="7691279" y="1571578"/>
                  <a:pt x="7679786" y="1583073"/>
                  <a:pt x="7665621" y="1583073"/>
                </a:cubicBezTo>
                <a:cubicBezTo>
                  <a:pt x="7651456" y="1583073"/>
                  <a:pt x="7639963" y="1571578"/>
                  <a:pt x="7639963" y="1557414"/>
                </a:cubicBezTo>
                <a:cubicBezTo>
                  <a:pt x="7639963" y="1543249"/>
                  <a:pt x="7651456" y="1531755"/>
                  <a:pt x="7665621" y="1531755"/>
                </a:cubicBezTo>
                <a:close/>
                <a:moveTo>
                  <a:pt x="7601299" y="1531755"/>
                </a:moveTo>
                <a:cubicBezTo>
                  <a:pt x="7615464" y="1531755"/>
                  <a:pt x="7626959" y="1543249"/>
                  <a:pt x="7626959" y="1557414"/>
                </a:cubicBezTo>
                <a:cubicBezTo>
                  <a:pt x="7626959" y="1571578"/>
                  <a:pt x="7615464" y="1583073"/>
                  <a:pt x="7601299" y="1583073"/>
                </a:cubicBezTo>
                <a:cubicBezTo>
                  <a:pt x="7587134" y="1583073"/>
                  <a:pt x="7575640" y="1571578"/>
                  <a:pt x="7575640" y="1557414"/>
                </a:cubicBezTo>
                <a:cubicBezTo>
                  <a:pt x="7575640" y="1543249"/>
                  <a:pt x="7587134" y="1531755"/>
                  <a:pt x="7601299" y="1531755"/>
                </a:cubicBezTo>
                <a:close/>
                <a:moveTo>
                  <a:pt x="7537094" y="1531755"/>
                </a:moveTo>
                <a:cubicBezTo>
                  <a:pt x="7551259" y="1531755"/>
                  <a:pt x="7562752" y="1543249"/>
                  <a:pt x="7562752" y="1557414"/>
                </a:cubicBezTo>
                <a:cubicBezTo>
                  <a:pt x="7562752" y="1571578"/>
                  <a:pt x="7551259" y="1583073"/>
                  <a:pt x="7537094" y="1583073"/>
                </a:cubicBezTo>
                <a:cubicBezTo>
                  <a:pt x="7522929" y="1583073"/>
                  <a:pt x="7511436" y="1571578"/>
                  <a:pt x="7511436" y="1557414"/>
                </a:cubicBezTo>
                <a:cubicBezTo>
                  <a:pt x="7511436" y="1543249"/>
                  <a:pt x="7522929" y="1531755"/>
                  <a:pt x="7537094" y="1531755"/>
                </a:cubicBezTo>
                <a:close/>
                <a:moveTo>
                  <a:pt x="7472890" y="1531755"/>
                </a:moveTo>
                <a:cubicBezTo>
                  <a:pt x="7487060" y="1531755"/>
                  <a:pt x="7498548" y="1543242"/>
                  <a:pt x="7498548" y="1557413"/>
                </a:cubicBezTo>
                <a:cubicBezTo>
                  <a:pt x="7498548" y="1571585"/>
                  <a:pt x="7487060" y="1583073"/>
                  <a:pt x="7472890" y="1583073"/>
                </a:cubicBezTo>
                <a:cubicBezTo>
                  <a:pt x="7458717" y="1583073"/>
                  <a:pt x="7447229" y="1571585"/>
                  <a:pt x="7447229" y="1557413"/>
                </a:cubicBezTo>
                <a:cubicBezTo>
                  <a:pt x="7447229" y="1543242"/>
                  <a:pt x="7458717" y="1531755"/>
                  <a:pt x="7472890" y="1531755"/>
                </a:cubicBezTo>
                <a:close/>
                <a:moveTo>
                  <a:pt x="7408683" y="1531755"/>
                </a:moveTo>
                <a:cubicBezTo>
                  <a:pt x="7422848" y="1531755"/>
                  <a:pt x="7434341" y="1543249"/>
                  <a:pt x="7434341" y="1557414"/>
                </a:cubicBezTo>
                <a:cubicBezTo>
                  <a:pt x="7434341" y="1571578"/>
                  <a:pt x="7422848" y="1583073"/>
                  <a:pt x="7408683" y="1583073"/>
                </a:cubicBezTo>
                <a:cubicBezTo>
                  <a:pt x="7394518" y="1583073"/>
                  <a:pt x="7383025" y="1571578"/>
                  <a:pt x="7383025" y="1557414"/>
                </a:cubicBezTo>
                <a:cubicBezTo>
                  <a:pt x="7383025" y="1543249"/>
                  <a:pt x="7394518" y="1531755"/>
                  <a:pt x="7408683" y="1531755"/>
                </a:cubicBezTo>
                <a:close/>
                <a:moveTo>
                  <a:pt x="7344479" y="1531755"/>
                </a:moveTo>
                <a:cubicBezTo>
                  <a:pt x="7358644" y="1531755"/>
                  <a:pt x="7370137" y="1543249"/>
                  <a:pt x="7370137" y="1557414"/>
                </a:cubicBezTo>
                <a:cubicBezTo>
                  <a:pt x="7370137" y="1571578"/>
                  <a:pt x="7358644" y="1583073"/>
                  <a:pt x="7344479" y="1583073"/>
                </a:cubicBezTo>
                <a:cubicBezTo>
                  <a:pt x="7330314" y="1583073"/>
                  <a:pt x="7318820" y="1571578"/>
                  <a:pt x="7318820" y="1557414"/>
                </a:cubicBezTo>
                <a:cubicBezTo>
                  <a:pt x="7318820" y="1543249"/>
                  <a:pt x="7330314" y="1531755"/>
                  <a:pt x="7344479" y="1531755"/>
                </a:cubicBezTo>
                <a:close/>
                <a:moveTo>
                  <a:pt x="7280274" y="1531755"/>
                </a:moveTo>
                <a:cubicBezTo>
                  <a:pt x="7294437" y="1531755"/>
                  <a:pt x="7305932" y="1543249"/>
                  <a:pt x="7305932" y="1557414"/>
                </a:cubicBezTo>
                <a:cubicBezTo>
                  <a:pt x="7305932" y="1571578"/>
                  <a:pt x="7294437" y="1583073"/>
                  <a:pt x="7280274" y="1583073"/>
                </a:cubicBezTo>
                <a:cubicBezTo>
                  <a:pt x="7266109" y="1583073"/>
                  <a:pt x="7254613" y="1571578"/>
                  <a:pt x="7254613" y="1557414"/>
                </a:cubicBezTo>
                <a:cubicBezTo>
                  <a:pt x="7254613" y="1543249"/>
                  <a:pt x="7266109" y="1531755"/>
                  <a:pt x="7280274" y="1531755"/>
                </a:cubicBezTo>
                <a:close/>
                <a:moveTo>
                  <a:pt x="7216067" y="1531755"/>
                </a:moveTo>
                <a:cubicBezTo>
                  <a:pt x="7230232" y="1531755"/>
                  <a:pt x="7241725" y="1543249"/>
                  <a:pt x="7241725" y="1557414"/>
                </a:cubicBezTo>
                <a:cubicBezTo>
                  <a:pt x="7241725" y="1571578"/>
                  <a:pt x="7230232" y="1583073"/>
                  <a:pt x="7216067" y="1583073"/>
                </a:cubicBezTo>
                <a:cubicBezTo>
                  <a:pt x="7201902" y="1583073"/>
                  <a:pt x="7190409" y="1571578"/>
                  <a:pt x="7190409" y="1557414"/>
                </a:cubicBezTo>
                <a:cubicBezTo>
                  <a:pt x="7190409" y="1543249"/>
                  <a:pt x="7201902" y="1531755"/>
                  <a:pt x="7216067" y="1531755"/>
                </a:cubicBezTo>
                <a:close/>
                <a:moveTo>
                  <a:pt x="7151863" y="1531755"/>
                </a:moveTo>
                <a:cubicBezTo>
                  <a:pt x="7166033" y="1531755"/>
                  <a:pt x="7177521" y="1543242"/>
                  <a:pt x="7177521" y="1557413"/>
                </a:cubicBezTo>
                <a:cubicBezTo>
                  <a:pt x="7177521" y="1571585"/>
                  <a:pt x="7166033" y="1583073"/>
                  <a:pt x="7151863" y="1583073"/>
                </a:cubicBezTo>
                <a:cubicBezTo>
                  <a:pt x="7137692" y="1583073"/>
                  <a:pt x="7126205" y="1571585"/>
                  <a:pt x="7126205" y="1557413"/>
                </a:cubicBezTo>
                <a:cubicBezTo>
                  <a:pt x="7126205" y="1543242"/>
                  <a:pt x="7137692" y="1531755"/>
                  <a:pt x="7151863" y="1531755"/>
                </a:cubicBezTo>
                <a:close/>
                <a:moveTo>
                  <a:pt x="7087658" y="1531755"/>
                </a:moveTo>
                <a:cubicBezTo>
                  <a:pt x="7101829" y="1531755"/>
                  <a:pt x="7113317" y="1543242"/>
                  <a:pt x="7113317" y="1557413"/>
                </a:cubicBezTo>
                <a:cubicBezTo>
                  <a:pt x="7113317" y="1571585"/>
                  <a:pt x="7101829" y="1583073"/>
                  <a:pt x="7087658" y="1583073"/>
                </a:cubicBezTo>
                <a:cubicBezTo>
                  <a:pt x="7073485" y="1583073"/>
                  <a:pt x="7061998" y="1571585"/>
                  <a:pt x="7061998" y="1557413"/>
                </a:cubicBezTo>
                <a:cubicBezTo>
                  <a:pt x="7061998" y="1543242"/>
                  <a:pt x="7073485" y="1531755"/>
                  <a:pt x="7087658" y="1531755"/>
                </a:cubicBezTo>
                <a:close/>
                <a:moveTo>
                  <a:pt x="6895043" y="1531755"/>
                </a:moveTo>
                <a:cubicBezTo>
                  <a:pt x="6909208" y="1531755"/>
                  <a:pt x="6920701" y="1543249"/>
                  <a:pt x="6920701" y="1557414"/>
                </a:cubicBezTo>
                <a:cubicBezTo>
                  <a:pt x="6920701" y="1571578"/>
                  <a:pt x="6909208" y="1583073"/>
                  <a:pt x="6895043" y="1583073"/>
                </a:cubicBezTo>
                <a:cubicBezTo>
                  <a:pt x="6880878" y="1583073"/>
                  <a:pt x="6869382" y="1571578"/>
                  <a:pt x="6869382" y="1557414"/>
                </a:cubicBezTo>
                <a:cubicBezTo>
                  <a:pt x="6869382" y="1543249"/>
                  <a:pt x="6880878" y="1531755"/>
                  <a:pt x="6895043" y="1531755"/>
                </a:cubicBezTo>
                <a:close/>
                <a:moveTo>
                  <a:pt x="6830836" y="1531755"/>
                </a:moveTo>
                <a:cubicBezTo>
                  <a:pt x="6845001" y="1531755"/>
                  <a:pt x="6856494" y="1543249"/>
                  <a:pt x="6856494" y="1557414"/>
                </a:cubicBezTo>
                <a:cubicBezTo>
                  <a:pt x="6856494" y="1571578"/>
                  <a:pt x="6845001" y="1583073"/>
                  <a:pt x="6830836" y="1583073"/>
                </a:cubicBezTo>
                <a:cubicBezTo>
                  <a:pt x="6816671" y="1583073"/>
                  <a:pt x="6805178" y="1571578"/>
                  <a:pt x="6805178" y="1557414"/>
                </a:cubicBezTo>
                <a:cubicBezTo>
                  <a:pt x="6805178" y="1543249"/>
                  <a:pt x="6816671" y="1531755"/>
                  <a:pt x="6830836" y="1531755"/>
                </a:cubicBezTo>
                <a:close/>
                <a:moveTo>
                  <a:pt x="6766631" y="1531755"/>
                </a:moveTo>
                <a:cubicBezTo>
                  <a:pt x="6780802" y="1531755"/>
                  <a:pt x="6792290" y="1543242"/>
                  <a:pt x="6792290" y="1557413"/>
                </a:cubicBezTo>
                <a:cubicBezTo>
                  <a:pt x="6792290" y="1571585"/>
                  <a:pt x="6780802" y="1583073"/>
                  <a:pt x="6766631" y="1583073"/>
                </a:cubicBezTo>
                <a:cubicBezTo>
                  <a:pt x="6752461" y="1583073"/>
                  <a:pt x="6740973" y="1571585"/>
                  <a:pt x="6740973" y="1557413"/>
                </a:cubicBezTo>
                <a:cubicBezTo>
                  <a:pt x="6740973" y="1543242"/>
                  <a:pt x="6752461" y="1531755"/>
                  <a:pt x="6766631" y="1531755"/>
                </a:cubicBezTo>
                <a:close/>
                <a:moveTo>
                  <a:pt x="6702427" y="1531755"/>
                </a:moveTo>
                <a:cubicBezTo>
                  <a:pt x="6716597" y="1531755"/>
                  <a:pt x="6728085" y="1543242"/>
                  <a:pt x="6728085" y="1557413"/>
                </a:cubicBezTo>
                <a:cubicBezTo>
                  <a:pt x="6728085" y="1571585"/>
                  <a:pt x="6716597" y="1583073"/>
                  <a:pt x="6702427" y="1583073"/>
                </a:cubicBezTo>
                <a:cubicBezTo>
                  <a:pt x="6688254" y="1583073"/>
                  <a:pt x="6676766" y="1571585"/>
                  <a:pt x="6676766" y="1557413"/>
                </a:cubicBezTo>
                <a:cubicBezTo>
                  <a:pt x="6676766" y="1543242"/>
                  <a:pt x="6688254" y="1531755"/>
                  <a:pt x="6702427" y="1531755"/>
                </a:cubicBezTo>
                <a:close/>
                <a:moveTo>
                  <a:pt x="6638220" y="1531755"/>
                </a:moveTo>
                <a:cubicBezTo>
                  <a:pt x="6652385" y="1531755"/>
                  <a:pt x="6663881" y="1543249"/>
                  <a:pt x="6663881" y="1557414"/>
                </a:cubicBezTo>
                <a:cubicBezTo>
                  <a:pt x="6663881" y="1571578"/>
                  <a:pt x="6652385" y="1583073"/>
                  <a:pt x="6638220" y="1583073"/>
                </a:cubicBezTo>
                <a:cubicBezTo>
                  <a:pt x="6624055" y="1583073"/>
                  <a:pt x="6612562" y="1571578"/>
                  <a:pt x="6612562" y="1557414"/>
                </a:cubicBezTo>
                <a:cubicBezTo>
                  <a:pt x="6612562" y="1543249"/>
                  <a:pt x="6624055" y="1531755"/>
                  <a:pt x="6638220" y="1531755"/>
                </a:cubicBezTo>
                <a:close/>
                <a:moveTo>
                  <a:pt x="6574016" y="1531755"/>
                </a:moveTo>
                <a:cubicBezTo>
                  <a:pt x="6588181" y="1531755"/>
                  <a:pt x="6599674" y="1543249"/>
                  <a:pt x="6599674" y="1557414"/>
                </a:cubicBezTo>
                <a:cubicBezTo>
                  <a:pt x="6599674" y="1571578"/>
                  <a:pt x="6588181" y="1583073"/>
                  <a:pt x="6574016" y="1583073"/>
                </a:cubicBezTo>
                <a:cubicBezTo>
                  <a:pt x="6559851" y="1583073"/>
                  <a:pt x="6548357" y="1571578"/>
                  <a:pt x="6548357" y="1557414"/>
                </a:cubicBezTo>
                <a:cubicBezTo>
                  <a:pt x="6548357" y="1543249"/>
                  <a:pt x="6559851" y="1531755"/>
                  <a:pt x="6574016" y="1531755"/>
                </a:cubicBezTo>
                <a:close/>
                <a:moveTo>
                  <a:pt x="6381282" y="1531755"/>
                </a:moveTo>
                <a:cubicBezTo>
                  <a:pt x="6395455" y="1531755"/>
                  <a:pt x="6406943" y="1543242"/>
                  <a:pt x="6406943" y="1557413"/>
                </a:cubicBezTo>
                <a:cubicBezTo>
                  <a:pt x="6406943" y="1571585"/>
                  <a:pt x="6395455" y="1583073"/>
                  <a:pt x="6381282" y="1583073"/>
                </a:cubicBezTo>
                <a:cubicBezTo>
                  <a:pt x="6367112" y="1583073"/>
                  <a:pt x="6355624" y="1571585"/>
                  <a:pt x="6355624" y="1557413"/>
                </a:cubicBezTo>
                <a:cubicBezTo>
                  <a:pt x="6355624" y="1543242"/>
                  <a:pt x="6367112" y="1531755"/>
                  <a:pt x="6381282" y="1531755"/>
                </a:cubicBezTo>
                <a:close/>
                <a:moveTo>
                  <a:pt x="6317078" y="1531755"/>
                </a:moveTo>
                <a:cubicBezTo>
                  <a:pt x="6331243" y="1531755"/>
                  <a:pt x="6342736" y="1543249"/>
                  <a:pt x="6342736" y="1557414"/>
                </a:cubicBezTo>
                <a:cubicBezTo>
                  <a:pt x="6342736" y="1571578"/>
                  <a:pt x="6331243" y="1583073"/>
                  <a:pt x="6317078" y="1583073"/>
                </a:cubicBezTo>
                <a:cubicBezTo>
                  <a:pt x="6302913" y="1583073"/>
                  <a:pt x="6291420" y="1571578"/>
                  <a:pt x="6291420" y="1557414"/>
                </a:cubicBezTo>
                <a:cubicBezTo>
                  <a:pt x="6291420" y="1543249"/>
                  <a:pt x="6302913" y="1531755"/>
                  <a:pt x="6317078" y="1531755"/>
                </a:cubicBezTo>
                <a:close/>
                <a:moveTo>
                  <a:pt x="6252873" y="1531755"/>
                </a:moveTo>
                <a:cubicBezTo>
                  <a:pt x="6267036" y="1531755"/>
                  <a:pt x="6278532" y="1543249"/>
                  <a:pt x="6278532" y="1557414"/>
                </a:cubicBezTo>
                <a:cubicBezTo>
                  <a:pt x="6278532" y="1571578"/>
                  <a:pt x="6267036" y="1583073"/>
                  <a:pt x="6252873" y="1583073"/>
                </a:cubicBezTo>
                <a:cubicBezTo>
                  <a:pt x="6238708" y="1583073"/>
                  <a:pt x="6227213" y="1571578"/>
                  <a:pt x="6227213" y="1557414"/>
                </a:cubicBezTo>
                <a:cubicBezTo>
                  <a:pt x="6227213" y="1543249"/>
                  <a:pt x="6238708" y="1531755"/>
                  <a:pt x="6252873" y="1531755"/>
                </a:cubicBezTo>
                <a:close/>
                <a:moveTo>
                  <a:pt x="6188666" y="1531755"/>
                </a:moveTo>
                <a:cubicBezTo>
                  <a:pt x="6202831" y="1531755"/>
                  <a:pt x="6214327" y="1543249"/>
                  <a:pt x="6214327" y="1557414"/>
                </a:cubicBezTo>
                <a:cubicBezTo>
                  <a:pt x="6214327" y="1571578"/>
                  <a:pt x="6202831" y="1583073"/>
                  <a:pt x="6188666" y="1583073"/>
                </a:cubicBezTo>
                <a:cubicBezTo>
                  <a:pt x="6174504" y="1583073"/>
                  <a:pt x="6163008" y="1571578"/>
                  <a:pt x="6163008" y="1557414"/>
                </a:cubicBezTo>
                <a:cubicBezTo>
                  <a:pt x="6163008" y="1543249"/>
                  <a:pt x="6174504" y="1531755"/>
                  <a:pt x="6188666" y="1531755"/>
                </a:cubicBezTo>
                <a:close/>
                <a:moveTo>
                  <a:pt x="6124462" y="1531755"/>
                </a:moveTo>
                <a:cubicBezTo>
                  <a:pt x="6138627" y="1531755"/>
                  <a:pt x="6150123" y="1543249"/>
                  <a:pt x="6150123" y="1557414"/>
                </a:cubicBezTo>
                <a:cubicBezTo>
                  <a:pt x="6150123" y="1571578"/>
                  <a:pt x="6138627" y="1583073"/>
                  <a:pt x="6124462" y="1583073"/>
                </a:cubicBezTo>
                <a:cubicBezTo>
                  <a:pt x="6110297" y="1583073"/>
                  <a:pt x="6098804" y="1571578"/>
                  <a:pt x="6098804" y="1557414"/>
                </a:cubicBezTo>
                <a:cubicBezTo>
                  <a:pt x="6098804" y="1543249"/>
                  <a:pt x="6110297" y="1531755"/>
                  <a:pt x="6124462" y="1531755"/>
                </a:cubicBezTo>
                <a:close/>
                <a:moveTo>
                  <a:pt x="6064505" y="1531755"/>
                </a:moveTo>
                <a:cubicBezTo>
                  <a:pt x="6078666" y="1531755"/>
                  <a:pt x="6090163" y="1543249"/>
                  <a:pt x="6090163" y="1557414"/>
                </a:cubicBezTo>
                <a:cubicBezTo>
                  <a:pt x="6090163" y="1571578"/>
                  <a:pt x="6078666" y="1583073"/>
                  <a:pt x="6064505" y="1583073"/>
                </a:cubicBezTo>
                <a:cubicBezTo>
                  <a:pt x="6050336" y="1583073"/>
                  <a:pt x="6038844" y="1571578"/>
                  <a:pt x="6038844" y="1557414"/>
                </a:cubicBezTo>
                <a:cubicBezTo>
                  <a:pt x="6038844" y="1543249"/>
                  <a:pt x="6050336" y="1531755"/>
                  <a:pt x="6064505" y="1531755"/>
                </a:cubicBezTo>
                <a:close/>
                <a:moveTo>
                  <a:pt x="6000298" y="1531755"/>
                </a:moveTo>
                <a:cubicBezTo>
                  <a:pt x="6014463" y="1531755"/>
                  <a:pt x="6025956" y="1543249"/>
                  <a:pt x="6025956" y="1557414"/>
                </a:cubicBezTo>
                <a:cubicBezTo>
                  <a:pt x="6025956" y="1571578"/>
                  <a:pt x="6014463" y="1583073"/>
                  <a:pt x="6000298" y="1583073"/>
                </a:cubicBezTo>
                <a:cubicBezTo>
                  <a:pt x="5986133" y="1583073"/>
                  <a:pt x="5974639" y="1571578"/>
                  <a:pt x="5974639" y="1557414"/>
                </a:cubicBezTo>
                <a:cubicBezTo>
                  <a:pt x="5974639" y="1543249"/>
                  <a:pt x="5986133" y="1531755"/>
                  <a:pt x="6000298" y="1531755"/>
                </a:cubicBezTo>
                <a:close/>
                <a:moveTo>
                  <a:pt x="5936092" y="1531755"/>
                </a:moveTo>
                <a:cubicBezTo>
                  <a:pt x="5950255" y="1531755"/>
                  <a:pt x="5961751" y="1543249"/>
                  <a:pt x="5961751" y="1557414"/>
                </a:cubicBezTo>
                <a:cubicBezTo>
                  <a:pt x="5961751" y="1571578"/>
                  <a:pt x="5950255" y="1583073"/>
                  <a:pt x="5936092" y="1583073"/>
                </a:cubicBezTo>
                <a:cubicBezTo>
                  <a:pt x="5921928" y="1583073"/>
                  <a:pt x="5910435" y="1571578"/>
                  <a:pt x="5910435" y="1557414"/>
                </a:cubicBezTo>
                <a:cubicBezTo>
                  <a:pt x="5910435" y="1543249"/>
                  <a:pt x="5921928" y="1531755"/>
                  <a:pt x="5936092" y="1531755"/>
                </a:cubicBezTo>
                <a:close/>
                <a:moveTo>
                  <a:pt x="5743477" y="1531755"/>
                </a:moveTo>
                <a:cubicBezTo>
                  <a:pt x="5757648" y="1531755"/>
                  <a:pt x="5769136" y="1543242"/>
                  <a:pt x="5769136" y="1557413"/>
                </a:cubicBezTo>
                <a:cubicBezTo>
                  <a:pt x="5769136" y="1571585"/>
                  <a:pt x="5757648" y="1583073"/>
                  <a:pt x="5743477" y="1583073"/>
                </a:cubicBezTo>
                <a:cubicBezTo>
                  <a:pt x="5729307" y="1583073"/>
                  <a:pt x="5717818" y="1571585"/>
                  <a:pt x="5717818" y="1557413"/>
                </a:cubicBezTo>
                <a:cubicBezTo>
                  <a:pt x="5717818" y="1543242"/>
                  <a:pt x="5729307" y="1531755"/>
                  <a:pt x="5743477" y="1531755"/>
                </a:cubicBezTo>
                <a:close/>
                <a:moveTo>
                  <a:pt x="5679272" y="1531755"/>
                </a:moveTo>
                <a:cubicBezTo>
                  <a:pt x="5693437" y="1531755"/>
                  <a:pt x="5704930" y="1543249"/>
                  <a:pt x="5704930" y="1557414"/>
                </a:cubicBezTo>
                <a:cubicBezTo>
                  <a:pt x="5704930" y="1571578"/>
                  <a:pt x="5693437" y="1583073"/>
                  <a:pt x="5679272" y="1583073"/>
                </a:cubicBezTo>
                <a:cubicBezTo>
                  <a:pt x="5665108" y="1583073"/>
                  <a:pt x="5653614" y="1571578"/>
                  <a:pt x="5653614" y="1557414"/>
                </a:cubicBezTo>
                <a:cubicBezTo>
                  <a:pt x="5653614" y="1543249"/>
                  <a:pt x="5665108" y="1531755"/>
                  <a:pt x="5679272" y="1531755"/>
                </a:cubicBezTo>
                <a:close/>
                <a:moveTo>
                  <a:pt x="5615066" y="1531755"/>
                </a:moveTo>
                <a:cubicBezTo>
                  <a:pt x="5629231" y="1531755"/>
                  <a:pt x="5640726" y="1543249"/>
                  <a:pt x="5640726" y="1557414"/>
                </a:cubicBezTo>
                <a:cubicBezTo>
                  <a:pt x="5640726" y="1571578"/>
                  <a:pt x="5629231" y="1583073"/>
                  <a:pt x="5615066" y="1583073"/>
                </a:cubicBezTo>
                <a:cubicBezTo>
                  <a:pt x="5600901" y="1583073"/>
                  <a:pt x="5589407" y="1571578"/>
                  <a:pt x="5589407" y="1557414"/>
                </a:cubicBezTo>
                <a:cubicBezTo>
                  <a:pt x="5589407" y="1543249"/>
                  <a:pt x="5600901" y="1531755"/>
                  <a:pt x="5615066" y="1531755"/>
                </a:cubicBezTo>
                <a:close/>
                <a:moveTo>
                  <a:pt x="5550862" y="1531755"/>
                </a:moveTo>
                <a:cubicBezTo>
                  <a:pt x="5565027" y="1531755"/>
                  <a:pt x="5576520" y="1543249"/>
                  <a:pt x="5576520" y="1557414"/>
                </a:cubicBezTo>
                <a:cubicBezTo>
                  <a:pt x="5576520" y="1571578"/>
                  <a:pt x="5565027" y="1583073"/>
                  <a:pt x="5550862" y="1583073"/>
                </a:cubicBezTo>
                <a:cubicBezTo>
                  <a:pt x="5536697" y="1583073"/>
                  <a:pt x="5525203" y="1571578"/>
                  <a:pt x="5525203" y="1557414"/>
                </a:cubicBezTo>
                <a:cubicBezTo>
                  <a:pt x="5525203" y="1543249"/>
                  <a:pt x="5536697" y="1531755"/>
                  <a:pt x="5550862" y="1531755"/>
                </a:cubicBezTo>
                <a:close/>
                <a:moveTo>
                  <a:pt x="5486655" y="1531755"/>
                </a:moveTo>
                <a:cubicBezTo>
                  <a:pt x="5500819" y="1531755"/>
                  <a:pt x="5512316" y="1543249"/>
                  <a:pt x="5512316" y="1557414"/>
                </a:cubicBezTo>
                <a:cubicBezTo>
                  <a:pt x="5512316" y="1571578"/>
                  <a:pt x="5500819" y="1583073"/>
                  <a:pt x="5486655" y="1583073"/>
                </a:cubicBezTo>
                <a:cubicBezTo>
                  <a:pt x="5472491" y="1583073"/>
                  <a:pt x="5460997" y="1571578"/>
                  <a:pt x="5460997" y="1557414"/>
                </a:cubicBezTo>
                <a:cubicBezTo>
                  <a:pt x="5460997" y="1543249"/>
                  <a:pt x="5472491" y="1531755"/>
                  <a:pt x="5486655" y="1531755"/>
                </a:cubicBezTo>
                <a:close/>
                <a:moveTo>
                  <a:pt x="5422451" y="1531755"/>
                </a:moveTo>
                <a:cubicBezTo>
                  <a:pt x="5436621" y="1531755"/>
                  <a:pt x="5448109" y="1543242"/>
                  <a:pt x="5448109" y="1557413"/>
                </a:cubicBezTo>
                <a:cubicBezTo>
                  <a:pt x="5448109" y="1571585"/>
                  <a:pt x="5436621" y="1583073"/>
                  <a:pt x="5422451" y="1583073"/>
                </a:cubicBezTo>
                <a:cubicBezTo>
                  <a:pt x="5408280" y="1583073"/>
                  <a:pt x="5396791" y="1571585"/>
                  <a:pt x="5396791" y="1557413"/>
                </a:cubicBezTo>
                <a:cubicBezTo>
                  <a:pt x="5396791" y="1543242"/>
                  <a:pt x="5408280" y="1531755"/>
                  <a:pt x="5422451" y="1531755"/>
                </a:cubicBezTo>
                <a:close/>
                <a:moveTo>
                  <a:pt x="5358245" y="1531755"/>
                </a:moveTo>
                <a:cubicBezTo>
                  <a:pt x="5372417" y="1531755"/>
                  <a:pt x="5383904" y="1543242"/>
                  <a:pt x="5383904" y="1557413"/>
                </a:cubicBezTo>
                <a:cubicBezTo>
                  <a:pt x="5383904" y="1571585"/>
                  <a:pt x="5372417" y="1583073"/>
                  <a:pt x="5358245" y="1583073"/>
                </a:cubicBezTo>
                <a:cubicBezTo>
                  <a:pt x="5344076" y="1583073"/>
                  <a:pt x="5332587" y="1571585"/>
                  <a:pt x="5332587" y="1557413"/>
                </a:cubicBezTo>
                <a:cubicBezTo>
                  <a:pt x="5332587" y="1543242"/>
                  <a:pt x="5344076" y="1531755"/>
                  <a:pt x="5358245" y="1531755"/>
                </a:cubicBezTo>
                <a:close/>
                <a:moveTo>
                  <a:pt x="5229719" y="1531755"/>
                </a:moveTo>
                <a:cubicBezTo>
                  <a:pt x="5243999" y="1531755"/>
                  <a:pt x="5255377" y="1543249"/>
                  <a:pt x="5255377" y="1557414"/>
                </a:cubicBezTo>
                <a:cubicBezTo>
                  <a:pt x="5255377" y="1571578"/>
                  <a:pt x="5243883" y="1583073"/>
                  <a:pt x="5229719" y="1583073"/>
                </a:cubicBezTo>
                <a:cubicBezTo>
                  <a:pt x="5215554" y="1583073"/>
                  <a:pt x="5204058" y="1571578"/>
                  <a:pt x="5204058" y="1557414"/>
                </a:cubicBezTo>
                <a:cubicBezTo>
                  <a:pt x="5204058" y="1543249"/>
                  <a:pt x="5215554" y="1531755"/>
                  <a:pt x="5229719" y="1531755"/>
                </a:cubicBezTo>
                <a:close/>
                <a:moveTo>
                  <a:pt x="5101309" y="1531755"/>
                </a:moveTo>
                <a:cubicBezTo>
                  <a:pt x="5115473" y="1531755"/>
                  <a:pt x="5126967" y="1543249"/>
                  <a:pt x="5126967" y="1557414"/>
                </a:cubicBezTo>
                <a:cubicBezTo>
                  <a:pt x="5126967" y="1571578"/>
                  <a:pt x="5115473" y="1583073"/>
                  <a:pt x="5101309" y="1583073"/>
                </a:cubicBezTo>
                <a:cubicBezTo>
                  <a:pt x="5087142" y="1583073"/>
                  <a:pt x="5075649" y="1571578"/>
                  <a:pt x="5075649" y="1557414"/>
                </a:cubicBezTo>
                <a:cubicBezTo>
                  <a:pt x="5075649" y="1543249"/>
                  <a:pt x="5087142" y="1531755"/>
                  <a:pt x="5101309" y="1531755"/>
                </a:cubicBezTo>
                <a:close/>
                <a:moveTo>
                  <a:pt x="5037104" y="1531755"/>
                </a:moveTo>
                <a:cubicBezTo>
                  <a:pt x="5051273" y="1531755"/>
                  <a:pt x="5062762" y="1543242"/>
                  <a:pt x="5062762" y="1557413"/>
                </a:cubicBezTo>
                <a:cubicBezTo>
                  <a:pt x="5062762" y="1571585"/>
                  <a:pt x="5051273" y="1583073"/>
                  <a:pt x="5037104" y="1583073"/>
                </a:cubicBezTo>
                <a:cubicBezTo>
                  <a:pt x="5022930" y="1583073"/>
                  <a:pt x="5011444" y="1571585"/>
                  <a:pt x="5011444" y="1557413"/>
                </a:cubicBezTo>
                <a:cubicBezTo>
                  <a:pt x="5011444" y="1543242"/>
                  <a:pt x="5022930" y="1531755"/>
                  <a:pt x="5037104" y="1531755"/>
                </a:cubicBezTo>
                <a:close/>
                <a:moveTo>
                  <a:pt x="4972896" y="1531755"/>
                </a:moveTo>
                <a:cubicBezTo>
                  <a:pt x="4987063" y="1531755"/>
                  <a:pt x="4998557" y="1543249"/>
                  <a:pt x="4998557" y="1557414"/>
                </a:cubicBezTo>
                <a:cubicBezTo>
                  <a:pt x="4998557" y="1571578"/>
                  <a:pt x="4987063" y="1583073"/>
                  <a:pt x="4972896" y="1583073"/>
                </a:cubicBezTo>
                <a:cubicBezTo>
                  <a:pt x="4958732" y="1583073"/>
                  <a:pt x="4947240" y="1571578"/>
                  <a:pt x="4947240" y="1557414"/>
                </a:cubicBezTo>
                <a:cubicBezTo>
                  <a:pt x="4947240" y="1543249"/>
                  <a:pt x="4958732" y="1531755"/>
                  <a:pt x="4972896" y="1531755"/>
                </a:cubicBezTo>
                <a:close/>
                <a:moveTo>
                  <a:pt x="4908693" y="1531755"/>
                </a:moveTo>
                <a:cubicBezTo>
                  <a:pt x="4922857" y="1531755"/>
                  <a:pt x="4934352" y="1543249"/>
                  <a:pt x="4934352" y="1557414"/>
                </a:cubicBezTo>
                <a:cubicBezTo>
                  <a:pt x="4934352" y="1571578"/>
                  <a:pt x="4922857" y="1583073"/>
                  <a:pt x="4908693" y="1583073"/>
                </a:cubicBezTo>
                <a:cubicBezTo>
                  <a:pt x="4894527" y="1583073"/>
                  <a:pt x="4883033" y="1571578"/>
                  <a:pt x="4883033" y="1557414"/>
                </a:cubicBezTo>
                <a:cubicBezTo>
                  <a:pt x="4883033" y="1543249"/>
                  <a:pt x="4894527" y="1531755"/>
                  <a:pt x="4908693" y="1531755"/>
                </a:cubicBezTo>
                <a:close/>
                <a:moveTo>
                  <a:pt x="4844487" y="1531755"/>
                </a:moveTo>
                <a:cubicBezTo>
                  <a:pt x="4858650" y="1531755"/>
                  <a:pt x="4870146" y="1543249"/>
                  <a:pt x="4870146" y="1557414"/>
                </a:cubicBezTo>
                <a:cubicBezTo>
                  <a:pt x="4870146" y="1571578"/>
                  <a:pt x="4858650" y="1583073"/>
                  <a:pt x="4844487" y="1583073"/>
                </a:cubicBezTo>
                <a:cubicBezTo>
                  <a:pt x="4830322" y="1583073"/>
                  <a:pt x="4818828" y="1571578"/>
                  <a:pt x="4818828" y="1557414"/>
                </a:cubicBezTo>
                <a:cubicBezTo>
                  <a:pt x="4818828" y="1543249"/>
                  <a:pt x="4830322" y="1531755"/>
                  <a:pt x="4844487" y="1531755"/>
                </a:cubicBezTo>
                <a:close/>
                <a:moveTo>
                  <a:pt x="4780282" y="1531755"/>
                </a:moveTo>
                <a:cubicBezTo>
                  <a:pt x="4794447" y="1531755"/>
                  <a:pt x="4805941" y="1543249"/>
                  <a:pt x="4805941" y="1557414"/>
                </a:cubicBezTo>
                <a:cubicBezTo>
                  <a:pt x="4805941" y="1571578"/>
                  <a:pt x="4794447" y="1583073"/>
                  <a:pt x="4780282" y="1583073"/>
                </a:cubicBezTo>
                <a:cubicBezTo>
                  <a:pt x="4766118" y="1583073"/>
                  <a:pt x="4754622" y="1571578"/>
                  <a:pt x="4754622" y="1557414"/>
                </a:cubicBezTo>
                <a:cubicBezTo>
                  <a:pt x="4754622" y="1543249"/>
                  <a:pt x="4766118" y="1531755"/>
                  <a:pt x="4780282" y="1531755"/>
                </a:cubicBezTo>
                <a:close/>
                <a:moveTo>
                  <a:pt x="4651872" y="1531755"/>
                </a:moveTo>
                <a:cubicBezTo>
                  <a:pt x="4666042" y="1531755"/>
                  <a:pt x="4677531" y="1543242"/>
                  <a:pt x="4677531" y="1557413"/>
                </a:cubicBezTo>
                <a:cubicBezTo>
                  <a:pt x="4677531" y="1571585"/>
                  <a:pt x="4666042" y="1583073"/>
                  <a:pt x="4651872" y="1583073"/>
                </a:cubicBezTo>
                <a:cubicBezTo>
                  <a:pt x="4637700" y="1583073"/>
                  <a:pt x="4626213" y="1571585"/>
                  <a:pt x="4626213" y="1557413"/>
                </a:cubicBezTo>
                <a:cubicBezTo>
                  <a:pt x="4626213" y="1543242"/>
                  <a:pt x="4637700" y="1531755"/>
                  <a:pt x="4651872" y="1531755"/>
                </a:cubicBezTo>
                <a:close/>
                <a:moveTo>
                  <a:pt x="4587666" y="1531755"/>
                </a:moveTo>
                <a:cubicBezTo>
                  <a:pt x="4601830" y="1531755"/>
                  <a:pt x="4613324" y="1543249"/>
                  <a:pt x="4613324" y="1557414"/>
                </a:cubicBezTo>
                <a:cubicBezTo>
                  <a:pt x="4613324" y="1571578"/>
                  <a:pt x="4601830" y="1583073"/>
                  <a:pt x="4587666" y="1583073"/>
                </a:cubicBezTo>
                <a:cubicBezTo>
                  <a:pt x="4573501" y="1583073"/>
                  <a:pt x="4562007" y="1571578"/>
                  <a:pt x="4562007" y="1557414"/>
                </a:cubicBezTo>
                <a:cubicBezTo>
                  <a:pt x="4562007" y="1543249"/>
                  <a:pt x="4573501" y="1531755"/>
                  <a:pt x="4587666" y="1531755"/>
                </a:cubicBezTo>
                <a:close/>
                <a:moveTo>
                  <a:pt x="4523461" y="1531755"/>
                </a:moveTo>
                <a:cubicBezTo>
                  <a:pt x="4537626" y="1531755"/>
                  <a:pt x="4549121" y="1543249"/>
                  <a:pt x="4549121" y="1557414"/>
                </a:cubicBezTo>
                <a:cubicBezTo>
                  <a:pt x="4549121" y="1571578"/>
                  <a:pt x="4537626" y="1583073"/>
                  <a:pt x="4523461" y="1583073"/>
                </a:cubicBezTo>
                <a:cubicBezTo>
                  <a:pt x="4509296" y="1583073"/>
                  <a:pt x="4497802" y="1571578"/>
                  <a:pt x="4497802" y="1557414"/>
                </a:cubicBezTo>
                <a:cubicBezTo>
                  <a:pt x="4497802" y="1543249"/>
                  <a:pt x="4509296" y="1531755"/>
                  <a:pt x="4523461" y="1531755"/>
                </a:cubicBezTo>
                <a:close/>
                <a:moveTo>
                  <a:pt x="4395050" y="1531755"/>
                </a:moveTo>
                <a:cubicBezTo>
                  <a:pt x="4409214" y="1531755"/>
                  <a:pt x="4420710" y="1543249"/>
                  <a:pt x="4420710" y="1557414"/>
                </a:cubicBezTo>
                <a:cubicBezTo>
                  <a:pt x="4420710" y="1571578"/>
                  <a:pt x="4409214" y="1583073"/>
                  <a:pt x="4395050" y="1583073"/>
                </a:cubicBezTo>
                <a:cubicBezTo>
                  <a:pt x="4380886" y="1583073"/>
                  <a:pt x="4369391" y="1571578"/>
                  <a:pt x="4369391" y="1557414"/>
                </a:cubicBezTo>
                <a:cubicBezTo>
                  <a:pt x="4369391" y="1543249"/>
                  <a:pt x="4380886" y="1531755"/>
                  <a:pt x="4395050" y="1531755"/>
                </a:cubicBezTo>
                <a:close/>
                <a:moveTo>
                  <a:pt x="4266640" y="1531755"/>
                </a:moveTo>
                <a:cubicBezTo>
                  <a:pt x="4280811" y="1531755"/>
                  <a:pt x="4292298" y="1543242"/>
                  <a:pt x="4292298" y="1557413"/>
                </a:cubicBezTo>
                <a:cubicBezTo>
                  <a:pt x="4292298" y="1571585"/>
                  <a:pt x="4280811" y="1583073"/>
                  <a:pt x="4266640" y="1583073"/>
                </a:cubicBezTo>
                <a:cubicBezTo>
                  <a:pt x="4252470" y="1583073"/>
                  <a:pt x="4240981" y="1571585"/>
                  <a:pt x="4240981" y="1557413"/>
                </a:cubicBezTo>
                <a:cubicBezTo>
                  <a:pt x="4240981" y="1543242"/>
                  <a:pt x="4252470" y="1531755"/>
                  <a:pt x="4266640" y="1531755"/>
                </a:cubicBezTo>
                <a:close/>
                <a:moveTo>
                  <a:pt x="4202435" y="1531755"/>
                </a:moveTo>
                <a:cubicBezTo>
                  <a:pt x="4216598" y="1531755"/>
                  <a:pt x="4228093" y="1543249"/>
                  <a:pt x="4228093" y="1557414"/>
                </a:cubicBezTo>
                <a:cubicBezTo>
                  <a:pt x="4228093" y="1571578"/>
                  <a:pt x="4216598" y="1583073"/>
                  <a:pt x="4202435" y="1583073"/>
                </a:cubicBezTo>
                <a:cubicBezTo>
                  <a:pt x="4188268" y="1583073"/>
                  <a:pt x="4176776" y="1571578"/>
                  <a:pt x="4176776" y="1557414"/>
                </a:cubicBezTo>
                <a:cubicBezTo>
                  <a:pt x="4176776" y="1543249"/>
                  <a:pt x="4188268" y="1531755"/>
                  <a:pt x="4202435" y="1531755"/>
                </a:cubicBezTo>
                <a:close/>
                <a:moveTo>
                  <a:pt x="4073908" y="1531755"/>
                </a:moveTo>
                <a:cubicBezTo>
                  <a:pt x="4088073" y="1531755"/>
                  <a:pt x="4099565" y="1543249"/>
                  <a:pt x="4099565" y="1557414"/>
                </a:cubicBezTo>
                <a:cubicBezTo>
                  <a:pt x="4099565" y="1571578"/>
                  <a:pt x="4088073" y="1583073"/>
                  <a:pt x="4073908" y="1583073"/>
                </a:cubicBezTo>
                <a:cubicBezTo>
                  <a:pt x="4059743" y="1583073"/>
                  <a:pt x="4048248" y="1571578"/>
                  <a:pt x="4048248" y="1557414"/>
                </a:cubicBezTo>
                <a:cubicBezTo>
                  <a:pt x="4048248" y="1543249"/>
                  <a:pt x="4059743" y="1531755"/>
                  <a:pt x="4073908" y="1531755"/>
                </a:cubicBezTo>
                <a:close/>
                <a:moveTo>
                  <a:pt x="4009702" y="1531755"/>
                </a:moveTo>
                <a:cubicBezTo>
                  <a:pt x="4023866" y="1531755"/>
                  <a:pt x="4035362" y="1543249"/>
                  <a:pt x="4035362" y="1557414"/>
                </a:cubicBezTo>
                <a:cubicBezTo>
                  <a:pt x="4035362" y="1571578"/>
                  <a:pt x="4023866" y="1583073"/>
                  <a:pt x="4009702" y="1583073"/>
                </a:cubicBezTo>
                <a:cubicBezTo>
                  <a:pt x="3995538" y="1583073"/>
                  <a:pt x="3984043" y="1571578"/>
                  <a:pt x="3984043" y="1557414"/>
                </a:cubicBezTo>
                <a:cubicBezTo>
                  <a:pt x="3984043" y="1543249"/>
                  <a:pt x="3995538" y="1531755"/>
                  <a:pt x="4009702" y="1531755"/>
                </a:cubicBezTo>
                <a:close/>
                <a:moveTo>
                  <a:pt x="3881291" y="1531755"/>
                </a:moveTo>
                <a:cubicBezTo>
                  <a:pt x="3895456" y="1531755"/>
                  <a:pt x="3906950" y="1543249"/>
                  <a:pt x="3906950" y="1557414"/>
                </a:cubicBezTo>
                <a:cubicBezTo>
                  <a:pt x="3906950" y="1571578"/>
                  <a:pt x="3895456" y="1583073"/>
                  <a:pt x="3881291" y="1583073"/>
                </a:cubicBezTo>
                <a:cubicBezTo>
                  <a:pt x="3867127" y="1583073"/>
                  <a:pt x="3855633" y="1571578"/>
                  <a:pt x="3855633" y="1557414"/>
                </a:cubicBezTo>
                <a:cubicBezTo>
                  <a:pt x="3855633" y="1543249"/>
                  <a:pt x="3867127" y="1531755"/>
                  <a:pt x="3881291" y="1531755"/>
                </a:cubicBezTo>
                <a:close/>
                <a:moveTo>
                  <a:pt x="3817085" y="1531755"/>
                </a:moveTo>
                <a:cubicBezTo>
                  <a:pt x="3831252" y="1531755"/>
                  <a:pt x="3842745" y="1543249"/>
                  <a:pt x="3842745" y="1557414"/>
                </a:cubicBezTo>
                <a:cubicBezTo>
                  <a:pt x="3842745" y="1571578"/>
                  <a:pt x="3831252" y="1583073"/>
                  <a:pt x="3817085" y="1583073"/>
                </a:cubicBezTo>
                <a:cubicBezTo>
                  <a:pt x="3802921" y="1583073"/>
                  <a:pt x="3791427" y="1571578"/>
                  <a:pt x="3791427" y="1557414"/>
                </a:cubicBezTo>
                <a:cubicBezTo>
                  <a:pt x="3791427" y="1543249"/>
                  <a:pt x="3802921" y="1531755"/>
                  <a:pt x="3817085" y="1531755"/>
                </a:cubicBezTo>
                <a:close/>
                <a:moveTo>
                  <a:pt x="3752882" y="1531755"/>
                </a:moveTo>
                <a:cubicBezTo>
                  <a:pt x="3767045" y="1531755"/>
                  <a:pt x="3778539" y="1543249"/>
                  <a:pt x="3778539" y="1557414"/>
                </a:cubicBezTo>
                <a:cubicBezTo>
                  <a:pt x="3778539" y="1571578"/>
                  <a:pt x="3767045" y="1583073"/>
                  <a:pt x="3752882" y="1583073"/>
                </a:cubicBezTo>
                <a:cubicBezTo>
                  <a:pt x="3738717" y="1583073"/>
                  <a:pt x="3727221" y="1571578"/>
                  <a:pt x="3727221" y="1557414"/>
                </a:cubicBezTo>
                <a:cubicBezTo>
                  <a:pt x="3727221" y="1543249"/>
                  <a:pt x="3738717" y="1531755"/>
                  <a:pt x="3752882" y="1531755"/>
                </a:cubicBezTo>
                <a:close/>
                <a:moveTo>
                  <a:pt x="3688674" y="1531755"/>
                </a:moveTo>
                <a:cubicBezTo>
                  <a:pt x="3702840" y="1531755"/>
                  <a:pt x="3714335" y="1543249"/>
                  <a:pt x="3714335" y="1557414"/>
                </a:cubicBezTo>
                <a:cubicBezTo>
                  <a:pt x="3714335" y="1571578"/>
                  <a:pt x="3702840" y="1583073"/>
                  <a:pt x="3688674" y="1583073"/>
                </a:cubicBezTo>
                <a:cubicBezTo>
                  <a:pt x="3674510" y="1583073"/>
                  <a:pt x="3663017" y="1571578"/>
                  <a:pt x="3663017" y="1557414"/>
                </a:cubicBezTo>
                <a:cubicBezTo>
                  <a:pt x="3663017" y="1543249"/>
                  <a:pt x="3674510" y="1531755"/>
                  <a:pt x="3688674" y="1531755"/>
                </a:cubicBezTo>
                <a:close/>
                <a:moveTo>
                  <a:pt x="3624472" y="1531755"/>
                </a:moveTo>
                <a:cubicBezTo>
                  <a:pt x="3638640" y="1531755"/>
                  <a:pt x="3650129" y="1543242"/>
                  <a:pt x="3650129" y="1557413"/>
                </a:cubicBezTo>
                <a:cubicBezTo>
                  <a:pt x="3650129" y="1571585"/>
                  <a:pt x="3638640" y="1583073"/>
                  <a:pt x="3624472" y="1583073"/>
                </a:cubicBezTo>
                <a:cubicBezTo>
                  <a:pt x="3610300" y="1583073"/>
                  <a:pt x="3598810" y="1571585"/>
                  <a:pt x="3598810" y="1557413"/>
                </a:cubicBezTo>
                <a:cubicBezTo>
                  <a:pt x="3598810" y="1543242"/>
                  <a:pt x="3610300" y="1531755"/>
                  <a:pt x="3624472" y="1531755"/>
                </a:cubicBezTo>
                <a:close/>
                <a:moveTo>
                  <a:pt x="3431855" y="1531755"/>
                </a:moveTo>
                <a:cubicBezTo>
                  <a:pt x="3446019" y="1531755"/>
                  <a:pt x="3457512" y="1543249"/>
                  <a:pt x="3457512" y="1557414"/>
                </a:cubicBezTo>
                <a:cubicBezTo>
                  <a:pt x="3457512" y="1571578"/>
                  <a:pt x="3446019" y="1583073"/>
                  <a:pt x="3431855" y="1583073"/>
                </a:cubicBezTo>
                <a:cubicBezTo>
                  <a:pt x="3417690" y="1583073"/>
                  <a:pt x="3406196" y="1571578"/>
                  <a:pt x="3406196" y="1557414"/>
                </a:cubicBezTo>
                <a:cubicBezTo>
                  <a:pt x="3406196" y="1543249"/>
                  <a:pt x="3417690" y="1531755"/>
                  <a:pt x="3431855" y="1531755"/>
                </a:cubicBezTo>
                <a:close/>
                <a:moveTo>
                  <a:pt x="3367649" y="1531755"/>
                </a:moveTo>
                <a:cubicBezTo>
                  <a:pt x="3381813" y="1531755"/>
                  <a:pt x="3393308" y="1543249"/>
                  <a:pt x="3393308" y="1557414"/>
                </a:cubicBezTo>
                <a:cubicBezTo>
                  <a:pt x="3393308" y="1571578"/>
                  <a:pt x="3381813" y="1583073"/>
                  <a:pt x="3367649" y="1583073"/>
                </a:cubicBezTo>
                <a:cubicBezTo>
                  <a:pt x="3353484" y="1583073"/>
                  <a:pt x="3341990" y="1571578"/>
                  <a:pt x="3341990" y="1557414"/>
                </a:cubicBezTo>
                <a:cubicBezTo>
                  <a:pt x="3341990" y="1543249"/>
                  <a:pt x="3353484" y="1531755"/>
                  <a:pt x="3367649" y="1531755"/>
                </a:cubicBezTo>
                <a:close/>
                <a:moveTo>
                  <a:pt x="3303444" y="1531755"/>
                </a:moveTo>
                <a:cubicBezTo>
                  <a:pt x="3317609" y="1531755"/>
                  <a:pt x="3329102" y="1543249"/>
                  <a:pt x="3329102" y="1557414"/>
                </a:cubicBezTo>
                <a:cubicBezTo>
                  <a:pt x="3329102" y="1571578"/>
                  <a:pt x="3317609" y="1583073"/>
                  <a:pt x="3303444" y="1583073"/>
                </a:cubicBezTo>
                <a:cubicBezTo>
                  <a:pt x="3289279" y="1583073"/>
                  <a:pt x="3277785" y="1571578"/>
                  <a:pt x="3277785" y="1557414"/>
                </a:cubicBezTo>
                <a:cubicBezTo>
                  <a:pt x="3277785" y="1543249"/>
                  <a:pt x="3289279" y="1531755"/>
                  <a:pt x="3303444" y="1531755"/>
                </a:cubicBezTo>
                <a:close/>
                <a:moveTo>
                  <a:pt x="3239238" y="1531755"/>
                </a:moveTo>
                <a:cubicBezTo>
                  <a:pt x="3253410" y="1531755"/>
                  <a:pt x="3264898" y="1543242"/>
                  <a:pt x="3264898" y="1557413"/>
                </a:cubicBezTo>
                <a:cubicBezTo>
                  <a:pt x="3264898" y="1571585"/>
                  <a:pt x="3253410" y="1583073"/>
                  <a:pt x="3239238" y="1583073"/>
                </a:cubicBezTo>
                <a:cubicBezTo>
                  <a:pt x="3225068" y="1583073"/>
                  <a:pt x="3213580" y="1571585"/>
                  <a:pt x="3213580" y="1557413"/>
                </a:cubicBezTo>
                <a:cubicBezTo>
                  <a:pt x="3213580" y="1543242"/>
                  <a:pt x="3225068" y="1531755"/>
                  <a:pt x="3239238" y="1531755"/>
                </a:cubicBezTo>
                <a:close/>
                <a:moveTo>
                  <a:pt x="3110828" y="1531755"/>
                </a:moveTo>
                <a:cubicBezTo>
                  <a:pt x="3124992" y="1531755"/>
                  <a:pt x="3136487" y="1543249"/>
                  <a:pt x="3136487" y="1557414"/>
                </a:cubicBezTo>
                <a:cubicBezTo>
                  <a:pt x="3136487" y="1571578"/>
                  <a:pt x="3124992" y="1583073"/>
                  <a:pt x="3110828" y="1583073"/>
                </a:cubicBezTo>
                <a:cubicBezTo>
                  <a:pt x="3096663" y="1583073"/>
                  <a:pt x="3085170" y="1571578"/>
                  <a:pt x="3085170" y="1557414"/>
                </a:cubicBezTo>
                <a:cubicBezTo>
                  <a:pt x="3085170" y="1543249"/>
                  <a:pt x="3096663" y="1531755"/>
                  <a:pt x="3110828" y="1531755"/>
                </a:cubicBezTo>
                <a:close/>
                <a:moveTo>
                  <a:pt x="3046623" y="1531755"/>
                </a:moveTo>
                <a:cubicBezTo>
                  <a:pt x="3060788" y="1531755"/>
                  <a:pt x="3072282" y="1543249"/>
                  <a:pt x="3072282" y="1557414"/>
                </a:cubicBezTo>
                <a:cubicBezTo>
                  <a:pt x="3072282" y="1571578"/>
                  <a:pt x="3060788" y="1583073"/>
                  <a:pt x="3046623" y="1583073"/>
                </a:cubicBezTo>
                <a:cubicBezTo>
                  <a:pt x="3032458" y="1583073"/>
                  <a:pt x="3020964" y="1571578"/>
                  <a:pt x="3020964" y="1557414"/>
                </a:cubicBezTo>
                <a:cubicBezTo>
                  <a:pt x="3020964" y="1543249"/>
                  <a:pt x="3032458" y="1531755"/>
                  <a:pt x="3046623" y="1531755"/>
                </a:cubicBezTo>
                <a:close/>
                <a:moveTo>
                  <a:pt x="2982301" y="1531755"/>
                </a:moveTo>
                <a:cubicBezTo>
                  <a:pt x="2996466" y="1531755"/>
                  <a:pt x="3007960" y="1543249"/>
                  <a:pt x="3007960" y="1557414"/>
                </a:cubicBezTo>
                <a:cubicBezTo>
                  <a:pt x="3007960" y="1571578"/>
                  <a:pt x="2996466" y="1583073"/>
                  <a:pt x="2982301" y="1583073"/>
                </a:cubicBezTo>
                <a:cubicBezTo>
                  <a:pt x="2968137" y="1583073"/>
                  <a:pt x="2956642" y="1571578"/>
                  <a:pt x="2956642" y="1557414"/>
                </a:cubicBezTo>
                <a:cubicBezTo>
                  <a:pt x="2956642" y="1543249"/>
                  <a:pt x="2968137" y="1531755"/>
                  <a:pt x="2982301" y="1531755"/>
                </a:cubicBezTo>
                <a:close/>
                <a:moveTo>
                  <a:pt x="2853890" y="1531755"/>
                </a:moveTo>
                <a:cubicBezTo>
                  <a:pt x="2868062" y="1531755"/>
                  <a:pt x="2879550" y="1543242"/>
                  <a:pt x="2879550" y="1557413"/>
                </a:cubicBezTo>
                <a:cubicBezTo>
                  <a:pt x="2879550" y="1571585"/>
                  <a:pt x="2868062" y="1583073"/>
                  <a:pt x="2853890" y="1583073"/>
                </a:cubicBezTo>
                <a:cubicBezTo>
                  <a:pt x="2839720" y="1583073"/>
                  <a:pt x="2828231" y="1571585"/>
                  <a:pt x="2828231" y="1557413"/>
                </a:cubicBezTo>
                <a:cubicBezTo>
                  <a:pt x="2828231" y="1543242"/>
                  <a:pt x="2839720" y="1531755"/>
                  <a:pt x="2853890" y="1531755"/>
                </a:cubicBezTo>
                <a:close/>
                <a:moveTo>
                  <a:pt x="2789686" y="1531755"/>
                </a:moveTo>
                <a:cubicBezTo>
                  <a:pt x="2803850" y="1531755"/>
                  <a:pt x="2815344" y="1543249"/>
                  <a:pt x="2815344" y="1557414"/>
                </a:cubicBezTo>
                <a:cubicBezTo>
                  <a:pt x="2815344" y="1571578"/>
                  <a:pt x="2803850" y="1583073"/>
                  <a:pt x="2789686" y="1583073"/>
                </a:cubicBezTo>
                <a:cubicBezTo>
                  <a:pt x="2775521" y="1583073"/>
                  <a:pt x="2764027" y="1571578"/>
                  <a:pt x="2764027" y="1557414"/>
                </a:cubicBezTo>
                <a:cubicBezTo>
                  <a:pt x="2764027" y="1543249"/>
                  <a:pt x="2775521" y="1531755"/>
                  <a:pt x="2789686" y="1531755"/>
                </a:cubicBezTo>
                <a:close/>
                <a:moveTo>
                  <a:pt x="2725480" y="1531755"/>
                </a:moveTo>
                <a:cubicBezTo>
                  <a:pt x="2739644" y="1531755"/>
                  <a:pt x="2751140" y="1543249"/>
                  <a:pt x="2751140" y="1557414"/>
                </a:cubicBezTo>
                <a:cubicBezTo>
                  <a:pt x="2751140" y="1571578"/>
                  <a:pt x="2739644" y="1583073"/>
                  <a:pt x="2725480" y="1583073"/>
                </a:cubicBezTo>
                <a:cubicBezTo>
                  <a:pt x="2711315" y="1583073"/>
                  <a:pt x="2699821" y="1571578"/>
                  <a:pt x="2699821" y="1557414"/>
                </a:cubicBezTo>
                <a:cubicBezTo>
                  <a:pt x="2699821" y="1543249"/>
                  <a:pt x="2711315" y="1531755"/>
                  <a:pt x="2725480" y="1531755"/>
                </a:cubicBezTo>
                <a:close/>
                <a:moveTo>
                  <a:pt x="2597069" y="1531755"/>
                </a:moveTo>
                <a:cubicBezTo>
                  <a:pt x="2611234" y="1531755"/>
                  <a:pt x="2622729" y="1543249"/>
                  <a:pt x="2622729" y="1557414"/>
                </a:cubicBezTo>
                <a:cubicBezTo>
                  <a:pt x="2622729" y="1571578"/>
                  <a:pt x="2611234" y="1583073"/>
                  <a:pt x="2597069" y="1583073"/>
                </a:cubicBezTo>
                <a:cubicBezTo>
                  <a:pt x="2582904" y="1583073"/>
                  <a:pt x="2571410" y="1571578"/>
                  <a:pt x="2571410" y="1557414"/>
                </a:cubicBezTo>
                <a:cubicBezTo>
                  <a:pt x="2571410" y="1543249"/>
                  <a:pt x="2582904" y="1531755"/>
                  <a:pt x="2597069" y="1531755"/>
                </a:cubicBezTo>
                <a:close/>
                <a:moveTo>
                  <a:pt x="2532865" y="1531755"/>
                </a:moveTo>
                <a:cubicBezTo>
                  <a:pt x="2547035" y="1531755"/>
                  <a:pt x="2558523" y="1543242"/>
                  <a:pt x="2558523" y="1557413"/>
                </a:cubicBezTo>
                <a:cubicBezTo>
                  <a:pt x="2558523" y="1571585"/>
                  <a:pt x="2547035" y="1583073"/>
                  <a:pt x="2532865" y="1583073"/>
                </a:cubicBezTo>
                <a:cubicBezTo>
                  <a:pt x="2518693" y="1583073"/>
                  <a:pt x="2507205" y="1571585"/>
                  <a:pt x="2507205" y="1557413"/>
                </a:cubicBezTo>
                <a:cubicBezTo>
                  <a:pt x="2507205" y="1543242"/>
                  <a:pt x="2518693" y="1531755"/>
                  <a:pt x="2532865" y="1531755"/>
                </a:cubicBezTo>
                <a:close/>
                <a:moveTo>
                  <a:pt x="2404454" y="1531755"/>
                </a:moveTo>
                <a:cubicBezTo>
                  <a:pt x="2418619" y="1531755"/>
                  <a:pt x="2430112" y="1543249"/>
                  <a:pt x="2430112" y="1557414"/>
                </a:cubicBezTo>
                <a:cubicBezTo>
                  <a:pt x="2430112" y="1571578"/>
                  <a:pt x="2418619" y="1583073"/>
                  <a:pt x="2404454" y="1583073"/>
                </a:cubicBezTo>
                <a:cubicBezTo>
                  <a:pt x="2390289" y="1583073"/>
                  <a:pt x="2378795" y="1571578"/>
                  <a:pt x="2378795" y="1557414"/>
                </a:cubicBezTo>
                <a:cubicBezTo>
                  <a:pt x="2378795" y="1543249"/>
                  <a:pt x="2390289" y="1531755"/>
                  <a:pt x="2404454" y="1531755"/>
                </a:cubicBezTo>
                <a:close/>
                <a:moveTo>
                  <a:pt x="2340249" y="1531755"/>
                </a:moveTo>
                <a:cubicBezTo>
                  <a:pt x="2354413" y="1531755"/>
                  <a:pt x="2365908" y="1543249"/>
                  <a:pt x="2365908" y="1557414"/>
                </a:cubicBezTo>
                <a:cubicBezTo>
                  <a:pt x="2365908" y="1571578"/>
                  <a:pt x="2354413" y="1583073"/>
                  <a:pt x="2340249" y="1583073"/>
                </a:cubicBezTo>
                <a:cubicBezTo>
                  <a:pt x="2326084" y="1583073"/>
                  <a:pt x="2314590" y="1571578"/>
                  <a:pt x="2314590" y="1557414"/>
                </a:cubicBezTo>
                <a:cubicBezTo>
                  <a:pt x="2314590" y="1543249"/>
                  <a:pt x="2326084" y="1531755"/>
                  <a:pt x="2340249" y="1531755"/>
                </a:cubicBezTo>
                <a:close/>
                <a:moveTo>
                  <a:pt x="2276044" y="1531755"/>
                </a:moveTo>
                <a:cubicBezTo>
                  <a:pt x="2290208" y="1531755"/>
                  <a:pt x="2301702" y="1543249"/>
                  <a:pt x="2301702" y="1557414"/>
                </a:cubicBezTo>
                <a:cubicBezTo>
                  <a:pt x="2301702" y="1571578"/>
                  <a:pt x="2290208" y="1583073"/>
                  <a:pt x="2276044" y="1583073"/>
                </a:cubicBezTo>
                <a:cubicBezTo>
                  <a:pt x="2261879" y="1583073"/>
                  <a:pt x="2250385" y="1571578"/>
                  <a:pt x="2250385" y="1557414"/>
                </a:cubicBezTo>
                <a:cubicBezTo>
                  <a:pt x="2250385" y="1543249"/>
                  <a:pt x="2261879" y="1531755"/>
                  <a:pt x="2276044" y="1531755"/>
                </a:cubicBezTo>
                <a:close/>
                <a:moveTo>
                  <a:pt x="2211838" y="1531755"/>
                </a:moveTo>
                <a:cubicBezTo>
                  <a:pt x="2226003" y="1531755"/>
                  <a:pt x="2237497" y="1543249"/>
                  <a:pt x="2237497" y="1557414"/>
                </a:cubicBezTo>
                <a:cubicBezTo>
                  <a:pt x="2237497" y="1571578"/>
                  <a:pt x="2226003" y="1583073"/>
                  <a:pt x="2211838" y="1583073"/>
                </a:cubicBezTo>
                <a:cubicBezTo>
                  <a:pt x="2197673" y="1583073"/>
                  <a:pt x="2186178" y="1571578"/>
                  <a:pt x="2186178" y="1557414"/>
                </a:cubicBezTo>
                <a:cubicBezTo>
                  <a:pt x="2186178" y="1543249"/>
                  <a:pt x="2197673" y="1531755"/>
                  <a:pt x="2211838" y="1531755"/>
                </a:cubicBezTo>
                <a:close/>
                <a:moveTo>
                  <a:pt x="2147633" y="1531755"/>
                </a:moveTo>
                <a:cubicBezTo>
                  <a:pt x="2161804" y="1531755"/>
                  <a:pt x="2173293" y="1543242"/>
                  <a:pt x="2173293" y="1557413"/>
                </a:cubicBezTo>
                <a:cubicBezTo>
                  <a:pt x="2173293" y="1571585"/>
                  <a:pt x="2161804" y="1583073"/>
                  <a:pt x="2147633" y="1583073"/>
                </a:cubicBezTo>
                <a:cubicBezTo>
                  <a:pt x="2133462" y="1583073"/>
                  <a:pt x="2121975" y="1571585"/>
                  <a:pt x="2121975" y="1557413"/>
                </a:cubicBezTo>
                <a:cubicBezTo>
                  <a:pt x="2121975" y="1543242"/>
                  <a:pt x="2133462" y="1531755"/>
                  <a:pt x="2147633" y="1531755"/>
                </a:cubicBezTo>
                <a:close/>
                <a:moveTo>
                  <a:pt x="2083427" y="1531755"/>
                </a:moveTo>
                <a:cubicBezTo>
                  <a:pt x="2097599" y="1531755"/>
                  <a:pt x="2109087" y="1543242"/>
                  <a:pt x="2109087" y="1557413"/>
                </a:cubicBezTo>
                <a:cubicBezTo>
                  <a:pt x="2109087" y="1571585"/>
                  <a:pt x="2097599" y="1583073"/>
                  <a:pt x="2083427" y="1583073"/>
                </a:cubicBezTo>
                <a:cubicBezTo>
                  <a:pt x="2069257" y="1583073"/>
                  <a:pt x="2057768" y="1571585"/>
                  <a:pt x="2057768" y="1557413"/>
                </a:cubicBezTo>
                <a:cubicBezTo>
                  <a:pt x="2057768" y="1543242"/>
                  <a:pt x="2069257" y="1531755"/>
                  <a:pt x="2083427" y="1531755"/>
                </a:cubicBezTo>
                <a:close/>
                <a:moveTo>
                  <a:pt x="2019222" y="1531755"/>
                </a:moveTo>
                <a:cubicBezTo>
                  <a:pt x="2033387" y="1531755"/>
                  <a:pt x="2044880" y="1543249"/>
                  <a:pt x="2044880" y="1557414"/>
                </a:cubicBezTo>
                <a:cubicBezTo>
                  <a:pt x="2044880" y="1571578"/>
                  <a:pt x="2033387" y="1583073"/>
                  <a:pt x="2019222" y="1583073"/>
                </a:cubicBezTo>
                <a:cubicBezTo>
                  <a:pt x="2005058" y="1583073"/>
                  <a:pt x="1993563" y="1571578"/>
                  <a:pt x="1993563" y="1557414"/>
                </a:cubicBezTo>
                <a:cubicBezTo>
                  <a:pt x="1993563" y="1543249"/>
                  <a:pt x="2005058" y="1531755"/>
                  <a:pt x="2019222" y="1531755"/>
                </a:cubicBezTo>
                <a:close/>
                <a:moveTo>
                  <a:pt x="1955016" y="1531755"/>
                </a:moveTo>
                <a:cubicBezTo>
                  <a:pt x="1969181" y="1531755"/>
                  <a:pt x="1980676" y="1543249"/>
                  <a:pt x="1980676" y="1557414"/>
                </a:cubicBezTo>
                <a:cubicBezTo>
                  <a:pt x="1980676" y="1571578"/>
                  <a:pt x="1969181" y="1583073"/>
                  <a:pt x="1955016" y="1583073"/>
                </a:cubicBezTo>
                <a:cubicBezTo>
                  <a:pt x="1940851" y="1583073"/>
                  <a:pt x="1929358" y="1571578"/>
                  <a:pt x="1929358" y="1557414"/>
                </a:cubicBezTo>
                <a:cubicBezTo>
                  <a:pt x="1929358" y="1543249"/>
                  <a:pt x="1940851" y="1531755"/>
                  <a:pt x="1955016" y="1531755"/>
                </a:cubicBezTo>
                <a:close/>
                <a:moveTo>
                  <a:pt x="1890696" y="1531755"/>
                </a:moveTo>
                <a:cubicBezTo>
                  <a:pt x="1904860" y="1531755"/>
                  <a:pt x="1916355" y="1543249"/>
                  <a:pt x="1916355" y="1557414"/>
                </a:cubicBezTo>
                <a:cubicBezTo>
                  <a:pt x="1916355" y="1571578"/>
                  <a:pt x="1904860" y="1583073"/>
                  <a:pt x="1890696" y="1583073"/>
                </a:cubicBezTo>
                <a:cubicBezTo>
                  <a:pt x="1876531" y="1583073"/>
                  <a:pt x="1865037" y="1571578"/>
                  <a:pt x="1865037" y="1557414"/>
                </a:cubicBezTo>
                <a:cubicBezTo>
                  <a:pt x="1865037" y="1543249"/>
                  <a:pt x="1876531" y="1531755"/>
                  <a:pt x="1890696" y="1531755"/>
                </a:cubicBezTo>
                <a:close/>
                <a:moveTo>
                  <a:pt x="1826490" y="1531755"/>
                </a:moveTo>
                <a:cubicBezTo>
                  <a:pt x="1840654" y="1531755"/>
                  <a:pt x="1852149" y="1543249"/>
                  <a:pt x="1852149" y="1557414"/>
                </a:cubicBezTo>
                <a:cubicBezTo>
                  <a:pt x="1852149" y="1571578"/>
                  <a:pt x="1840654" y="1583073"/>
                  <a:pt x="1826490" y="1583073"/>
                </a:cubicBezTo>
                <a:cubicBezTo>
                  <a:pt x="1812325" y="1583073"/>
                  <a:pt x="1800830" y="1571578"/>
                  <a:pt x="1800830" y="1557414"/>
                </a:cubicBezTo>
                <a:cubicBezTo>
                  <a:pt x="1800830" y="1543249"/>
                  <a:pt x="1812325" y="1531755"/>
                  <a:pt x="1826490" y="1531755"/>
                </a:cubicBezTo>
                <a:close/>
                <a:moveTo>
                  <a:pt x="1762285" y="1531755"/>
                </a:moveTo>
                <a:cubicBezTo>
                  <a:pt x="1776456" y="1531755"/>
                  <a:pt x="1787944" y="1543242"/>
                  <a:pt x="1787944" y="1557413"/>
                </a:cubicBezTo>
                <a:cubicBezTo>
                  <a:pt x="1787944" y="1571585"/>
                  <a:pt x="1776456" y="1583073"/>
                  <a:pt x="1762285" y="1583073"/>
                </a:cubicBezTo>
                <a:cubicBezTo>
                  <a:pt x="1748114" y="1583073"/>
                  <a:pt x="1736626" y="1571585"/>
                  <a:pt x="1736626" y="1557413"/>
                </a:cubicBezTo>
                <a:cubicBezTo>
                  <a:pt x="1736626" y="1543242"/>
                  <a:pt x="1748114" y="1531755"/>
                  <a:pt x="1762285" y="1531755"/>
                </a:cubicBezTo>
                <a:close/>
                <a:moveTo>
                  <a:pt x="1698080" y="1531755"/>
                </a:moveTo>
                <a:cubicBezTo>
                  <a:pt x="1712244" y="1531755"/>
                  <a:pt x="1723738" y="1543249"/>
                  <a:pt x="1723738" y="1557414"/>
                </a:cubicBezTo>
                <a:cubicBezTo>
                  <a:pt x="1723738" y="1571578"/>
                  <a:pt x="1712244" y="1583073"/>
                  <a:pt x="1698080" y="1583073"/>
                </a:cubicBezTo>
                <a:cubicBezTo>
                  <a:pt x="1683915" y="1583073"/>
                  <a:pt x="1672420" y="1571578"/>
                  <a:pt x="1672420" y="1557414"/>
                </a:cubicBezTo>
                <a:cubicBezTo>
                  <a:pt x="1672420" y="1543249"/>
                  <a:pt x="1683915" y="1531755"/>
                  <a:pt x="1698080" y="1531755"/>
                </a:cubicBezTo>
                <a:close/>
                <a:moveTo>
                  <a:pt x="1633874" y="1531755"/>
                </a:moveTo>
                <a:cubicBezTo>
                  <a:pt x="1648039" y="1531755"/>
                  <a:pt x="1659533" y="1543249"/>
                  <a:pt x="1659533" y="1557414"/>
                </a:cubicBezTo>
                <a:cubicBezTo>
                  <a:pt x="1659533" y="1571578"/>
                  <a:pt x="1648039" y="1583073"/>
                  <a:pt x="1633874" y="1583073"/>
                </a:cubicBezTo>
                <a:cubicBezTo>
                  <a:pt x="1619710" y="1583073"/>
                  <a:pt x="1608216" y="1571578"/>
                  <a:pt x="1608216" y="1557414"/>
                </a:cubicBezTo>
                <a:cubicBezTo>
                  <a:pt x="1608216" y="1543249"/>
                  <a:pt x="1619710" y="1531755"/>
                  <a:pt x="1633874" y="1531755"/>
                </a:cubicBezTo>
                <a:close/>
                <a:moveTo>
                  <a:pt x="1569669" y="1531755"/>
                </a:moveTo>
                <a:cubicBezTo>
                  <a:pt x="1583834" y="1531755"/>
                  <a:pt x="1595328" y="1543249"/>
                  <a:pt x="1595328" y="1557414"/>
                </a:cubicBezTo>
                <a:cubicBezTo>
                  <a:pt x="1595328" y="1571578"/>
                  <a:pt x="1583834" y="1583073"/>
                  <a:pt x="1569669" y="1583073"/>
                </a:cubicBezTo>
                <a:cubicBezTo>
                  <a:pt x="1555504" y="1583073"/>
                  <a:pt x="1544010" y="1571578"/>
                  <a:pt x="1544010" y="1557414"/>
                </a:cubicBezTo>
                <a:cubicBezTo>
                  <a:pt x="1544010" y="1543249"/>
                  <a:pt x="1555504" y="1531755"/>
                  <a:pt x="1569669" y="1531755"/>
                </a:cubicBezTo>
                <a:close/>
                <a:moveTo>
                  <a:pt x="1505464" y="1531755"/>
                </a:moveTo>
                <a:cubicBezTo>
                  <a:pt x="1519629" y="1531755"/>
                  <a:pt x="1531123" y="1543249"/>
                  <a:pt x="1531123" y="1557414"/>
                </a:cubicBezTo>
                <a:cubicBezTo>
                  <a:pt x="1531123" y="1571578"/>
                  <a:pt x="1519629" y="1583073"/>
                  <a:pt x="1505464" y="1583073"/>
                </a:cubicBezTo>
                <a:cubicBezTo>
                  <a:pt x="1491299" y="1583073"/>
                  <a:pt x="1479806" y="1571578"/>
                  <a:pt x="1479806" y="1557414"/>
                </a:cubicBezTo>
                <a:cubicBezTo>
                  <a:pt x="1479806" y="1543249"/>
                  <a:pt x="1491299" y="1531755"/>
                  <a:pt x="1505464" y="1531755"/>
                </a:cubicBezTo>
                <a:close/>
                <a:moveTo>
                  <a:pt x="1441258" y="1531755"/>
                </a:moveTo>
                <a:cubicBezTo>
                  <a:pt x="1455430" y="1531755"/>
                  <a:pt x="1466917" y="1543242"/>
                  <a:pt x="1466917" y="1557413"/>
                </a:cubicBezTo>
                <a:cubicBezTo>
                  <a:pt x="1466917" y="1571585"/>
                  <a:pt x="1455430" y="1583073"/>
                  <a:pt x="1441258" y="1583073"/>
                </a:cubicBezTo>
                <a:cubicBezTo>
                  <a:pt x="1427087" y="1583073"/>
                  <a:pt x="1415599" y="1571585"/>
                  <a:pt x="1415599" y="1557413"/>
                </a:cubicBezTo>
                <a:cubicBezTo>
                  <a:pt x="1415599" y="1543242"/>
                  <a:pt x="1427087" y="1531755"/>
                  <a:pt x="1441258" y="1531755"/>
                </a:cubicBezTo>
                <a:close/>
                <a:moveTo>
                  <a:pt x="1377053" y="1531755"/>
                </a:moveTo>
                <a:cubicBezTo>
                  <a:pt x="1391224" y="1531755"/>
                  <a:pt x="1402712" y="1543242"/>
                  <a:pt x="1402712" y="1557413"/>
                </a:cubicBezTo>
                <a:cubicBezTo>
                  <a:pt x="1402712" y="1571585"/>
                  <a:pt x="1391224" y="1583073"/>
                  <a:pt x="1377053" y="1583073"/>
                </a:cubicBezTo>
                <a:cubicBezTo>
                  <a:pt x="1362882" y="1583073"/>
                  <a:pt x="1351395" y="1571585"/>
                  <a:pt x="1351395" y="1557413"/>
                </a:cubicBezTo>
                <a:cubicBezTo>
                  <a:pt x="1351395" y="1543242"/>
                  <a:pt x="1362882" y="1531755"/>
                  <a:pt x="1377053" y="1531755"/>
                </a:cubicBezTo>
                <a:close/>
                <a:moveTo>
                  <a:pt x="1184437" y="1531755"/>
                </a:moveTo>
                <a:cubicBezTo>
                  <a:pt x="1198602" y="1531755"/>
                  <a:pt x="1210096" y="1543249"/>
                  <a:pt x="1210096" y="1557414"/>
                </a:cubicBezTo>
                <a:cubicBezTo>
                  <a:pt x="1210096" y="1571578"/>
                  <a:pt x="1198602" y="1583073"/>
                  <a:pt x="1184437" y="1583073"/>
                </a:cubicBezTo>
                <a:cubicBezTo>
                  <a:pt x="1170273" y="1583073"/>
                  <a:pt x="1158780" y="1571578"/>
                  <a:pt x="1158780" y="1557414"/>
                </a:cubicBezTo>
                <a:cubicBezTo>
                  <a:pt x="1158780" y="1543249"/>
                  <a:pt x="1170273" y="1531755"/>
                  <a:pt x="1184437" y="1531755"/>
                </a:cubicBezTo>
                <a:close/>
                <a:moveTo>
                  <a:pt x="1120233" y="1531755"/>
                </a:moveTo>
                <a:cubicBezTo>
                  <a:pt x="1134398" y="1531755"/>
                  <a:pt x="1145892" y="1543249"/>
                  <a:pt x="1145892" y="1557414"/>
                </a:cubicBezTo>
                <a:cubicBezTo>
                  <a:pt x="1145892" y="1571578"/>
                  <a:pt x="1134398" y="1583073"/>
                  <a:pt x="1120233" y="1583073"/>
                </a:cubicBezTo>
                <a:cubicBezTo>
                  <a:pt x="1106068" y="1583073"/>
                  <a:pt x="1094573" y="1571578"/>
                  <a:pt x="1094573" y="1557414"/>
                </a:cubicBezTo>
                <a:cubicBezTo>
                  <a:pt x="1094573" y="1543249"/>
                  <a:pt x="1106068" y="1531755"/>
                  <a:pt x="1120233" y="1531755"/>
                </a:cubicBezTo>
                <a:close/>
                <a:moveTo>
                  <a:pt x="1056027" y="1531755"/>
                </a:moveTo>
                <a:cubicBezTo>
                  <a:pt x="1070199" y="1531755"/>
                  <a:pt x="1081685" y="1543242"/>
                  <a:pt x="1081685" y="1557413"/>
                </a:cubicBezTo>
                <a:cubicBezTo>
                  <a:pt x="1081685" y="1571585"/>
                  <a:pt x="1070199" y="1583073"/>
                  <a:pt x="1056027" y="1583073"/>
                </a:cubicBezTo>
                <a:cubicBezTo>
                  <a:pt x="1041857" y="1583073"/>
                  <a:pt x="1030369" y="1571585"/>
                  <a:pt x="1030369" y="1557413"/>
                </a:cubicBezTo>
                <a:cubicBezTo>
                  <a:pt x="1030369" y="1543242"/>
                  <a:pt x="1041857" y="1531755"/>
                  <a:pt x="1056027" y="1531755"/>
                </a:cubicBezTo>
                <a:close/>
                <a:moveTo>
                  <a:pt x="991823" y="1531755"/>
                </a:moveTo>
                <a:cubicBezTo>
                  <a:pt x="1005993" y="1531755"/>
                  <a:pt x="1017481" y="1543242"/>
                  <a:pt x="1017481" y="1557413"/>
                </a:cubicBezTo>
                <a:cubicBezTo>
                  <a:pt x="1017481" y="1571585"/>
                  <a:pt x="1005993" y="1583073"/>
                  <a:pt x="991823" y="1583073"/>
                </a:cubicBezTo>
                <a:cubicBezTo>
                  <a:pt x="977652" y="1583073"/>
                  <a:pt x="966162" y="1571585"/>
                  <a:pt x="966162" y="1557413"/>
                </a:cubicBezTo>
                <a:cubicBezTo>
                  <a:pt x="966162" y="1543242"/>
                  <a:pt x="977652" y="1531755"/>
                  <a:pt x="991823" y="1531755"/>
                </a:cubicBezTo>
                <a:close/>
                <a:moveTo>
                  <a:pt x="927616" y="1531755"/>
                </a:moveTo>
                <a:cubicBezTo>
                  <a:pt x="941781" y="1531755"/>
                  <a:pt x="953275" y="1543249"/>
                  <a:pt x="953275" y="1557414"/>
                </a:cubicBezTo>
                <a:cubicBezTo>
                  <a:pt x="953275" y="1571578"/>
                  <a:pt x="941781" y="1583073"/>
                  <a:pt x="927616" y="1583073"/>
                </a:cubicBezTo>
                <a:cubicBezTo>
                  <a:pt x="913452" y="1583073"/>
                  <a:pt x="901957" y="1571578"/>
                  <a:pt x="901957" y="1557414"/>
                </a:cubicBezTo>
                <a:cubicBezTo>
                  <a:pt x="901957" y="1543249"/>
                  <a:pt x="913452" y="1531755"/>
                  <a:pt x="927616" y="1531755"/>
                </a:cubicBezTo>
                <a:close/>
                <a:moveTo>
                  <a:pt x="863411" y="1531755"/>
                </a:moveTo>
                <a:cubicBezTo>
                  <a:pt x="877576" y="1531755"/>
                  <a:pt x="889071" y="1543249"/>
                  <a:pt x="889071" y="1557414"/>
                </a:cubicBezTo>
                <a:cubicBezTo>
                  <a:pt x="889071" y="1571578"/>
                  <a:pt x="877576" y="1583073"/>
                  <a:pt x="863411" y="1583073"/>
                </a:cubicBezTo>
                <a:cubicBezTo>
                  <a:pt x="849248" y="1583073"/>
                  <a:pt x="837752" y="1571578"/>
                  <a:pt x="837752" y="1557414"/>
                </a:cubicBezTo>
                <a:cubicBezTo>
                  <a:pt x="837752" y="1543249"/>
                  <a:pt x="849248" y="1531755"/>
                  <a:pt x="863411" y="1531755"/>
                </a:cubicBezTo>
                <a:close/>
                <a:moveTo>
                  <a:pt x="670679" y="1531755"/>
                </a:moveTo>
                <a:cubicBezTo>
                  <a:pt x="684851" y="1531755"/>
                  <a:pt x="696338" y="1543242"/>
                  <a:pt x="696338" y="1557413"/>
                </a:cubicBezTo>
                <a:cubicBezTo>
                  <a:pt x="696338" y="1571585"/>
                  <a:pt x="684851" y="1583073"/>
                  <a:pt x="670679" y="1583073"/>
                </a:cubicBezTo>
                <a:cubicBezTo>
                  <a:pt x="656509" y="1583073"/>
                  <a:pt x="645020" y="1571585"/>
                  <a:pt x="645020" y="1557413"/>
                </a:cubicBezTo>
                <a:cubicBezTo>
                  <a:pt x="645020" y="1543242"/>
                  <a:pt x="656509" y="1531755"/>
                  <a:pt x="670679" y="1531755"/>
                </a:cubicBezTo>
                <a:close/>
                <a:moveTo>
                  <a:pt x="606475" y="1531755"/>
                </a:moveTo>
                <a:cubicBezTo>
                  <a:pt x="620639" y="1531755"/>
                  <a:pt x="632134" y="1543249"/>
                  <a:pt x="632134" y="1557414"/>
                </a:cubicBezTo>
                <a:cubicBezTo>
                  <a:pt x="632134" y="1571578"/>
                  <a:pt x="620639" y="1583073"/>
                  <a:pt x="606475" y="1583073"/>
                </a:cubicBezTo>
                <a:cubicBezTo>
                  <a:pt x="592310" y="1583073"/>
                  <a:pt x="580815" y="1571578"/>
                  <a:pt x="580815" y="1557414"/>
                </a:cubicBezTo>
                <a:cubicBezTo>
                  <a:pt x="580815" y="1543249"/>
                  <a:pt x="592310" y="1531755"/>
                  <a:pt x="606475" y="1531755"/>
                </a:cubicBezTo>
                <a:close/>
                <a:moveTo>
                  <a:pt x="542268" y="1531755"/>
                </a:moveTo>
                <a:cubicBezTo>
                  <a:pt x="556433" y="1531755"/>
                  <a:pt x="567927" y="1543249"/>
                  <a:pt x="567927" y="1557414"/>
                </a:cubicBezTo>
                <a:cubicBezTo>
                  <a:pt x="567927" y="1571578"/>
                  <a:pt x="556433" y="1583073"/>
                  <a:pt x="542268" y="1583073"/>
                </a:cubicBezTo>
                <a:cubicBezTo>
                  <a:pt x="528104" y="1583073"/>
                  <a:pt x="516610" y="1571578"/>
                  <a:pt x="516610" y="1557414"/>
                </a:cubicBezTo>
                <a:cubicBezTo>
                  <a:pt x="516610" y="1543249"/>
                  <a:pt x="528104" y="1531755"/>
                  <a:pt x="542268" y="1531755"/>
                </a:cubicBezTo>
                <a:close/>
                <a:moveTo>
                  <a:pt x="478063" y="1531755"/>
                </a:moveTo>
                <a:cubicBezTo>
                  <a:pt x="492228" y="1531755"/>
                  <a:pt x="503724" y="1543249"/>
                  <a:pt x="503724" y="1557414"/>
                </a:cubicBezTo>
                <a:cubicBezTo>
                  <a:pt x="503724" y="1571578"/>
                  <a:pt x="492228" y="1583073"/>
                  <a:pt x="478063" y="1583073"/>
                </a:cubicBezTo>
                <a:cubicBezTo>
                  <a:pt x="463900" y="1583073"/>
                  <a:pt x="452404" y="1571578"/>
                  <a:pt x="452404" y="1557414"/>
                </a:cubicBezTo>
                <a:cubicBezTo>
                  <a:pt x="452404" y="1543249"/>
                  <a:pt x="463900" y="1531755"/>
                  <a:pt x="478063" y="1531755"/>
                </a:cubicBezTo>
                <a:close/>
                <a:moveTo>
                  <a:pt x="413858" y="1531755"/>
                </a:moveTo>
                <a:cubicBezTo>
                  <a:pt x="428023" y="1531755"/>
                  <a:pt x="439517" y="1543249"/>
                  <a:pt x="439517" y="1557414"/>
                </a:cubicBezTo>
                <a:cubicBezTo>
                  <a:pt x="439517" y="1571578"/>
                  <a:pt x="428023" y="1583073"/>
                  <a:pt x="413858" y="1583073"/>
                </a:cubicBezTo>
                <a:cubicBezTo>
                  <a:pt x="399694" y="1583073"/>
                  <a:pt x="388200" y="1571578"/>
                  <a:pt x="388200" y="1557414"/>
                </a:cubicBezTo>
                <a:cubicBezTo>
                  <a:pt x="388200" y="1543249"/>
                  <a:pt x="399694" y="1531755"/>
                  <a:pt x="413858" y="1531755"/>
                </a:cubicBezTo>
                <a:close/>
                <a:moveTo>
                  <a:pt x="346686" y="1531755"/>
                </a:moveTo>
                <a:cubicBezTo>
                  <a:pt x="360849" y="1531755"/>
                  <a:pt x="372344" y="1543249"/>
                  <a:pt x="372344" y="1557414"/>
                </a:cubicBezTo>
                <a:cubicBezTo>
                  <a:pt x="372344" y="1571578"/>
                  <a:pt x="360849" y="1583073"/>
                  <a:pt x="346686" y="1583073"/>
                </a:cubicBezTo>
                <a:cubicBezTo>
                  <a:pt x="332520" y="1583073"/>
                  <a:pt x="321027" y="1571578"/>
                  <a:pt x="321027" y="1557414"/>
                </a:cubicBezTo>
                <a:cubicBezTo>
                  <a:pt x="321027" y="1543249"/>
                  <a:pt x="332520" y="1531755"/>
                  <a:pt x="346686" y="1531755"/>
                </a:cubicBezTo>
                <a:close/>
                <a:moveTo>
                  <a:pt x="282480" y="1531755"/>
                </a:moveTo>
                <a:cubicBezTo>
                  <a:pt x="296644" y="1531755"/>
                  <a:pt x="308138" y="1543249"/>
                  <a:pt x="308138" y="1557414"/>
                </a:cubicBezTo>
                <a:cubicBezTo>
                  <a:pt x="308138" y="1571578"/>
                  <a:pt x="296644" y="1583073"/>
                  <a:pt x="282480" y="1583073"/>
                </a:cubicBezTo>
                <a:cubicBezTo>
                  <a:pt x="268314" y="1583073"/>
                  <a:pt x="256820" y="1571578"/>
                  <a:pt x="256820" y="1557414"/>
                </a:cubicBezTo>
                <a:cubicBezTo>
                  <a:pt x="256820" y="1543249"/>
                  <a:pt x="268314" y="1531755"/>
                  <a:pt x="282480" y="1531755"/>
                </a:cubicBezTo>
                <a:close/>
                <a:moveTo>
                  <a:pt x="218274" y="1531755"/>
                </a:moveTo>
                <a:cubicBezTo>
                  <a:pt x="232438" y="1531755"/>
                  <a:pt x="243932" y="1543249"/>
                  <a:pt x="243932" y="1557414"/>
                </a:cubicBezTo>
                <a:cubicBezTo>
                  <a:pt x="243932" y="1571578"/>
                  <a:pt x="232438" y="1583073"/>
                  <a:pt x="218274" y="1583073"/>
                </a:cubicBezTo>
                <a:cubicBezTo>
                  <a:pt x="204109" y="1583073"/>
                  <a:pt x="192615" y="1571578"/>
                  <a:pt x="192615" y="1557414"/>
                </a:cubicBezTo>
                <a:cubicBezTo>
                  <a:pt x="192615" y="1543249"/>
                  <a:pt x="204109" y="1531755"/>
                  <a:pt x="218274" y="1531755"/>
                </a:cubicBezTo>
                <a:close/>
                <a:moveTo>
                  <a:pt x="25659" y="1531755"/>
                </a:moveTo>
                <a:cubicBezTo>
                  <a:pt x="39829" y="1531755"/>
                  <a:pt x="51317" y="1543242"/>
                  <a:pt x="51317" y="1557413"/>
                </a:cubicBezTo>
                <a:cubicBezTo>
                  <a:pt x="51317" y="1571585"/>
                  <a:pt x="39829" y="1583073"/>
                  <a:pt x="25659" y="1583073"/>
                </a:cubicBezTo>
                <a:cubicBezTo>
                  <a:pt x="11488" y="1583073"/>
                  <a:pt x="0" y="1571585"/>
                  <a:pt x="0" y="1557413"/>
                </a:cubicBezTo>
                <a:cubicBezTo>
                  <a:pt x="0" y="1543242"/>
                  <a:pt x="11488" y="1531755"/>
                  <a:pt x="25659" y="1531755"/>
                </a:cubicBezTo>
                <a:close/>
                <a:moveTo>
                  <a:pt x="11518287" y="1477418"/>
                </a:moveTo>
                <a:cubicBezTo>
                  <a:pt x="11525405" y="1477418"/>
                  <a:pt x="11531175" y="1483188"/>
                  <a:pt x="11531175" y="1490305"/>
                </a:cubicBezTo>
                <a:cubicBezTo>
                  <a:pt x="11531175" y="1497423"/>
                  <a:pt x="11525403" y="1503193"/>
                  <a:pt x="11518287" y="1503193"/>
                </a:cubicBezTo>
                <a:cubicBezTo>
                  <a:pt x="11511167" y="1503193"/>
                  <a:pt x="11505399" y="1497423"/>
                  <a:pt x="11505399" y="1490305"/>
                </a:cubicBezTo>
                <a:cubicBezTo>
                  <a:pt x="11505399" y="1483188"/>
                  <a:pt x="11511171" y="1477418"/>
                  <a:pt x="11518287" y="1477418"/>
                </a:cubicBezTo>
                <a:close/>
                <a:moveTo>
                  <a:pt x="11004528" y="1477418"/>
                </a:moveTo>
                <a:cubicBezTo>
                  <a:pt x="11011644" y="1477418"/>
                  <a:pt x="11017416" y="1483188"/>
                  <a:pt x="11017416" y="1490305"/>
                </a:cubicBezTo>
                <a:cubicBezTo>
                  <a:pt x="11017416" y="1497423"/>
                  <a:pt x="11011644" y="1503193"/>
                  <a:pt x="11004528" y="1503193"/>
                </a:cubicBezTo>
                <a:cubicBezTo>
                  <a:pt x="10997410" y="1503193"/>
                  <a:pt x="10991640" y="1497423"/>
                  <a:pt x="10991640" y="1490305"/>
                </a:cubicBezTo>
                <a:cubicBezTo>
                  <a:pt x="10991640" y="1483188"/>
                  <a:pt x="10997410" y="1477418"/>
                  <a:pt x="11004528" y="1477418"/>
                </a:cubicBezTo>
                <a:close/>
                <a:moveTo>
                  <a:pt x="10426681" y="1477418"/>
                </a:moveTo>
                <a:cubicBezTo>
                  <a:pt x="10433797" y="1477418"/>
                  <a:pt x="10439569" y="1483188"/>
                  <a:pt x="10439569" y="1490305"/>
                </a:cubicBezTo>
                <a:cubicBezTo>
                  <a:pt x="10439569" y="1497423"/>
                  <a:pt x="10433797" y="1503193"/>
                  <a:pt x="10426681" y="1503193"/>
                </a:cubicBezTo>
                <a:cubicBezTo>
                  <a:pt x="10419562" y="1503193"/>
                  <a:pt x="10413793" y="1497423"/>
                  <a:pt x="10413793" y="1490305"/>
                </a:cubicBezTo>
                <a:cubicBezTo>
                  <a:pt x="10413793" y="1483188"/>
                  <a:pt x="10419562" y="1477418"/>
                  <a:pt x="10426681" y="1477418"/>
                </a:cubicBezTo>
                <a:close/>
                <a:moveTo>
                  <a:pt x="10169743" y="1477418"/>
                </a:moveTo>
                <a:cubicBezTo>
                  <a:pt x="10176942" y="1477418"/>
                  <a:pt x="10182631" y="1483224"/>
                  <a:pt x="10182631" y="1490305"/>
                </a:cubicBezTo>
                <a:cubicBezTo>
                  <a:pt x="10182631" y="1497388"/>
                  <a:pt x="10176942" y="1503193"/>
                  <a:pt x="10169743" y="1503193"/>
                </a:cubicBezTo>
                <a:cubicBezTo>
                  <a:pt x="10162659" y="1503193"/>
                  <a:pt x="10156855" y="1497504"/>
                  <a:pt x="10156855" y="1490305"/>
                </a:cubicBezTo>
                <a:cubicBezTo>
                  <a:pt x="10156855" y="1483107"/>
                  <a:pt x="10162544" y="1477418"/>
                  <a:pt x="10169743" y="1477418"/>
                </a:cubicBezTo>
                <a:close/>
                <a:moveTo>
                  <a:pt x="9848716" y="1477418"/>
                </a:moveTo>
                <a:cubicBezTo>
                  <a:pt x="9855800" y="1477418"/>
                  <a:pt x="9861604" y="1483224"/>
                  <a:pt x="9861604" y="1490305"/>
                </a:cubicBezTo>
                <a:cubicBezTo>
                  <a:pt x="9861604" y="1497388"/>
                  <a:pt x="9855915" y="1503193"/>
                  <a:pt x="9848716" y="1503193"/>
                </a:cubicBezTo>
                <a:cubicBezTo>
                  <a:pt x="9841635" y="1503193"/>
                  <a:pt x="9835828" y="1497504"/>
                  <a:pt x="9835828" y="1490305"/>
                </a:cubicBezTo>
                <a:cubicBezTo>
                  <a:pt x="9835828" y="1483107"/>
                  <a:pt x="9841517" y="1477418"/>
                  <a:pt x="9848716" y="1477418"/>
                </a:cubicBezTo>
                <a:close/>
                <a:moveTo>
                  <a:pt x="9784512" y="1477418"/>
                </a:moveTo>
                <a:cubicBezTo>
                  <a:pt x="9791593" y="1477418"/>
                  <a:pt x="9797400" y="1483224"/>
                  <a:pt x="9797400" y="1490305"/>
                </a:cubicBezTo>
                <a:cubicBezTo>
                  <a:pt x="9797400" y="1497388"/>
                  <a:pt x="9791711" y="1503193"/>
                  <a:pt x="9784512" y="1503193"/>
                </a:cubicBezTo>
                <a:cubicBezTo>
                  <a:pt x="9777428" y="1503193"/>
                  <a:pt x="9771624" y="1497504"/>
                  <a:pt x="9771624" y="1490305"/>
                </a:cubicBezTo>
                <a:cubicBezTo>
                  <a:pt x="9771624" y="1483107"/>
                  <a:pt x="9777313" y="1477418"/>
                  <a:pt x="9784512" y="1477418"/>
                </a:cubicBezTo>
                <a:close/>
                <a:moveTo>
                  <a:pt x="6959132" y="1477418"/>
                </a:moveTo>
                <a:cubicBezTo>
                  <a:pt x="6966331" y="1477418"/>
                  <a:pt x="6972020" y="1483224"/>
                  <a:pt x="6972020" y="1490305"/>
                </a:cubicBezTo>
                <a:cubicBezTo>
                  <a:pt x="6972020" y="1497388"/>
                  <a:pt x="6966331" y="1503193"/>
                  <a:pt x="6959132" y="1503193"/>
                </a:cubicBezTo>
                <a:cubicBezTo>
                  <a:pt x="6952048" y="1503193"/>
                  <a:pt x="6946244" y="1497504"/>
                  <a:pt x="6946244" y="1490305"/>
                </a:cubicBezTo>
                <a:cubicBezTo>
                  <a:pt x="6946244" y="1483107"/>
                  <a:pt x="6951933" y="1477418"/>
                  <a:pt x="6959132" y="1477418"/>
                </a:cubicBezTo>
                <a:close/>
                <a:moveTo>
                  <a:pt x="6830836" y="1477418"/>
                </a:moveTo>
                <a:cubicBezTo>
                  <a:pt x="6837954" y="1477418"/>
                  <a:pt x="6843724" y="1483188"/>
                  <a:pt x="6843724" y="1490305"/>
                </a:cubicBezTo>
                <a:cubicBezTo>
                  <a:pt x="6843724" y="1497423"/>
                  <a:pt x="6837954" y="1503193"/>
                  <a:pt x="6830836" y="1503193"/>
                </a:cubicBezTo>
                <a:cubicBezTo>
                  <a:pt x="6823720" y="1503193"/>
                  <a:pt x="6817948" y="1497423"/>
                  <a:pt x="6817948" y="1490305"/>
                </a:cubicBezTo>
                <a:cubicBezTo>
                  <a:pt x="6817948" y="1483188"/>
                  <a:pt x="6823720" y="1477418"/>
                  <a:pt x="6830836" y="1477418"/>
                </a:cubicBezTo>
                <a:close/>
                <a:moveTo>
                  <a:pt x="5807683" y="1477418"/>
                </a:moveTo>
                <a:cubicBezTo>
                  <a:pt x="5814801" y="1477418"/>
                  <a:pt x="5820571" y="1483188"/>
                  <a:pt x="5820571" y="1490305"/>
                </a:cubicBezTo>
                <a:cubicBezTo>
                  <a:pt x="5820571" y="1497423"/>
                  <a:pt x="5814799" y="1503193"/>
                  <a:pt x="5807683" y="1503193"/>
                </a:cubicBezTo>
                <a:cubicBezTo>
                  <a:pt x="5800565" y="1503193"/>
                  <a:pt x="5794796" y="1497423"/>
                  <a:pt x="5794796" y="1490305"/>
                </a:cubicBezTo>
                <a:cubicBezTo>
                  <a:pt x="5794796" y="1483188"/>
                  <a:pt x="5800566" y="1477418"/>
                  <a:pt x="5807683" y="1477418"/>
                </a:cubicBezTo>
                <a:close/>
                <a:moveTo>
                  <a:pt x="5293924" y="1477418"/>
                </a:moveTo>
                <a:cubicBezTo>
                  <a:pt x="5301042" y="1477418"/>
                  <a:pt x="5306812" y="1483188"/>
                  <a:pt x="5306812" y="1490305"/>
                </a:cubicBezTo>
                <a:cubicBezTo>
                  <a:pt x="5306812" y="1497423"/>
                  <a:pt x="5301042" y="1503193"/>
                  <a:pt x="5293924" y="1503193"/>
                </a:cubicBezTo>
                <a:cubicBezTo>
                  <a:pt x="5286806" y="1503193"/>
                  <a:pt x="5281036" y="1497423"/>
                  <a:pt x="5281036" y="1490305"/>
                </a:cubicBezTo>
                <a:cubicBezTo>
                  <a:pt x="5281036" y="1483188"/>
                  <a:pt x="5286807" y="1477418"/>
                  <a:pt x="5293924" y="1477418"/>
                </a:cubicBezTo>
                <a:close/>
                <a:moveTo>
                  <a:pt x="4716077" y="1477418"/>
                </a:moveTo>
                <a:cubicBezTo>
                  <a:pt x="4723194" y="1477418"/>
                  <a:pt x="4728964" y="1483188"/>
                  <a:pt x="4728964" y="1490305"/>
                </a:cubicBezTo>
                <a:cubicBezTo>
                  <a:pt x="4728964" y="1497423"/>
                  <a:pt x="4723194" y="1503193"/>
                  <a:pt x="4716077" y="1503193"/>
                </a:cubicBezTo>
                <a:cubicBezTo>
                  <a:pt x="4708959" y="1503193"/>
                  <a:pt x="4703188" y="1497423"/>
                  <a:pt x="4703188" y="1490305"/>
                </a:cubicBezTo>
                <a:cubicBezTo>
                  <a:pt x="4703188" y="1483188"/>
                  <a:pt x="4708959" y="1477418"/>
                  <a:pt x="4716077" y="1477418"/>
                </a:cubicBezTo>
                <a:close/>
                <a:moveTo>
                  <a:pt x="4459140" y="1477418"/>
                </a:moveTo>
                <a:cubicBezTo>
                  <a:pt x="4466338" y="1477418"/>
                  <a:pt x="4472025" y="1483224"/>
                  <a:pt x="4472025" y="1490305"/>
                </a:cubicBezTo>
                <a:cubicBezTo>
                  <a:pt x="4472025" y="1497388"/>
                  <a:pt x="4466338" y="1503193"/>
                  <a:pt x="4459140" y="1503193"/>
                </a:cubicBezTo>
                <a:cubicBezTo>
                  <a:pt x="4452058" y="1503193"/>
                  <a:pt x="4446252" y="1497504"/>
                  <a:pt x="4446252" y="1490305"/>
                </a:cubicBezTo>
                <a:cubicBezTo>
                  <a:pt x="4446252" y="1483107"/>
                  <a:pt x="4451941" y="1477418"/>
                  <a:pt x="4459140" y="1477418"/>
                </a:cubicBezTo>
                <a:close/>
                <a:moveTo>
                  <a:pt x="4138112" y="1477418"/>
                </a:moveTo>
                <a:cubicBezTo>
                  <a:pt x="4145194" y="1477418"/>
                  <a:pt x="4151000" y="1483224"/>
                  <a:pt x="4151000" y="1490305"/>
                </a:cubicBezTo>
                <a:cubicBezTo>
                  <a:pt x="4151000" y="1497388"/>
                  <a:pt x="4145311" y="1503193"/>
                  <a:pt x="4138112" y="1503193"/>
                </a:cubicBezTo>
                <a:cubicBezTo>
                  <a:pt x="4131029" y="1503193"/>
                  <a:pt x="4125224" y="1497504"/>
                  <a:pt x="4125224" y="1490305"/>
                </a:cubicBezTo>
                <a:cubicBezTo>
                  <a:pt x="4125224" y="1483107"/>
                  <a:pt x="4130913" y="1477418"/>
                  <a:pt x="4138112" y="1477418"/>
                </a:cubicBezTo>
                <a:close/>
                <a:moveTo>
                  <a:pt x="4073908" y="1477418"/>
                </a:moveTo>
                <a:cubicBezTo>
                  <a:pt x="4080990" y="1477418"/>
                  <a:pt x="4086795" y="1483224"/>
                  <a:pt x="4086795" y="1490305"/>
                </a:cubicBezTo>
                <a:cubicBezTo>
                  <a:pt x="4086795" y="1497388"/>
                  <a:pt x="4081105" y="1503193"/>
                  <a:pt x="4073908" y="1503193"/>
                </a:cubicBezTo>
                <a:cubicBezTo>
                  <a:pt x="4066826" y="1503193"/>
                  <a:pt x="4061020" y="1497504"/>
                  <a:pt x="4061020" y="1490305"/>
                </a:cubicBezTo>
                <a:cubicBezTo>
                  <a:pt x="4061020" y="1483107"/>
                  <a:pt x="4066709" y="1477418"/>
                  <a:pt x="4073908" y="1477418"/>
                </a:cubicBezTo>
                <a:close/>
                <a:moveTo>
                  <a:pt x="1248528" y="1477418"/>
                </a:moveTo>
                <a:cubicBezTo>
                  <a:pt x="1255726" y="1477418"/>
                  <a:pt x="1261416" y="1483224"/>
                  <a:pt x="1261416" y="1490305"/>
                </a:cubicBezTo>
                <a:cubicBezTo>
                  <a:pt x="1261416" y="1497388"/>
                  <a:pt x="1255726" y="1503193"/>
                  <a:pt x="1248528" y="1503193"/>
                </a:cubicBezTo>
                <a:cubicBezTo>
                  <a:pt x="1241444" y="1503193"/>
                  <a:pt x="1235638" y="1497504"/>
                  <a:pt x="1235638" y="1490305"/>
                </a:cubicBezTo>
                <a:cubicBezTo>
                  <a:pt x="1235638" y="1483107"/>
                  <a:pt x="1241328" y="1477418"/>
                  <a:pt x="1248528" y="1477418"/>
                </a:cubicBezTo>
                <a:close/>
                <a:moveTo>
                  <a:pt x="1120233" y="1477418"/>
                </a:moveTo>
                <a:cubicBezTo>
                  <a:pt x="1127350" y="1477418"/>
                  <a:pt x="1133121" y="1483188"/>
                  <a:pt x="1133121" y="1490305"/>
                </a:cubicBezTo>
                <a:cubicBezTo>
                  <a:pt x="1133121" y="1497423"/>
                  <a:pt x="1127350" y="1503193"/>
                  <a:pt x="1120233" y="1503193"/>
                </a:cubicBezTo>
                <a:cubicBezTo>
                  <a:pt x="1113116" y="1503193"/>
                  <a:pt x="1107345" y="1497423"/>
                  <a:pt x="1107345" y="1490305"/>
                </a:cubicBezTo>
                <a:cubicBezTo>
                  <a:pt x="1107345" y="1483188"/>
                  <a:pt x="1113116" y="1477418"/>
                  <a:pt x="1120233" y="1477418"/>
                </a:cubicBezTo>
                <a:close/>
                <a:moveTo>
                  <a:pt x="89864" y="1477418"/>
                </a:moveTo>
                <a:cubicBezTo>
                  <a:pt x="96982" y="1477418"/>
                  <a:pt x="102752" y="1483188"/>
                  <a:pt x="102752" y="1490305"/>
                </a:cubicBezTo>
                <a:cubicBezTo>
                  <a:pt x="102752" y="1497423"/>
                  <a:pt x="96981" y="1503193"/>
                  <a:pt x="89864" y="1503193"/>
                </a:cubicBezTo>
                <a:cubicBezTo>
                  <a:pt x="82746" y="1503193"/>
                  <a:pt x="76977" y="1497423"/>
                  <a:pt x="76977" y="1490305"/>
                </a:cubicBezTo>
                <a:cubicBezTo>
                  <a:pt x="76977" y="1483188"/>
                  <a:pt x="82748" y="1477418"/>
                  <a:pt x="89864" y="1477418"/>
                </a:cubicBezTo>
                <a:close/>
                <a:moveTo>
                  <a:pt x="12099103" y="1464647"/>
                </a:moveTo>
                <a:cubicBezTo>
                  <a:pt x="12113273" y="1464647"/>
                  <a:pt x="12124761" y="1476135"/>
                  <a:pt x="12124761" y="1490305"/>
                </a:cubicBezTo>
                <a:cubicBezTo>
                  <a:pt x="12124761" y="1504477"/>
                  <a:pt x="12113273" y="1515964"/>
                  <a:pt x="12099103" y="1515964"/>
                </a:cubicBezTo>
                <a:cubicBezTo>
                  <a:pt x="12084931" y="1515964"/>
                  <a:pt x="12073441" y="1504477"/>
                  <a:pt x="12073441" y="1490305"/>
                </a:cubicBezTo>
                <a:cubicBezTo>
                  <a:pt x="12073441" y="1476135"/>
                  <a:pt x="12084931" y="1464647"/>
                  <a:pt x="12099103" y="1464647"/>
                </a:cubicBezTo>
                <a:close/>
                <a:moveTo>
                  <a:pt x="12034897" y="1464647"/>
                </a:moveTo>
                <a:cubicBezTo>
                  <a:pt x="12049061" y="1464531"/>
                  <a:pt x="12060557" y="1476025"/>
                  <a:pt x="12060557" y="1490305"/>
                </a:cubicBezTo>
                <a:cubicBezTo>
                  <a:pt x="12060557" y="1504471"/>
                  <a:pt x="12049061" y="1515965"/>
                  <a:pt x="12034897" y="1515965"/>
                </a:cubicBezTo>
                <a:cubicBezTo>
                  <a:pt x="12020731" y="1515965"/>
                  <a:pt x="12009237" y="1504471"/>
                  <a:pt x="12009237" y="1490305"/>
                </a:cubicBezTo>
                <a:cubicBezTo>
                  <a:pt x="12009237" y="1476142"/>
                  <a:pt x="12020731" y="1464647"/>
                  <a:pt x="12034897" y="1464647"/>
                </a:cubicBezTo>
                <a:close/>
                <a:moveTo>
                  <a:pt x="11970691" y="1464647"/>
                </a:moveTo>
                <a:cubicBezTo>
                  <a:pt x="11984855" y="1464531"/>
                  <a:pt x="11996349" y="1476025"/>
                  <a:pt x="11996349" y="1490305"/>
                </a:cubicBezTo>
                <a:cubicBezTo>
                  <a:pt x="11996349" y="1504471"/>
                  <a:pt x="11984855" y="1515965"/>
                  <a:pt x="11970691" y="1515965"/>
                </a:cubicBezTo>
                <a:cubicBezTo>
                  <a:pt x="11956525" y="1515965"/>
                  <a:pt x="11945033" y="1504471"/>
                  <a:pt x="11945033" y="1490305"/>
                </a:cubicBezTo>
                <a:cubicBezTo>
                  <a:pt x="11945033" y="1476142"/>
                  <a:pt x="11956525" y="1464647"/>
                  <a:pt x="11970691" y="1464647"/>
                </a:cubicBezTo>
                <a:close/>
                <a:moveTo>
                  <a:pt x="11906483" y="1464647"/>
                </a:moveTo>
                <a:cubicBezTo>
                  <a:pt x="11920649" y="1464531"/>
                  <a:pt x="11932145" y="1476025"/>
                  <a:pt x="11932145" y="1490305"/>
                </a:cubicBezTo>
                <a:cubicBezTo>
                  <a:pt x="11932145" y="1504471"/>
                  <a:pt x="11920649" y="1515965"/>
                  <a:pt x="11906483" y="1515965"/>
                </a:cubicBezTo>
                <a:cubicBezTo>
                  <a:pt x="11892321" y="1515965"/>
                  <a:pt x="11880825" y="1504471"/>
                  <a:pt x="11880825" y="1490305"/>
                </a:cubicBezTo>
                <a:cubicBezTo>
                  <a:pt x="11880825" y="1476142"/>
                  <a:pt x="11892321" y="1464647"/>
                  <a:pt x="11906483" y="1464647"/>
                </a:cubicBezTo>
                <a:close/>
                <a:moveTo>
                  <a:pt x="11842279" y="1464647"/>
                </a:moveTo>
                <a:cubicBezTo>
                  <a:pt x="11856445" y="1464531"/>
                  <a:pt x="11867941" y="1476025"/>
                  <a:pt x="11867941" y="1490305"/>
                </a:cubicBezTo>
                <a:cubicBezTo>
                  <a:pt x="11867941" y="1504471"/>
                  <a:pt x="11856445" y="1515965"/>
                  <a:pt x="11842279" y="1515965"/>
                </a:cubicBezTo>
                <a:cubicBezTo>
                  <a:pt x="11828117" y="1515965"/>
                  <a:pt x="11816621" y="1504471"/>
                  <a:pt x="11816621" y="1490305"/>
                </a:cubicBezTo>
                <a:cubicBezTo>
                  <a:pt x="11816621" y="1476142"/>
                  <a:pt x="11828117" y="1464647"/>
                  <a:pt x="11842279" y="1464647"/>
                </a:cubicBezTo>
                <a:close/>
                <a:moveTo>
                  <a:pt x="11775107" y="1464647"/>
                </a:moveTo>
                <a:cubicBezTo>
                  <a:pt x="11789271" y="1464531"/>
                  <a:pt x="11800767" y="1476025"/>
                  <a:pt x="11800767" y="1490305"/>
                </a:cubicBezTo>
                <a:cubicBezTo>
                  <a:pt x="11800767" y="1504471"/>
                  <a:pt x="11789271" y="1515965"/>
                  <a:pt x="11775107" y="1515965"/>
                </a:cubicBezTo>
                <a:cubicBezTo>
                  <a:pt x="11760941" y="1515965"/>
                  <a:pt x="11749449" y="1504471"/>
                  <a:pt x="11749449" y="1490305"/>
                </a:cubicBezTo>
                <a:cubicBezTo>
                  <a:pt x="11749449" y="1476142"/>
                  <a:pt x="11760941" y="1464647"/>
                  <a:pt x="11775107" y="1464647"/>
                </a:cubicBezTo>
                <a:close/>
                <a:moveTo>
                  <a:pt x="11710901" y="1464647"/>
                </a:moveTo>
                <a:cubicBezTo>
                  <a:pt x="11725067" y="1464531"/>
                  <a:pt x="11736561" y="1476025"/>
                  <a:pt x="11736561" y="1490305"/>
                </a:cubicBezTo>
                <a:cubicBezTo>
                  <a:pt x="11736561" y="1504471"/>
                  <a:pt x="11725067" y="1515965"/>
                  <a:pt x="11710901" y="1515965"/>
                </a:cubicBezTo>
                <a:cubicBezTo>
                  <a:pt x="11696737" y="1515965"/>
                  <a:pt x="11685243" y="1504471"/>
                  <a:pt x="11685243" y="1490305"/>
                </a:cubicBezTo>
                <a:cubicBezTo>
                  <a:pt x="11685243" y="1476142"/>
                  <a:pt x="11696737" y="1464647"/>
                  <a:pt x="11710901" y="1464647"/>
                </a:cubicBezTo>
                <a:close/>
                <a:moveTo>
                  <a:pt x="11646697" y="1464647"/>
                </a:moveTo>
                <a:cubicBezTo>
                  <a:pt x="11660859" y="1464531"/>
                  <a:pt x="11672355" y="1476025"/>
                  <a:pt x="11672355" y="1490305"/>
                </a:cubicBezTo>
                <a:cubicBezTo>
                  <a:pt x="11672355" y="1504471"/>
                  <a:pt x="11660859" y="1515965"/>
                  <a:pt x="11646697" y="1515965"/>
                </a:cubicBezTo>
                <a:cubicBezTo>
                  <a:pt x="11632529" y="1515965"/>
                  <a:pt x="11621037" y="1504471"/>
                  <a:pt x="11621037" y="1490305"/>
                </a:cubicBezTo>
                <a:cubicBezTo>
                  <a:pt x="11621037" y="1476142"/>
                  <a:pt x="11632529" y="1464647"/>
                  <a:pt x="11646697" y="1464647"/>
                </a:cubicBezTo>
                <a:close/>
                <a:moveTo>
                  <a:pt x="11454081" y="1464647"/>
                </a:moveTo>
                <a:cubicBezTo>
                  <a:pt x="11468253" y="1464647"/>
                  <a:pt x="11479739" y="1476135"/>
                  <a:pt x="11479739" y="1490305"/>
                </a:cubicBezTo>
                <a:cubicBezTo>
                  <a:pt x="11479739" y="1504477"/>
                  <a:pt x="11468253" y="1515964"/>
                  <a:pt x="11454081" y="1515964"/>
                </a:cubicBezTo>
                <a:cubicBezTo>
                  <a:pt x="11439909" y="1515964"/>
                  <a:pt x="11428421" y="1504477"/>
                  <a:pt x="11428421" y="1490305"/>
                </a:cubicBezTo>
                <a:cubicBezTo>
                  <a:pt x="11428421" y="1476135"/>
                  <a:pt x="11439909" y="1464647"/>
                  <a:pt x="11454081" y="1464647"/>
                </a:cubicBezTo>
                <a:close/>
                <a:moveTo>
                  <a:pt x="11389875" y="1464647"/>
                </a:moveTo>
                <a:cubicBezTo>
                  <a:pt x="11404040" y="1464531"/>
                  <a:pt x="11415533" y="1476025"/>
                  <a:pt x="11415533" y="1490305"/>
                </a:cubicBezTo>
                <a:cubicBezTo>
                  <a:pt x="11415533" y="1504471"/>
                  <a:pt x="11404040" y="1515965"/>
                  <a:pt x="11389875" y="1515965"/>
                </a:cubicBezTo>
                <a:cubicBezTo>
                  <a:pt x="11375710" y="1515965"/>
                  <a:pt x="11364217" y="1504471"/>
                  <a:pt x="11364217" y="1490305"/>
                </a:cubicBezTo>
                <a:cubicBezTo>
                  <a:pt x="11364217" y="1476142"/>
                  <a:pt x="11375710" y="1464647"/>
                  <a:pt x="11389875" y="1464647"/>
                </a:cubicBezTo>
                <a:close/>
                <a:moveTo>
                  <a:pt x="11325670" y="1464647"/>
                </a:moveTo>
                <a:cubicBezTo>
                  <a:pt x="11339835" y="1464531"/>
                  <a:pt x="11351329" y="1476025"/>
                  <a:pt x="11351329" y="1490305"/>
                </a:cubicBezTo>
                <a:cubicBezTo>
                  <a:pt x="11351329" y="1504471"/>
                  <a:pt x="11339835" y="1515965"/>
                  <a:pt x="11325670" y="1515965"/>
                </a:cubicBezTo>
                <a:cubicBezTo>
                  <a:pt x="11311505" y="1515965"/>
                  <a:pt x="11300012" y="1504471"/>
                  <a:pt x="11300012" y="1490305"/>
                </a:cubicBezTo>
                <a:cubicBezTo>
                  <a:pt x="11300012" y="1476142"/>
                  <a:pt x="11311505" y="1464647"/>
                  <a:pt x="11325670" y="1464647"/>
                </a:cubicBezTo>
                <a:close/>
                <a:moveTo>
                  <a:pt x="11261466" y="1464647"/>
                </a:moveTo>
                <a:cubicBezTo>
                  <a:pt x="11275628" y="1464531"/>
                  <a:pt x="11287124" y="1476025"/>
                  <a:pt x="11287124" y="1490305"/>
                </a:cubicBezTo>
                <a:cubicBezTo>
                  <a:pt x="11287124" y="1504471"/>
                  <a:pt x="11275628" y="1515965"/>
                  <a:pt x="11261466" y="1515965"/>
                </a:cubicBezTo>
                <a:cubicBezTo>
                  <a:pt x="11247301" y="1515965"/>
                  <a:pt x="11235805" y="1504471"/>
                  <a:pt x="11235805" y="1490305"/>
                </a:cubicBezTo>
                <a:cubicBezTo>
                  <a:pt x="11235805" y="1476142"/>
                  <a:pt x="11247301" y="1464647"/>
                  <a:pt x="11261466" y="1464647"/>
                </a:cubicBezTo>
                <a:close/>
                <a:moveTo>
                  <a:pt x="11197259" y="1464647"/>
                </a:moveTo>
                <a:cubicBezTo>
                  <a:pt x="11211424" y="1464531"/>
                  <a:pt x="11222917" y="1476025"/>
                  <a:pt x="11222917" y="1490305"/>
                </a:cubicBezTo>
                <a:cubicBezTo>
                  <a:pt x="11222917" y="1504471"/>
                  <a:pt x="11211424" y="1515965"/>
                  <a:pt x="11197259" y="1515965"/>
                </a:cubicBezTo>
                <a:cubicBezTo>
                  <a:pt x="11183094" y="1515965"/>
                  <a:pt x="11171601" y="1504471"/>
                  <a:pt x="11171601" y="1490305"/>
                </a:cubicBezTo>
                <a:cubicBezTo>
                  <a:pt x="11171601" y="1476142"/>
                  <a:pt x="11183094" y="1464647"/>
                  <a:pt x="11197259" y="1464647"/>
                </a:cubicBezTo>
                <a:close/>
                <a:moveTo>
                  <a:pt x="11133055" y="1464647"/>
                </a:moveTo>
                <a:cubicBezTo>
                  <a:pt x="11147225" y="1464647"/>
                  <a:pt x="11158713" y="1476135"/>
                  <a:pt x="11158713" y="1490305"/>
                </a:cubicBezTo>
                <a:cubicBezTo>
                  <a:pt x="11158713" y="1504477"/>
                  <a:pt x="11147225" y="1515964"/>
                  <a:pt x="11133055" y="1515964"/>
                </a:cubicBezTo>
                <a:cubicBezTo>
                  <a:pt x="11118884" y="1515964"/>
                  <a:pt x="11107396" y="1504477"/>
                  <a:pt x="11107396" y="1490305"/>
                </a:cubicBezTo>
                <a:cubicBezTo>
                  <a:pt x="11107396" y="1476135"/>
                  <a:pt x="11118884" y="1464647"/>
                  <a:pt x="11133055" y="1464647"/>
                </a:cubicBezTo>
                <a:close/>
                <a:moveTo>
                  <a:pt x="11068848" y="1464647"/>
                </a:moveTo>
                <a:cubicBezTo>
                  <a:pt x="11083021" y="1464647"/>
                  <a:pt x="11094509" y="1476135"/>
                  <a:pt x="11094509" y="1490305"/>
                </a:cubicBezTo>
                <a:cubicBezTo>
                  <a:pt x="11094509" y="1504477"/>
                  <a:pt x="11083021" y="1515964"/>
                  <a:pt x="11068848" y="1515964"/>
                </a:cubicBezTo>
                <a:cubicBezTo>
                  <a:pt x="11054677" y="1515964"/>
                  <a:pt x="11043189" y="1504477"/>
                  <a:pt x="11043189" y="1490305"/>
                </a:cubicBezTo>
                <a:cubicBezTo>
                  <a:pt x="11043189" y="1476135"/>
                  <a:pt x="11054677" y="1464647"/>
                  <a:pt x="11068848" y="1464647"/>
                </a:cubicBezTo>
                <a:close/>
                <a:moveTo>
                  <a:pt x="10940321" y="1464647"/>
                </a:moveTo>
                <a:cubicBezTo>
                  <a:pt x="10954604" y="1464531"/>
                  <a:pt x="10965982" y="1476025"/>
                  <a:pt x="10965982" y="1490305"/>
                </a:cubicBezTo>
                <a:cubicBezTo>
                  <a:pt x="10965982" y="1504471"/>
                  <a:pt x="10954486" y="1515965"/>
                  <a:pt x="10940321" y="1515965"/>
                </a:cubicBezTo>
                <a:cubicBezTo>
                  <a:pt x="10926156" y="1515965"/>
                  <a:pt x="10914663" y="1504471"/>
                  <a:pt x="10914663" y="1490305"/>
                </a:cubicBezTo>
                <a:cubicBezTo>
                  <a:pt x="10914663" y="1476142"/>
                  <a:pt x="10926156" y="1464647"/>
                  <a:pt x="10940321" y="1464647"/>
                </a:cubicBezTo>
                <a:close/>
                <a:moveTo>
                  <a:pt x="10811912" y="1464647"/>
                </a:moveTo>
                <a:cubicBezTo>
                  <a:pt x="10826077" y="1464531"/>
                  <a:pt x="10837571" y="1476025"/>
                  <a:pt x="10837571" y="1490305"/>
                </a:cubicBezTo>
                <a:cubicBezTo>
                  <a:pt x="10837571" y="1504471"/>
                  <a:pt x="10826077" y="1515965"/>
                  <a:pt x="10811912" y="1515965"/>
                </a:cubicBezTo>
                <a:cubicBezTo>
                  <a:pt x="10797747" y="1515965"/>
                  <a:pt x="10786254" y="1504471"/>
                  <a:pt x="10786254" y="1490305"/>
                </a:cubicBezTo>
                <a:cubicBezTo>
                  <a:pt x="10786254" y="1476142"/>
                  <a:pt x="10797747" y="1464647"/>
                  <a:pt x="10811912" y="1464647"/>
                </a:cubicBezTo>
                <a:close/>
                <a:moveTo>
                  <a:pt x="10747708" y="1464647"/>
                </a:moveTo>
                <a:cubicBezTo>
                  <a:pt x="10761878" y="1464647"/>
                  <a:pt x="10773366" y="1476135"/>
                  <a:pt x="10773366" y="1490305"/>
                </a:cubicBezTo>
                <a:cubicBezTo>
                  <a:pt x="10773366" y="1504477"/>
                  <a:pt x="10761878" y="1515964"/>
                  <a:pt x="10747708" y="1515964"/>
                </a:cubicBezTo>
                <a:cubicBezTo>
                  <a:pt x="10733535" y="1515964"/>
                  <a:pt x="10722047" y="1504477"/>
                  <a:pt x="10722047" y="1490305"/>
                </a:cubicBezTo>
                <a:cubicBezTo>
                  <a:pt x="10722047" y="1476135"/>
                  <a:pt x="10733535" y="1464647"/>
                  <a:pt x="10747708" y="1464647"/>
                </a:cubicBezTo>
                <a:close/>
                <a:moveTo>
                  <a:pt x="10683501" y="1464647"/>
                </a:moveTo>
                <a:cubicBezTo>
                  <a:pt x="10697666" y="1464531"/>
                  <a:pt x="10709159" y="1476025"/>
                  <a:pt x="10709159" y="1490305"/>
                </a:cubicBezTo>
                <a:cubicBezTo>
                  <a:pt x="10709159" y="1504471"/>
                  <a:pt x="10697666" y="1515965"/>
                  <a:pt x="10683501" y="1515965"/>
                </a:cubicBezTo>
                <a:cubicBezTo>
                  <a:pt x="10669336" y="1515965"/>
                  <a:pt x="10657843" y="1504471"/>
                  <a:pt x="10657843" y="1490305"/>
                </a:cubicBezTo>
                <a:cubicBezTo>
                  <a:pt x="10657843" y="1476142"/>
                  <a:pt x="10669336" y="1464647"/>
                  <a:pt x="10683501" y="1464647"/>
                </a:cubicBezTo>
                <a:close/>
                <a:moveTo>
                  <a:pt x="10619297" y="1464647"/>
                </a:moveTo>
                <a:cubicBezTo>
                  <a:pt x="10633462" y="1464531"/>
                  <a:pt x="10644955" y="1476025"/>
                  <a:pt x="10644955" y="1490305"/>
                </a:cubicBezTo>
                <a:cubicBezTo>
                  <a:pt x="10644955" y="1504471"/>
                  <a:pt x="10633462" y="1515965"/>
                  <a:pt x="10619297" y="1515965"/>
                </a:cubicBezTo>
                <a:cubicBezTo>
                  <a:pt x="10605132" y="1515965"/>
                  <a:pt x="10593639" y="1504471"/>
                  <a:pt x="10593639" y="1490305"/>
                </a:cubicBezTo>
                <a:cubicBezTo>
                  <a:pt x="10593639" y="1476142"/>
                  <a:pt x="10605132" y="1464647"/>
                  <a:pt x="10619297" y="1464647"/>
                </a:cubicBezTo>
                <a:close/>
                <a:moveTo>
                  <a:pt x="10555092" y="1464647"/>
                </a:moveTo>
                <a:cubicBezTo>
                  <a:pt x="10569255" y="1464531"/>
                  <a:pt x="10580751" y="1476025"/>
                  <a:pt x="10580751" y="1490305"/>
                </a:cubicBezTo>
                <a:cubicBezTo>
                  <a:pt x="10580751" y="1504471"/>
                  <a:pt x="10569255" y="1515965"/>
                  <a:pt x="10555092" y="1515965"/>
                </a:cubicBezTo>
                <a:cubicBezTo>
                  <a:pt x="10540927" y="1515965"/>
                  <a:pt x="10529432" y="1504471"/>
                  <a:pt x="10529432" y="1490305"/>
                </a:cubicBezTo>
                <a:cubicBezTo>
                  <a:pt x="10529432" y="1476142"/>
                  <a:pt x="10540927" y="1464647"/>
                  <a:pt x="10555092" y="1464647"/>
                </a:cubicBezTo>
                <a:close/>
                <a:moveTo>
                  <a:pt x="10490885" y="1464647"/>
                </a:moveTo>
                <a:cubicBezTo>
                  <a:pt x="10505050" y="1464531"/>
                  <a:pt x="10516544" y="1476025"/>
                  <a:pt x="10516544" y="1490305"/>
                </a:cubicBezTo>
                <a:cubicBezTo>
                  <a:pt x="10516544" y="1504471"/>
                  <a:pt x="10505050" y="1515965"/>
                  <a:pt x="10490885" y="1515965"/>
                </a:cubicBezTo>
                <a:cubicBezTo>
                  <a:pt x="10476720" y="1515965"/>
                  <a:pt x="10465227" y="1504471"/>
                  <a:pt x="10465227" y="1490305"/>
                </a:cubicBezTo>
                <a:cubicBezTo>
                  <a:pt x="10465227" y="1476142"/>
                  <a:pt x="10476720" y="1464647"/>
                  <a:pt x="10490885" y="1464647"/>
                </a:cubicBezTo>
                <a:close/>
                <a:moveTo>
                  <a:pt x="10362474" y="1464647"/>
                </a:moveTo>
                <a:cubicBezTo>
                  <a:pt x="10376647" y="1464647"/>
                  <a:pt x="10388135" y="1476135"/>
                  <a:pt x="10388135" y="1490305"/>
                </a:cubicBezTo>
                <a:cubicBezTo>
                  <a:pt x="10388135" y="1504477"/>
                  <a:pt x="10376647" y="1515964"/>
                  <a:pt x="10362474" y="1515964"/>
                </a:cubicBezTo>
                <a:cubicBezTo>
                  <a:pt x="10348304" y="1515964"/>
                  <a:pt x="10336816" y="1504477"/>
                  <a:pt x="10336816" y="1490305"/>
                </a:cubicBezTo>
                <a:cubicBezTo>
                  <a:pt x="10336816" y="1476135"/>
                  <a:pt x="10348304" y="1464647"/>
                  <a:pt x="10362474" y="1464647"/>
                </a:cubicBezTo>
                <a:close/>
                <a:moveTo>
                  <a:pt x="10298270" y="1464647"/>
                </a:moveTo>
                <a:cubicBezTo>
                  <a:pt x="10312435" y="1464531"/>
                  <a:pt x="10323928" y="1476025"/>
                  <a:pt x="10323928" y="1490305"/>
                </a:cubicBezTo>
                <a:cubicBezTo>
                  <a:pt x="10323928" y="1504471"/>
                  <a:pt x="10312435" y="1515965"/>
                  <a:pt x="10298270" y="1515965"/>
                </a:cubicBezTo>
                <a:cubicBezTo>
                  <a:pt x="10284105" y="1515965"/>
                  <a:pt x="10272611" y="1504471"/>
                  <a:pt x="10272611" y="1490305"/>
                </a:cubicBezTo>
                <a:cubicBezTo>
                  <a:pt x="10272611" y="1476142"/>
                  <a:pt x="10284105" y="1464647"/>
                  <a:pt x="10298270" y="1464647"/>
                </a:cubicBezTo>
                <a:close/>
                <a:moveTo>
                  <a:pt x="10234065" y="1464647"/>
                </a:moveTo>
                <a:cubicBezTo>
                  <a:pt x="10248228" y="1464531"/>
                  <a:pt x="10259723" y="1476025"/>
                  <a:pt x="10259723" y="1490305"/>
                </a:cubicBezTo>
                <a:cubicBezTo>
                  <a:pt x="10259723" y="1504471"/>
                  <a:pt x="10248228" y="1515965"/>
                  <a:pt x="10234065" y="1515965"/>
                </a:cubicBezTo>
                <a:cubicBezTo>
                  <a:pt x="10219900" y="1515965"/>
                  <a:pt x="10208404" y="1504471"/>
                  <a:pt x="10208404" y="1490305"/>
                </a:cubicBezTo>
                <a:cubicBezTo>
                  <a:pt x="10208404" y="1476142"/>
                  <a:pt x="10219900" y="1464647"/>
                  <a:pt x="10234065" y="1464647"/>
                </a:cubicBezTo>
                <a:close/>
                <a:moveTo>
                  <a:pt x="10105654" y="1464647"/>
                </a:moveTo>
                <a:cubicBezTo>
                  <a:pt x="10119819" y="1464531"/>
                  <a:pt x="10131312" y="1476025"/>
                  <a:pt x="10131312" y="1490305"/>
                </a:cubicBezTo>
                <a:cubicBezTo>
                  <a:pt x="10131312" y="1504471"/>
                  <a:pt x="10119819" y="1515965"/>
                  <a:pt x="10105654" y="1515965"/>
                </a:cubicBezTo>
                <a:cubicBezTo>
                  <a:pt x="10091489" y="1515965"/>
                  <a:pt x="10079996" y="1504471"/>
                  <a:pt x="10079996" y="1490305"/>
                </a:cubicBezTo>
                <a:cubicBezTo>
                  <a:pt x="10079996" y="1476142"/>
                  <a:pt x="10091489" y="1464647"/>
                  <a:pt x="10105654" y="1464647"/>
                </a:cubicBezTo>
                <a:close/>
                <a:moveTo>
                  <a:pt x="9913038" y="1464647"/>
                </a:moveTo>
                <a:cubicBezTo>
                  <a:pt x="9927203" y="1464531"/>
                  <a:pt x="9938696" y="1476025"/>
                  <a:pt x="9938696" y="1490305"/>
                </a:cubicBezTo>
                <a:cubicBezTo>
                  <a:pt x="9938696" y="1504471"/>
                  <a:pt x="9927203" y="1515965"/>
                  <a:pt x="9913038" y="1515965"/>
                </a:cubicBezTo>
                <a:cubicBezTo>
                  <a:pt x="9898873" y="1515965"/>
                  <a:pt x="9887380" y="1504471"/>
                  <a:pt x="9887380" y="1490305"/>
                </a:cubicBezTo>
                <a:cubicBezTo>
                  <a:pt x="9887380" y="1476142"/>
                  <a:pt x="9898873" y="1464647"/>
                  <a:pt x="9913038" y="1464647"/>
                </a:cubicBezTo>
                <a:close/>
                <a:moveTo>
                  <a:pt x="9720307" y="1464647"/>
                </a:moveTo>
                <a:cubicBezTo>
                  <a:pt x="9734470" y="1464531"/>
                  <a:pt x="9745965" y="1476025"/>
                  <a:pt x="9745965" y="1490305"/>
                </a:cubicBezTo>
                <a:cubicBezTo>
                  <a:pt x="9745965" y="1504471"/>
                  <a:pt x="9734470" y="1515965"/>
                  <a:pt x="9720307" y="1515965"/>
                </a:cubicBezTo>
                <a:cubicBezTo>
                  <a:pt x="9706142" y="1515965"/>
                  <a:pt x="9694646" y="1504471"/>
                  <a:pt x="9694646" y="1490305"/>
                </a:cubicBezTo>
                <a:cubicBezTo>
                  <a:pt x="9694646" y="1476142"/>
                  <a:pt x="9706142" y="1464647"/>
                  <a:pt x="9720307" y="1464647"/>
                </a:cubicBezTo>
                <a:close/>
                <a:moveTo>
                  <a:pt x="9591896" y="1464647"/>
                </a:moveTo>
                <a:cubicBezTo>
                  <a:pt x="9606061" y="1464531"/>
                  <a:pt x="9617554" y="1476025"/>
                  <a:pt x="9617554" y="1490305"/>
                </a:cubicBezTo>
                <a:cubicBezTo>
                  <a:pt x="9617554" y="1504471"/>
                  <a:pt x="9606061" y="1515965"/>
                  <a:pt x="9591896" y="1515965"/>
                </a:cubicBezTo>
                <a:cubicBezTo>
                  <a:pt x="9577731" y="1515965"/>
                  <a:pt x="9566238" y="1504471"/>
                  <a:pt x="9566238" y="1490305"/>
                </a:cubicBezTo>
                <a:cubicBezTo>
                  <a:pt x="9566238" y="1476142"/>
                  <a:pt x="9577731" y="1464647"/>
                  <a:pt x="9591896" y="1464647"/>
                </a:cubicBezTo>
                <a:close/>
                <a:moveTo>
                  <a:pt x="9527689" y="1464647"/>
                </a:moveTo>
                <a:cubicBezTo>
                  <a:pt x="9541854" y="1464531"/>
                  <a:pt x="9553350" y="1476025"/>
                  <a:pt x="9553350" y="1490305"/>
                </a:cubicBezTo>
                <a:cubicBezTo>
                  <a:pt x="9553350" y="1504471"/>
                  <a:pt x="9541854" y="1515965"/>
                  <a:pt x="9527689" y="1515965"/>
                </a:cubicBezTo>
                <a:cubicBezTo>
                  <a:pt x="9513524" y="1515965"/>
                  <a:pt x="9502031" y="1504471"/>
                  <a:pt x="9502031" y="1490305"/>
                </a:cubicBezTo>
                <a:cubicBezTo>
                  <a:pt x="9502031" y="1476142"/>
                  <a:pt x="9513524" y="1464647"/>
                  <a:pt x="9527689" y="1464647"/>
                </a:cubicBezTo>
                <a:close/>
                <a:moveTo>
                  <a:pt x="9463485" y="1464647"/>
                </a:moveTo>
                <a:cubicBezTo>
                  <a:pt x="9477650" y="1464531"/>
                  <a:pt x="9489143" y="1476025"/>
                  <a:pt x="9489143" y="1490305"/>
                </a:cubicBezTo>
                <a:cubicBezTo>
                  <a:pt x="9489143" y="1504471"/>
                  <a:pt x="9477650" y="1515965"/>
                  <a:pt x="9463485" y="1515965"/>
                </a:cubicBezTo>
                <a:cubicBezTo>
                  <a:pt x="9449320" y="1515965"/>
                  <a:pt x="9437826" y="1504471"/>
                  <a:pt x="9437826" y="1490305"/>
                </a:cubicBezTo>
                <a:cubicBezTo>
                  <a:pt x="9437826" y="1476142"/>
                  <a:pt x="9449320" y="1464647"/>
                  <a:pt x="9463485" y="1464647"/>
                </a:cubicBezTo>
                <a:close/>
                <a:moveTo>
                  <a:pt x="9399280" y="1464647"/>
                </a:moveTo>
                <a:cubicBezTo>
                  <a:pt x="9413445" y="1464531"/>
                  <a:pt x="9424938" y="1476025"/>
                  <a:pt x="9424938" y="1490305"/>
                </a:cubicBezTo>
                <a:cubicBezTo>
                  <a:pt x="9424938" y="1504471"/>
                  <a:pt x="9413445" y="1515965"/>
                  <a:pt x="9399280" y="1515965"/>
                </a:cubicBezTo>
                <a:cubicBezTo>
                  <a:pt x="9385115" y="1515965"/>
                  <a:pt x="9373619" y="1504471"/>
                  <a:pt x="9373619" y="1490305"/>
                </a:cubicBezTo>
                <a:cubicBezTo>
                  <a:pt x="9373619" y="1476142"/>
                  <a:pt x="9385115" y="1464647"/>
                  <a:pt x="9399280" y="1464647"/>
                </a:cubicBezTo>
                <a:close/>
                <a:moveTo>
                  <a:pt x="9335073" y="1464647"/>
                </a:moveTo>
                <a:cubicBezTo>
                  <a:pt x="9349246" y="1464647"/>
                  <a:pt x="9360734" y="1476135"/>
                  <a:pt x="9360734" y="1490305"/>
                </a:cubicBezTo>
                <a:cubicBezTo>
                  <a:pt x="9360734" y="1504477"/>
                  <a:pt x="9349246" y="1515964"/>
                  <a:pt x="9335073" y="1515964"/>
                </a:cubicBezTo>
                <a:cubicBezTo>
                  <a:pt x="9320903" y="1515964"/>
                  <a:pt x="9309415" y="1504477"/>
                  <a:pt x="9309415" y="1490305"/>
                </a:cubicBezTo>
                <a:cubicBezTo>
                  <a:pt x="9309415" y="1476135"/>
                  <a:pt x="9320903" y="1464647"/>
                  <a:pt x="9335073" y="1464647"/>
                </a:cubicBezTo>
                <a:close/>
                <a:moveTo>
                  <a:pt x="9142457" y="1464647"/>
                </a:moveTo>
                <a:cubicBezTo>
                  <a:pt x="9156622" y="1464531"/>
                  <a:pt x="9168118" y="1476025"/>
                  <a:pt x="9168118" y="1490305"/>
                </a:cubicBezTo>
                <a:cubicBezTo>
                  <a:pt x="9168118" y="1504471"/>
                  <a:pt x="9156622" y="1515965"/>
                  <a:pt x="9142457" y="1515965"/>
                </a:cubicBezTo>
                <a:cubicBezTo>
                  <a:pt x="9128292" y="1515965"/>
                  <a:pt x="9116799" y="1504471"/>
                  <a:pt x="9116799" y="1490305"/>
                </a:cubicBezTo>
                <a:cubicBezTo>
                  <a:pt x="9116799" y="1476142"/>
                  <a:pt x="9128292" y="1464647"/>
                  <a:pt x="9142457" y="1464647"/>
                </a:cubicBezTo>
                <a:close/>
                <a:moveTo>
                  <a:pt x="9078253" y="1464647"/>
                </a:moveTo>
                <a:cubicBezTo>
                  <a:pt x="9092418" y="1464531"/>
                  <a:pt x="9103911" y="1476025"/>
                  <a:pt x="9103911" y="1490305"/>
                </a:cubicBezTo>
                <a:cubicBezTo>
                  <a:pt x="9103911" y="1504471"/>
                  <a:pt x="9092418" y="1515965"/>
                  <a:pt x="9078253" y="1515965"/>
                </a:cubicBezTo>
                <a:cubicBezTo>
                  <a:pt x="9064088" y="1515965"/>
                  <a:pt x="9052595" y="1504471"/>
                  <a:pt x="9052595" y="1490305"/>
                </a:cubicBezTo>
                <a:cubicBezTo>
                  <a:pt x="9052595" y="1476142"/>
                  <a:pt x="9064088" y="1464647"/>
                  <a:pt x="9078253" y="1464647"/>
                </a:cubicBezTo>
                <a:close/>
                <a:moveTo>
                  <a:pt x="9014049" y="1464647"/>
                </a:moveTo>
                <a:cubicBezTo>
                  <a:pt x="9028214" y="1464531"/>
                  <a:pt x="9039707" y="1476025"/>
                  <a:pt x="9039707" y="1490305"/>
                </a:cubicBezTo>
                <a:cubicBezTo>
                  <a:pt x="9039707" y="1504471"/>
                  <a:pt x="9028214" y="1515965"/>
                  <a:pt x="9014049" y="1515965"/>
                </a:cubicBezTo>
                <a:cubicBezTo>
                  <a:pt x="8999884" y="1515965"/>
                  <a:pt x="8988388" y="1504471"/>
                  <a:pt x="8988388" y="1490305"/>
                </a:cubicBezTo>
                <a:cubicBezTo>
                  <a:pt x="8988388" y="1476142"/>
                  <a:pt x="8999884" y="1464647"/>
                  <a:pt x="9014049" y="1464647"/>
                </a:cubicBezTo>
                <a:close/>
                <a:moveTo>
                  <a:pt x="8949842" y="1464647"/>
                </a:moveTo>
                <a:cubicBezTo>
                  <a:pt x="8964015" y="1464647"/>
                  <a:pt x="8975503" y="1476135"/>
                  <a:pt x="8975503" y="1490305"/>
                </a:cubicBezTo>
                <a:cubicBezTo>
                  <a:pt x="8975503" y="1504477"/>
                  <a:pt x="8964015" y="1515964"/>
                  <a:pt x="8949842" y="1515964"/>
                </a:cubicBezTo>
                <a:cubicBezTo>
                  <a:pt x="8935671" y="1515964"/>
                  <a:pt x="8924183" y="1504477"/>
                  <a:pt x="8924183" y="1490305"/>
                </a:cubicBezTo>
                <a:cubicBezTo>
                  <a:pt x="8924183" y="1476135"/>
                  <a:pt x="8935671" y="1464647"/>
                  <a:pt x="8949842" y="1464647"/>
                </a:cubicBezTo>
                <a:close/>
                <a:moveTo>
                  <a:pt x="8821433" y="1464647"/>
                </a:moveTo>
                <a:cubicBezTo>
                  <a:pt x="8835598" y="1464531"/>
                  <a:pt x="8847091" y="1476025"/>
                  <a:pt x="8847091" y="1490305"/>
                </a:cubicBezTo>
                <a:cubicBezTo>
                  <a:pt x="8847091" y="1504471"/>
                  <a:pt x="8835598" y="1515965"/>
                  <a:pt x="8821433" y="1515965"/>
                </a:cubicBezTo>
                <a:cubicBezTo>
                  <a:pt x="8807268" y="1515965"/>
                  <a:pt x="8795772" y="1504471"/>
                  <a:pt x="8795772" y="1490305"/>
                </a:cubicBezTo>
                <a:cubicBezTo>
                  <a:pt x="8795772" y="1476142"/>
                  <a:pt x="8807268" y="1464647"/>
                  <a:pt x="8821433" y="1464647"/>
                </a:cubicBezTo>
                <a:close/>
                <a:moveTo>
                  <a:pt x="8757226" y="1464647"/>
                </a:moveTo>
                <a:cubicBezTo>
                  <a:pt x="8771391" y="1464531"/>
                  <a:pt x="8782887" y="1476025"/>
                  <a:pt x="8782887" y="1490305"/>
                </a:cubicBezTo>
                <a:cubicBezTo>
                  <a:pt x="8782887" y="1504471"/>
                  <a:pt x="8771391" y="1515965"/>
                  <a:pt x="8757226" y="1515965"/>
                </a:cubicBezTo>
                <a:cubicBezTo>
                  <a:pt x="8743061" y="1515965"/>
                  <a:pt x="8731568" y="1504471"/>
                  <a:pt x="8731568" y="1490305"/>
                </a:cubicBezTo>
                <a:cubicBezTo>
                  <a:pt x="8731568" y="1476142"/>
                  <a:pt x="8743061" y="1464647"/>
                  <a:pt x="8757226" y="1464647"/>
                </a:cubicBezTo>
                <a:close/>
                <a:moveTo>
                  <a:pt x="8692904" y="1464647"/>
                </a:moveTo>
                <a:cubicBezTo>
                  <a:pt x="8707069" y="1464531"/>
                  <a:pt x="8718565" y="1476025"/>
                  <a:pt x="8718565" y="1490305"/>
                </a:cubicBezTo>
                <a:cubicBezTo>
                  <a:pt x="8718565" y="1504471"/>
                  <a:pt x="8707069" y="1515965"/>
                  <a:pt x="8692904" y="1515965"/>
                </a:cubicBezTo>
                <a:cubicBezTo>
                  <a:pt x="8678741" y="1515965"/>
                  <a:pt x="8667246" y="1504471"/>
                  <a:pt x="8667246" y="1490305"/>
                </a:cubicBezTo>
                <a:cubicBezTo>
                  <a:pt x="8667246" y="1476142"/>
                  <a:pt x="8678741" y="1464647"/>
                  <a:pt x="8692904" y="1464647"/>
                </a:cubicBezTo>
                <a:close/>
                <a:moveTo>
                  <a:pt x="8564495" y="1464647"/>
                </a:moveTo>
                <a:cubicBezTo>
                  <a:pt x="8578665" y="1464647"/>
                  <a:pt x="8590153" y="1476135"/>
                  <a:pt x="8590153" y="1490305"/>
                </a:cubicBezTo>
                <a:cubicBezTo>
                  <a:pt x="8590153" y="1504477"/>
                  <a:pt x="8578665" y="1515964"/>
                  <a:pt x="8564495" y="1515964"/>
                </a:cubicBezTo>
                <a:cubicBezTo>
                  <a:pt x="8550325" y="1515964"/>
                  <a:pt x="8538837" y="1504477"/>
                  <a:pt x="8538837" y="1490305"/>
                </a:cubicBezTo>
                <a:cubicBezTo>
                  <a:pt x="8538837" y="1476135"/>
                  <a:pt x="8550325" y="1464647"/>
                  <a:pt x="8564495" y="1464647"/>
                </a:cubicBezTo>
                <a:close/>
                <a:moveTo>
                  <a:pt x="8500288" y="1464647"/>
                </a:moveTo>
                <a:cubicBezTo>
                  <a:pt x="8514453" y="1464531"/>
                  <a:pt x="8525949" y="1476025"/>
                  <a:pt x="8525949" y="1490305"/>
                </a:cubicBezTo>
                <a:cubicBezTo>
                  <a:pt x="8525949" y="1504471"/>
                  <a:pt x="8514453" y="1515965"/>
                  <a:pt x="8500288" y="1515965"/>
                </a:cubicBezTo>
                <a:cubicBezTo>
                  <a:pt x="8486126" y="1515965"/>
                  <a:pt x="8474630" y="1504471"/>
                  <a:pt x="8474630" y="1490305"/>
                </a:cubicBezTo>
                <a:cubicBezTo>
                  <a:pt x="8474630" y="1476142"/>
                  <a:pt x="8486126" y="1464647"/>
                  <a:pt x="8500288" y="1464647"/>
                </a:cubicBezTo>
                <a:close/>
                <a:moveTo>
                  <a:pt x="8307675" y="1464647"/>
                </a:moveTo>
                <a:cubicBezTo>
                  <a:pt x="8321837" y="1464531"/>
                  <a:pt x="8333333" y="1476025"/>
                  <a:pt x="8333333" y="1490305"/>
                </a:cubicBezTo>
                <a:cubicBezTo>
                  <a:pt x="8333333" y="1504471"/>
                  <a:pt x="8321837" y="1515965"/>
                  <a:pt x="8307675" y="1515965"/>
                </a:cubicBezTo>
                <a:cubicBezTo>
                  <a:pt x="8293510" y="1515965"/>
                  <a:pt x="8282014" y="1504471"/>
                  <a:pt x="8282014" y="1490305"/>
                </a:cubicBezTo>
                <a:cubicBezTo>
                  <a:pt x="8282014" y="1476142"/>
                  <a:pt x="8293510" y="1464647"/>
                  <a:pt x="8307675" y="1464647"/>
                </a:cubicBezTo>
                <a:close/>
                <a:moveTo>
                  <a:pt x="8243468" y="1464647"/>
                </a:moveTo>
                <a:cubicBezTo>
                  <a:pt x="8257638" y="1464647"/>
                  <a:pt x="8269126" y="1476135"/>
                  <a:pt x="8269126" y="1490305"/>
                </a:cubicBezTo>
                <a:cubicBezTo>
                  <a:pt x="8269126" y="1504477"/>
                  <a:pt x="8257638" y="1515964"/>
                  <a:pt x="8243468" y="1515964"/>
                </a:cubicBezTo>
                <a:cubicBezTo>
                  <a:pt x="8229298" y="1515964"/>
                  <a:pt x="8217810" y="1504477"/>
                  <a:pt x="8217810" y="1490305"/>
                </a:cubicBezTo>
                <a:cubicBezTo>
                  <a:pt x="8217810" y="1476135"/>
                  <a:pt x="8229298" y="1464647"/>
                  <a:pt x="8243468" y="1464647"/>
                </a:cubicBezTo>
                <a:close/>
                <a:moveTo>
                  <a:pt x="8115057" y="1464647"/>
                </a:moveTo>
                <a:cubicBezTo>
                  <a:pt x="8129222" y="1464531"/>
                  <a:pt x="8140717" y="1476025"/>
                  <a:pt x="8140717" y="1490305"/>
                </a:cubicBezTo>
                <a:cubicBezTo>
                  <a:pt x="8140717" y="1504471"/>
                  <a:pt x="8129222" y="1515965"/>
                  <a:pt x="8115057" y="1515965"/>
                </a:cubicBezTo>
                <a:cubicBezTo>
                  <a:pt x="8100894" y="1515965"/>
                  <a:pt x="8089398" y="1504471"/>
                  <a:pt x="8089398" y="1490305"/>
                </a:cubicBezTo>
                <a:cubicBezTo>
                  <a:pt x="8089398" y="1476142"/>
                  <a:pt x="8100894" y="1464647"/>
                  <a:pt x="8115057" y="1464647"/>
                </a:cubicBezTo>
                <a:close/>
                <a:moveTo>
                  <a:pt x="8050852" y="1464647"/>
                </a:moveTo>
                <a:cubicBezTo>
                  <a:pt x="8065017" y="1464531"/>
                  <a:pt x="8076510" y="1476025"/>
                  <a:pt x="8076510" y="1490305"/>
                </a:cubicBezTo>
                <a:cubicBezTo>
                  <a:pt x="8076510" y="1504471"/>
                  <a:pt x="8065017" y="1515965"/>
                  <a:pt x="8050852" y="1515965"/>
                </a:cubicBezTo>
                <a:cubicBezTo>
                  <a:pt x="8036687" y="1515965"/>
                  <a:pt x="8025194" y="1504471"/>
                  <a:pt x="8025194" y="1490305"/>
                </a:cubicBezTo>
                <a:cubicBezTo>
                  <a:pt x="8025194" y="1476142"/>
                  <a:pt x="8036687" y="1464647"/>
                  <a:pt x="8050852" y="1464647"/>
                </a:cubicBezTo>
                <a:close/>
                <a:moveTo>
                  <a:pt x="7986648" y="1464647"/>
                </a:moveTo>
                <a:cubicBezTo>
                  <a:pt x="8000813" y="1464531"/>
                  <a:pt x="8012306" y="1476025"/>
                  <a:pt x="8012306" y="1490305"/>
                </a:cubicBezTo>
                <a:cubicBezTo>
                  <a:pt x="8012306" y="1504471"/>
                  <a:pt x="8000813" y="1515965"/>
                  <a:pt x="7986648" y="1515965"/>
                </a:cubicBezTo>
                <a:cubicBezTo>
                  <a:pt x="7972483" y="1515965"/>
                  <a:pt x="7960990" y="1504471"/>
                  <a:pt x="7960990" y="1490305"/>
                </a:cubicBezTo>
                <a:cubicBezTo>
                  <a:pt x="7960990" y="1476142"/>
                  <a:pt x="7972483" y="1464647"/>
                  <a:pt x="7986648" y="1464647"/>
                </a:cubicBezTo>
                <a:close/>
                <a:moveTo>
                  <a:pt x="7922444" y="1464647"/>
                </a:moveTo>
                <a:cubicBezTo>
                  <a:pt x="7936606" y="1464531"/>
                  <a:pt x="7948102" y="1476025"/>
                  <a:pt x="7948102" y="1490305"/>
                </a:cubicBezTo>
                <a:cubicBezTo>
                  <a:pt x="7948102" y="1504471"/>
                  <a:pt x="7936606" y="1515965"/>
                  <a:pt x="7922444" y="1515965"/>
                </a:cubicBezTo>
                <a:cubicBezTo>
                  <a:pt x="7908279" y="1515965"/>
                  <a:pt x="7896783" y="1504471"/>
                  <a:pt x="7896783" y="1490305"/>
                </a:cubicBezTo>
                <a:cubicBezTo>
                  <a:pt x="7896783" y="1476142"/>
                  <a:pt x="7908279" y="1464647"/>
                  <a:pt x="7922444" y="1464647"/>
                </a:cubicBezTo>
                <a:close/>
                <a:moveTo>
                  <a:pt x="7858237" y="1464647"/>
                </a:moveTo>
                <a:cubicBezTo>
                  <a:pt x="7872407" y="1464647"/>
                  <a:pt x="7883895" y="1476135"/>
                  <a:pt x="7883895" y="1490305"/>
                </a:cubicBezTo>
                <a:cubicBezTo>
                  <a:pt x="7883895" y="1504477"/>
                  <a:pt x="7872407" y="1515964"/>
                  <a:pt x="7858237" y="1515964"/>
                </a:cubicBezTo>
                <a:cubicBezTo>
                  <a:pt x="7844066" y="1515964"/>
                  <a:pt x="7832578" y="1504477"/>
                  <a:pt x="7832578" y="1490305"/>
                </a:cubicBezTo>
                <a:cubicBezTo>
                  <a:pt x="7832578" y="1476135"/>
                  <a:pt x="7844066" y="1464647"/>
                  <a:pt x="7858237" y="1464647"/>
                </a:cubicBezTo>
                <a:close/>
                <a:moveTo>
                  <a:pt x="7794032" y="1464647"/>
                </a:moveTo>
                <a:cubicBezTo>
                  <a:pt x="7808203" y="1464647"/>
                  <a:pt x="7819690" y="1476135"/>
                  <a:pt x="7819690" y="1490305"/>
                </a:cubicBezTo>
                <a:cubicBezTo>
                  <a:pt x="7819690" y="1504477"/>
                  <a:pt x="7808203" y="1515964"/>
                  <a:pt x="7794032" y="1515964"/>
                </a:cubicBezTo>
                <a:cubicBezTo>
                  <a:pt x="7779862" y="1515964"/>
                  <a:pt x="7768371" y="1504477"/>
                  <a:pt x="7768371" y="1490305"/>
                </a:cubicBezTo>
                <a:cubicBezTo>
                  <a:pt x="7768371" y="1476135"/>
                  <a:pt x="7779862" y="1464647"/>
                  <a:pt x="7794032" y="1464647"/>
                </a:cubicBezTo>
                <a:close/>
                <a:moveTo>
                  <a:pt x="7729825" y="1464647"/>
                </a:moveTo>
                <a:cubicBezTo>
                  <a:pt x="7743990" y="1464531"/>
                  <a:pt x="7755486" y="1476025"/>
                  <a:pt x="7755486" y="1490305"/>
                </a:cubicBezTo>
                <a:cubicBezTo>
                  <a:pt x="7755486" y="1504471"/>
                  <a:pt x="7743990" y="1515965"/>
                  <a:pt x="7729825" y="1515965"/>
                </a:cubicBezTo>
                <a:cubicBezTo>
                  <a:pt x="7715660" y="1515965"/>
                  <a:pt x="7704167" y="1504471"/>
                  <a:pt x="7704167" y="1490305"/>
                </a:cubicBezTo>
                <a:cubicBezTo>
                  <a:pt x="7704167" y="1476142"/>
                  <a:pt x="7715660" y="1464647"/>
                  <a:pt x="7729825" y="1464647"/>
                </a:cubicBezTo>
                <a:close/>
                <a:moveTo>
                  <a:pt x="7665621" y="1464647"/>
                </a:moveTo>
                <a:cubicBezTo>
                  <a:pt x="7679786" y="1464531"/>
                  <a:pt x="7691279" y="1476025"/>
                  <a:pt x="7691279" y="1490305"/>
                </a:cubicBezTo>
                <a:cubicBezTo>
                  <a:pt x="7691279" y="1504471"/>
                  <a:pt x="7679786" y="1515965"/>
                  <a:pt x="7665621" y="1515965"/>
                </a:cubicBezTo>
                <a:cubicBezTo>
                  <a:pt x="7651456" y="1515965"/>
                  <a:pt x="7639963" y="1504471"/>
                  <a:pt x="7639963" y="1490305"/>
                </a:cubicBezTo>
                <a:cubicBezTo>
                  <a:pt x="7639963" y="1476142"/>
                  <a:pt x="7651456" y="1464647"/>
                  <a:pt x="7665621" y="1464647"/>
                </a:cubicBezTo>
                <a:close/>
                <a:moveTo>
                  <a:pt x="7601299" y="1464647"/>
                </a:moveTo>
                <a:cubicBezTo>
                  <a:pt x="7615464" y="1464531"/>
                  <a:pt x="7626959" y="1476025"/>
                  <a:pt x="7626959" y="1490305"/>
                </a:cubicBezTo>
                <a:cubicBezTo>
                  <a:pt x="7626959" y="1504471"/>
                  <a:pt x="7615464" y="1515965"/>
                  <a:pt x="7601299" y="1515965"/>
                </a:cubicBezTo>
                <a:cubicBezTo>
                  <a:pt x="7587134" y="1515965"/>
                  <a:pt x="7575640" y="1504471"/>
                  <a:pt x="7575640" y="1490305"/>
                </a:cubicBezTo>
                <a:cubicBezTo>
                  <a:pt x="7575640" y="1476142"/>
                  <a:pt x="7587134" y="1464647"/>
                  <a:pt x="7601299" y="1464647"/>
                </a:cubicBezTo>
                <a:close/>
                <a:moveTo>
                  <a:pt x="7537094" y="1464647"/>
                </a:moveTo>
                <a:cubicBezTo>
                  <a:pt x="7551259" y="1464531"/>
                  <a:pt x="7562752" y="1476025"/>
                  <a:pt x="7562752" y="1490305"/>
                </a:cubicBezTo>
                <a:cubicBezTo>
                  <a:pt x="7562752" y="1504471"/>
                  <a:pt x="7551259" y="1515965"/>
                  <a:pt x="7537094" y="1515965"/>
                </a:cubicBezTo>
                <a:cubicBezTo>
                  <a:pt x="7522929" y="1515965"/>
                  <a:pt x="7511436" y="1504471"/>
                  <a:pt x="7511436" y="1490305"/>
                </a:cubicBezTo>
                <a:cubicBezTo>
                  <a:pt x="7511436" y="1476142"/>
                  <a:pt x="7522929" y="1464647"/>
                  <a:pt x="7537094" y="1464647"/>
                </a:cubicBezTo>
                <a:close/>
                <a:moveTo>
                  <a:pt x="7472890" y="1464647"/>
                </a:moveTo>
                <a:cubicBezTo>
                  <a:pt x="7487060" y="1464647"/>
                  <a:pt x="7498548" y="1476135"/>
                  <a:pt x="7498548" y="1490305"/>
                </a:cubicBezTo>
                <a:cubicBezTo>
                  <a:pt x="7498548" y="1504477"/>
                  <a:pt x="7487060" y="1515964"/>
                  <a:pt x="7472890" y="1515964"/>
                </a:cubicBezTo>
                <a:cubicBezTo>
                  <a:pt x="7458717" y="1515964"/>
                  <a:pt x="7447229" y="1504477"/>
                  <a:pt x="7447229" y="1490305"/>
                </a:cubicBezTo>
                <a:cubicBezTo>
                  <a:pt x="7447229" y="1476135"/>
                  <a:pt x="7458717" y="1464647"/>
                  <a:pt x="7472890" y="1464647"/>
                </a:cubicBezTo>
                <a:close/>
                <a:moveTo>
                  <a:pt x="7408683" y="1464647"/>
                </a:moveTo>
                <a:cubicBezTo>
                  <a:pt x="7422848" y="1464531"/>
                  <a:pt x="7434341" y="1476025"/>
                  <a:pt x="7434341" y="1490305"/>
                </a:cubicBezTo>
                <a:cubicBezTo>
                  <a:pt x="7434341" y="1504471"/>
                  <a:pt x="7422848" y="1515965"/>
                  <a:pt x="7408683" y="1515965"/>
                </a:cubicBezTo>
                <a:cubicBezTo>
                  <a:pt x="7394518" y="1515965"/>
                  <a:pt x="7383025" y="1504471"/>
                  <a:pt x="7383025" y="1490305"/>
                </a:cubicBezTo>
                <a:cubicBezTo>
                  <a:pt x="7383025" y="1476142"/>
                  <a:pt x="7394518" y="1464647"/>
                  <a:pt x="7408683" y="1464647"/>
                </a:cubicBezTo>
                <a:close/>
                <a:moveTo>
                  <a:pt x="7344479" y="1464647"/>
                </a:moveTo>
                <a:cubicBezTo>
                  <a:pt x="7358644" y="1464531"/>
                  <a:pt x="7370137" y="1476025"/>
                  <a:pt x="7370137" y="1490305"/>
                </a:cubicBezTo>
                <a:cubicBezTo>
                  <a:pt x="7370137" y="1504471"/>
                  <a:pt x="7358644" y="1515965"/>
                  <a:pt x="7344479" y="1515965"/>
                </a:cubicBezTo>
                <a:cubicBezTo>
                  <a:pt x="7330314" y="1515965"/>
                  <a:pt x="7318820" y="1504471"/>
                  <a:pt x="7318820" y="1490305"/>
                </a:cubicBezTo>
                <a:cubicBezTo>
                  <a:pt x="7318820" y="1476142"/>
                  <a:pt x="7330314" y="1464647"/>
                  <a:pt x="7344479" y="1464647"/>
                </a:cubicBezTo>
                <a:close/>
                <a:moveTo>
                  <a:pt x="7280274" y="1464647"/>
                </a:moveTo>
                <a:cubicBezTo>
                  <a:pt x="7294437" y="1464531"/>
                  <a:pt x="7305932" y="1476025"/>
                  <a:pt x="7305932" y="1490305"/>
                </a:cubicBezTo>
                <a:cubicBezTo>
                  <a:pt x="7305932" y="1504471"/>
                  <a:pt x="7294437" y="1515965"/>
                  <a:pt x="7280274" y="1515965"/>
                </a:cubicBezTo>
                <a:cubicBezTo>
                  <a:pt x="7266109" y="1515965"/>
                  <a:pt x="7254613" y="1504471"/>
                  <a:pt x="7254613" y="1490305"/>
                </a:cubicBezTo>
                <a:cubicBezTo>
                  <a:pt x="7254613" y="1476142"/>
                  <a:pt x="7266109" y="1464647"/>
                  <a:pt x="7280274" y="1464647"/>
                </a:cubicBezTo>
                <a:close/>
                <a:moveTo>
                  <a:pt x="7216067" y="1464647"/>
                </a:moveTo>
                <a:cubicBezTo>
                  <a:pt x="7230232" y="1464531"/>
                  <a:pt x="7241725" y="1476025"/>
                  <a:pt x="7241725" y="1490305"/>
                </a:cubicBezTo>
                <a:cubicBezTo>
                  <a:pt x="7241725" y="1504471"/>
                  <a:pt x="7230232" y="1515965"/>
                  <a:pt x="7216067" y="1515965"/>
                </a:cubicBezTo>
                <a:cubicBezTo>
                  <a:pt x="7201902" y="1515965"/>
                  <a:pt x="7190409" y="1504471"/>
                  <a:pt x="7190409" y="1490305"/>
                </a:cubicBezTo>
                <a:cubicBezTo>
                  <a:pt x="7190409" y="1476142"/>
                  <a:pt x="7201902" y="1464647"/>
                  <a:pt x="7216067" y="1464647"/>
                </a:cubicBezTo>
                <a:close/>
                <a:moveTo>
                  <a:pt x="7151863" y="1464647"/>
                </a:moveTo>
                <a:cubicBezTo>
                  <a:pt x="7166033" y="1464647"/>
                  <a:pt x="7177521" y="1476135"/>
                  <a:pt x="7177521" y="1490305"/>
                </a:cubicBezTo>
                <a:cubicBezTo>
                  <a:pt x="7177521" y="1504477"/>
                  <a:pt x="7166033" y="1515964"/>
                  <a:pt x="7151863" y="1515964"/>
                </a:cubicBezTo>
                <a:cubicBezTo>
                  <a:pt x="7137692" y="1515964"/>
                  <a:pt x="7126205" y="1504477"/>
                  <a:pt x="7126205" y="1490305"/>
                </a:cubicBezTo>
                <a:cubicBezTo>
                  <a:pt x="7126205" y="1476135"/>
                  <a:pt x="7137692" y="1464647"/>
                  <a:pt x="7151863" y="1464647"/>
                </a:cubicBezTo>
                <a:close/>
                <a:moveTo>
                  <a:pt x="7087658" y="1464647"/>
                </a:moveTo>
                <a:cubicBezTo>
                  <a:pt x="7101829" y="1464647"/>
                  <a:pt x="7113317" y="1476135"/>
                  <a:pt x="7113317" y="1490305"/>
                </a:cubicBezTo>
                <a:cubicBezTo>
                  <a:pt x="7113317" y="1504477"/>
                  <a:pt x="7101829" y="1515964"/>
                  <a:pt x="7087658" y="1515964"/>
                </a:cubicBezTo>
                <a:cubicBezTo>
                  <a:pt x="7073485" y="1515964"/>
                  <a:pt x="7061998" y="1504477"/>
                  <a:pt x="7061998" y="1490305"/>
                </a:cubicBezTo>
                <a:cubicBezTo>
                  <a:pt x="7061998" y="1476135"/>
                  <a:pt x="7073485" y="1464647"/>
                  <a:pt x="7087658" y="1464647"/>
                </a:cubicBezTo>
                <a:close/>
                <a:moveTo>
                  <a:pt x="6895043" y="1464647"/>
                </a:moveTo>
                <a:cubicBezTo>
                  <a:pt x="6909208" y="1464531"/>
                  <a:pt x="6920701" y="1476025"/>
                  <a:pt x="6920701" y="1490305"/>
                </a:cubicBezTo>
                <a:cubicBezTo>
                  <a:pt x="6920701" y="1504471"/>
                  <a:pt x="6909208" y="1515965"/>
                  <a:pt x="6895043" y="1515965"/>
                </a:cubicBezTo>
                <a:cubicBezTo>
                  <a:pt x="6880878" y="1515965"/>
                  <a:pt x="6869382" y="1504471"/>
                  <a:pt x="6869382" y="1490305"/>
                </a:cubicBezTo>
                <a:cubicBezTo>
                  <a:pt x="6869382" y="1476142"/>
                  <a:pt x="6880878" y="1464647"/>
                  <a:pt x="6895043" y="1464647"/>
                </a:cubicBezTo>
                <a:close/>
                <a:moveTo>
                  <a:pt x="6766631" y="1464647"/>
                </a:moveTo>
                <a:cubicBezTo>
                  <a:pt x="6780802" y="1464647"/>
                  <a:pt x="6792290" y="1476135"/>
                  <a:pt x="6792290" y="1490305"/>
                </a:cubicBezTo>
                <a:cubicBezTo>
                  <a:pt x="6792290" y="1504477"/>
                  <a:pt x="6780802" y="1515964"/>
                  <a:pt x="6766631" y="1515964"/>
                </a:cubicBezTo>
                <a:cubicBezTo>
                  <a:pt x="6752461" y="1515964"/>
                  <a:pt x="6740973" y="1504477"/>
                  <a:pt x="6740973" y="1490305"/>
                </a:cubicBezTo>
                <a:cubicBezTo>
                  <a:pt x="6740973" y="1476135"/>
                  <a:pt x="6752461" y="1464647"/>
                  <a:pt x="6766631" y="1464647"/>
                </a:cubicBezTo>
                <a:close/>
                <a:moveTo>
                  <a:pt x="6702427" y="1464647"/>
                </a:moveTo>
                <a:cubicBezTo>
                  <a:pt x="6716597" y="1464647"/>
                  <a:pt x="6728085" y="1476135"/>
                  <a:pt x="6728085" y="1490305"/>
                </a:cubicBezTo>
                <a:cubicBezTo>
                  <a:pt x="6728085" y="1504477"/>
                  <a:pt x="6716597" y="1515964"/>
                  <a:pt x="6702427" y="1515964"/>
                </a:cubicBezTo>
                <a:cubicBezTo>
                  <a:pt x="6688254" y="1515964"/>
                  <a:pt x="6676766" y="1504477"/>
                  <a:pt x="6676766" y="1490305"/>
                </a:cubicBezTo>
                <a:cubicBezTo>
                  <a:pt x="6676766" y="1476135"/>
                  <a:pt x="6688254" y="1464647"/>
                  <a:pt x="6702427" y="1464647"/>
                </a:cubicBezTo>
                <a:close/>
                <a:moveTo>
                  <a:pt x="6638220" y="1464647"/>
                </a:moveTo>
                <a:cubicBezTo>
                  <a:pt x="6652385" y="1464531"/>
                  <a:pt x="6663881" y="1476025"/>
                  <a:pt x="6663881" y="1490305"/>
                </a:cubicBezTo>
                <a:cubicBezTo>
                  <a:pt x="6663881" y="1504471"/>
                  <a:pt x="6652385" y="1515965"/>
                  <a:pt x="6638220" y="1515965"/>
                </a:cubicBezTo>
                <a:cubicBezTo>
                  <a:pt x="6624055" y="1515965"/>
                  <a:pt x="6612562" y="1504471"/>
                  <a:pt x="6612562" y="1490305"/>
                </a:cubicBezTo>
                <a:cubicBezTo>
                  <a:pt x="6612562" y="1476142"/>
                  <a:pt x="6624055" y="1464647"/>
                  <a:pt x="6638220" y="1464647"/>
                </a:cubicBezTo>
                <a:close/>
                <a:moveTo>
                  <a:pt x="6574016" y="1464647"/>
                </a:moveTo>
                <a:cubicBezTo>
                  <a:pt x="6588181" y="1464531"/>
                  <a:pt x="6599674" y="1476025"/>
                  <a:pt x="6599674" y="1490305"/>
                </a:cubicBezTo>
                <a:cubicBezTo>
                  <a:pt x="6599674" y="1504471"/>
                  <a:pt x="6588181" y="1515965"/>
                  <a:pt x="6574016" y="1515965"/>
                </a:cubicBezTo>
                <a:cubicBezTo>
                  <a:pt x="6559851" y="1515965"/>
                  <a:pt x="6548357" y="1504471"/>
                  <a:pt x="6548357" y="1490305"/>
                </a:cubicBezTo>
                <a:cubicBezTo>
                  <a:pt x="6548357" y="1476142"/>
                  <a:pt x="6559851" y="1464647"/>
                  <a:pt x="6574016" y="1464647"/>
                </a:cubicBezTo>
                <a:close/>
                <a:moveTo>
                  <a:pt x="6381282" y="1464647"/>
                </a:moveTo>
                <a:cubicBezTo>
                  <a:pt x="6395455" y="1464647"/>
                  <a:pt x="6406943" y="1476135"/>
                  <a:pt x="6406943" y="1490305"/>
                </a:cubicBezTo>
                <a:cubicBezTo>
                  <a:pt x="6406943" y="1504477"/>
                  <a:pt x="6395455" y="1515964"/>
                  <a:pt x="6381282" y="1515964"/>
                </a:cubicBezTo>
                <a:cubicBezTo>
                  <a:pt x="6367112" y="1515964"/>
                  <a:pt x="6355624" y="1504477"/>
                  <a:pt x="6355624" y="1490305"/>
                </a:cubicBezTo>
                <a:cubicBezTo>
                  <a:pt x="6355624" y="1476135"/>
                  <a:pt x="6367112" y="1464647"/>
                  <a:pt x="6381282" y="1464647"/>
                </a:cubicBezTo>
                <a:close/>
                <a:moveTo>
                  <a:pt x="6317078" y="1464647"/>
                </a:moveTo>
                <a:cubicBezTo>
                  <a:pt x="6331243" y="1464531"/>
                  <a:pt x="6342736" y="1476025"/>
                  <a:pt x="6342736" y="1490305"/>
                </a:cubicBezTo>
                <a:cubicBezTo>
                  <a:pt x="6342736" y="1504471"/>
                  <a:pt x="6331243" y="1515965"/>
                  <a:pt x="6317078" y="1515965"/>
                </a:cubicBezTo>
                <a:cubicBezTo>
                  <a:pt x="6302913" y="1515965"/>
                  <a:pt x="6291420" y="1504471"/>
                  <a:pt x="6291420" y="1490305"/>
                </a:cubicBezTo>
                <a:cubicBezTo>
                  <a:pt x="6291420" y="1476142"/>
                  <a:pt x="6302913" y="1464647"/>
                  <a:pt x="6317078" y="1464647"/>
                </a:cubicBezTo>
                <a:close/>
                <a:moveTo>
                  <a:pt x="6252873" y="1464647"/>
                </a:moveTo>
                <a:cubicBezTo>
                  <a:pt x="6267036" y="1464531"/>
                  <a:pt x="6278532" y="1476025"/>
                  <a:pt x="6278532" y="1490305"/>
                </a:cubicBezTo>
                <a:cubicBezTo>
                  <a:pt x="6278532" y="1504471"/>
                  <a:pt x="6267036" y="1515965"/>
                  <a:pt x="6252873" y="1515965"/>
                </a:cubicBezTo>
                <a:cubicBezTo>
                  <a:pt x="6238708" y="1515965"/>
                  <a:pt x="6227213" y="1504471"/>
                  <a:pt x="6227213" y="1490305"/>
                </a:cubicBezTo>
                <a:cubicBezTo>
                  <a:pt x="6227213" y="1476142"/>
                  <a:pt x="6238708" y="1464647"/>
                  <a:pt x="6252873" y="1464647"/>
                </a:cubicBezTo>
                <a:close/>
                <a:moveTo>
                  <a:pt x="6188666" y="1464647"/>
                </a:moveTo>
                <a:cubicBezTo>
                  <a:pt x="6202831" y="1464531"/>
                  <a:pt x="6214327" y="1476025"/>
                  <a:pt x="6214327" y="1490305"/>
                </a:cubicBezTo>
                <a:cubicBezTo>
                  <a:pt x="6214327" y="1504471"/>
                  <a:pt x="6202831" y="1515965"/>
                  <a:pt x="6188666" y="1515965"/>
                </a:cubicBezTo>
                <a:cubicBezTo>
                  <a:pt x="6174504" y="1515965"/>
                  <a:pt x="6163008" y="1504471"/>
                  <a:pt x="6163008" y="1490305"/>
                </a:cubicBezTo>
                <a:cubicBezTo>
                  <a:pt x="6163008" y="1476142"/>
                  <a:pt x="6174504" y="1464647"/>
                  <a:pt x="6188666" y="1464647"/>
                </a:cubicBezTo>
                <a:close/>
                <a:moveTo>
                  <a:pt x="6124462" y="1464647"/>
                </a:moveTo>
                <a:cubicBezTo>
                  <a:pt x="6138627" y="1464531"/>
                  <a:pt x="6150123" y="1476025"/>
                  <a:pt x="6150123" y="1490305"/>
                </a:cubicBezTo>
                <a:cubicBezTo>
                  <a:pt x="6150123" y="1504471"/>
                  <a:pt x="6138627" y="1515965"/>
                  <a:pt x="6124462" y="1515965"/>
                </a:cubicBezTo>
                <a:cubicBezTo>
                  <a:pt x="6110297" y="1515965"/>
                  <a:pt x="6098804" y="1504471"/>
                  <a:pt x="6098804" y="1490305"/>
                </a:cubicBezTo>
                <a:cubicBezTo>
                  <a:pt x="6098804" y="1476142"/>
                  <a:pt x="6110297" y="1464647"/>
                  <a:pt x="6124462" y="1464647"/>
                </a:cubicBezTo>
                <a:close/>
                <a:moveTo>
                  <a:pt x="6064505" y="1464647"/>
                </a:moveTo>
                <a:cubicBezTo>
                  <a:pt x="6078666" y="1464531"/>
                  <a:pt x="6090163" y="1476025"/>
                  <a:pt x="6090163" y="1490305"/>
                </a:cubicBezTo>
                <a:cubicBezTo>
                  <a:pt x="6090163" y="1504471"/>
                  <a:pt x="6078666" y="1515965"/>
                  <a:pt x="6064505" y="1515965"/>
                </a:cubicBezTo>
                <a:cubicBezTo>
                  <a:pt x="6050336" y="1515965"/>
                  <a:pt x="6038844" y="1504471"/>
                  <a:pt x="6038844" y="1490305"/>
                </a:cubicBezTo>
                <a:cubicBezTo>
                  <a:pt x="6038844" y="1476142"/>
                  <a:pt x="6050336" y="1464647"/>
                  <a:pt x="6064505" y="1464647"/>
                </a:cubicBezTo>
                <a:close/>
                <a:moveTo>
                  <a:pt x="6000298" y="1464647"/>
                </a:moveTo>
                <a:cubicBezTo>
                  <a:pt x="6014463" y="1464531"/>
                  <a:pt x="6025956" y="1476025"/>
                  <a:pt x="6025956" y="1490305"/>
                </a:cubicBezTo>
                <a:cubicBezTo>
                  <a:pt x="6025956" y="1504471"/>
                  <a:pt x="6014463" y="1515965"/>
                  <a:pt x="6000298" y="1515965"/>
                </a:cubicBezTo>
                <a:cubicBezTo>
                  <a:pt x="5986133" y="1515965"/>
                  <a:pt x="5974639" y="1504471"/>
                  <a:pt x="5974639" y="1490305"/>
                </a:cubicBezTo>
                <a:cubicBezTo>
                  <a:pt x="5974639" y="1476142"/>
                  <a:pt x="5986133" y="1464647"/>
                  <a:pt x="6000298" y="1464647"/>
                </a:cubicBezTo>
                <a:close/>
                <a:moveTo>
                  <a:pt x="5936092" y="1464647"/>
                </a:moveTo>
                <a:cubicBezTo>
                  <a:pt x="5950255" y="1464531"/>
                  <a:pt x="5961751" y="1476025"/>
                  <a:pt x="5961751" y="1490305"/>
                </a:cubicBezTo>
                <a:cubicBezTo>
                  <a:pt x="5961751" y="1504471"/>
                  <a:pt x="5950255" y="1515965"/>
                  <a:pt x="5936092" y="1515965"/>
                </a:cubicBezTo>
                <a:cubicBezTo>
                  <a:pt x="5921928" y="1515965"/>
                  <a:pt x="5910435" y="1504471"/>
                  <a:pt x="5910435" y="1490305"/>
                </a:cubicBezTo>
                <a:cubicBezTo>
                  <a:pt x="5910435" y="1476142"/>
                  <a:pt x="5921928" y="1464647"/>
                  <a:pt x="5936092" y="1464647"/>
                </a:cubicBezTo>
                <a:close/>
                <a:moveTo>
                  <a:pt x="5743477" y="1464647"/>
                </a:moveTo>
                <a:cubicBezTo>
                  <a:pt x="5757648" y="1464647"/>
                  <a:pt x="5769136" y="1476135"/>
                  <a:pt x="5769136" y="1490305"/>
                </a:cubicBezTo>
                <a:cubicBezTo>
                  <a:pt x="5769136" y="1504477"/>
                  <a:pt x="5757648" y="1515964"/>
                  <a:pt x="5743477" y="1515964"/>
                </a:cubicBezTo>
                <a:cubicBezTo>
                  <a:pt x="5729307" y="1515964"/>
                  <a:pt x="5717818" y="1504477"/>
                  <a:pt x="5717818" y="1490305"/>
                </a:cubicBezTo>
                <a:cubicBezTo>
                  <a:pt x="5717818" y="1476135"/>
                  <a:pt x="5729307" y="1464647"/>
                  <a:pt x="5743477" y="1464647"/>
                </a:cubicBezTo>
                <a:close/>
                <a:moveTo>
                  <a:pt x="5679272" y="1464647"/>
                </a:moveTo>
                <a:cubicBezTo>
                  <a:pt x="5693437" y="1464531"/>
                  <a:pt x="5704930" y="1476025"/>
                  <a:pt x="5704930" y="1490305"/>
                </a:cubicBezTo>
                <a:cubicBezTo>
                  <a:pt x="5704930" y="1504471"/>
                  <a:pt x="5693437" y="1515965"/>
                  <a:pt x="5679272" y="1515965"/>
                </a:cubicBezTo>
                <a:cubicBezTo>
                  <a:pt x="5665108" y="1515965"/>
                  <a:pt x="5653614" y="1504471"/>
                  <a:pt x="5653614" y="1490305"/>
                </a:cubicBezTo>
                <a:cubicBezTo>
                  <a:pt x="5653614" y="1476142"/>
                  <a:pt x="5665108" y="1464647"/>
                  <a:pt x="5679272" y="1464647"/>
                </a:cubicBezTo>
                <a:close/>
                <a:moveTo>
                  <a:pt x="5615066" y="1464647"/>
                </a:moveTo>
                <a:cubicBezTo>
                  <a:pt x="5629231" y="1464531"/>
                  <a:pt x="5640726" y="1476025"/>
                  <a:pt x="5640726" y="1490305"/>
                </a:cubicBezTo>
                <a:cubicBezTo>
                  <a:pt x="5640726" y="1504471"/>
                  <a:pt x="5629231" y="1515965"/>
                  <a:pt x="5615066" y="1515965"/>
                </a:cubicBezTo>
                <a:cubicBezTo>
                  <a:pt x="5600901" y="1515965"/>
                  <a:pt x="5589407" y="1504471"/>
                  <a:pt x="5589407" y="1490305"/>
                </a:cubicBezTo>
                <a:cubicBezTo>
                  <a:pt x="5589407" y="1476142"/>
                  <a:pt x="5600901" y="1464647"/>
                  <a:pt x="5615066" y="1464647"/>
                </a:cubicBezTo>
                <a:close/>
                <a:moveTo>
                  <a:pt x="5550862" y="1464647"/>
                </a:moveTo>
                <a:cubicBezTo>
                  <a:pt x="5565027" y="1464531"/>
                  <a:pt x="5576520" y="1476025"/>
                  <a:pt x="5576520" y="1490305"/>
                </a:cubicBezTo>
                <a:cubicBezTo>
                  <a:pt x="5576520" y="1504471"/>
                  <a:pt x="5565027" y="1515965"/>
                  <a:pt x="5550862" y="1515965"/>
                </a:cubicBezTo>
                <a:cubicBezTo>
                  <a:pt x="5536697" y="1515965"/>
                  <a:pt x="5525203" y="1504471"/>
                  <a:pt x="5525203" y="1490305"/>
                </a:cubicBezTo>
                <a:cubicBezTo>
                  <a:pt x="5525203" y="1476142"/>
                  <a:pt x="5536697" y="1464647"/>
                  <a:pt x="5550862" y="1464647"/>
                </a:cubicBezTo>
                <a:close/>
                <a:moveTo>
                  <a:pt x="5486655" y="1464647"/>
                </a:moveTo>
                <a:cubicBezTo>
                  <a:pt x="5500819" y="1464531"/>
                  <a:pt x="5512316" y="1476025"/>
                  <a:pt x="5512316" y="1490305"/>
                </a:cubicBezTo>
                <a:cubicBezTo>
                  <a:pt x="5512316" y="1504471"/>
                  <a:pt x="5500819" y="1515965"/>
                  <a:pt x="5486655" y="1515965"/>
                </a:cubicBezTo>
                <a:cubicBezTo>
                  <a:pt x="5472491" y="1515965"/>
                  <a:pt x="5460997" y="1504471"/>
                  <a:pt x="5460997" y="1490305"/>
                </a:cubicBezTo>
                <a:cubicBezTo>
                  <a:pt x="5460997" y="1476142"/>
                  <a:pt x="5472491" y="1464647"/>
                  <a:pt x="5486655" y="1464647"/>
                </a:cubicBezTo>
                <a:close/>
                <a:moveTo>
                  <a:pt x="5422451" y="1464647"/>
                </a:moveTo>
                <a:cubicBezTo>
                  <a:pt x="5436621" y="1464647"/>
                  <a:pt x="5448109" y="1476135"/>
                  <a:pt x="5448109" y="1490305"/>
                </a:cubicBezTo>
                <a:cubicBezTo>
                  <a:pt x="5448109" y="1504477"/>
                  <a:pt x="5436621" y="1515964"/>
                  <a:pt x="5422451" y="1515964"/>
                </a:cubicBezTo>
                <a:cubicBezTo>
                  <a:pt x="5408280" y="1515964"/>
                  <a:pt x="5396791" y="1504477"/>
                  <a:pt x="5396791" y="1490305"/>
                </a:cubicBezTo>
                <a:cubicBezTo>
                  <a:pt x="5396791" y="1476135"/>
                  <a:pt x="5408280" y="1464647"/>
                  <a:pt x="5422451" y="1464647"/>
                </a:cubicBezTo>
                <a:close/>
                <a:moveTo>
                  <a:pt x="5358245" y="1464647"/>
                </a:moveTo>
                <a:cubicBezTo>
                  <a:pt x="5372417" y="1464647"/>
                  <a:pt x="5383904" y="1476135"/>
                  <a:pt x="5383904" y="1490305"/>
                </a:cubicBezTo>
                <a:cubicBezTo>
                  <a:pt x="5383904" y="1504477"/>
                  <a:pt x="5372417" y="1515964"/>
                  <a:pt x="5358245" y="1515964"/>
                </a:cubicBezTo>
                <a:cubicBezTo>
                  <a:pt x="5344076" y="1515964"/>
                  <a:pt x="5332587" y="1504477"/>
                  <a:pt x="5332587" y="1490305"/>
                </a:cubicBezTo>
                <a:cubicBezTo>
                  <a:pt x="5332587" y="1476135"/>
                  <a:pt x="5344076" y="1464647"/>
                  <a:pt x="5358245" y="1464647"/>
                </a:cubicBezTo>
                <a:close/>
                <a:moveTo>
                  <a:pt x="5229719" y="1464647"/>
                </a:moveTo>
                <a:cubicBezTo>
                  <a:pt x="5243999" y="1464531"/>
                  <a:pt x="5255377" y="1476025"/>
                  <a:pt x="5255377" y="1490305"/>
                </a:cubicBezTo>
                <a:cubicBezTo>
                  <a:pt x="5255377" y="1504471"/>
                  <a:pt x="5243883" y="1515965"/>
                  <a:pt x="5229719" y="1515965"/>
                </a:cubicBezTo>
                <a:cubicBezTo>
                  <a:pt x="5215554" y="1515965"/>
                  <a:pt x="5204058" y="1504471"/>
                  <a:pt x="5204058" y="1490305"/>
                </a:cubicBezTo>
                <a:cubicBezTo>
                  <a:pt x="5204058" y="1476142"/>
                  <a:pt x="5215554" y="1464647"/>
                  <a:pt x="5229719" y="1464647"/>
                </a:cubicBezTo>
                <a:close/>
                <a:moveTo>
                  <a:pt x="5101309" y="1464647"/>
                </a:moveTo>
                <a:cubicBezTo>
                  <a:pt x="5115473" y="1464531"/>
                  <a:pt x="5126967" y="1476025"/>
                  <a:pt x="5126967" y="1490305"/>
                </a:cubicBezTo>
                <a:cubicBezTo>
                  <a:pt x="5126967" y="1504471"/>
                  <a:pt x="5115473" y="1515965"/>
                  <a:pt x="5101309" y="1515965"/>
                </a:cubicBezTo>
                <a:cubicBezTo>
                  <a:pt x="5087142" y="1515965"/>
                  <a:pt x="5075649" y="1504471"/>
                  <a:pt x="5075649" y="1490305"/>
                </a:cubicBezTo>
                <a:cubicBezTo>
                  <a:pt x="5075649" y="1476142"/>
                  <a:pt x="5087142" y="1464647"/>
                  <a:pt x="5101309" y="1464647"/>
                </a:cubicBezTo>
                <a:close/>
                <a:moveTo>
                  <a:pt x="5037104" y="1464647"/>
                </a:moveTo>
                <a:cubicBezTo>
                  <a:pt x="5051273" y="1464647"/>
                  <a:pt x="5062762" y="1476135"/>
                  <a:pt x="5062762" y="1490305"/>
                </a:cubicBezTo>
                <a:cubicBezTo>
                  <a:pt x="5062762" y="1504477"/>
                  <a:pt x="5051273" y="1515964"/>
                  <a:pt x="5037104" y="1515964"/>
                </a:cubicBezTo>
                <a:cubicBezTo>
                  <a:pt x="5022930" y="1515964"/>
                  <a:pt x="5011444" y="1504477"/>
                  <a:pt x="5011444" y="1490305"/>
                </a:cubicBezTo>
                <a:cubicBezTo>
                  <a:pt x="5011444" y="1476135"/>
                  <a:pt x="5022930" y="1464647"/>
                  <a:pt x="5037104" y="1464647"/>
                </a:cubicBezTo>
                <a:close/>
                <a:moveTo>
                  <a:pt x="4972896" y="1464647"/>
                </a:moveTo>
                <a:cubicBezTo>
                  <a:pt x="4987063" y="1464531"/>
                  <a:pt x="4998557" y="1476025"/>
                  <a:pt x="4998557" y="1490305"/>
                </a:cubicBezTo>
                <a:cubicBezTo>
                  <a:pt x="4998557" y="1504471"/>
                  <a:pt x="4987063" y="1515965"/>
                  <a:pt x="4972896" y="1515965"/>
                </a:cubicBezTo>
                <a:cubicBezTo>
                  <a:pt x="4958732" y="1515965"/>
                  <a:pt x="4947240" y="1504471"/>
                  <a:pt x="4947240" y="1490305"/>
                </a:cubicBezTo>
                <a:cubicBezTo>
                  <a:pt x="4947240" y="1476142"/>
                  <a:pt x="4958732" y="1464647"/>
                  <a:pt x="4972896" y="1464647"/>
                </a:cubicBezTo>
                <a:close/>
                <a:moveTo>
                  <a:pt x="4908693" y="1464647"/>
                </a:moveTo>
                <a:cubicBezTo>
                  <a:pt x="4922857" y="1464531"/>
                  <a:pt x="4934352" y="1476025"/>
                  <a:pt x="4934352" y="1490305"/>
                </a:cubicBezTo>
                <a:cubicBezTo>
                  <a:pt x="4934352" y="1504471"/>
                  <a:pt x="4922857" y="1515965"/>
                  <a:pt x="4908693" y="1515965"/>
                </a:cubicBezTo>
                <a:cubicBezTo>
                  <a:pt x="4894527" y="1515965"/>
                  <a:pt x="4883033" y="1504471"/>
                  <a:pt x="4883033" y="1490305"/>
                </a:cubicBezTo>
                <a:cubicBezTo>
                  <a:pt x="4883033" y="1476142"/>
                  <a:pt x="4894527" y="1464647"/>
                  <a:pt x="4908693" y="1464647"/>
                </a:cubicBezTo>
                <a:close/>
                <a:moveTo>
                  <a:pt x="4844487" y="1464647"/>
                </a:moveTo>
                <a:cubicBezTo>
                  <a:pt x="4858650" y="1464531"/>
                  <a:pt x="4870146" y="1476025"/>
                  <a:pt x="4870146" y="1490305"/>
                </a:cubicBezTo>
                <a:cubicBezTo>
                  <a:pt x="4870146" y="1504471"/>
                  <a:pt x="4858650" y="1515965"/>
                  <a:pt x="4844487" y="1515965"/>
                </a:cubicBezTo>
                <a:cubicBezTo>
                  <a:pt x="4830322" y="1515965"/>
                  <a:pt x="4818828" y="1504471"/>
                  <a:pt x="4818828" y="1490305"/>
                </a:cubicBezTo>
                <a:cubicBezTo>
                  <a:pt x="4818828" y="1476142"/>
                  <a:pt x="4830322" y="1464647"/>
                  <a:pt x="4844487" y="1464647"/>
                </a:cubicBezTo>
                <a:close/>
                <a:moveTo>
                  <a:pt x="4780282" y="1464647"/>
                </a:moveTo>
                <a:cubicBezTo>
                  <a:pt x="4794447" y="1464531"/>
                  <a:pt x="4805941" y="1476025"/>
                  <a:pt x="4805941" y="1490305"/>
                </a:cubicBezTo>
                <a:cubicBezTo>
                  <a:pt x="4805941" y="1504471"/>
                  <a:pt x="4794447" y="1515965"/>
                  <a:pt x="4780282" y="1515965"/>
                </a:cubicBezTo>
                <a:cubicBezTo>
                  <a:pt x="4766118" y="1515965"/>
                  <a:pt x="4754622" y="1504471"/>
                  <a:pt x="4754622" y="1490305"/>
                </a:cubicBezTo>
                <a:cubicBezTo>
                  <a:pt x="4754622" y="1476142"/>
                  <a:pt x="4766118" y="1464647"/>
                  <a:pt x="4780282" y="1464647"/>
                </a:cubicBezTo>
                <a:close/>
                <a:moveTo>
                  <a:pt x="4651872" y="1464647"/>
                </a:moveTo>
                <a:cubicBezTo>
                  <a:pt x="4666042" y="1464647"/>
                  <a:pt x="4677531" y="1476135"/>
                  <a:pt x="4677531" y="1490305"/>
                </a:cubicBezTo>
                <a:cubicBezTo>
                  <a:pt x="4677531" y="1504477"/>
                  <a:pt x="4666042" y="1515964"/>
                  <a:pt x="4651872" y="1515964"/>
                </a:cubicBezTo>
                <a:cubicBezTo>
                  <a:pt x="4637700" y="1515964"/>
                  <a:pt x="4626213" y="1504477"/>
                  <a:pt x="4626213" y="1490305"/>
                </a:cubicBezTo>
                <a:cubicBezTo>
                  <a:pt x="4626213" y="1476135"/>
                  <a:pt x="4637700" y="1464647"/>
                  <a:pt x="4651872" y="1464647"/>
                </a:cubicBezTo>
                <a:close/>
                <a:moveTo>
                  <a:pt x="4587666" y="1464647"/>
                </a:moveTo>
                <a:cubicBezTo>
                  <a:pt x="4601830" y="1464531"/>
                  <a:pt x="4613324" y="1476025"/>
                  <a:pt x="4613324" y="1490305"/>
                </a:cubicBezTo>
                <a:cubicBezTo>
                  <a:pt x="4613324" y="1504471"/>
                  <a:pt x="4601830" y="1515965"/>
                  <a:pt x="4587666" y="1515965"/>
                </a:cubicBezTo>
                <a:cubicBezTo>
                  <a:pt x="4573501" y="1515965"/>
                  <a:pt x="4562007" y="1504471"/>
                  <a:pt x="4562007" y="1490305"/>
                </a:cubicBezTo>
                <a:cubicBezTo>
                  <a:pt x="4562007" y="1476142"/>
                  <a:pt x="4573501" y="1464647"/>
                  <a:pt x="4587666" y="1464647"/>
                </a:cubicBezTo>
                <a:close/>
                <a:moveTo>
                  <a:pt x="4523461" y="1464647"/>
                </a:moveTo>
                <a:cubicBezTo>
                  <a:pt x="4537626" y="1464531"/>
                  <a:pt x="4549121" y="1476025"/>
                  <a:pt x="4549121" y="1490305"/>
                </a:cubicBezTo>
                <a:cubicBezTo>
                  <a:pt x="4549121" y="1504471"/>
                  <a:pt x="4537626" y="1515965"/>
                  <a:pt x="4523461" y="1515965"/>
                </a:cubicBezTo>
                <a:cubicBezTo>
                  <a:pt x="4509296" y="1515965"/>
                  <a:pt x="4497802" y="1504471"/>
                  <a:pt x="4497802" y="1490305"/>
                </a:cubicBezTo>
                <a:cubicBezTo>
                  <a:pt x="4497802" y="1476142"/>
                  <a:pt x="4509296" y="1464647"/>
                  <a:pt x="4523461" y="1464647"/>
                </a:cubicBezTo>
                <a:close/>
                <a:moveTo>
                  <a:pt x="4395050" y="1464647"/>
                </a:moveTo>
                <a:cubicBezTo>
                  <a:pt x="4409214" y="1464531"/>
                  <a:pt x="4420710" y="1476025"/>
                  <a:pt x="4420710" y="1490305"/>
                </a:cubicBezTo>
                <a:cubicBezTo>
                  <a:pt x="4420710" y="1504471"/>
                  <a:pt x="4409214" y="1515965"/>
                  <a:pt x="4395050" y="1515965"/>
                </a:cubicBezTo>
                <a:cubicBezTo>
                  <a:pt x="4380886" y="1515965"/>
                  <a:pt x="4369391" y="1504471"/>
                  <a:pt x="4369391" y="1490305"/>
                </a:cubicBezTo>
                <a:cubicBezTo>
                  <a:pt x="4369391" y="1476142"/>
                  <a:pt x="4380886" y="1464647"/>
                  <a:pt x="4395050" y="1464647"/>
                </a:cubicBezTo>
                <a:close/>
                <a:moveTo>
                  <a:pt x="4202435" y="1464647"/>
                </a:moveTo>
                <a:cubicBezTo>
                  <a:pt x="4216598" y="1464531"/>
                  <a:pt x="4228093" y="1476025"/>
                  <a:pt x="4228093" y="1490305"/>
                </a:cubicBezTo>
                <a:cubicBezTo>
                  <a:pt x="4228093" y="1504471"/>
                  <a:pt x="4216598" y="1515965"/>
                  <a:pt x="4202435" y="1515965"/>
                </a:cubicBezTo>
                <a:cubicBezTo>
                  <a:pt x="4188268" y="1515965"/>
                  <a:pt x="4176776" y="1504471"/>
                  <a:pt x="4176776" y="1490305"/>
                </a:cubicBezTo>
                <a:cubicBezTo>
                  <a:pt x="4176776" y="1476142"/>
                  <a:pt x="4188268" y="1464647"/>
                  <a:pt x="4202435" y="1464647"/>
                </a:cubicBezTo>
                <a:close/>
                <a:moveTo>
                  <a:pt x="4009702" y="1464647"/>
                </a:moveTo>
                <a:cubicBezTo>
                  <a:pt x="4023866" y="1464531"/>
                  <a:pt x="4035362" y="1476025"/>
                  <a:pt x="4035362" y="1490305"/>
                </a:cubicBezTo>
                <a:cubicBezTo>
                  <a:pt x="4035362" y="1504471"/>
                  <a:pt x="4023866" y="1515965"/>
                  <a:pt x="4009702" y="1515965"/>
                </a:cubicBezTo>
                <a:cubicBezTo>
                  <a:pt x="3995538" y="1515965"/>
                  <a:pt x="3984043" y="1504471"/>
                  <a:pt x="3984043" y="1490305"/>
                </a:cubicBezTo>
                <a:cubicBezTo>
                  <a:pt x="3984043" y="1476142"/>
                  <a:pt x="3995538" y="1464647"/>
                  <a:pt x="4009702" y="1464647"/>
                </a:cubicBezTo>
                <a:close/>
                <a:moveTo>
                  <a:pt x="3881291" y="1464647"/>
                </a:moveTo>
                <a:cubicBezTo>
                  <a:pt x="3895456" y="1464531"/>
                  <a:pt x="3906950" y="1476025"/>
                  <a:pt x="3906950" y="1490305"/>
                </a:cubicBezTo>
                <a:cubicBezTo>
                  <a:pt x="3906950" y="1504471"/>
                  <a:pt x="3895456" y="1515965"/>
                  <a:pt x="3881291" y="1515965"/>
                </a:cubicBezTo>
                <a:cubicBezTo>
                  <a:pt x="3867127" y="1515965"/>
                  <a:pt x="3855633" y="1504471"/>
                  <a:pt x="3855633" y="1490305"/>
                </a:cubicBezTo>
                <a:cubicBezTo>
                  <a:pt x="3855633" y="1476142"/>
                  <a:pt x="3867127" y="1464647"/>
                  <a:pt x="3881291" y="1464647"/>
                </a:cubicBezTo>
                <a:close/>
                <a:moveTo>
                  <a:pt x="3817085" y="1464647"/>
                </a:moveTo>
                <a:cubicBezTo>
                  <a:pt x="3831252" y="1464531"/>
                  <a:pt x="3842745" y="1476025"/>
                  <a:pt x="3842745" y="1490305"/>
                </a:cubicBezTo>
                <a:cubicBezTo>
                  <a:pt x="3842745" y="1504471"/>
                  <a:pt x="3831252" y="1515965"/>
                  <a:pt x="3817085" y="1515965"/>
                </a:cubicBezTo>
                <a:cubicBezTo>
                  <a:pt x="3802921" y="1515965"/>
                  <a:pt x="3791427" y="1504471"/>
                  <a:pt x="3791427" y="1490305"/>
                </a:cubicBezTo>
                <a:cubicBezTo>
                  <a:pt x="3791427" y="1476142"/>
                  <a:pt x="3802921" y="1464647"/>
                  <a:pt x="3817085" y="1464647"/>
                </a:cubicBezTo>
                <a:close/>
                <a:moveTo>
                  <a:pt x="3752882" y="1464647"/>
                </a:moveTo>
                <a:cubicBezTo>
                  <a:pt x="3767045" y="1464531"/>
                  <a:pt x="3778539" y="1476025"/>
                  <a:pt x="3778539" y="1490305"/>
                </a:cubicBezTo>
                <a:cubicBezTo>
                  <a:pt x="3778539" y="1504471"/>
                  <a:pt x="3767045" y="1515965"/>
                  <a:pt x="3752882" y="1515965"/>
                </a:cubicBezTo>
                <a:cubicBezTo>
                  <a:pt x="3738717" y="1515965"/>
                  <a:pt x="3727221" y="1504471"/>
                  <a:pt x="3727221" y="1490305"/>
                </a:cubicBezTo>
                <a:cubicBezTo>
                  <a:pt x="3727221" y="1476142"/>
                  <a:pt x="3738717" y="1464647"/>
                  <a:pt x="3752882" y="1464647"/>
                </a:cubicBezTo>
                <a:close/>
                <a:moveTo>
                  <a:pt x="3688674" y="1464647"/>
                </a:moveTo>
                <a:cubicBezTo>
                  <a:pt x="3702840" y="1464531"/>
                  <a:pt x="3714335" y="1476025"/>
                  <a:pt x="3714335" y="1490305"/>
                </a:cubicBezTo>
                <a:cubicBezTo>
                  <a:pt x="3714335" y="1504471"/>
                  <a:pt x="3702840" y="1515965"/>
                  <a:pt x="3688674" y="1515965"/>
                </a:cubicBezTo>
                <a:cubicBezTo>
                  <a:pt x="3674510" y="1515965"/>
                  <a:pt x="3663017" y="1504471"/>
                  <a:pt x="3663017" y="1490305"/>
                </a:cubicBezTo>
                <a:cubicBezTo>
                  <a:pt x="3663017" y="1476142"/>
                  <a:pt x="3674510" y="1464647"/>
                  <a:pt x="3688674" y="1464647"/>
                </a:cubicBezTo>
                <a:close/>
                <a:moveTo>
                  <a:pt x="3624472" y="1464647"/>
                </a:moveTo>
                <a:cubicBezTo>
                  <a:pt x="3638640" y="1464647"/>
                  <a:pt x="3650129" y="1476135"/>
                  <a:pt x="3650129" y="1490305"/>
                </a:cubicBezTo>
                <a:cubicBezTo>
                  <a:pt x="3650129" y="1504477"/>
                  <a:pt x="3638640" y="1515964"/>
                  <a:pt x="3624472" y="1515964"/>
                </a:cubicBezTo>
                <a:cubicBezTo>
                  <a:pt x="3610300" y="1515964"/>
                  <a:pt x="3598810" y="1504477"/>
                  <a:pt x="3598810" y="1490305"/>
                </a:cubicBezTo>
                <a:cubicBezTo>
                  <a:pt x="3598810" y="1476135"/>
                  <a:pt x="3610300" y="1464647"/>
                  <a:pt x="3624472" y="1464647"/>
                </a:cubicBezTo>
                <a:close/>
                <a:moveTo>
                  <a:pt x="3431855" y="1464647"/>
                </a:moveTo>
                <a:cubicBezTo>
                  <a:pt x="3446019" y="1464531"/>
                  <a:pt x="3457512" y="1476025"/>
                  <a:pt x="3457512" y="1490305"/>
                </a:cubicBezTo>
                <a:cubicBezTo>
                  <a:pt x="3457512" y="1504471"/>
                  <a:pt x="3446019" y="1515965"/>
                  <a:pt x="3431855" y="1515965"/>
                </a:cubicBezTo>
                <a:cubicBezTo>
                  <a:pt x="3417690" y="1515965"/>
                  <a:pt x="3406196" y="1504471"/>
                  <a:pt x="3406196" y="1490305"/>
                </a:cubicBezTo>
                <a:cubicBezTo>
                  <a:pt x="3406196" y="1476142"/>
                  <a:pt x="3417690" y="1464647"/>
                  <a:pt x="3431855" y="1464647"/>
                </a:cubicBezTo>
                <a:close/>
                <a:moveTo>
                  <a:pt x="3367649" y="1464647"/>
                </a:moveTo>
                <a:cubicBezTo>
                  <a:pt x="3381813" y="1464531"/>
                  <a:pt x="3393308" y="1476025"/>
                  <a:pt x="3393308" y="1490305"/>
                </a:cubicBezTo>
                <a:cubicBezTo>
                  <a:pt x="3393308" y="1504471"/>
                  <a:pt x="3381813" y="1515965"/>
                  <a:pt x="3367649" y="1515965"/>
                </a:cubicBezTo>
                <a:cubicBezTo>
                  <a:pt x="3353484" y="1515965"/>
                  <a:pt x="3341990" y="1504471"/>
                  <a:pt x="3341990" y="1490305"/>
                </a:cubicBezTo>
                <a:cubicBezTo>
                  <a:pt x="3341990" y="1476142"/>
                  <a:pt x="3353484" y="1464647"/>
                  <a:pt x="3367649" y="1464647"/>
                </a:cubicBezTo>
                <a:close/>
                <a:moveTo>
                  <a:pt x="3303444" y="1464647"/>
                </a:moveTo>
                <a:cubicBezTo>
                  <a:pt x="3317609" y="1464531"/>
                  <a:pt x="3329102" y="1476025"/>
                  <a:pt x="3329102" y="1490305"/>
                </a:cubicBezTo>
                <a:cubicBezTo>
                  <a:pt x="3329102" y="1504471"/>
                  <a:pt x="3317609" y="1515965"/>
                  <a:pt x="3303444" y="1515965"/>
                </a:cubicBezTo>
                <a:cubicBezTo>
                  <a:pt x="3289279" y="1515965"/>
                  <a:pt x="3277785" y="1504471"/>
                  <a:pt x="3277785" y="1490305"/>
                </a:cubicBezTo>
                <a:cubicBezTo>
                  <a:pt x="3277785" y="1476142"/>
                  <a:pt x="3289279" y="1464647"/>
                  <a:pt x="3303444" y="1464647"/>
                </a:cubicBezTo>
                <a:close/>
                <a:moveTo>
                  <a:pt x="3239238" y="1464647"/>
                </a:moveTo>
                <a:cubicBezTo>
                  <a:pt x="3253410" y="1464647"/>
                  <a:pt x="3264898" y="1476135"/>
                  <a:pt x="3264898" y="1490305"/>
                </a:cubicBezTo>
                <a:cubicBezTo>
                  <a:pt x="3264898" y="1504477"/>
                  <a:pt x="3253410" y="1515964"/>
                  <a:pt x="3239238" y="1515964"/>
                </a:cubicBezTo>
                <a:cubicBezTo>
                  <a:pt x="3225068" y="1515964"/>
                  <a:pt x="3213580" y="1504477"/>
                  <a:pt x="3213580" y="1490305"/>
                </a:cubicBezTo>
                <a:cubicBezTo>
                  <a:pt x="3213580" y="1476135"/>
                  <a:pt x="3225068" y="1464647"/>
                  <a:pt x="3239238" y="1464647"/>
                </a:cubicBezTo>
                <a:close/>
                <a:moveTo>
                  <a:pt x="3110828" y="1464647"/>
                </a:moveTo>
                <a:cubicBezTo>
                  <a:pt x="3124992" y="1464531"/>
                  <a:pt x="3136487" y="1476025"/>
                  <a:pt x="3136487" y="1490305"/>
                </a:cubicBezTo>
                <a:cubicBezTo>
                  <a:pt x="3136487" y="1504471"/>
                  <a:pt x="3124992" y="1515965"/>
                  <a:pt x="3110828" y="1515965"/>
                </a:cubicBezTo>
                <a:cubicBezTo>
                  <a:pt x="3096663" y="1515965"/>
                  <a:pt x="3085170" y="1504471"/>
                  <a:pt x="3085170" y="1490305"/>
                </a:cubicBezTo>
                <a:cubicBezTo>
                  <a:pt x="3085170" y="1476142"/>
                  <a:pt x="3096663" y="1464647"/>
                  <a:pt x="3110828" y="1464647"/>
                </a:cubicBezTo>
                <a:close/>
                <a:moveTo>
                  <a:pt x="3046623" y="1464647"/>
                </a:moveTo>
                <a:cubicBezTo>
                  <a:pt x="3060788" y="1464531"/>
                  <a:pt x="3072282" y="1476025"/>
                  <a:pt x="3072282" y="1490305"/>
                </a:cubicBezTo>
                <a:cubicBezTo>
                  <a:pt x="3072282" y="1504471"/>
                  <a:pt x="3060788" y="1515965"/>
                  <a:pt x="3046623" y="1515965"/>
                </a:cubicBezTo>
                <a:cubicBezTo>
                  <a:pt x="3032458" y="1515965"/>
                  <a:pt x="3020964" y="1504471"/>
                  <a:pt x="3020964" y="1490305"/>
                </a:cubicBezTo>
                <a:cubicBezTo>
                  <a:pt x="3020964" y="1476142"/>
                  <a:pt x="3032458" y="1464647"/>
                  <a:pt x="3046623" y="1464647"/>
                </a:cubicBezTo>
                <a:close/>
                <a:moveTo>
                  <a:pt x="2982301" y="1464647"/>
                </a:moveTo>
                <a:cubicBezTo>
                  <a:pt x="2996466" y="1464531"/>
                  <a:pt x="3007960" y="1476025"/>
                  <a:pt x="3007960" y="1490305"/>
                </a:cubicBezTo>
                <a:cubicBezTo>
                  <a:pt x="3007960" y="1504471"/>
                  <a:pt x="2996466" y="1515965"/>
                  <a:pt x="2982301" y="1515965"/>
                </a:cubicBezTo>
                <a:cubicBezTo>
                  <a:pt x="2968137" y="1515965"/>
                  <a:pt x="2956642" y="1504471"/>
                  <a:pt x="2956642" y="1490305"/>
                </a:cubicBezTo>
                <a:cubicBezTo>
                  <a:pt x="2956642" y="1476142"/>
                  <a:pt x="2968137" y="1464647"/>
                  <a:pt x="2982301" y="1464647"/>
                </a:cubicBezTo>
                <a:close/>
                <a:moveTo>
                  <a:pt x="2853890" y="1464647"/>
                </a:moveTo>
                <a:cubicBezTo>
                  <a:pt x="2868062" y="1464647"/>
                  <a:pt x="2879550" y="1476135"/>
                  <a:pt x="2879550" y="1490305"/>
                </a:cubicBezTo>
                <a:cubicBezTo>
                  <a:pt x="2879550" y="1504477"/>
                  <a:pt x="2868062" y="1515964"/>
                  <a:pt x="2853890" y="1515964"/>
                </a:cubicBezTo>
                <a:cubicBezTo>
                  <a:pt x="2839720" y="1515964"/>
                  <a:pt x="2828231" y="1504477"/>
                  <a:pt x="2828231" y="1490305"/>
                </a:cubicBezTo>
                <a:cubicBezTo>
                  <a:pt x="2828231" y="1476135"/>
                  <a:pt x="2839720" y="1464647"/>
                  <a:pt x="2853890" y="1464647"/>
                </a:cubicBezTo>
                <a:close/>
                <a:moveTo>
                  <a:pt x="2789686" y="1464647"/>
                </a:moveTo>
                <a:cubicBezTo>
                  <a:pt x="2803850" y="1464531"/>
                  <a:pt x="2815344" y="1476025"/>
                  <a:pt x="2815344" y="1490305"/>
                </a:cubicBezTo>
                <a:cubicBezTo>
                  <a:pt x="2815344" y="1504471"/>
                  <a:pt x="2803850" y="1515965"/>
                  <a:pt x="2789686" y="1515965"/>
                </a:cubicBezTo>
                <a:cubicBezTo>
                  <a:pt x="2775521" y="1515965"/>
                  <a:pt x="2764027" y="1504471"/>
                  <a:pt x="2764027" y="1490305"/>
                </a:cubicBezTo>
                <a:cubicBezTo>
                  <a:pt x="2764027" y="1476142"/>
                  <a:pt x="2775521" y="1464647"/>
                  <a:pt x="2789686" y="1464647"/>
                </a:cubicBezTo>
                <a:close/>
                <a:moveTo>
                  <a:pt x="2597069" y="1464647"/>
                </a:moveTo>
                <a:cubicBezTo>
                  <a:pt x="2611234" y="1464531"/>
                  <a:pt x="2622729" y="1476025"/>
                  <a:pt x="2622729" y="1490305"/>
                </a:cubicBezTo>
                <a:cubicBezTo>
                  <a:pt x="2622729" y="1504471"/>
                  <a:pt x="2611234" y="1515965"/>
                  <a:pt x="2597069" y="1515965"/>
                </a:cubicBezTo>
                <a:cubicBezTo>
                  <a:pt x="2582904" y="1515965"/>
                  <a:pt x="2571410" y="1504471"/>
                  <a:pt x="2571410" y="1490305"/>
                </a:cubicBezTo>
                <a:cubicBezTo>
                  <a:pt x="2571410" y="1476142"/>
                  <a:pt x="2582904" y="1464647"/>
                  <a:pt x="2597069" y="1464647"/>
                </a:cubicBezTo>
                <a:close/>
                <a:moveTo>
                  <a:pt x="2532865" y="1464647"/>
                </a:moveTo>
                <a:cubicBezTo>
                  <a:pt x="2547035" y="1464647"/>
                  <a:pt x="2558523" y="1476135"/>
                  <a:pt x="2558523" y="1490305"/>
                </a:cubicBezTo>
                <a:cubicBezTo>
                  <a:pt x="2558523" y="1504477"/>
                  <a:pt x="2547035" y="1515964"/>
                  <a:pt x="2532865" y="1515964"/>
                </a:cubicBezTo>
                <a:cubicBezTo>
                  <a:pt x="2518693" y="1515964"/>
                  <a:pt x="2507205" y="1504477"/>
                  <a:pt x="2507205" y="1490305"/>
                </a:cubicBezTo>
                <a:cubicBezTo>
                  <a:pt x="2507205" y="1476135"/>
                  <a:pt x="2518693" y="1464647"/>
                  <a:pt x="2532865" y="1464647"/>
                </a:cubicBezTo>
                <a:close/>
                <a:moveTo>
                  <a:pt x="2404454" y="1464647"/>
                </a:moveTo>
                <a:cubicBezTo>
                  <a:pt x="2418619" y="1464531"/>
                  <a:pt x="2430112" y="1476025"/>
                  <a:pt x="2430112" y="1490305"/>
                </a:cubicBezTo>
                <a:cubicBezTo>
                  <a:pt x="2430112" y="1504471"/>
                  <a:pt x="2418619" y="1515965"/>
                  <a:pt x="2404454" y="1515965"/>
                </a:cubicBezTo>
                <a:cubicBezTo>
                  <a:pt x="2390289" y="1515965"/>
                  <a:pt x="2378795" y="1504471"/>
                  <a:pt x="2378795" y="1490305"/>
                </a:cubicBezTo>
                <a:cubicBezTo>
                  <a:pt x="2378795" y="1476142"/>
                  <a:pt x="2390289" y="1464647"/>
                  <a:pt x="2404454" y="1464647"/>
                </a:cubicBezTo>
                <a:close/>
                <a:moveTo>
                  <a:pt x="2340249" y="1464647"/>
                </a:moveTo>
                <a:cubicBezTo>
                  <a:pt x="2354413" y="1464531"/>
                  <a:pt x="2365908" y="1476025"/>
                  <a:pt x="2365908" y="1490305"/>
                </a:cubicBezTo>
                <a:cubicBezTo>
                  <a:pt x="2365908" y="1504471"/>
                  <a:pt x="2354413" y="1515965"/>
                  <a:pt x="2340249" y="1515965"/>
                </a:cubicBezTo>
                <a:cubicBezTo>
                  <a:pt x="2326084" y="1515965"/>
                  <a:pt x="2314590" y="1504471"/>
                  <a:pt x="2314590" y="1490305"/>
                </a:cubicBezTo>
                <a:cubicBezTo>
                  <a:pt x="2314590" y="1476142"/>
                  <a:pt x="2326084" y="1464647"/>
                  <a:pt x="2340249" y="1464647"/>
                </a:cubicBezTo>
                <a:close/>
                <a:moveTo>
                  <a:pt x="2276044" y="1464647"/>
                </a:moveTo>
                <a:cubicBezTo>
                  <a:pt x="2290208" y="1464531"/>
                  <a:pt x="2301702" y="1476025"/>
                  <a:pt x="2301702" y="1490305"/>
                </a:cubicBezTo>
                <a:cubicBezTo>
                  <a:pt x="2301702" y="1504471"/>
                  <a:pt x="2290208" y="1515965"/>
                  <a:pt x="2276044" y="1515965"/>
                </a:cubicBezTo>
                <a:cubicBezTo>
                  <a:pt x="2261879" y="1515965"/>
                  <a:pt x="2250385" y="1504471"/>
                  <a:pt x="2250385" y="1490305"/>
                </a:cubicBezTo>
                <a:cubicBezTo>
                  <a:pt x="2250385" y="1476142"/>
                  <a:pt x="2261879" y="1464647"/>
                  <a:pt x="2276044" y="1464647"/>
                </a:cubicBezTo>
                <a:close/>
                <a:moveTo>
                  <a:pt x="2211838" y="1464647"/>
                </a:moveTo>
                <a:cubicBezTo>
                  <a:pt x="2226003" y="1464531"/>
                  <a:pt x="2237497" y="1476025"/>
                  <a:pt x="2237497" y="1490305"/>
                </a:cubicBezTo>
                <a:cubicBezTo>
                  <a:pt x="2237497" y="1504471"/>
                  <a:pt x="2226003" y="1515965"/>
                  <a:pt x="2211838" y="1515965"/>
                </a:cubicBezTo>
                <a:cubicBezTo>
                  <a:pt x="2197673" y="1515965"/>
                  <a:pt x="2186178" y="1504471"/>
                  <a:pt x="2186178" y="1490305"/>
                </a:cubicBezTo>
                <a:cubicBezTo>
                  <a:pt x="2186178" y="1476142"/>
                  <a:pt x="2197673" y="1464647"/>
                  <a:pt x="2211838" y="1464647"/>
                </a:cubicBezTo>
                <a:close/>
                <a:moveTo>
                  <a:pt x="2147633" y="1464647"/>
                </a:moveTo>
                <a:cubicBezTo>
                  <a:pt x="2161804" y="1464647"/>
                  <a:pt x="2173293" y="1476135"/>
                  <a:pt x="2173293" y="1490305"/>
                </a:cubicBezTo>
                <a:cubicBezTo>
                  <a:pt x="2173293" y="1504477"/>
                  <a:pt x="2161804" y="1515964"/>
                  <a:pt x="2147633" y="1515964"/>
                </a:cubicBezTo>
                <a:cubicBezTo>
                  <a:pt x="2133462" y="1515964"/>
                  <a:pt x="2121975" y="1504477"/>
                  <a:pt x="2121975" y="1490305"/>
                </a:cubicBezTo>
                <a:cubicBezTo>
                  <a:pt x="2121975" y="1476135"/>
                  <a:pt x="2133462" y="1464647"/>
                  <a:pt x="2147633" y="1464647"/>
                </a:cubicBezTo>
                <a:close/>
                <a:moveTo>
                  <a:pt x="2083427" y="1464647"/>
                </a:moveTo>
                <a:cubicBezTo>
                  <a:pt x="2097599" y="1464647"/>
                  <a:pt x="2109087" y="1476135"/>
                  <a:pt x="2109087" y="1490305"/>
                </a:cubicBezTo>
                <a:cubicBezTo>
                  <a:pt x="2109087" y="1504477"/>
                  <a:pt x="2097599" y="1515964"/>
                  <a:pt x="2083427" y="1515964"/>
                </a:cubicBezTo>
                <a:cubicBezTo>
                  <a:pt x="2069257" y="1515964"/>
                  <a:pt x="2057768" y="1504477"/>
                  <a:pt x="2057768" y="1490305"/>
                </a:cubicBezTo>
                <a:cubicBezTo>
                  <a:pt x="2057768" y="1476135"/>
                  <a:pt x="2069257" y="1464647"/>
                  <a:pt x="2083427" y="1464647"/>
                </a:cubicBezTo>
                <a:close/>
                <a:moveTo>
                  <a:pt x="2019222" y="1464647"/>
                </a:moveTo>
                <a:cubicBezTo>
                  <a:pt x="2033387" y="1464531"/>
                  <a:pt x="2044880" y="1476025"/>
                  <a:pt x="2044880" y="1490305"/>
                </a:cubicBezTo>
                <a:cubicBezTo>
                  <a:pt x="2044880" y="1504471"/>
                  <a:pt x="2033387" y="1515965"/>
                  <a:pt x="2019222" y="1515965"/>
                </a:cubicBezTo>
                <a:cubicBezTo>
                  <a:pt x="2005058" y="1515965"/>
                  <a:pt x="1993563" y="1504471"/>
                  <a:pt x="1993563" y="1490305"/>
                </a:cubicBezTo>
                <a:cubicBezTo>
                  <a:pt x="1993563" y="1476142"/>
                  <a:pt x="2005058" y="1464647"/>
                  <a:pt x="2019222" y="1464647"/>
                </a:cubicBezTo>
                <a:close/>
                <a:moveTo>
                  <a:pt x="1955016" y="1464647"/>
                </a:moveTo>
                <a:cubicBezTo>
                  <a:pt x="1969181" y="1464531"/>
                  <a:pt x="1980676" y="1476025"/>
                  <a:pt x="1980676" y="1490305"/>
                </a:cubicBezTo>
                <a:cubicBezTo>
                  <a:pt x="1980676" y="1504471"/>
                  <a:pt x="1969181" y="1515965"/>
                  <a:pt x="1955016" y="1515965"/>
                </a:cubicBezTo>
                <a:cubicBezTo>
                  <a:pt x="1940851" y="1515965"/>
                  <a:pt x="1929358" y="1504471"/>
                  <a:pt x="1929358" y="1490305"/>
                </a:cubicBezTo>
                <a:cubicBezTo>
                  <a:pt x="1929358" y="1476142"/>
                  <a:pt x="1940851" y="1464647"/>
                  <a:pt x="1955016" y="1464647"/>
                </a:cubicBezTo>
                <a:close/>
                <a:moveTo>
                  <a:pt x="1890696" y="1464647"/>
                </a:moveTo>
                <a:cubicBezTo>
                  <a:pt x="1904860" y="1464531"/>
                  <a:pt x="1916355" y="1476025"/>
                  <a:pt x="1916355" y="1490305"/>
                </a:cubicBezTo>
                <a:cubicBezTo>
                  <a:pt x="1916355" y="1504471"/>
                  <a:pt x="1904860" y="1515965"/>
                  <a:pt x="1890696" y="1515965"/>
                </a:cubicBezTo>
                <a:cubicBezTo>
                  <a:pt x="1876531" y="1515965"/>
                  <a:pt x="1865037" y="1504471"/>
                  <a:pt x="1865037" y="1490305"/>
                </a:cubicBezTo>
                <a:cubicBezTo>
                  <a:pt x="1865037" y="1476142"/>
                  <a:pt x="1876531" y="1464647"/>
                  <a:pt x="1890696" y="1464647"/>
                </a:cubicBezTo>
                <a:close/>
                <a:moveTo>
                  <a:pt x="1826490" y="1464647"/>
                </a:moveTo>
                <a:cubicBezTo>
                  <a:pt x="1840654" y="1464531"/>
                  <a:pt x="1852149" y="1476025"/>
                  <a:pt x="1852149" y="1490305"/>
                </a:cubicBezTo>
                <a:cubicBezTo>
                  <a:pt x="1852149" y="1504471"/>
                  <a:pt x="1840654" y="1515965"/>
                  <a:pt x="1826490" y="1515965"/>
                </a:cubicBezTo>
                <a:cubicBezTo>
                  <a:pt x="1812325" y="1515965"/>
                  <a:pt x="1800830" y="1504471"/>
                  <a:pt x="1800830" y="1490305"/>
                </a:cubicBezTo>
                <a:cubicBezTo>
                  <a:pt x="1800830" y="1476142"/>
                  <a:pt x="1812325" y="1464647"/>
                  <a:pt x="1826490" y="1464647"/>
                </a:cubicBezTo>
                <a:close/>
                <a:moveTo>
                  <a:pt x="1762285" y="1464647"/>
                </a:moveTo>
                <a:cubicBezTo>
                  <a:pt x="1776456" y="1464647"/>
                  <a:pt x="1787944" y="1476135"/>
                  <a:pt x="1787944" y="1490305"/>
                </a:cubicBezTo>
                <a:cubicBezTo>
                  <a:pt x="1787944" y="1504477"/>
                  <a:pt x="1776456" y="1515964"/>
                  <a:pt x="1762285" y="1515964"/>
                </a:cubicBezTo>
                <a:cubicBezTo>
                  <a:pt x="1748114" y="1515964"/>
                  <a:pt x="1736626" y="1504477"/>
                  <a:pt x="1736626" y="1490305"/>
                </a:cubicBezTo>
                <a:cubicBezTo>
                  <a:pt x="1736626" y="1476135"/>
                  <a:pt x="1748114" y="1464647"/>
                  <a:pt x="1762285" y="1464647"/>
                </a:cubicBezTo>
                <a:close/>
                <a:moveTo>
                  <a:pt x="1698080" y="1464647"/>
                </a:moveTo>
                <a:cubicBezTo>
                  <a:pt x="1712244" y="1464531"/>
                  <a:pt x="1723738" y="1476025"/>
                  <a:pt x="1723738" y="1490305"/>
                </a:cubicBezTo>
                <a:cubicBezTo>
                  <a:pt x="1723738" y="1504471"/>
                  <a:pt x="1712244" y="1515965"/>
                  <a:pt x="1698080" y="1515965"/>
                </a:cubicBezTo>
                <a:cubicBezTo>
                  <a:pt x="1683915" y="1515965"/>
                  <a:pt x="1672420" y="1504471"/>
                  <a:pt x="1672420" y="1490305"/>
                </a:cubicBezTo>
                <a:cubicBezTo>
                  <a:pt x="1672420" y="1476142"/>
                  <a:pt x="1683915" y="1464647"/>
                  <a:pt x="1698080" y="1464647"/>
                </a:cubicBezTo>
                <a:close/>
                <a:moveTo>
                  <a:pt x="1633874" y="1464647"/>
                </a:moveTo>
                <a:cubicBezTo>
                  <a:pt x="1648039" y="1464531"/>
                  <a:pt x="1659533" y="1476025"/>
                  <a:pt x="1659533" y="1490305"/>
                </a:cubicBezTo>
                <a:cubicBezTo>
                  <a:pt x="1659533" y="1504471"/>
                  <a:pt x="1648039" y="1515965"/>
                  <a:pt x="1633874" y="1515965"/>
                </a:cubicBezTo>
                <a:cubicBezTo>
                  <a:pt x="1619710" y="1515965"/>
                  <a:pt x="1608216" y="1504471"/>
                  <a:pt x="1608216" y="1490305"/>
                </a:cubicBezTo>
                <a:cubicBezTo>
                  <a:pt x="1608216" y="1476142"/>
                  <a:pt x="1619710" y="1464647"/>
                  <a:pt x="1633874" y="1464647"/>
                </a:cubicBezTo>
                <a:close/>
                <a:moveTo>
                  <a:pt x="1569669" y="1464647"/>
                </a:moveTo>
                <a:cubicBezTo>
                  <a:pt x="1583834" y="1464531"/>
                  <a:pt x="1595328" y="1476025"/>
                  <a:pt x="1595328" y="1490305"/>
                </a:cubicBezTo>
                <a:cubicBezTo>
                  <a:pt x="1595328" y="1504471"/>
                  <a:pt x="1583834" y="1515965"/>
                  <a:pt x="1569669" y="1515965"/>
                </a:cubicBezTo>
                <a:cubicBezTo>
                  <a:pt x="1555504" y="1515965"/>
                  <a:pt x="1544010" y="1504471"/>
                  <a:pt x="1544010" y="1490305"/>
                </a:cubicBezTo>
                <a:cubicBezTo>
                  <a:pt x="1544010" y="1476142"/>
                  <a:pt x="1555504" y="1464647"/>
                  <a:pt x="1569669" y="1464647"/>
                </a:cubicBezTo>
                <a:close/>
                <a:moveTo>
                  <a:pt x="1505464" y="1464647"/>
                </a:moveTo>
                <a:cubicBezTo>
                  <a:pt x="1519629" y="1464531"/>
                  <a:pt x="1531123" y="1476025"/>
                  <a:pt x="1531123" y="1490305"/>
                </a:cubicBezTo>
                <a:cubicBezTo>
                  <a:pt x="1531123" y="1504471"/>
                  <a:pt x="1519629" y="1515965"/>
                  <a:pt x="1505464" y="1515965"/>
                </a:cubicBezTo>
                <a:cubicBezTo>
                  <a:pt x="1491299" y="1515965"/>
                  <a:pt x="1479806" y="1504471"/>
                  <a:pt x="1479806" y="1490305"/>
                </a:cubicBezTo>
                <a:cubicBezTo>
                  <a:pt x="1479806" y="1476142"/>
                  <a:pt x="1491299" y="1464647"/>
                  <a:pt x="1505464" y="1464647"/>
                </a:cubicBezTo>
                <a:close/>
                <a:moveTo>
                  <a:pt x="1441258" y="1464647"/>
                </a:moveTo>
                <a:cubicBezTo>
                  <a:pt x="1455430" y="1464647"/>
                  <a:pt x="1466917" y="1476135"/>
                  <a:pt x="1466917" y="1490305"/>
                </a:cubicBezTo>
                <a:cubicBezTo>
                  <a:pt x="1466917" y="1504477"/>
                  <a:pt x="1455430" y="1515964"/>
                  <a:pt x="1441258" y="1515964"/>
                </a:cubicBezTo>
                <a:cubicBezTo>
                  <a:pt x="1427087" y="1515964"/>
                  <a:pt x="1415599" y="1504477"/>
                  <a:pt x="1415599" y="1490305"/>
                </a:cubicBezTo>
                <a:cubicBezTo>
                  <a:pt x="1415599" y="1476135"/>
                  <a:pt x="1427087" y="1464647"/>
                  <a:pt x="1441258" y="1464647"/>
                </a:cubicBezTo>
                <a:close/>
                <a:moveTo>
                  <a:pt x="1377053" y="1464647"/>
                </a:moveTo>
                <a:cubicBezTo>
                  <a:pt x="1391224" y="1464647"/>
                  <a:pt x="1402712" y="1476135"/>
                  <a:pt x="1402712" y="1490305"/>
                </a:cubicBezTo>
                <a:cubicBezTo>
                  <a:pt x="1402712" y="1504477"/>
                  <a:pt x="1391224" y="1515964"/>
                  <a:pt x="1377053" y="1515964"/>
                </a:cubicBezTo>
                <a:cubicBezTo>
                  <a:pt x="1362882" y="1515964"/>
                  <a:pt x="1351395" y="1504477"/>
                  <a:pt x="1351395" y="1490305"/>
                </a:cubicBezTo>
                <a:cubicBezTo>
                  <a:pt x="1351395" y="1476135"/>
                  <a:pt x="1362882" y="1464647"/>
                  <a:pt x="1377053" y="1464647"/>
                </a:cubicBezTo>
                <a:close/>
                <a:moveTo>
                  <a:pt x="1184437" y="1464647"/>
                </a:moveTo>
                <a:cubicBezTo>
                  <a:pt x="1198602" y="1464531"/>
                  <a:pt x="1210096" y="1476025"/>
                  <a:pt x="1210096" y="1490305"/>
                </a:cubicBezTo>
                <a:cubicBezTo>
                  <a:pt x="1210096" y="1504471"/>
                  <a:pt x="1198602" y="1515965"/>
                  <a:pt x="1184437" y="1515965"/>
                </a:cubicBezTo>
                <a:cubicBezTo>
                  <a:pt x="1170273" y="1515965"/>
                  <a:pt x="1158780" y="1504471"/>
                  <a:pt x="1158780" y="1490305"/>
                </a:cubicBezTo>
                <a:cubicBezTo>
                  <a:pt x="1158780" y="1476142"/>
                  <a:pt x="1170273" y="1464647"/>
                  <a:pt x="1184437" y="1464647"/>
                </a:cubicBezTo>
                <a:close/>
                <a:moveTo>
                  <a:pt x="1056027" y="1464647"/>
                </a:moveTo>
                <a:cubicBezTo>
                  <a:pt x="1070199" y="1464647"/>
                  <a:pt x="1081685" y="1476135"/>
                  <a:pt x="1081685" y="1490305"/>
                </a:cubicBezTo>
                <a:cubicBezTo>
                  <a:pt x="1081685" y="1504477"/>
                  <a:pt x="1070199" y="1515964"/>
                  <a:pt x="1056027" y="1515964"/>
                </a:cubicBezTo>
                <a:cubicBezTo>
                  <a:pt x="1041857" y="1515964"/>
                  <a:pt x="1030369" y="1504477"/>
                  <a:pt x="1030369" y="1490305"/>
                </a:cubicBezTo>
                <a:cubicBezTo>
                  <a:pt x="1030369" y="1476135"/>
                  <a:pt x="1041857" y="1464647"/>
                  <a:pt x="1056027" y="1464647"/>
                </a:cubicBezTo>
                <a:close/>
                <a:moveTo>
                  <a:pt x="991823" y="1464647"/>
                </a:moveTo>
                <a:cubicBezTo>
                  <a:pt x="1005993" y="1464647"/>
                  <a:pt x="1017481" y="1476135"/>
                  <a:pt x="1017481" y="1490305"/>
                </a:cubicBezTo>
                <a:cubicBezTo>
                  <a:pt x="1017481" y="1504477"/>
                  <a:pt x="1005993" y="1515964"/>
                  <a:pt x="991823" y="1515964"/>
                </a:cubicBezTo>
                <a:cubicBezTo>
                  <a:pt x="977652" y="1515964"/>
                  <a:pt x="966162" y="1504477"/>
                  <a:pt x="966162" y="1490305"/>
                </a:cubicBezTo>
                <a:cubicBezTo>
                  <a:pt x="966162" y="1476135"/>
                  <a:pt x="977652" y="1464647"/>
                  <a:pt x="991823" y="1464647"/>
                </a:cubicBezTo>
                <a:close/>
                <a:moveTo>
                  <a:pt x="927616" y="1464647"/>
                </a:moveTo>
                <a:cubicBezTo>
                  <a:pt x="941781" y="1464531"/>
                  <a:pt x="953275" y="1476025"/>
                  <a:pt x="953275" y="1490305"/>
                </a:cubicBezTo>
                <a:cubicBezTo>
                  <a:pt x="953275" y="1504471"/>
                  <a:pt x="941781" y="1515965"/>
                  <a:pt x="927616" y="1515965"/>
                </a:cubicBezTo>
                <a:cubicBezTo>
                  <a:pt x="913452" y="1515965"/>
                  <a:pt x="901957" y="1504471"/>
                  <a:pt x="901957" y="1490305"/>
                </a:cubicBezTo>
                <a:cubicBezTo>
                  <a:pt x="901957" y="1476142"/>
                  <a:pt x="913452" y="1464647"/>
                  <a:pt x="927616" y="1464647"/>
                </a:cubicBezTo>
                <a:close/>
                <a:moveTo>
                  <a:pt x="863411" y="1464647"/>
                </a:moveTo>
                <a:cubicBezTo>
                  <a:pt x="877576" y="1464531"/>
                  <a:pt x="889071" y="1476025"/>
                  <a:pt x="889071" y="1490305"/>
                </a:cubicBezTo>
                <a:cubicBezTo>
                  <a:pt x="889071" y="1504471"/>
                  <a:pt x="877576" y="1515965"/>
                  <a:pt x="863411" y="1515965"/>
                </a:cubicBezTo>
                <a:cubicBezTo>
                  <a:pt x="849248" y="1515965"/>
                  <a:pt x="837752" y="1504471"/>
                  <a:pt x="837752" y="1490305"/>
                </a:cubicBezTo>
                <a:cubicBezTo>
                  <a:pt x="837752" y="1476142"/>
                  <a:pt x="849248" y="1464647"/>
                  <a:pt x="863411" y="1464647"/>
                </a:cubicBezTo>
                <a:close/>
                <a:moveTo>
                  <a:pt x="670679" y="1464647"/>
                </a:moveTo>
                <a:cubicBezTo>
                  <a:pt x="684851" y="1464647"/>
                  <a:pt x="696338" y="1476135"/>
                  <a:pt x="696338" y="1490305"/>
                </a:cubicBezTo>
                <a:cubicBezTo>
                  <a:pt x="696338" y="1504477"/>
                  <a:pt x="684851" y="1515964"/>
                  <a:pt x="670679" y="1515964"/>
                </a:cubicBezTo>
                <a:cubicBezTo>
                  <a:pt x="656509" y="1515964"/>
                  <a:pt x="645020" y="1504477"/>
                  <a:pt x="645020" y="1490305"/>
                </a:cubicBezTo>
                <a:cubicBezTo>
                  <a:pt x="645020" y="1476135"/>
                  <a:pt x="656509" y="1464647"/>
                  <a:pt x="670679" y="1464647"/>
                </a:cubicBezTo>
                <a:close/>
                <a:moveTo>
                  <a:pt x="606475" y="1464647"/>
                </a:moveTo>
                <a:cubicBezTo>
                  <a:pt x="620639" y="1464531"/>
                  <a:pt x="632134" y="1476025"/>
                  <a:pt x="632134" y="1490305"/>
                </a:cubicBezTo>
                <a:cubicBezTo>
                  <a:pt x="632134" y="1504471"/>
                  <a:pt x="620639" y="1515965"/>
                  <a:pt x="606475" y="1515965"/>
                </a:cubicBezTo>
                <a:cubicBezTo>
                  <a:pt x="592310" y="1515965"/>
                  <a:pt x="580815" y="1504471"/>
                  <a:pt x="580815" y="1490305"/>
                </a:cubicBezTo>
                <a:cubicBezTo>
                  <a:pt x="580815" y="1476142"/>
                  <a:pt x="592310" y="1464647"/>
                  <a:pt x="606475" y="1464647"/>
                </a:cubicBezTo>
                <a:close/>
                <a:moveTo>
                  <a:pt x="542268" y="1464647"/>
                </a:moveTo>
                <a:cubicBezTo>
                  <a:pt x="556433" y="1464531"/>
                  <a:pt x="567927" y="1476025"/>
                  <a:pt x="567927" y="1490305"/>
                </a:cubicBezTo>
                <a:cubicBezTo>
                  <a:pt x="567927" y="1504471"/>
                  <a:pt x="556433" y="1515965"/>
                  <a:pt x="542268" y="1515965"/>
                </a:cubicBezTo>
                <a:cubicBezTo>
                  <a:pt x="528104" y="1515965"/>
                  <a:pt x="516610" y="1504471"/>
                  <a:pt x="516610" y="1490305"/>
                </a:cubicBezTo>
                <a:cubicBezTo>
                  <a:pt x="516610" y="1476142"/>
                  <a:pt x="528104" y="1464647"/>
                  <a:pt x="542268" y="1464647"/>
                </a:cubicBezTo>
                <a:close/>
                <a:moveTo>
                  <a:pt x="478063" y="1464647"/>
                </a:moveTo>
                <a:cubicBezTo>
                  <a:pt x="492228" y="1464531"/>
                  <a:pt x="503724" y="1476025"/>
                  <a:pt x="503724" y="1490305"/>
                </a:cubicBezTo>
                <a:cubicBezTo>
                  <a:pt x="503724" y="1504471"/>
                  <a:pt x="492228" y="1515965"/>
                  <a:pt x="478063" y="1515965"/>
                </a:cubicBezTo>
                <a:cubicBezTo>
                  <a:pt x="463900" y="1515965"/>
                  <a:pt x="452404" y="1504471"/>
                  <a:pt x="452404" y="1490305"/>
                </a:cubicBezTo>
                <a:cubicBezTo>
                  <a:pt x="452404" y="1476142"/>
                  <a:pt x="463900" y="1464647"/>
                  <a:pt x="478063" y="1464647"/>
                </a:cubicBezTo>
                <a:close/>
                <a:moveTo>
                  <a:pt x="413858" y="1464647"/>
                </a:moveTo>
                <a:cubicBezTo>
                  <a:pt x="428023" y="1464531"/>
                  <a:pt x="439517" y="1476025"/>
                  <a:pt x="439517" y="1490305"/>
                </a:cubicBezTo>
                <a:cubicBezTo>
                  <a:pt x="439517" y="1504471"/>
                  <a:pt x="428023" y="1515965"/>
                  <a:pt x="413858" y="1515965"/>
                </a:cubicBezTo>
                <a:cubicBezTo>
                  <a:pt x="399694" y="1515965"/>
                  <a:pt x="388200" y="1504471"/>
                  <a:pt x="388200" y="1490305"/>
                </a:cubicBezTo>
                <a:cubicBezTo>
                  <a:pt x="388200" y="1476142"/>
                  <a:pt x="399694" y="1464647"/>
                  <a:pt x="413858" y="1464647"/>
                </a:cubicBezTo>
                <a:close/>
                <a:moveTo>
                  <a:pt x="346686" y="1464647"/>
                </a:moveTo>
                <a:cubicBezTo>
                  <a:pt x="360849" y="1464531"/>
                  <a:pt x="372344" y="1476025"/>
                  <a:pt x="372344" y="1490305"/>
                </a:cubicBezTo>
                <a:cubicBezTo>
                  <a:pt x="372344" y="1504471"/>
                  <a:pt x="360849" y="1515965"/>
                  <a:pt x="346686" y="1515965"/>
                </a:cubicBezTo>
                <a:cubicBezTo>
                  <a:pt x="332520" y="1515965"/>
                  <a:pt x="321027" y="1504471"/>
                  <a:pt x="321027" y="1490305"/>
                </a:cubicBezTo>
                <a:cubicBezTo>
                  <a:pt x="321027" y="1476142"/>
                  <a:pt x="332520" y="1464647"/>
                  <a:pt x="346686" y="1464647"/>
                </a:cubicBezTo>
                <a:close/>
                <a:moveTo>
                  <a:pt x="282480" y="1464647"/>
                </a:moveTo>
                <a:cubicBezTo>
                  <a:pt x="296644" y="1464531"/>
                  <a:pt x="308138" y="1476025"/>
                  <a:pt x="308138" y="1490305"/>
                </a:cubicBezTo>
                <a:cubicBezTo>
                  <a:pt x="308138" y="1504471"/>
                  <a:pt x="296644" y="1515965"/>
                  <a:pt x="282480" y="1515965"/>
                </a:cubicBezTo>
                <a:cubicBezTo>
                  <a:pt x="268314" y="1515965"/>
                  <a:pt x="256820" y="1504471"/>
                  <a:pt x="256820" y="1490305"/>
                </a:cubicBezTo>
                <a:cubicBezTo>
                  <a:pt x="256820" y="1476142"/>
                  <a:pt x="268314" y="1464647"/>
                  <a:pt x="282480" y="1464647"/>
                </a:cubicBezTo>
                <a:close/>
                <a:moveTo>
                  <a:pt x="218274" y="1464647"/>
                </a:moveTo>
                <a:cubicBezTo>
                  <a:pt x="232438" y="1464531"/>
                  <a:pt x="243932" y="1476025"/>
                  <a:pt x="243932" y="1490305"/>
                </a:cubicBezTo>
                <a:cubicBezTo>
                  <a:pt x="243932" y="1504471"/>
                  <a:pt x="232438" y="1515965"/>
                  <a:pt x="218274" y="1515965"/>
                </a:cubicBezTo>
                <a:cubicBezTo>
                  <a:pt x="204109" y="1515965"/>
                  <a:pt x="192615" y="1504471"/>
                  <a:pt x="192615" y="1490305"/>
                </a:cubicBezTo>
                <a:cubicBezTo>
                  <a:pt x="192615" y="1476142"/>
                  <a:pt x="204109" y="1464647"/>
                  <a:pt x="218274" y="1464647"/>
                </a:cubicBezTo>
                <a:close/>
                <a:moveTo>
                  <a:pt x="25659" y="1464647"/>
                </a:moveTo>
                <a:cubicBezTo>
                  <a:pt x="39829" y="1464647"/>
                  <a:pt x="51317" y="1476135"/>
                  <a:pt x="51317" y="1490305"/>
                </a:cubicBezTo>
                <a:cubicBezTo>
                  <a:pt x="51317" y="1504477"/>
                  <a:pt x="39829" y="1515964"/>
                  <a:pt x="25659" y="1515964"/>
                </a:cubicBezTo>
                <a:cubicBezTo>
                  <a:pt x="11488" y="1515964"/>
                  <a:pt x="0" y="1504477"/>
                  <a:pt x="0" y="1490305"/>
                </a:cubicBezTo>
                <a:cubicBezTo>
                  <a:pt x="0" y="1476135"/>
                  <a:pt x="11488" y="1464647"/>
                  <a:pt x="25659" y="1464647"/>
                </a:cubicBezTo>
                <a:close/>
                <a:moveTo>
                  <a:pt x="11518287" y="1410195"/>
                </a:moveTo>
                <a:cubicBezTo>
                  <a:pt x="11525405" y="1410195"/>
                  <a:pt x="11531175" y="1415964"/>
                  <a:pt x="11531175" y="1423081"/>
                </a:cubicBezTo>
                <a:cubicBezTo>
                  <a:pt x="11531175" y="1430200"/>
                  <a:pt x="11525403" y="1435969"/>
                  <a:pt x="11518287" y="1435969"/>
                </a:cubicBezTo>
                <a:cubicBezTo>
                  <a:pt x="11511167" y="1435969"/>
                  <a:pt x="11505399" y="1430200"/>
                  <a:pt x="11505399" y="1423081"/>
                </a:cubicBezTo>
                <a:cubicBezTo>
                  <a:pt x="11505399" y="1415964"/>
                  <a:pt x="11511171" y="1410195"/>
                  <a:pt x="11518287" y="1410195"/>
                </a:cubicBezTo>
                <a:close/>
                <a:moveTo>
                  <a:pt x="11004528" y="1410195"/>
                </a:moveTo>
                <a:cubicBezTo>
                  <a:pt x="11011644" y="1410195"/>
                  <a:pt x="11017416" y="1415964"/>
                  <a:pt x="11017416" y="1423081"/>
                </a:cubicBezTo>
                <a:cubicBezTo>
                  <a:pt x="11017416" y="1430200"/>
                  <a:pt x="11011644" y="1435969"/>
                  <a:pt x="11004528" y="1435969"/>
                </a:cubicBezTo>
                <a:cubicBezTo>
                  <a:pt x="10997410" y="1435969"/>
                  <a:pt x="10991640" y="1430200"/>
                  <a:pt x="10991640" y="1423081"/>
                </a:cubicBezTo>
                <a:cubicBezTo>
                  <a:pt x="10991640" y="1415964"/>
                  <a:pt x="10997410" y="1410195"/>
                  <a:pt x="11004528" y="1410195"/>
                </a:cubicBezTo>
                <a:close/>
                <a:moveTo>
                  <a:pt x="10426681" y="1410195"/>
                </a:moveTo>
                <a:cubicBezTo>
                  <a:pt x="10433797" y="1410195"/>
                  <a:pt x="10439569" y="1415964"/>
                  <a:pt x="10439569" y="1423081"/>
                </a:cubicBezTo>
                <a:cubicBezTo>
                  <a:pt x="10439569" y="1430200"/>
                  <a:pt x="10433797" y="1435969"/>
                  <a:pt x="10426681" y="1435969"/>
                </a:cubicBezTo>
                <a:cubicBezTo>
                  <a:pt x="10419562" y="1435969"/>
                  <a:pt x="10413793" y="1430200"/>
                  <a:pt x="10413793" y="1423081"/>
                </a:cubicBezTo>
                <a:cubicBezTo>
                  <a:pt x="10413793" y="1415964"/>
                  <a:pt x="10419562" y="1410195"/>
                  <a:pt x="10426681" y="1410195"/>
                </a:cubicBezTo>
                <a:close/>
                <a:moveTo>
                  <a:pt x="9784512" y="1410195"/>
                </a:moveTo>
                <a:cubicBezTo>
                  <a:pt x="9791593" y="1410310"/>
                  <a:pt x="9797400" y="1415999"/>
                  <a:pt x="9797400" y="1423081"/>
                </a:cubicBezTo>
                <a:cubicBezTo>
                  <a:pt x="9797400" y="1430164"/>
                  <a:pt x="9791711" y="1435969"/>
                  <a:pt x="9784512" y="1435969"/>
                </a:cubicBezTo>
                <a:cubicBezTo>
                  <a:pt x="9777428" y="1435969"/>
                  <a:pt x="9771624" y="1430280"/>
                  <a:pt x="9771624" y="1423081"/>
                </a:cubicBezTo>
                <a:cubicBezTo>
                  <a:pt x="9771624" y="1415999"/>
                  <a:pt x="9777313" y="1410195"/>
                  <a:pt x="9784512" y="1410195"/>
                </a:cubicBezTo>
                <a:close/>
                <a:moveTo>
                  <a:pt x="8307675" y="1410195"/>
                </a:moveTo>
                <a:cubicBezTo>
                  <a:pt x="8314791" y="1410195"/>
                  <a:pt x="8320560" y="1415964"/>
                  <a:pt x="8320560" y="1423081"/>
                </a:cubicBezTo>
                <a:cubicBezTo>
                  <a:pt x="8320560" y="1430200"/>
                  <a:pt x="8314791" y="1435969"/>
                  <a:pt x="8307675" y="1435969"/>
                </a:cubicBezTo>
                <a:cubicBezTo>
                  <a:pt x="8300556" y="1435969"/>
                  <a:pt x="8294787" y="1430200"/>
                  <a:pt x="8294787" y="1423081"/>
                </a:cubicBezTo>
                <a:cubicBezTo>
                  <a:pt x="8294787" y="1415964"/>
                  <a:pt x="8300556" y="1410195"/>
                  <a:pt x="8307675" y="1410195"/>
                </a:cubicBezTo>
                <a:close/>
                <a:moveTo>
                  <a:pt x="7344479" y="1410195"/>
                </a:moveTo>
                <a:cubicBezTo>
                  <a:pt x="7351560" y="1410310"/>
                  <a:pt x="7357367" y="1415999"/>
                  <a:pt x="7357367" y="1423081"/>
                </a:cubicBezTo>
                <a:cubicBezTo>
                  <a:pt x="7357367" y="1430164"/>
                  <a:pt x="7351678" y="1435969"/>
                  <a:pt x="7344479" y="1435969"/>
                </a:cubicBezTo>
                <a:cubicBezTo>
                  <a:pt x="7337395" y="1435969"/>
                  <a:pt x="7331591" y="1430280"/>
                  <a:pt x="7331591" y="1423081"/>
                </a:cubicBezTo>
                <a:cubicBezTo>
                  <a:pt x="7331591" y="1415999"/>
                  <a:pt x="7337280" y="1410195"/>
                  <a:pt x="7344479" y="1410195"/>
                </a:cubicBezTo>
                <a:close/>
                <a:moveTo>
                  <a:pt x="6959132" y="1410195"/>
                </a:moveTo>
                <a:cubicBezTo>
                  <a:pt x="6966331" y="1410310"/>
                  <a:pt x="6972020" y="1415999"/>
                  <a:pt x="6972020" y="1423081"/>
                </a:cubicBezTo>
                <a:cubicBezTo>
                  <a:pt x="6972020" y="1430164"/>
                  <a:pt x="6966331" y="1435969"/>
                  <a:pt x="6959132" y="1435969"/>
                </a:cubicBezTo>
                <a:cubicBezTo>
                  <a:pt x="6952048" y="1435969"/>
                  <a:pt x="6946244" y="1430280"/>
                  <a:pt x="6946244" y="1423081"/>
                </a:cubicBezTo>
                <a:cubicBezTo>
                  <a:pt x="6946244" y="1415999"/>
                  <a:pt x="6951933" y="1410195"/>
                  <a:pt x="6959132" y="1410195"/>
                </a:cubicBezTo>
                <a:close/>
                <a:moveTo>
                  <a:pt x="6830836" y="1410195"/>
                </a:moveTo>
                <a:cubicBezTo>
                  <a:pt x="6837954" y="1410195"/>
                  <a:pt x="6843724" y="1415964"/>
                  <a:pt x="6843724" y="1423081"/>
                </a:cubicBezTo>
                <a:cubicBezTo>
                  <a:pt x="6843724" y="1430200"/>
                  <a:pt x="6837954" y="1435969"/>
                  <a:pt x="6830836" y="1435969"/>
                </a:cubicBezTo>
                <a:cubicBezTo>
                  <a:pt x="6823720" y="1435969"/>
                  <a:pt x="6817948" y="1430200"/>
                  <a:pt x="6817948" y="1423081"/>
                </a:cubicBezTo>
                <a:cubicBezTo>
                  <a:pt x="6817948" y="1415964"/>
                  <a:pt x="6823720" y="1410195"/>
                  <a:pt x="6830836" y="1410195"/>
                </a:cubicBezTo>
                <a:close/>
                <a:moveTo>
                  <a:pt x="5807683" y="1410195"/>
                </a:moveTo>
                <a:cubicBezTo>
                  <a:pt x="5814801" y="1410195"/>
                  <a:pt x="5820571" y="1415964"/>
                  <a:pt x="5820571" y="1423081"/>
                </a:cubicBezTo>
                <a:cubicBezTo>
                  <a:pt x="5820571" y="1430200"/>
                  <a:pt x="5814799" y="1435969"/>
                  <a:pt x="5807683" y="1435969"/>
                </a:cubicBezTo>
                <a:cubicBezTo>
                  <a:pt x="5800565" y="1435969"/>
                  <a:pt x="5794796" y="1430200"/>
                  <a:pt x="5794796" y="1423081"/>
                </a:cubicBezTo>
                <a:cubicBezTo>
                  <a:pt x="5794796" y="1415964"/>
                  <a:pt x="5800566" y="1410195"/>
                  <a:pt x="5807683" y="1410195"/>
                </a:cubicBezTo>
                <a:close/>
                <a:moveTo>
                  <a:pt x="5293924" y="1410195"/>
                </a:moveTo>
                <a:cubicBezTo>
                  <a:pt x="5301042" y="1410195"/>
                  <a:pt x="5306812" y="1415964"/>
                  <a:pt x="5306812" y="1423081"/>
                </a:cubicBezTo>
                <a:cubicBezTo>
                  <a:pt x="5306812" y="1430200"/>
                  <a:pt x="5301042" y="1435969"/>
                  <a:pt x="5293924" y="1435969"/>
                </a:cubicBezTo>
                <a:cubicBezTo>
                  <a:pt x="5286806" y="1435969"/>
                  <a:pt x="5281036" y="1430200"/>
                  <a:pt x="5281036" y="1423081"/>
                </a:cubicBezTo>
                <a:cubicBezTo>
                  <a:pt x="5281036" y="1415964"/>
                  <a:pt x="5286807" y="1410195"/>
                  <a:pt x="5293924" y="1410195"/>
                </a:cubicBezTo>
                <a:close/>
                <a:moveTo>
                  <a:pt x="4716077" y="1410195"/>
                </a:moveTo>
                <a:cubicBezTo>
                  <a:pt x="4723194" y="1410195"/>
                  <a:pt x="4728964" y="1415964"/>
                  <a:pt x="4728964" y="1423081"/>
                </a:cubicBezTo>
                <a:cubicBezTo>
                  <a:pt x="4728964" y="1430200"/>
                  <a:pt x="4723194" y="1435969"/>
                  <a:pt x="4716077" y="1435969"/>
                </a:cubicBezTo>
                <a:cubicBezTo>
                  <a:pt x="4708959" y="1435969"/>
                  <a:pt x="4703188" y="1430200"/>
                  <a:pt x="4703188" y="1423081"/>
                </a:cubicBezTo>
                <a:cubicBezTo>
                  <a:pt x="4703188" y="1415964"/>
                  <a:pt x="4708959" y="1410195"/>
                  <a:pt x="4716077" y="1410195"/>
                </a:cubicBezTo>
                <a:close/>
                <a:moveTo>
                  <a:pt x="4073908" y="1410195"/>
                </a:moveTo>
                <a:cubicBezTo>
                  <a:pt x="4080990" y="1410310"/>
                  <a:pt x="4086795" y="1415999"/>
                  <a:pt x="4086795" y="1423081"/>
                </a:cubicBezTo>
                <a:cubicBezTo>
                  <a:pt x="4086795" y="1430164"/>
                  <a:pt x="4081105" y="1435969"/>
                  <a:pt x="4073908" y="1435969"/>
                </a:cubicBezTo>
                <a:cubicBezTo>
                  <a:pt x="4066826" y="1435969"/>
                  <a:pt x="4061020" y="1430280"/>
                  <a:pt x="4061020" y="1423081"/>
                </a:cubicBezTo>
                <a:cubicBezTo>
                  <a:pt x="4061020" y="1415999"/>
                  <a:pt x="4066709" y="1410195"/>
                  <a:pt x="4073908" y="1410195"/>
                </a:cubicBezTo>
                <a:close/>
                <a:moveTo>
                  <a:pt x="2597069" y="1410195"/>
                </a:moveTo>
                <a:cubicBezTo>
                  <a:pt x="2604187" y="1410195"/>
                  <a:pt x="2609957" y="1415964"/>
                  <a:pt x="2609957" y="1423081"/>
                </a:cubicBezTo>
                <a:cubicBezTo>
                  <a:pt x="2609957" y="1430200"/>
                  <a:pt x="2604187" y="1435969"/>
                  <a:pt x="2597069" y="1435969"/>
                </a:cubicBezTo>
                <a:cubicBezTo>
                  <a:pt x="2589952" y="1435969"/>
                  <a:pt x="2584182" y="1430200"/>
                  <a:pt x="2584182" y="1423081"/>
                </a:cubicBezTo>
                <a:cubicBezTo>
                  <a:pt x="2584182" y="1415964"/>
                  <a:pt x="2589952" y="1410195"/>
                  <a:pt x="2597069" y="1410195"/>
                </a:cubicBezTo>
                <a:close/>
                <a:moveTo>
                  <a:pt x="1633875" y="1410195"/>
                </a:moveTo>
                <a:cubicBezTo>
                  <a:pt x="1640957" y="1410310"/>
                  <a:pt x="1646762" y="1415999"/>
                  <a:pt x="1646762" y="1423081"/>
                </a:cubicBezTo>
                <a:cubicBezTo>
                  <a:pt x="1646762" y="1430164"/>
                  <a:pt x="1641073" y="1435969"/>
                  <a:pt x="1633875" y="1435969"/>
                </a:cubicBezTo>
                <a:cubicBezTo>
                  <a:pt x="1626792" y="1435969"/>
                  <a:pt x="1620987" y="1430280"/>
                  <a:pt x="1620987" y="1423081"/>
                </a:cubicBezTo>
                <a:cubicBezTo>
                  <a:pt x="1620987" y="1415999"/>
                  <a:pt x="1626676" y="1410195"/>
                  <a:pt x="1633875" y="1410195"/>
                </a:cubicBezTo>
                <a:close/>
                <a:moveTo>
                  <a:pt x="1248528" y="1410195"/>
                </a:moveTo>
                <a:cubicBezTo>
                  <a:pt x="1255726" y="1410310"/>
                  <a:pt x="1261416" y="1415999"/>
                  <a:pt x="1261416" y="1423081"/>
                </a:cubicBezTo>
                <a:cubicBezTo>
                  <a:pt x="1261416" y="1430164"/>
                  <a:pt x="1255726" y="1435969"/>
                  <a:pt x="1248528" y="1435969"/>
                </a:cubicBezTo>
                <a:cubicBezTo>
                  <a:pt x="1241444" y="1435969"/>
                  <a:pt x="1235638" y="1430280"/>
                  <a:pt x="1235638" y="1423081"/>
                </a:cubicBezTo>
                <a:cubicBezTo>
                  <a:pt x="1235638" y="1415999"/>
                  <a:pt x="1241328" y="1410195"/>
                  <a:pt x="1248528" y="1410195"/>
                </a:cubicBezTo>
                <a:close/>
                <a:moveTo>
                  <a:pt x="1120233" y="1410195"/>
                </a:moveTo>
                <a:cubicBezTo>
                  <a:pt x="1127350" y="1410195"/>
                  <a:pt x="1133121" y="1415964"/>
                  <a:pt x="1133121" y="1423081"/>
                </a:cubicBezTo>
                <a:cubicBezTo>
                  <a:pt x="1133121" y="1430200"/>
                  <a:pt x="1127350" y="1435969"/>
                  <a:pt x="1120233" y="1435969"/>
                </a:cubicBezTo>
                <a:cubicBezTo>
                  <a:pt x="1113116" y="1435969"/>
                  <a:pt x="1107345" y="1430200"/>
                  <a:pt x="1107345" y="1423081"/>
                </a:cubicBezTo>
                <a:cubicBezTo>
                  <a:pt x="1107345" y="1415964"/>
                  <a:pt x="1113116" y="1410195"/>
                  <a:pt x="1120233" y="1410195"/>
                </a:cubicBezTo>
                <a:close/>
                <a:moveTo>
                  <a:pt x="89864" y="1410195"/>
                </a:moveTo>
                <a:cubicBezTo>
                  <a:pt x="96982" y="1410195"/>
                  <a:pt x="102752" y="1415964"/>
                  <a:pt x="102752" y="1423081"/>
                </a:cubicBezTo>
                <a:cubicBezTo>
                  <a:pt x="102752" y="1430200"/>
                  <a:pt x="96981" y="1435969"/>
                  <a:pt x="89864" y="1435969"/>
                </a:cubicBezTo>
                <a:cubicBezTo>
                  <a:pt x="82746" y="1435969"/>
                  <a:pt x="76977" y="1430200"/>
                  <a:pt x="76977" y="1423081"/>
                </a:cubicBezTo>
                <a:cubicBezTo>
                  <a:pt x="76977" y="1415964"/>
                  <a:pt x="82748" y="1410195"/>
                  <a:pt x="89864" y="1410195"/>
                </a:cubicBezTo>
                <a:close/>
                <a:moveTo>
                  <a:pt x="12099103" y="1397423"/>
                </a:moveTo>
                <a:cubicBezTo>
                  <a:pt x="12113273" y="1397423"/>
                  <a:pt x="12124761" y="1408911"/>
                  <a:pt x="12124761" y="1423081"/>
                </a:cubicBezTo>
                <a:cubicBezTo>
                  <a:pt x="12124761" y="1437253"/>
                  <a:pt x="12113273" y="1448741"/>
                  <a:pt x="12099103" y="1448741"/>
                </a:cubicBezTo>
                <a:cubicBezTo>
                  <a:pt x="12084931" y="1448741"/>
                  <a:pt x="12073441" y="1437253"/>
                  <a:pt x="12073441" y="1423081"/>
                </a:cubicBezTo>
                <a:cubicBezTo>
                  <a:pt x="12073441" y="1408911"/>
                  <a:pt x="12084931" y="1397423"/>
                  <a:pt x="12099103" y="1397423"/>
                </a:cubicBezTo>
                <a:close/>
                <a:moveTo>
                  <a:pt x="12034897" y="1397423"/>
                </a:moveTo>
                <a:cubicBezTo>
                  <a:pt x="12049061" y="1397423"/>
                  <a:pt x="12060557" y="1408918"/>
                  <a:pt x="12060557" y="1423081"/>
                </a:cubicBezTo>
                <a:cubicBezTo>
                  <a:pt x="12060557" y="1437247"/>
                  <a:pt x="12049061" y="1448741"/>
                  <a:pt x="12034897" y="1448741"/>
                </a:cubicBezTo>
                <a:cubicBezTo>
                  <a:pt x="12020731" y="1448741"/>
                  <a:pt x="12009237" y="1437247"/>
                  <a:pt x="12009237" y="1423081"/>
                </a:cubicBezTo>
                <a:cubicBezTo>
                  <a:pt x="12009237" y="1408918"/>
                  <a:pt x="12020731" y="1397423"/>
                  <a:pt x="12034897" y="1397423"/>
                </a:cubicBezTo>
                <a:close/>
                <a:moveTo>
                  <a:pt x="11970691" y="1397423"/>
                </a:moveTo>
                <a:cubicBezTo>
                  <a:pt x="11984855" y="1397423"/>
                  <a:pt x="11996349" y="1408918"/>
                  <a:pt x="11996349" y="1423081"/>
                </a:cubicBezTo>
                <a:cubicBezTo>
                  <a:pt x="11996349" y="1437247"/>
                  <a:pt x="11984855" y="1448741"/>
                  <a:pt x="11970691" y="1448741"/>
                </a:cubicBezTo>
                <a:cubicBezTo>
                  <a:pt x="11956525" y="1448741"/>
                  <a:pt x="11945033" y="1437247"/>
                  <a:pt x="11945033" y="1423081"/>
                </a:cubicBezTo>
                <a:cubicBezTo>
                  <a:pt x="11945033" y="1408918"/>
                  <a:pt x="11956525" y="1397423"/>
                  <a:pt x="11970691" y="1397423"/>
                </a:cubicBezTo>
                <a:close/>
                <a:moveTo>
                  <a:pt x="11906483" y="1397423"/>
                </a:moveTo>
                <a:cubicBezTo>
                  <a:pt x="11920649" y="1397423"/>
                  <a:pt x="11932145" y="1408918"/>
                  <a:pt x="11932145" y="1423081"/>
                </a:cubicBezTo>
                <a:cubicBezTo>
                  <a:pt x="11932145" y="1437247"/>
                  <a:pt x="11920649" y="1448741"/>
                  <a:pt x="11906483" y="1448741"/>
                </a:cubicBezTo>
                <a:cubicBezTo>
                  <a:pt x="11892321" y="1448741"/>
                  <a:pt x="11880825" y="1437247"/>
                  <a:pt x="11880825" y="1423081"/>
                </a:cubicBezTo>
                <a:cubicBezTo>
                  <a:pt x="11880825" y="1408918"/>
                  <a:pt x="11892321" y="1397423"/>
                  <a:pt x="11906483" y="1397423"/>
                </a:cubicBezTo>
                <a:close/>
                <a:moveTo>
                  <a:pt x="11842279" y="1397423"/>
                </a:moveTo>
                <a:cubicBezTo>
                  <a:pt x="11856445" y="1397423"/>
                  <a:pt x="11867941" y="1408918"/>
                  <a:pt x="11867941" y="1423081"/>
                </a:cubicBezTo>
                <a:cubicBezTo>
                  <a:pt x="11867941" y="1437247"/>
                  <a:pt x="11856445" y="1448741"/>
                  <a:pt x="11842279" y="1448741"/>
                </a:cubicBezTo>
                <a:cubicBezTo>
                  <a:pt x="11828117" y="1448741"/>
                  <a:pt x="11816621" y="1437247"/>
                  <a:pt x="11816621" y="1423081"/>
                </a:cubicBezTo>
                <a:cubicBezTo>
                  <a:pt x="11816621" y="1408918"/>
                  <a:pt x="11828117" y="1397423"/>
                  <a:pt x="11842279" y="1397423"/>
                </a:cubicBezTo>
                <a:close/>
                <a:moveTo>
                  <a:pt x="11775107" y="1397423"/>
                </a:moveTo>
                <a:cubicBezTo>
                  <a:pt x="11789271" y="1397423"/>
                  <a:pt x="11800767" y="1408918"/>
                  <a:pt x="11800767" y="1423081"/>
                </a:cubicBezTo>
                <a:cubicBezTo>
                  <a:pt x="11800767" y="1437247"/>
                  <a:pt x="11789271" y="1448741"/>
                  <a:pt x="11775107" y="1448741"/>
                </a:cubicBezTo>
                <a:cubicBezTo>
                  <a:pt x="11760941" y="1448741"/>
                  <a:pt x="11749449" y="1437247"/>
                  <a:pt x="11749449" y="1423081"/>
                </a:cubicBezTo>
                <a:cubicBezTo>
                  <a:pt x="11749449" y="1408918"/>
                  <a:pt x="11760941" y="1397423"/>
                  <a:pt x="11775107" y="1397423"/>
                </a:cubicBezTo>
                <a:close/>
                <a:moveTo>
                  <a:pt x="11710901" y="1397423"/>
                </a:moveTo>
                <a:cubicBezTo>
                  <a:pt x="11725067" y="1397423"/>
                  <a:pt x="11736561" y="1408918"/>
                  <a:pt x="11736561" y="1423081"/>
                </a:cubicBezTo>
                <a:cubicBezTo>
                  <a:pt x="11736561" y="1437247"/>
                  <a:pt x="11725067" y="1448741"/>
                  <a:pt x="11710901" y="1448741"/>
                </a:cubicBezTo>
                <a:cubicBezTo>
                  <a:pt x="11696737" y="1448741"/>
                  <a:pt x="11685243" y="1437247"/>
                  <a:pt x="11685243" y="1423081"/>
                </a:cubicBezTo>
                <a:cubicBezTo>
                  <a:pt x="11685243" y="1408918"/>
                  <a:pt x="11696737" y="1397423"/>
                  <a:pt x="11710901" y="1397423"/>
                </a:cubicBezTo>
                <a:close/>
                <a:moveTo>
                  <a:pt x="11646697" y="1397423"/>
                </a:moveTo>
                <a:cubicBezTo>
                  <a:pt x="11660859" y="1397423"/>
                  <a:pt x="11672355" y="1408918"/>
                  <a:pt x="11672355" y="1423081"/>
                </a:cubicBezTo>
                <a:cubicBezTo>
                  <a:pt x="11672355" y="1437247"/>
                  <a:pt x="11660859" y="1448741"/>
                  <a:pt x="11646697" y="1448741"/>
                </a:cubicBezTo>
                <a:cubicBezTo>
                  <a:pt x="11632529" y="1448741"/>
                  <a:pt x="11621037" y="1437247"/>
                  <a:pt x="11621037" y="1423081"/>
                </a:cubicBezTo>
                <a:cubicBezTo>
                  <a:pt x="11621037" y="1408918"/>
                  <a:pt x="11632529" y="1397423"/>
                  <a:pt x="11646697" y="1397423"/>
                </a:cubicBezTo>
                <a:close/>
                <a:moveTo>
                  <a:pt x="11454081" y="1397423"/>
                </a:moveTo>
                <a:cubicBezTo>
                  <a:pt x="11468253" y="1397423"/>
                  <a:pt x="11479739" y="1408911"/>
                  <a:pt x="11479739" y="1423081"/>
                </a:cubicBezTo>
                <a:cubicBezTo>
                  <a:pt x="11479739" y="1437253"/>
                  <a:pt x="11468253" y="1448741"/>
                  <a:pt x="11454081" y="1448741"/>
                </a:cubicBezTo>
                <a:cubicBezTo>
                  <a:pt x="11439909" y="1448741"/>
                  <a:pt x="11428421" y="1437253"/>
                  <a:pt x="11428421" y="1423081"/>
                </a:cubicBezTo>
                <a:cubicBezTo>
                  <a:pt x="11428421" y="1408911"/>
                  <a:pt x="11439909" y="1397423"/>
                  <a:pt x="11454081" y="1397423"/>
                </a:cubicBezTo>
                <a:close/>
                <a:moveTo>
                  <a:pt x="11389875" y="1397423"/>
                </a:moveTo>
                <a:cubicBezTo>
                  <a:pt x="11404040" y="1397423"/>
                  <a:pt x="11415533" y="1408918"/>
                  <a:pt x="11415533" y="1423081"/>
                </a:cubicBezTo>
                <a:cubicBezTo>
                  <a:pt x="11415533" y="1437247"/>
                  <a:pt x="11404040" y="1448741"/>
                  <a:pt x="11389875" y="1448741"/>
                </a:cubicBezTo>
                <a:cubicBezTo>
                  <a:pt x="11375710" y="1448741"/>
                  <a:pt x="11364217" y="1437247"/>
                  <a:pt x="11364217" y="1423081"/>
                </a:cubicBezTo>
                <a:cubicBezTo>
                  <a:pt x="11364217" y="1408918"/>
                  <a:pt x="11375710" y="1397423"/>
                  <a:pt x="11389875" y="1397423"/>
                </a:cubicBezTo>
                <a:close/>
                <a:moveTo>
                  <a:pt x="11325670" y="1397423"/>
                </a:moveTo>
                <a:cubicBezTo>
                  <a:pt x="11339835" y="1397423"/>
                  <a:pt x="11351329" y="1408918"/>
                  <a:pt x="11351329" y="1423081"/>
                </a:cubicBezTo>
                <a:cubicBezTo>
                  <a:pt x="11351329" y="1437247"/>
                  <a:pt x="11339835" y="1448741"/>
                  <a:pt x="11325670" y="1448741"/>
                </a:cubicBezTo>
                <a:cubicBezTo>
                  <a:pt x="11311505" y="1448741"/>
                  <a:pt x="11300012" y="1437247"/>
                  <a:pt x="11300012" y="1423081"/>
                </a:cubicBezTo>
                <a:cubicBezTo>
                  <a:pt x="11300012" y="1408918"/>
                  <a:pt x="11311505" y="1397423"/>
                  <a:pt x="11325670" y="1397423"/>
                </a:cubicBezTo>
                <a:close/>
                <a:moveTo>
                  <a:pt x="11261466" y="1397423"/>
                </a:moveTo>
                <a:cubicBezTo>
                  <a:pt x="11275628" y="1397423"/>
                  <a:pt x="11287124" y="1408918"/>
                  <a:pt x="11287124" y="1423081"/>
                </a:cubicBezTo>
                <a:cubicBezTo>
                  <a:pt x="11287124" y="1437247"/>
                  <a:pt x="11275628" y="1448741"/>
                  <a:pt x="11261466" y="1448741"/>
                </a:cubicBezTo>
                <a:cubicBezTo>
                  <a:pt x="11247301" y="1448741"/>
                  <a:pt x="11235805" y="1437247"/>
                  <a:pt x="11235805" y="1423081"/>
                </a:cubicBezTo>
                <a:cubicBezTo>
                  <a:pt x="11235805" y="1408918"/>
                  <a:pt x="11247301" y="1397423"/>
                  <a:pt x="11261466" y="1397423"/>
                </a:cubicBezTo>
                <a:close/>
                <a:moveTo>
                  <a:pt x="11197259" y="1397423"/>
                </a:moveTo>
                <a:cubicBezTo>
                  <a:pt x="11211424" y="1397423"/>
                  <a:pt x="11222917" y="1408918"/>
                  <a:pt x="11222917" y="1423081"/>
                </a:cubicBezTo>
                <a:cubicBezTo>
                  <a:pt x="11222917" y="1437247"/>
                  <a:pt x="11211424" y="1448741"/>
                  <a:pt x="11197259" y="1448741"/>
                </a:cubicBezTo>
                <a:cubicBezTo>
                  <a:pt x="11183094" y="1448741"/>
                  <a:pt x="11171601" y="1437247"/>
                  <a:pt x="11171601" y="1423081"/>
                </a:cubicBezTo>
                <a:cubicBezTo>
                  <a:pt x="11171601" y="1408918"/>
                  <a:pt x="11183094" y="1397423"/>
                  <a:pt x="11197259" y="1397423"/>
                </a:cubicBezTo>
                <a:close/>
                <a:moveTo>
                  <a:pt x="11133055" y="1397423"/>
                </a:moveTo>
                <a:cubicBezTo>
                  <a:pt x="11147225" y="1397423"/>
                  <a:pt x="11158713" y="1408911"/>
                  <a:pt x="11158713" y="1423081"/>
                </a:cubicBezTo>
                <a:cubicBezTo>
                  <a:pt x="11158713" y="1437253"/>
                  <a:pt x="11147225" y="1448741"/>
                  <a:pt x="11133055" y="1448741"/>
                </a:cubicBezTo>
                <a:cubicBezTo>
                  <a:pt x="11118884" y="1448741"/>
                  <a:pt x="11107396" y="1437253"/>
                  <a:pt x="11107396" y="1423081"/>
                </a:cubicBezTo>
                <a:cubicBezTo>
                  <a:pt x="11107396" y="1408911"/>
                  <a:pt x="11118884" y="1397423"/>
                  <a:pt x="11133055" y="1397423"/>
                </a:cubicBezTo>
                <a:close/>
                <a:moveTo>
                  <a:pt x="11068848" y="1397423"/>
                </a:moveTo>
                <a:cubicBezTo>
                  <a:pt x="11083021" y="1397423"/>
                  <a:pt x="11094509" y="1408911"/>
                  <a:pt x="11094509" y="1423081"/>
                </a:cubicBezTo>
                <a:cubicBezTo>
                  <a:pt x="11094509" y="1437253"/>
                  <a:pt x="11083021" y="1448741"/>
                  <a:pt x="11068848" y="1448741"/>
                </a:cubicBezTo>
                <a:cubicBezTo>
                  <a:pt x="11054677" y="1448741"/>
                  <a:pt x="11043189" y="1437253"/>
                  <a:pt x="11043189" y="1423081"/>
                </a:cubicBezTo>
                <a:cubicBezTo>
                  <a:pt x="11043189" y="1408911"/>
                  <a:pt x="11054677" y="1397423"/>
                  <a:pt x="11068848" y="1397423"/>
                </a:cubicBezTo>
                <a:close/>
                <a:moveTo>
                  <a:pt x="10940321" y="1397423"/>
                </a:moveTo>
                <a:cubicBezTo>
                  <a:pt x="10954604" y="1397423"/>
                  <a:pt x="10965982" y="1408918"/>
                  <a:pt x="10965982" y="1423081"/>
                </a:cubicBezTo>
                <a:cubicBezTo>
                  <a:pt x="10965982" y="1437247"/>
                  <a:pt x="10954486" y="1448741"/>
                  <a:pt x="10940321" y="1448741"/>
                </a:cubicBezTo>
                <a:cubicBezTo>
                  <a:pt x="10926156" y="1448741"/>
                  <a:pt x="10914663" y="1437247"/>
                  <a:pt x="10914663" y="1423081"/>
                </a:cubicBezTo>
                <a:cubicBezTo>
                  <a:pt x="10914663" y="1408918"/>
                  <a:pt x="10926156" y="1397423"/>
                  <a:pt x="10940321" y="1397423"/>
                </a:cubicBezTo>
                <a:close/>
                <a:moveTo>
                  <a:pt x="10811912" y="1397423"/>
                </a:moveTo>
                <a:cubicBezTo>
                  <a:pt x="10826077" y="1397423"/>
                  <a:pt x="10837571" y="1408918"/>
                  <a:pt x="10837571" y="1423081"/>
                </a:cubicBezTo>
                <a:cubicBezTo>
                  <a:pt x="10837571" y="1437247"/>
                  <a:pt x="10826077" y="1448741"/>
                  <a:pt x="10811912" y="1448741"/>
                </a:cubicBezTo>
                <a:cubicBezTo>
                  <a:pt x="10797747" y="1448741"/>
                  <a:pt x="10786254" y="1437247"/>
                  <a:pt x="10786254" y="1423081"/>
                </a:cubicBezTo>
                <a:cubicBezTo>
                  <a:pt x="10786254" y="1408918"/>
                  <a:pt x="10797747" y="1397423"/>
                  <a:pt x="10811912" y="1397423"/>
                </a:cubicBezTo>
                <a:close/>
                <a:moveTo>
                  <a:pt x="10747708" y="1397423"/>
                </a:moveTo>
                <a:cubicBezTo>
                  <a:pt x="10761878" y="1397423"/>
                  <a:pt x="10773366" y="1408911"/>
                  <a:pt x="10773366" y="1423081"/>
                </a:cubicBezTo>
                <a:cubicBezTo>
                  <a:pt x="10773366" y="1437253"/>
                  <a:pt x="10761878" y="1448741"/>
                  <a:pt x="10747708" y="1448741"/>
                </a:cubicBezTo>
                <a:cubicBezTo>
                  <a:pt x="10733535" y="1448741"/>
                  <a:pt x="10722047" y="1437253"/>
                  <a:pt x="10722047" y="1423081"/>
                </a:cubicBezTo>
                <a:cubicBezTo>
                  <a:pt x="10722047" y="1408911"/>
                  <a:pt x="10733535" y="1397423"/>
                  <a:pt x="10747708" y="1397423"/>
                </a:cubicBezTo>
                <a:close/>
                <a:moveTo>
                  <a:pt x="10683501" y="1397423"/>
                </a:moveTo>
                <a:cubicBezTo>
                  <a:pt x="10697666" y="1397423"/>
                  <a:pt x="10709159" y="1408918"/>
                  <a:pt x="10709159" y="1423081"/>
                </a:cubicBezTo>
                <a:cubicBezTo>
                  <a:pt x="10709159" y="1437247"/>
                  <a:pt x="10697666" y="1448741"/>
                  <a:pt x="10683501" y="1448741"/>
                </a:cubicBezTo>
                <a:cubicBezTo>
                  <a:pt x="10669336" y="1448741"/>
                  <a:pt x="10657843" y="1437247"/>
                  <a:pt x="10657843" y="1423081"/>
                </a:cubicBezTo>
                <a:cubicBezTo>
                  <a:pt x="10657843" y="1408918"/>
                  <a:pt x="10669336" y="1397423"/>
                  <a:pt x="10683501" y="1397423"/>
                </a:cubicBezTo>
                <a:close/>
                <a:moveTo>
                  <a:pt x="10619297" y="1397423"/>
                </a:moveTo>
                <a:cubicBezTo>
                  <a:pt x="10633462" y="1397423"/>
                  <a:pt x="10644955" y="1408918"/>
                  <a:pt x="10644955" y="1423081"/>
                </a:cubicBezTo>
                <a:cubicBezTo>
                  <a:pt x="10644955" y="1437247"/>
                  <a:pt x="10633462" y="1448741"/>
                  <a:pt x="10619297" y="1448741"/>
                </a:cubicBezTo>
                <a:cubicBezTo>
                  <a:pt x="10605132" y="1448741"/>
                  <a:pt x="10593639" y="1437247"/>
                  <a:pt x="10593639" y="1423081"/>
                </a:cubicBezTo>
                <a:cubicBezTo>
                  <a:pt x="10593639" y="1408918"/>
                  <a:pt x="10605132" y="1397423"/>
                  <a:pt x="10619297" y="1397423"/>
                </a:cubicBezTo>
                <a:close/>
                <a:moveTo>
                  <a:pt x="10555092" y="1397423"/>
                </a:moveTo>
                <a:cubicBezTo>
                  <a:pt x="10569255" y="1397423"/>
                  <a:pt x="10580751" y="1408918"/>
                  <a:pt x="10580751" y="1423081"/>
                </a:cubicBezTo>
                <a:cubicBezTo>
                  <a:pt x="10580751" y="1437247"/>
                  <a:pt x="10569255" y="1448741"/>
                  <a:pt x="10555092" y="1448741"/>
                </a:cubicBezTo>
                <a:cubicBezTo>
                  <a:pt x="10540927" y="1448741"/>
                  <a:pt x="10529432" y="1437247"/>
                  <a:pt x="10529432" y="1423081"/>
                </a:cubicBezTo>
                <a:cubicBezTo>
                  <a:pt x="10529432" y="1408918"/>
                  <a:pt x="10540927" y="1397423"/>
                  <a:pt x="10555092" y="1397423"/>
                </a:cubicBezTo>
                <a:close/>
                <a:moveTo>
                  <a:pt x="10490885" y="1397423"/>
                </a:moveTo>
                <a:cubicBezTo>
                  <a:pt x="10505050" y="1397423"/>
                  <a:pt x="10516544" y="1408918"/>
                  <a:pt x="10516544" y="1423081"/>
                </a:cubicBezTo>
                <a:cubicBezTo>
                  <a:pt x="10516544" y="1437247"/>
                  <a:pt x="10505050" y="1448741"/>
                  <a:pt x="10490885" y="1448741"/>
                </a:cubicBezTo>
                <a:cubicBezTo>
                  <a:pt x="10476720" y="1448741"/>
                  <a:pt x="10465227" y="1437247"/>
                  <a:pt x="10465227" y="1423081"/>
                </a:cubicBezTo>
                <a:cubicBezTo>
                  <a:pt x="10465227" y="1408918"/>
                  <a:pt x="10476720" y="1397423"/>
                  <a:pt x="10490885" y="1397423"/>
                </a:cubicBezTo>
                <a:close/>
                <a:moveTo>
                  <a:pt x="10362474" y="1397423"/>
                </a:moveTo>
                <a:cubicBezTo>
                  <a:pt x="10376647" y="1397423"/>
                  <a:pt x="10388135" y="1408911"/>
                  <a:pt x="10388135" y="1423081"/>
                </a:cubicBezTo>
                <a:cubicBezTo>
                  <a:pt x="10388135" y="1437253"/>
                  <a:pt x="10376647" y="1448741"/>
                  <a:pt x="10362474" y="1448741"/>
                </a:cubicBezTo>
                <a:cubicBezTo>
                  <a:pt x="10348304" y="1448741"/>
                  <a:pt x="10336816" y="1437253"/>
                  <a:pt x="10336816" y="1423081"/>
                </a:cubicBezTo>
                <a:cubicBezTo>
                  <a:pt x="10336816" y="1408911"/>
                  <a:pt x="10348304" y="1397423"/>
                  <a:pt x="10362474" y="1397423"/>
                </a:cubicBezTo>
                <a:close/>
                <a:moveTo>
                  <a:pt x="10298270" y="1397423"/>
                </a:moveTo>
                <a:cubicBezTo>
                  <a:pt x="10312435" y="1397423"/>
                  <a:pt x="10323928" y="1408918"/>
                  <a:pt x="10323928" y="1423081"/>
                </a:cubicBezTo>
                <a:cubicBezTo>
                  <a:pt x="10323928" y="1437247"/>
                  <a:pt x="10312435" y="1448741"/>
                  <a:pt x="10298270" y="1448741"/>
                </a:cubicBezTo>
                <a:cubicBezTo>
                  <a:pt x="10284105" y="1448741"/>
                  <a:pt x="10272611" y="1437247"/>
                  <a:pt x="10272611" y="1423081"/>
                </a:cubicBezTo>
                <a:cubicBezTo>
                  <a:pt x="10272611" y="1408918"/>
                  <a:pt x="10284105" y="1397423"/>
                  <a:pt x="10298270" y="1397423"/>
                </a:cubicBezTo>
                <a:close/>
                <a:moveTo>
                  <a:pt x="10234065" y="1397423"/>
                </a:moveTo>
                <a:cubicBezTo>
                  <a:pt x="10248228" y="1397423"/>
                  <a:pt x="10259723" y="1408918"/>
                  <a:pt x="10259723" y="1423081"/>
                </a:cubicBezTo>
                <a:cubicBezTo>
                  <a:pt x="10259723" y="1437247"/>
                  <a:pt x="10248228" y="1448741"/>
                  <a:pt x="10234065" y="1448741"/>
                </a:cubicBezTo>
                <a:cubicBezTo>
                  <a:pt x="10219900" y="1448741"/>
                  <a:pt x="10208404" y="1437247"/>
                  <a:pt x="10208404" y="1423081"/>
                </a:cubicBezTo>
                <a:cubicBezTo>
                  <a:pt x="10208404" y="1408918"/>
                  <a:pt x="10219900" y="1397423"/>
                  <a:pt x="10234065" y="1397423"/>
                </a:cubicBezTo>
                <a:close/>
                <a:moveTo>
                  <a:pt x="10105654" y="1397423"/>
                </a:moveTo>
                <a:cubicBezTo>
                  <a:pt x="10119819" y="1397423"/>
                  <a:pt x="10131312" y="1408918"/>
                  <a:pt x="10131312" y="1423081"/>
                </a:cubicBezTo>
                <a:cubicBezTo>
                  <a:pt x="10131312" y="1437247"/>
                  <a:pt x="10119819" y="1448741"/>
                  <a:pt x="10105654" y="1448741"/>
                </a:cubicBezTo>
                <a:cubicBezTo>
                  <a:pt x="10091489" y="1448741"/>
                  <a:pt x="10079996" y="1437247"/>
                  <a:pt x="10079996" y="1423081"/>
                </a:cubicBezTo>
                <a:cubicBezTo>
                  <a:pt x="10079996" y="1408918"/>
                  <a:pt x="10091489" y="1397423"/>
                  <a:pt x="10105654" y="1397423"/>
                </a:cubicBezTo>
                <a:close/>
                <a:moveTo>
                  <a:pt x="9913038" y="1397423"/>
                </a:moveTo>
                <a:cubicBezTo>
                  <a:pt x="9927203" y="1397423"/>
                  <a:pt x="9938696" y="1408918"/>
                  <a:pt x="9938696" y="1423081"/>
                </a:cubicBezTo>
                <a:cubicBezTo>
                  <a:pt x="9938696" y="1437247"/>
                  <a:pt x="9927203" y="1448741"/>
                  <a:pt x="9913038" y="1448741"/>
                </a:cubicBezTo>
                <a:cubicBezTo>
                  <a:pt x="9898873" y="1448741"/>
                  <a:pt x="9887380" y="1437247"/>
                  <a:pt x="9887380" y="1423081"/>
                </a:cubicBezTo>
                <a:cubicBezTo>
                  <a:pt x="9887380" y="1408918"/>
                  <a:pt x="9898873" y="1397423"/>
                  <a:pt x="9913038" y="1397423"/>
                </a:cubicBezTo>
                <a:close/>
                <a:moveTo>
                  <a:pt x="9720307" y="1397423"/>
                </a:moveTo>
                <a:cubicBezTo>
                  <a:pt x="9734470" y="1397423"/>
                  <a:pt x="9745965" y="1408918"/>
                  <a:pt x="9745965" y="1423081"/>
                </a:cubicBezTo>
                <a:cubicBezTo>
                  <a:pt x="9745965" y="1437247"/>
                  <a:pt x="9734470" y="1448741"/>
                  <a:pt x="9720307" y="1448741"/>
                </a:cubicBezTo>
                <a:cubicBezTo>
                  <a:pt x="9706142" y="1448741"/>
                  <a:pt x="9694646" y="1437247"/>
                  <a:pt x="9694646" y="1423081"/>
                </a:cubicBezTo>
                <a:cubicBezTo>
                  <a:pt x="9694646" y="1408918"/>
                  <a:pt x="9706142" y="1397423"/>
                  <a:pt x="9720307" y="1397423"/>
                </a:cubicBezTo>
                <a:close/>
                <a:moveTo>
                  <a:pt x="9591896" y="1397423"/>
                </a:moveTo>
                <a:cubicBezTo>
                  <a:pt x="9606061" y="1397423"/>
                  <a:pt x="9617554" y="1408918"/>
                  <a:pt x="9617554" y="1423081"/>
                </a:cubicBezTo>
                <a:cubicBezTo>
                  <a:pt x="9617554" y="1437247"/>
                  <a:pt x="9606061" y="1448741"/>
                  <a:pt x="9591896" y="1448741"/>
                </a:cubicBezTo>
                <a:cubicBezTo>
                  <a:pt x="9577731" y="1448741"/>
                  <a:pt x="9566238" y="1437247"/>
                  <a:pt x="9566238" y="1423081"/>
                </a:cubicBezTo>
                <a:cubicBezTo>
                  <a:pt x="9566238" y="1408918"/>
                  <a:pt x="9577731" y="1397423"/>
                  <a:pt x="9591896" y="1397423"/>
                </a:cubicBezTo>
                <a:close/>
                <a:moveTo>
                  <a:pt x="9527689" y="1397423"/>
                </a:moveTo>
                <a:cubicBezTo>
                  <a:pt x="9541854" y="1397423"/>
                  <a:pt x="9553350" y="1408918"/>
                  <a:pt x="9553350" y="1423081"/>
                </a:cubicBezTo>
                <a:cubicBezTo>
                  <a:pt x="9553350" y="1437247"/>
                  <a:pt x="9541854" y="1448741"/>
                  <a:pt x="9527689" y="1448741"/>
                </a:cubicBezTo>
                <a:cubicBezTo>
                  <a:pt x="9513524" y="1448741"/>
                  <a:pt x="9502031" y="1437247"/>
                  <a:pt x="9502031" y="1423081"/>
                </a:cubicBezTo>
                <a:cubicBezTo>
                  <a:pt x="9502031" y="1408918"/>
                  <a:pt x="9513524" y="1397423"/>
                  <a:pt x="9527689" y="1397423"/>
                </a:cubicBezTo>
                <a:close/>
                <a:moveTo>
                  <a:pt x="9463485" y="1397423"/>
                </a:moveTo>
                <a:cubicBezTo>
                  <a:pt x="9477650" y="1397423"/>
                  <a:pt x="9489143" y="1408918"/>
                  <a:pt x="9489143" y="1423081"/>
                </a:cubicBezTo>
                <a:cubicBezTo>
                  <a:pt x="9489143" y="1437247"/>
                  <a:pt x="9477650" y="1448741"/>
                  <a:pt x="9463485" y="1448741"/>
                </a:cubicBezTo>
                <a:cubicBezTo>
                  <a:pt x="9449320" y="1448741"/>
                  <a:pt x="9437826" y="1437247"/>
                  <a:pt x="9437826" y="1423081"/>
                </a:cubicBezTo>
                <a:cubicBezTo>
                  <a:pt x="9437826" y="1408918"/>
                  <a:pt x="9449320" y="1397423"/>
                  <a:pt x="9463485" y="1397423"/>
                </a:cubicBezTo>
                <a:close/>
                <a:moveTo>
                  <a:pt x="9335073" y="1397423"/>
                </a:moveTo>
                <a:cubicBezTo>
                  <a:pt x="9349246" y="1397423"/>
                  <a:pt x="9360734" y="1408911"/>
                  <a:pt x="9360734" y="1423081"/>
                </a:cubicBezTo>
                <a:cubicBezTo>
                  <a:pt x="9360734" y="1437253"/>
                  <a:pt x="9349246" y="1448741"/>
                  <a:pt x="9335073" y="1448741"/>
                </a:cubicBezTo>
                <a:cubicBezTo>
                  <a:pt x="9320903" y="1448741"/>
                  <a:pt x="9309415" y="1437253"/>
                  <a:pt x="9309415" y="1423081"/>
                </a:cubicBezTo>
                <a:cubicBezTo>
                  <a:pt x="9309415" y="1408911"/>
                  <a:pt x="9320903" y="1397423"/>
                  <a:pt x="9335073" y="1397423"/>
                </a:cubicBezTo>
                <a:close/>
                <a:moveTo>
                  <a:pt x="9142457" y="1397423"/>
                </a:moveTo>
                <a:cubicBezTo>
                  <a:pt x="9156622" y="1397423"/>
                  <a:pt x="9168118" y="1408918"/>
                  <a:pt x="9168118" y="1423081"/>
                </a:cubicBezTo>
                <a:cubicBezTo>
                  <a:pt x="9168118" y="1437247"/>
                  <a:pt x="9156622" y="1448741"/>
                  <a:pt x="9142457" y="1448741"/>
                </a:cubicBezTo>
                <a:cubicBezTo>
                  <a:pt x="9128292" y="1448741"/>
                  <a:pt x="9116799" y="1437247"/>
                  <a:pt x="9116799" y="1423081"/>
                </a:cubicBezTo>
                <a:cubicBezTo>
                  <a:pt x="9116799" y="1408918"/>
                  <a:pt x="9128292" y="1397423"/>
                  <a:pt x="9142457" y="1397423"/>
                </a:cubicBezTo>
                <a:close/>
                <a:moveTo>
                  <a:pt x="9078253" y="1397423"/>
                </a:moveTo>
                <a:cubicBezTo>
                  <a:pt x="9092418" y="1397423"/>
                  <a:pt x="9103911" y="1408918"/>
                  <a:pt x="9103911" y="1423081"/>
                </a:cubicBezTo>
                <a:cubicBezTo>
                  <a:pt x="9103911" y="1437247"/>
                  <a:pt x="9092418" y="1448741"/>
                  <a:pt x="9078253" y="1448741"/>
                </a:cubicBezTo>
                <a:cubicBezTo>
                  <a:pt x="9064088" y="1448741"/>
                  <a:pt x="9052595" y="1437247"/>
                  <a:pt x="9052595" y="1423081"/>
                </a:cubicBezTo>
                <a:cubicBezTo>
                  <a:pt x="9052595" y="1408918"/>
                  <a:pt x="9064088" y="1397423"/>
                  <a:pt x="9078253" y="1397423"/>
                </a:cubicBezTo>
                <a:close/>
                <a:moveTo>
                  <a:pt x="9014049" y="1397423"/>
                </a:moveTo>
                <a:cubicBezTo>
                  <a:pt x="9028214" y="1397423"/>
                  <a:pt x="9039707" y="1408918"/>
                  <a:pt x="9039707" y="1423081"/>
                </a:cubicBezTo>
                <a:cubicBezTo>
                  <a:pt x="9039707" y="1437247"/>
                  <a:pt x="9028214" y="1448741"/>
                  <a:pt x="9014049" y="1448741"/>
                </a:cubicBezTo>
                <a:cubicBezTo>
                  <a:pt x="8999884" y="1448741"/>
                  <a:pt x="8988388" y="1437247"/>
                  <a:pt x="8988388" y="1423081"/>
                </a:cubicBezTo>
                <a:cubicBezTo>
                  <a:pt x="8988388" y="1408918"/>
                  <a:pt x="8999884" y="1397423"/>
                  <a:pt x="9014049" y="1397423"/>
                </a:cubicBezTo>
                <a:close/>
                <a:moveTo>
                  <a:pt x="8949842" y="1397423"/>
                </a:moveTo>
                <a:cubicBezTo>
                  <a:pt x="8964015" y="1397423"/>
                  <a:pt x="8975503" y="1408911"/>
                  <a:pt x="8975503" y="1423081"/>
                </a:cubicBezTo>
                <a:cubicBezTo>
                  <a:pt x="8975503" y="1437253"/>
                  <a:pt x="8964015" y="1448741"/>
                  <a:pt x="8949842" y="1448741"/>
                </a:cubicBezTo>
                <a:cubicBezTo>
                  <a:pt x="8935671" y="1448741"/>
                  <a:pt x="8924183" y="1437253"/>
                  <a:pt x="8924183" y="1423081"/>
                </a:cubicBezTo>
                <a:cubicBezTo>
                  <a:pt x="8924183" y="1408911"/>
                  <a:pt x="8935671" y="1397423"/>
                  <a:pt x="8949842" y="1397423"/>
                </a:cubicBezTo>
                <a:close/>
                <a:moveTo>
                  <a:pt x="8821433" y="1397423"/>
                </a:moveTo>
                <a:cubicBezTo>
                  <a:pt x="8835598" y="1397423"/>
                  <a:pt x="8847091" y="1408918"/>
                  <a:pt x="8847091" y="1423081"/>
                </a:cubicBezTo>
                <a:cubicBezTo>
                  <a:pt x="8847091" y="1437247"/>
                  <a:pt x="8835598" y="1448741"/>
                  <a:pt x="8821433" y="1448741"/>
                </a:cubicBezTo>
                <a:cubicBezTo>
                  <a:pt x="8807268" y="1448741"/>
                  <a:pt x="8795772" y="1437247"/>
                  <a:pt x="8795772" y="1423081"/>
                </a:cubicBezTo>
                <a:cubicBezTo>
                  <a:pt x="8795772" y="1408918"/>
                  <a:pt x="8807268" y="1397423"/>
                  <a:pt x="8821433" y="1397423"/>
                </a:cubicBezTo>
                <a:close/>
                <a:moveTo>
                  <a:pt x="8757226" y="1397423"/>
                </a:moveTo>
                <a:cubicBezTo>
                  <a:pt x="8771391" y="1397423"/>
                  <a:pt x="8782887" y="1408918"/>
                  <a:pt x="8782887" y="1423081"/>
                </a:cubicBezTo>
                <a:cubicBezTo>
                  <a:pt x="8782887" y="1437247"/>
                  <a:pt x="8771391" y="1448741"/>
                  <a:pt x="8757226" y="1448741"/>
                </a:cubicBezTo>
                <a:cubicBezTo>
                  <a:pt x="8743061" y="1448741"/>
                  <a:pt x="8731568" y="1437247"/>
                  <a:pt x="8731568" y="1423081"/>
                </a:cubicBezTo>
                <a:cubicBezTo>
                  <a:pt x="8731568" y="1408918"/>
                  <a:pt x="8743061" y="1397423"/>
                  <a:pt x="8757226" y="1397423"/>
                </a:cubicBezTo>
                <a:close/>
                <a:moveTo>
                  <a:pt x="8692904" y="1397423"/>
                </a:moveTo>
                <a:cubicBezTo>
                  <a:pt x="8707069" y="1397423"/>
                  <a:pt x="8718565" y="1408918"/>
                  <a:pt x="8718565" y="1423081"/>
                </a:cubicBezTo>
                <a:cubicBezTo>
                  <a:pt x="8718565" y="1437247"/>
                  <a:pt x="8707069" y="1448741"/>
                  <a:pt x="8692904" y="1448741"/>
                </a:cubicBezTo>
                <a:cubicBezTo>
                  <a:pt x="8678741" y="1448741"/>
                  <a:pt x="8667246" y="1437247"/>
                  <a:pt x="8667246" y="1423081"/>
                </a:cubicBezTo>
                <a:cubicBezTo>
                  <a:pt x="8667246" y="1408918"/>
                  <a:pt x="8678741" y="1397423"/>
                  <a:pt x="8692904" y="1397423"/>
                </a:cubicBezTo>
                <a:close/>
                <a:moveTo>
                  <a:pt x="8564495" y="1397423"/>
                </a:moveTo>
                <a:cubicBezTo>
                  <a:pt x="8578665" y="1397423"/>
                  <a:pt x="8590153" y="1408911"/>
                  <a:pt x="8590153" y="1423081"/>
                </a:cubicBezTo>
                <a:cubicBezTo>
                  <a:pt x="8590153" y="1437253"/>
                  <a:pt x="8578665" y="1448741"/>
                  <a:pt x="8564495" y="1448741"/>
                </a:cubicBezTo>
                <a:cubicBezTo>
                  <a:pt x="8550325" y="1448741"/>
                  <a:pt x="8538837" y="1437253"/>
                  <a:pt x="8538837" y="1423081"/>
                </a:cubicBezTo>
                <a:cubicBezTo>
                  <a:pt x="8538837" y="1408911"/>
                  <a:pt x="8550325" y="1397423"/>
                  <a:pt x="8564495" y="1397423"/>
                </a:cubicBezTo>
                <a:close/>
                <a:moveTo>
                  <a:pt x="8500288" y="1397423"/>
                </a:moveTo>
                <a:cubicBezTo>
                  <a:pt x="8514453" y="1397423"/>
                  <a:pt x="8525949" y="1408918"/>
                  <a:pt x="8525949" y="1423081"/>
                </a:cubicBezTo>
                <a:cubicBezTo>
                  <a:pt x="8525949" y="1437247"/>
                  <a:pt x="8514453" y="1448741"/>
                  <a:pt x="8500288" y="1448741"/>
                </a:cubicBezTo>
                <a:cubicBezTo>
                  <a:pt x="8486126" y="1448741"/>
                  <a:pt x="8474630" y="1437247"/>
                  <a:pt x="8474630" y="1423081"/>
                </a:cubicBezTo>
                <a:cubicBezTo>
                  <a:pt x="8474630" y="1408918"/>
                  <a:pt x="8486126" y="1397423"/>
                  <a:pt x="8500288" y="1397423"/>
                </a:cubicBezTo>
                <a:close/>
                <a:moveTo>
                  <a:pt x="8115057" y="1397423"/>
                </a:moveTo>
                <a:cubicBezTo>
                  <a:pt x="8129222" y="1397423"/>
                  <a:pt x="8140717" y="1408918"/>
                  <a:pt x="8140717" y="1423081"/>
                </a:cubicBezTo>
                <a:cubicBezTo>
                  <a:pt x="8140717" y="1437247"/>
                  <a:pt x="8129222" y="1448741"/>
                  <a:pt x="8115057" y="1448741"/>
                </a:cubicBezTo>
                <a:cubicBezTo>
                  <a:pt x="8100894" y="1448741"/>
                  <a:pt x="8089398" y="1437247"/>
                  <a:pt x="8089398" y="1423081"/>
                </a:cubicBezTo>
                <a:cubicBezTo>
                  <a:pt x="8089398" y="1408918"/>
                  <a:pt x="8100894" y="1397423"/>
                  <a:pt x="8115057" y="1397423"/>
                </a:cubicBezTo>
                <a:close/>
                <a:moveTo>
                  <a:pt x="8050852" y="1397423"/>
                </a:moveTo>
                <a:cubicBezTo>
                  <a:pt x="8065017" y="1397423"/>
                  <a:pt x="8076510" y="1408918"/>
                  <a:pt x="8076510" y="1423081"/>
                </a:cubicBezTo>
                <a:cubicBezTo>
                  <a:pt x="8076510" y="1437247"/>
                  <a:pt x="8065017" y="1448741"/>
                  <a:pt x="8050852" y="1448741"/>
                </a:cubicBezTo>
                <a:cubicBezTo>
                  <a:pt x="8036687" y="1448741"/>
                  <a:pt x="8025194" y="1437247"/>
                  <a:pt x="8025194" y="1423081"/>
                </a:cubicBezTo>
                <a:cubicBezTo>
                  <a:pt x="8025194" y="1408918"/>
                  <a:pt x="8036687" y="1397423"/>
                  <a:pt x="8050852" y="1397423"/>
                </a:cubicBezTo>
                <a:close/>
                <a:moveTo>
                  <a:pt x="7986648" y="1397423"/>
                </a:moveTo>
                <a:cubicBezTo>
                  <a:pt x="8000813" y="1397423"/>
                  <a:pt x="8012306" y="1408918"/>
                  <a:pt x="8012306" y="1423081"/>
                </a:cubicBezTo>
                <a:cubicBezTo>
                  <a:pt x="8012306" y="1437247"/>
                  <a:pt x="8000813" y="1448741"/>
                  <a:pt x="7986648" y="1448741"/>
                </a:cubicBezTo>
                <a:cubicBezTo>
                  <a:pt x="7972483" y="1448741"/>
                  <a:pt x="7960990" y="1437247"/>
                  <a:pt x="7960990" y="1423081"/>
                </a:cubicBezTo>
                <a:cubicBezTo>
                  <a:pt x="7960990" y="1408918"/>
                  <a:pt x="7972483" y="1397423"/>
                  <a:pt x="7986648" y="1397423"/>
                </a:cubicBezTo>
                <a:close/>
                <a:moveTo>
                  <a:pt x="7922444" y="1397423"/>
                </a:moveTo>
                <a:cubicBezTo>
                  <a:pt x="7936606" y="1397423"/>
                  <a:pt x="7948102" y="1408918"/>
                  <a:pt x="7948102" y="1423081"/>
                </a:cubicBezTo>
                <a:cubicBezTo>
                  <a:pt x="7948102" y="1437247"/>
                  <a:pt x="7936606" y="1448741"/>
                  <a:pt x="7922444" y="1448741"/>
                </a:cubicBezTo>
                <a:cubicBezTo>
                  <a:pt x="7908279" y="1448741"/>
                  <a:pt x="7896783" y="1437247"/>
                  <a:pt x="7896783" y="1423081"/>
                </a:cubicBezTo>
                <a:cubicBezTo>
                  <a:pt x="7896783" y="1408918"/>
                  <a:pt x="7908279" y="1397423"/>
                  <a:pt x="7922444" y="1397423"/>
                </a:cubicBezTo>
                <a:close/>
                <a:moveTo>
                  <a:pt x="7858237" y="1397423"/>
                </a:moveTo>
                <a:cubicBezTo>
                  <a:pt x="7872407" y="1397423"/>
                  <a:pt x="7883895" y="1408911"/>
                  <a:pt x="7883895" y="1423081"/>
                </a:cubicBezTo>
                <a:cubicBezTo>
                  <a:pt x="7883895" y="1437253"/>
                  <a:pt x="7872407" y="1448741"/>
                  <a:pt x="7858237" y="1448741"/>
                </a:cubicBezTo>
                <a:cubicBezTo>
                  <a:pt x="7844066" y="1448741"/>
                  <a:pt x="7832578" y="1437253"/>
                  <a:pt x="7832578" y="1423081"/>
                </a:cubicBezTo>
                <a:cubicBezTo>
                  <a:pt x="7832578" y="1408911"/>
                  <a:pt x="7844066" y="1397423"/>
                  <a:pt x="7858237" y="1397423"/>
                </a:cubicBezTo>
                <a:close/>
                <a:moveTo>
                  <a:pt x="7794032" y="1397423"/>
                </a:moveTo>
                <a:cubicBezTo>
                  <a:pt x="7808203" y="1397423"/>
                  <a:pt x="7819690" y="1408911"/>
                  <a:pt x="7819690" y="1423081"/>
                </a:cubicBezTo>
                <a:cubicBezTo>
                  <a:pt x="7819690" y="1437253"/>
                  <a:pt x="7808203" y="1448741"/>
                  <a:pt x="7794032" y="1448741"/>
                </a:cubicBezTo>
                <a:cubicBezTo>
                  <a:pt x="7779862" y="1448741"/>
                  <a:pt x="7768371" y="1437253"/>
                  <a:pt x="7768371" y="1423081"/>
                </a:cubicBezTo>
                <a:cubicBezTo>
                  <a:pt x="7768371" y="1408911"/>
                  <a:pt x="7779862" y="1397423"/>
                  <a:pt x="7794032" y="1397423"/>
                </a:cubicBezTo>
                <a:close/>
                <a:moveTo>
                  <a:pt x="7729825" y="1397423"/>
                </a:moveTo>
                <a:cubicBezTo>
                  <a:pt x="7743990" y="1397423"/>
                  <a:pt x="7755486" y="1408918"/>
                  <a:pt x="7755486" y="1423081"/>
                </a:cubicBezTo>
                <a:cubicBezTo>
                  <a:pt x="7755486" y="1437247"/>
                  <a:pt x="7743990" y="1448741"/>
                  <a:pt x="7729825" y="1448741"/>
                </a:cubicBezTo>
                <a:cubicBezTo>
                  <a:pt x="7715660" y="1448741"/>
                  <a:pt x="7704167" y="1437247"/>
                  <a:pt x="7704167" y="1423081"/>
                </a:cubicBezTo>
                <a:cubicBezTo>
                  <a:pt x="7704167" y="1408918"/>
                  <a:pt x="7715660" y="1397423"/>
                  <a:pt x="7729825" y="1397423"/>
                </a:cubicBezTo>
                <a:close/>
                <a:moveTo>
                  <a:pt x="7665621" y="1397423"/>
                </a:moveTo>
                <a:cubicBezTo>
                  <a:pt x="7679786" y="1397423"/>
                  <a:pt x="7691279" y="1408918"/>
                  <a:pt x="7691279" y="1423081"/>
                </a:cubicBezTo>
                <a:cubicBezTo>
                  <a:pt x="7691279" y="1437247"/>
                  <a:pt x="7679786" y="1448741"/>
                  <a:pt x="7665621" y="1448741"/>
                </a:cubicBezTo>
                <a:cubicBezTo>
                  <a:pt x="7651456" y="1448741"/>
                  <a:pt x="7639963" y="1437247"/>
                  <a:pt x="7639963" y="1423081"/>
                </a:cubicBezTo>
                <a:cubicBezTo>
                  <a:pt x="7639963" y="1408918"/>
                  <a:pt x="7651456" y="1397423"/>
                  <a:pt x="7665621" y="1397423"/>
                </a:cubicBezTo>
                <a:close/>
                <a:moveTo>
                  <a:pt x="7601299" y="1397423"/>
                </a:moveTo>
                <a:cubicBezTo>
                  <a:pt x="7615464" y="1397423"/>
                  <a:pt x="7626959" y="1408918"/>
                  <a:pt x="7626959" y="1423081"/>
                </a:cubicBezTo>
                <a:cubicBezTo>
                  <a:pt x="7626959" y="1437247"/>
                  <a:pt x="7615464" y="1448741"/>
                  <a:pt x="7601299" y="1448741"/>
                </a:cubicBezTo>
                <a:cubicBezTo>
                  <a:pt x="7587134" y="1448741"/>
                  <a:pt x="7575640" y="1437247"/>
                  <a:pt x="7575640" y="1423081"/>
                </a:cubicBezTo>
                <a:cubicBezTo>
                  <a:pt x="7575640" y="1408918"/>
                  <a:pt x="7587134" y="1397423"/>
                  <a:pt x="7601299" y="1397423"/>
                </a:cubicBezTo>
                <a:close/>
                <a:moveTo>
                  <a:pt x="7537094" y="1397423"/>
                </a:moveTo>
                <a:cubicBezTo>
                  <a:pt x="7551259" y="1397423"/>
                  <a:pt x="7562752" y="1408918"/>
                  <a:pt x="7562752" y="1423081"/>
                </a:cubicBezTo>
                <a:cubicBezTo>
                  <a:pt x="7562752" y="1437247"/>
                  <a:pt x="7551259" y="1448741"/>
                  <a:pt x="7537094" y="1448741"/>
                </a:cubicBezTo>
                <a:cubicBezTo>
                  <a:pt x="7522929" y="1448741"/>
                  <a:pt x="7511436" y="1437247"/>
                  <a:pt x="7511436" y="1423081"/>
                </a:cubicBezTo>
                <a:cubicBezTo>
                  <a:pt x="7511436" y="1408918"/>
                  <a:pt x="7522929" y="1397423"/>
                  <a:pt x="7537094" y="1397423"/>
                </a:cubicBezTo>
                <a:close/>
                <a:moveTo>
                  <a:pt x="7472890" y="1397423"/>
                </a:moveTo>
                <a:cubicBezTo>
                  <a:pt x="7487060" y="1397423"/>
                  <a:pt x="7498548" y="1408911"/>
                  <a:pt x="7498548" y="1423081"/>
                </a:cubicBezTo>
                <a:cubicBezTo>
                  <a:pt x="7498548" y="1437253"/>
                  <a:pt x="7487060" y="1448741"/>
                  <a:pt x="7472890" y="1448741"/>
                </a:cubicBezTo>
                <a:cubicBezTo>
                  <a:pt x="7458717" y="1448741"/>
                  <a:pt x="7447229" y="1437253"/>
                  <a:pt x="7447229" y="1423081"/>
                </a:cubicBezTo>
                <a:cubicBezTo>
                  <a:pt x="7447229" y="1408911"/>
                  <a:pt x="7458717" y="1397423"/>
                  <a:pt x="7472890" y="1397423"/>
                </a:cubicBezTo>
                <a:close/>
                <a:moveTo>
                  <a:pt x="7280274" y="1397423"/>
                </a:moveTo>
                <a:cubicBezTo>
                  <a:pt x="7294437" y="1397423"/>
                  <a:pt x="7305932" y="1408918"/>
                  <a:pt x="7305932" y="1423081"/>
                </a:cubicBezTo>
                <a:cubicBezTo>
                  <a:pt x="7305932" y="1437247"/>
                  <a:pt x="7294437" y="1448741"/>
                  <a:pt x="7280274" y="1448741"/>
                </a:cubicBezTo>
                <a:cubicBezTo>
                  <a:pt x="7266109" y="1448741"/>
                  <a:pt x="7254613" y="1437247"/>
                  <a:pt x="7254613" y="1423081"/>
                </a:cubicBezTo>
                <a:cubicBezTo>
                  <a:pt x="7254613" y="1408918"/>
                  <a:pt x="7266109" y="1397423"/>
                  <a:pt x="7280274" y="1397423"/>
                </a:cubicBezTo>
                <a:close/>
                <a:moveTo>
                  <a:pt x="7216067" y="1397423"/>
                </a:moveTo>
                <a:cubicBezTo>
                  <a:pt x="7230232" y="1397423"/>
                  <a:pt x="7241725" y="1408918"/>
                  <a:pt x="7241725" y="1423081"/>
                </a:cubicBezTo>
                <a:cubicBezTo>
                  <a:pt x="7241725" y="1437247"/>
                  <a:pt x="7230232" y="1448741"/>
                  <a:pt x="7216067" y="1448741"/>
                </a:cubicBezTo>
                <a:cubicBezTo>
                  <a:pt x="7201902" y="1448741"/>
                  <a:pt x="7190409" y="1437247"/>
                  <a:pt x="7190409" y="1423081"/>
                </a:cubicBezTo>
                <a:cubicBezTo>
                  <a:pt x="7190409" y="1408918"/>
                  <a:pt x="7201902" y="1397423"/>
                  <a:pt x="7216067" y="1397423"/>
                </a:cubicBezTo>
                <a:close/>
                <a:moveTo>
                  <a:pt x="7151863" y="1397423"/>
                </a:moveTo>
                <a:cubicBezTo>
                  <a:pt x="7166033" y="1397423"/>
                  <a:pt x="7177521" y="1408911"/>
                  <a:pt x="7177521" y="1423081"/>
                </a:cubicBezTo>
                <a:cubicBezTo>
                  <a:pt x="7177521" y="1437253"/>
                  <a:pt x="7166033" y="1448741"/>
                  <a:pt x="7151863" y="1448741"/>
                </a:cubicBezTo>
                <a:cubicBezTo>
                  <a:pt x="7137692" y="1448741"/>
                  <a:pt x="7126205" y="1437253"/>
                  <a:pt x="7126205" y="1423081"/>
                </a:cubicBezTo>
                <a:cubicBezTo>
                  <a:pt x="7126205" y="1408911"/>
                  <a:pt x="7137692" y="1397423"/>
                  <a:pt x="7151863" y="1397423"/>
                </a:cubicBezTo>
                <a:close/>
                <a:moveTo>
                  <a:pt x="7087658" y="1397423"/>
                </a:moveTo>
                <a:cubicBezTo>
                  <a:pt x="7101829" y="1397423"/>
                  <a:pt x="7113317" y="1408911"/>
                  <a:pt x="7113317" y="1423081"/>
                </a:cubicBezTo>
                <a:cubicBezTo>
                  <a:pt x="7113317" y="1437253"/>
                  <a:pt x="7101829" y="1448741"/>
                  <a:pt x="7087658" y="1448741"/>
                </a:cubicBezTo>
                <a:cubicBezTo>
                  <a:pt x="7073485" y="1448741"/>
                  <a:pt x="7061998" y="1437253"/>
                  <a:pt x="7061998" y="1423081"/>
                </a:cubicBezTo>
                <a:cubicBezTo>
                  <a:pt x="7061998" y="1408911"/>
                  <a:pt x="7073485" y="1397423"/>
                  <a:pt x="7087658" y="1397423"/>
                </a:cubicBezTo>
                <a:close/>
                <a:moveTo>
                  <a:pt x="6895043" y="1397423"/>
                </a:moveTo>
                <a:cubicBezTo>
                  <a:pt x="6909208" y="1397423"/>
                  <a:pt x="6920701" y="1408918"/>
                  <a:pt x="6920701" y="1423081"/>
                </a:cubicBezTo>
                <a:cubicBezTo>
                  <a:pt x="6920701" y="1437247"/>
                  <a:pt x="6909208" y="1448741"/>
                  <a:pt x="6895043" y="1448741"/>
                </a:cubicBezTo>
                <a:cubicBezTo>
                  <a:pt x="6880878" y="1448741"/>
                  <a:pt x="6869382" y="1437247"/>
                  <a:pt x="6869382" y="1423081"/>
                </a:cubicBezTo>
                <a:cubicBezTo>
                  <a:pt x="6869382" y="1408918"/>
                  <a:pt x="6880878" y="1397423"/>
                  <a:pt x="6895043" y="1397423"/>
                </a:cubicBezTo>
                <a:close/>
                <a:moveTo>
                  <a:pt x="6766631" y="1397423"/>
                </a:moveTo>
                <a:cubicBezTo>
                  <a:pt x="6780802" y="1397423"/>
                  <a:pt x="6792290" y="1408911"/>
                  <a:pt x="6792290" y="1423081"/>
                </a:cubicBezTo>
                <a:cubicBezTo>
                  <a:pt x="6792290" y="1437253"/>
                  <a:pt x="6780802" y="1448741"/>
                  <a:pt x="6766631" y="1448741"/>
                </a:cubicBezTo>
                <a:cubicBezTo>
                  <a:pt x="6752461" y="1448741"/>
                  <a:pt x="6740973" y="1437253"/>
                  <a:pt x="6740973" y="1423081"/>
                </a:cubicBezTo>
                <a:cubicBezTo>
                  <a:pt x="6740973" y="1408911"/>
                  <a:pt x="6752461" y="1397423"/>
                  <a:pt x="6766631" y="1397423"/>
                </a:cubicBezTo>
                <a:close/>
                <a:moveTo>
                  <a:pt x="6702427" y="1397423"/>
                </a:moveTo>
                <a:cubicBezTo>
                  <a:pt x="6716597" y="1397423"/>
                  <a:pt x="6728085" y="1408911"/>
                  <a:pt x="6728085" y="1423081"/>
                </a:cubicBezTo>
                <a:cubicBezTo>
                  <a:pt x="6728085" y="1437253"/>
                  <a:pt x="6716597" y="1448741"/>
                  <a:pt x="6702427" y="1448741"/>
                </a:cubicBezTo>
                <a:cubicBezTo>
                  <a:pt x="6688254" y="1448741"/>
                  <a:pt x="6676766" y="1437253"/>
                  <a:pt x="6676766" y="1423081"/>
                </a:cubicBezTo>
                <a:cubicBezTo>
                  <a:pt x="6676766" y="1408911"/>
                  <a:pt x="6688254" y="1397423"/>
                  <a:pt x="6702427" y="1397423"/>
                </a:cubicBezTo>
                <a:close/>
                <a:moveTo>
                  <a:pt x="6638220" y="1397423"/>
                </a:moveTo>
                <a:cubicBezTo>
                  <a:pt x="6652385" y="1397423"/>
                  <a:pt x="6663881" y="1408918"/>
                  <a:pt x="6663881" y="1423081"/>
                </a:cubicBezTo>
                <a:cubicBezTo>
                  <a:pt x="6663881" y="1437247"/>
                  <a:pt x="6652385" y="1448741"/>
                  <a:pt x="6638220" y="1448741"/>
                </a:cubicBezTo>
                <a:cubicBezTo>
                  <a:pt x="6624055" y="1448741"/>
                  <a:pt x="6612562" y="1437247"/>
                  <a:pt x="6612562" y="1423081"/>
                </a:cubicBezTo>
                <a:cubicBezTo>
                  <a:pt x="6612562" y="1408918"/>
                  <a:pt x="6624055" y="1397423"/>
                  <a:pt x="6638220" y="1397423"/>
                </a:cubicBezTo>
                <a:close/>
                <a:moveTo>
                  <a:pt x="6574016" y="1397423"/>
                </a:moveTo>
                <a:cubicBezTo>
                  <a:pt x="6588181" y="1397423"/>
                  <a:pt x="6599674" y="1408918"/>
                  <a:pt x="6599674" y="1423081"/>
                </a:cubicBezTo>
                <a:cubicBezTo>
                  <a:pt x="6599674" y="1437247"/>
                  <a:pt x="6588181" y="1448741"/>
                  <a:pt x="6574016" y="1448741"/>
                </a:cubicBezTo>
                <a:cubicBezTo>
                  <a:pt x="6559851" y="1448741"/>
                  <a:pt x="6548357" y="1437247"/>
                  <a:pt x="6548357" y="1423081"/>
                </a:cubicBezTo>
                <a:cubicBezTo>
                  <a:pt x="6548357" y="1408918"/>
                  <a:pt x="6559851" y="1397423"/>
                  <a:pt x="6574016" y="1397423"/>
                </a:cubicBezTo>
                <a:close/>
                <a:moveTo>
                  <a:pt x="6381282" y="1397423"/>
                </a:moveTo>
                <a:cubicBezTo>
                  <a:pt x="6395455" y="1397423"/>
                  <a:pt x="6406943" y="1408911"/>
                  <a:pt x="6406943" y="1423081"/>
                </a:cubicBezTo>
                <a:cubicBezTo>
                  <a:pt x="6406943" y="1437253"/>
                  <a:pt x="6395455" y="1448741"/>
                  <a:pt x="6381282" y="1448741"/>
                </a:cubicBezTo>
                <a:cubicBezTo>
                  <a:pt x="6367112" y="1448741"/>
                  <a:pt x="6355624" y="1437253"/>
                  <a:pt x="6355624" y="1423081"/>
                </a:cubicBezTo>
                <a:cubicBezTo>
                  <a:pt x="6355624" y="1408911"/>
                  <a:pt x="6367112" y="1397423"/>
                  <a:pt x="6381282" y="1397423"/>
                </a:cubicBezTo>
                <a:close/>
                <a:moveTo>
                  <a:pt x="6317078" y="1397423"/>
                </a:moveTo>
                <a:cubicBezTo>
                  <a:pt x="6331243" y="1397423"/>
                  <a:pt x="6342736" y="1408918"/>
                  <a:pt x="6342736" y="1423081"/>
                </a:cubicBezTo>
                <a:cubicBezTo>
                  <a:pt x="6342736" y="1437247"/>
                  <a:pt x="6331243" y="1448741"/>
                  <a:pt x="6317078" y="1448741"/>
                </a:cubicBezTo>
                <a:cubicBezTo>
                  <a:pt x="6302913" y="1448741"/>
                  <a:pt x="6291420" y="1437247"/>
                  <a:pt x="6291420" y="1423081"/>
                </a:cubicBezTo>
                <a:cubicBezTo>
                  <a:pt x="6291420" y="1408918"/>
                  <a:pt x="6302913" y="1397423"/>
                  <a:pt x="6317078" y="1397423"/>
                </a:cubicBezTo>
                <a:close/>
                <a:moveTo>
                  <a:pt x="6252873" y="1397423"/>
                </a:moveTo>
                <a:cubicBezTo>
                  <a:pt x="6267036" y="1397423"/>
                  <a:pt x="6278532" y="1408918"/>
                  <a:pt x="6278532" y="1423081"/>
                </a:cubicBezTo>
                <a:cubicBezTo>
                  <a:pt x="6278532" y="1437247"/>
                  <a:pt x="6267036" y="1448741"/>
                  <a:pt x="6252873" y="1448741"/>
                </a:cubicBezTo>
                <a:cubicBezTo>
                  <a:pt x="6238708" y="1448741"/>
                  <a:pt x="6227213" y="1437247"/>
                  <a:pt x="6227213" y="1423081"/>
                </a:cubicBezTo>
                <a:cubicBezTo>
                  <a:pt x="6227213" y="1408918"/>
                  <a:pt x="6238708" y="1397423"/>
                  <a:pt x="6252873" y="1397423"/>
                </a:cubicBezTo>
                <a:close/>
                <a:moveTo>
                  <a:pt x="6188666" y="1397423"/>
                </a:moveTo>
                <a:cubicBezTo>
                  <a:pt x="6202831" y="1397423"/>
                  <a:pt x="6214327" y="1408918"/>
                  <a:pt x="6214327" y="1423081"/>
                </a:cubicBezTo>
                <a:cubicBezTo>
                  <a:pt x="6214327" y="1437247"/>
                  <a:pt x="6202831" y="1448741"/>
                  <a:pt x="6188666" y="1448741"/>
                </a:cubicBezTo>
                <a:cubicBezTo>
                  <a:pt x="6174504" y="1448741"/>
                  <a:pt x="6163008" y="1437247"/>
                  <a:pt x="6163008" y="1423081"/>
                </a:cubicBezTo>
                <a:cubicBezTo>
                  <a:pt x="6163008" y="1408918"/>
                  <a:pt x="6174504" y="1397423"/>
                  <a:pt x="6188666" y="1397423"/>
                </a:cubicBezTo>
                <a:close/>
                <a:moveTo>
                  <a:pt x="6124462" y="1397423"/>
                </a:moveTo>
                <a:cubicBezTo>
                  <a:pt x="6138627" y="1397423"/>
                  <a:pt x="6150123" y="1408918"/>
                  <a:pt x="6150123" y="1423081"/>
                </a:cubicBezTo>
                <a:cubicBezTo>
                  <a:pt x="6150123" y="1437247"/>
                  <a:pt x="6138627" y="1448741"/>
                  <a:pt x="6124462" y="1448741"/>
                </a:cubicBezTo>
                <a:cubicBezTo>
                  <a:pt x="6110297" y="1448741"/>
                  <a:pt x="6098804" y="1437247"/>
                  <a:pt x="6098804" y="1423081"/>
                </a:cubicBezTo>
                <a:cubicBezTo>
                  <a:pt x="6098804" y="1408918"/>
                  <a:pt x="6110297" y="1397423"/>
                  <a:pt x="6124462" y="1397423"/>
                </a:cubicBezTo>
                <a:close/>
                <a:moveTo>
                  <a:pt x="6064505" y="1397423"/>
                </a:moveTo>
                <a:cubicBezTo>
                  <a:pt x="6078666" y="1397423"/>
                  <a:pt x="6090163" y="1408918"/>
                  <a:pt x="6090163" y="1423081"/>
                </a:cubicBezTo>
                <a:cubicBezTo>
                  <a:pt x="6090163" y="1437247"/>
                  <a:pt x="6078666" y="1448741"/>
                  <a:pt x="6064505" y="1448741"/>
                </a:cubicBezTo>
                <a:cubicBezTo>
                  <a:pt x="6050336" y="1448741"/>
                  <a:pt x="6038844" y="1437247"/>
                  <a:pt x="6038844" y="1423081"/>
                </a:cubicBezTo>
                <a:cubicBezTo>
                  <a:pt x="6038844" y="1408918"/>
                  <a:pt x="6050336" y="1397423"/>
                  <a:pt x="6064505" y="1397423"/>
                </a:cubicBezTo>
                <a:close/>
                <a:moveTo>
                  <a:pt x="6000298" y="1397423"/>
                </a:moveTo>
                <a:cubicBezTo>
                  <a:pt x="6014463" y="1397423"/>
                  <a:pt x="6025956" y="1408918"/>
                  <a:pt x="6025956" y="1423081"/>
                </a:cubicBezTo>
                <a:cubicBezTo>
                  <a:pt x="6025956" y="1437247"/>
                  <a:pt x="6014463" y="1448741"/>
                  <a:pt x="6000298" y="1448741"/>
                </a:cubicBezTo>
                <a:cubicBezTo>
                  <a:pt x="5986133" y="1448741"/>
                  <a:pt x="5974639" y="1437247"/>
                  <a:pt x="5974639" y="1423081"/>
                </a:cubicBezTo>
                <a:cubicBezTo>
                  <a:pt x="5974639" y="1408918"/>
                  <a:pt x="5986133" y="1397423"/>
                  <a:pt x="6000298" y="1397423"/>
                </a:cubicBezTo>
                <a:close/>
                <a:moveTo>
                  <a:pt x="5936092" y="1397423"/>
                </a:moveTo>
                <a:cubicBezTo>
                  <a:pt x="5950255" y="1397423"/>
                  <a:pt x="5961751" y="1408918"/>
                  <a:pt x="5961751" y="1423081"/>
                </a:cubicBezTo>
                <a:cubicBezTo>
                  <a:pt x="5961751" y="1437247"/>
                  <a:pt x="5950255" y="1448741"/>
                  <a:pt x="5936092" y="1448741"/>
                </a:cubicBezTo>
                <a:cubicBezTo>
                  <a:pt x="5921928" y="1448741"/>
                  <a:pt x="5910435" y="1437247"/>
                  <a:pt x="5910435" y="1423081"/>
                </a:cubicBezTo>
                <a:cubicBezTo>
                  <a:pt x="5910435" y="1408918"/>
                  <a:pt x="5921928" y="1397423"/>
                  <a:pt x="5936092" y="1397423"/>
                </a:cubicBezTo>
                <a:close/>
                <a:moveTo>
                  <a:pt x="5743477" y="1397423"/>
                </a:moveTo>
                <a:cubicBezTo>
                  <a:pt x="5757648" y="1397423"/>
                  <a:pt x="5769136" y="1408911"/>
                  <a:pt x="5769136" y="1423081"/>
                </a:cubicBezTo>
                <a:cubicBezTo>
                  <a:pt x="5769136" y="1437253"/>
                  <a:pt x="5757648" y="1448741"/>
                  <a:pt x="5743477" y="1448741"/>
                </a:cubicBezTo>
                <a:cubicBezTo>
                  <a:pt x="5729307" y="1448741"/>
                  <a:pt x="5717818" y="1437253"/>
                  <a:pt x="5717818" y="1423081"/>
                </a:cubicBezTo>
                <a:cubicBezTo>
                  <a:pt x="5717818" y="1408911"/>
                  <a:pt x="5729307" y="1397423"/>
                  <a:pt x="5743477" y="1397423"/>
                </a:cubicBezTo>
                <a:close/>
                <a:moveTo>
                  <a:pt x="5679272" y="1397423"/>
                </a:moveTo>
                <a:cubicBezTo>
                  <a:pt x="5693437" y="1397423"/>
                  <a:pt x="5704930" y="1408918"/>
                  <a:pt x="5704930" y="1423081"/>
                </a:cubicBezTo>
                <a:cubicBezTo>
                  <a:pt x="5704930" y="1437247"/>
                  <a:pt x="5693437" y="1448741"/>
                  <a:pt x="5679272" y="1448741"/>
                </a:cubicBezTo>
                <a:cubicBezTo>
                  <a:pt x="5665108" y="1448741"/>
                  <a:pt x="5653614" y="1437247"/>
                  <a:pt x="5653614" y="1423081"/>
                </a:cubicBezTo>
                <a:cubicBezTo>
                  <a:pt x="5653614" y="1408918"/>
                  <a:pt x="5665108" y="1397423"/>
                  <a:pt x="5679272" y="1397423"/>
                </a:cubicBezTo>
                <a:close/>
                <a:moveTo>
                  <a:pt x="5615066" y="1397423"/>
                </a:moveTo>
                <a:cubicBezTo>
                  <a:pt x="5629231" y="1397423"/>
                  <a:pt x="5640726" y="1408918"/>
                  <a:pt x="5640726" y="1423081"/>
                </a:cubicBezTo>
                <a:cubicBezTo>
                  <a:pt x="5640726" y="1437247"/>
                  <a:pt x="5629231" y="1448741"/>
                  <a:pt x="5615066" y="1448741"/>
                </a:cubicBezTo>
                <a:cubicBezTo>
                  <a:pt x="5600901" y="1448741"/>
                  <a:pt x="5589407" y="1437247"/>
                  <a:pt x="5589407" y="1423081"/>
                </a:cubicBezTo>
                <a:cubicBezTo>
                  <a:pt x="5589407" y="1408918"/>
                  <a:pt x="5600901" y="1397423"/>
                  <a:pt x="5615066" y="1397423"/>
                </a:cubicBezTo>
                <a:close/>
                <a:moveTo>
                  <a:pt x="5550862" y="1397423"/>
                </a:moveTo>
                <a:cubicBezTo>
                  <a:pt x="5565027" y="1397423"/>
                  <a:pt x="5576520" y="1408918"/>
                  <a:pt x="5576520" y="1423081"/>
                </a:cubicBezTo>
                <a:cubicBezTo>
                  <a:pt x="5576520" y="1437247"/>
                  <a:pt x="5565027" y="1448741"/>
                  <a:pt x="5550862" y="1448741"/>
                </a:cubicBezTo>
                <a:cubicBezTo>
                  <a:pt x="5536697" y="1448741"/>
                  <a:pt x="5525203" y="1437247"/>
                  <a:pt x="5525203" y="1423081"/>
                </a:cubicBezTo>
                <a:cubicBezTo>
                  <a:pt x="5525203" y="1408918"/>
                  <a:pt x="5536697" y="1397423"/>
                  <a:pt x="5550862" y="1397423"/>
                </a:cubicBezTo>
                <a:close/>
                <a:moveTo>
                  <a:pt x="5486655" y="1397423"/>
                </a:moveTo>
                <a:cubicBezTo>
                  <a:pt x="5500819" y="1397423"/>
                  <a:pt x="5512316" y="1408918"/>
                  <a:pt x="5512316" y="1423081"/>
                </a:cubicBezTo>
                <a:cubicBezTo>
                  <a:pt x="5512316" y="1437247"/>
                  <a:pt x="5500819" y="1448741"/>
                  <a:pt x="5486655" y="1448741"/>
                </a:cubicBezTo>
                <a:cubicBezTo>
                  <a:pt x="5472491" y="1448741"/>
                  <a:pt x="5460997" y="1437247"/>
                  <a:pt x="5460997" y="1423081"/>
                </a:cubicBezTo>
                <a:cubicBezTo>
                  <a:pt x="5460997" y="1408918"/>
                  <a:pt x="5472491" y="1397423"/>
                  <a:pt x="5486655" y="1397423"/>
                </a:cubicBezTo>
                <a:close/>
                <a:moveTo>
                  <a:pt x="5422451" y="1397423"/>
                </a:moveTo>
                <a:cubicBezTo>
                  <a:pt x="5436621" y="1397423"/>
                  <a:pt x="5448109" y="1408911"/>
                  <a:pt x="5448109" y="1423081"/>
                </a:cubicBezTo>
                <a:cubicBezTo>
                  <a:pt x="5448109" y="1437253"/>
                  <a:pt x="5436621" y="1448741"/>
                  <a:pt x="5422451" y="1448741"/>
                </a:cubicBezTo>
                <a:cubicBezTo>
                  <a:pt x="5408280" y="1448741"/>
                  <a:pt x="5396791" y="1437253"/>
                  <a:pt x="5396791" y="1423081"/>
                </a:cubicBezTo>
                <a:cubicBezTo>
                  <a:pt x="5396791" y="1408911"/>
                  <a:pt x="5408280" y="1397423"/>
                  <a:pt x="5422451" y="1397423"/>
                </a:cubicBezTo>
                <a:close/>
                <a:moveTo>
                  <a:pt x="5358245" y="1397423"/>
                </a:moveTo>
                <a:cubicBezTo>
                  <a:pt x="5372417" y="1397423"/>
                  <a:pt x="5383904" y="1408911"/>
                  <a:pt x="5383904" y="1423081"/>
                </a:cubicBezTo>
                <a:cubicBezTo>
                  <a:pt x="5383904" y="1437253"/>
                  <a:pt x="5372417" y="1448741"/>
                  <a:pt x="5358245" y="1448741"/>
                </a:cubicBezTo>
                <a:cubicBezTo>
                  <a:pt x="5344076" y="1448741"/>
                  <a:pt x="5332587" y="1437253"/>
                  <a:pt x="5332587" y="1423081"/>
                </a:cubicBezTo>
                <a:cubicBezTo>
                  <a:pt x="5332587" y="1408911"/>
                  <a:pt x="5344076" y="1397423"/>
                  <a:pt x="5358245" y="1397423"/>
                </a:cubicBezTo>
                <a:close/>
                <a:moveTo>
                  <a:pt x="5229719" y="1397423"/>
                </a:moveTo>
                <a:cubicBezTo>
                  <a:pt x="5243999" y="1397423"/>
                  <a:pt x="5255377" y="1408918"/>
                  <a:pt x="5255377" y="1423081"/>
                </a:cubicBezTo>
                <a:cubicBezTo>
                  <a:pt x="5255377" y="1437247"/>
                  <a:pt x="5243883" y="1448741"/>
                  <a:pt x="5229719" y="1448741"/>
                </a:cubicBezTo>
                <a:cubicBezTo>
                  <a:pt x="5215554" y="1448741"/>
                  <a:pt x="5204058" y="1437247"/>
                  <a:pt x="5204058" y="1423081"/>
                </a:cubicBezTo>
                <a:cubicBezTo>
                  <a:pt x="5204058" y="1408918"/>
                  <a:pt x="5215554" y="1397423"/>
                  <a:pt x="5229719" y="1397423"/>
                </a:cubicBezTo>
                <a:close/>
                <a:moveTo>
                  <a:pt x="5101309" y="1397423"/>
                </a:moveTo>
                <a:cubicBezTo>
                  <a:pt x="5115473" y="1397423"/>
                  <a:pt x="5126967" y="1408918"/>
                  <a:pt x="5126967" y="1423081"/>
                </a:cubicBezTo>
                <a:cubicBezTo>
                  <a:pt x="5126967" y="1437247"/>
                  <a:pt x="5115473" y="1448741"/>
                  <a:pt x="5101309" y="1448741"/>
                </a:cubicBezTo>
                <a:cubicBezTo>
                  <a:pt x="5087142" y="1448741"/>
                  <a:pt x="5075649" y="1437247"/>
                  <a:pt x="5075649" y="1423081"/>
                </a:cubicBezTo>
                <a:cubicBezTo>
                  <a:pt x="5075649" y="1408918"/>
                  <a:pt x="5087142" y="1397423"/>
                  <a:pt x="5101309" y="1397423"/>
                </a:cubicBezTo>
                <a:close/>
                <a:moveTo>
                  <a:pt x="5037104" y="1397423"/>
                </a:moveTo>
                <a:cubicBezTo>
                  <a:pt x="5051273" y="1397423"/>
                  <a:pt x="5062762" y="1408911"/>
                  <a:pt x="5062762" y="1423081"/>
                </a:cubicBezTo>
                <a:cubicBezTo>
                  <a:pt x="5062762" y="1437253"/>
                  <a:pt x="5051273" y="1448741"/>
                  <a:pt x="5037104" y="1448741"/>
                </a:cubicBezTo>
                <a:cubicBezTo>
                  <a:pt x="5022930" y="1448741"/>
                  <a:pt x="5011444" y="1437253"/>
                  <a:pt x="5011444" y="1423081"/>
                </a:cubicBezTo>
                <a:cubicBezTo>
                  <a:pt x="5011444" y="1408911"/>
                  <a:pt x="5022930" y="1397423"/>
                  <a:pt x="5037104" y="1397423"/>
                </a:cubicBezTo>
                <a:close/>
                <a:moveTo>
                  <a:pt x="4972896" y="1397423"/>
                </a:moveTo>
                <a:cubicBezTo>
                  <a:pt x="4987063" y="1397423"/>
                  <a:pt x="4998557" y="1408918"/>
                  <a:pt x="4998557" y="1423081"/>
                </a:cubicBezTo>
                <a:cubicBezTo>
                  <a:pt x="4998557" y="1437247"/>
                  <a:pt x="4987063" y="1448741"/>
                  <a:pt x="4972896" y="1448741"/>
                </a:cubicBezTo>
                <a:cubicBezTo>
                  <a:pt x="4958732" y="1448741"/>
                  <a:pt x="4947240" y="1437247"/>
                  <a:pt x="4947240" y="1423081"/>
                </a:cubicBezTo>
                <a:cubicBezTo>
                  <a:pt x="4947240" y="1408918"/>
                  <a:pt x="4958732" y="1397423"/>
                  <a:pt x="4972896" y="1397423"/>
                </a:cubicBezTo>
                <a:close/>
                <a:moveTo>
                  <a:pt x="4908693" y="1397423"/>
                </a:moveTo>
                <a:cubicBezTo>
                  <a:pt x="4922857" y="1397423"/>
                  <a:pt x="4934352" y="1408918"/>
                  <a:pt x="4934352" y="1423081"/>
                </a:cubicBezTo>
                <a:cubicBezTo>
                  <a:pt x="4934352" y="1437247"/>
                  <a:pt x="4922857" y="1448741"/>
                  <a:pt x="4908693" y="1448741"/>
                </a:cubicBezTo>
                <a:cubicBezTo>
                  <a:pt x="4894527" y="1448741"/>
                  <a:pt x="4883033" y="1437247"/>
                  <a:pt x="4883033" y="1423081"/>
                </a:cubicBezTo>
                <a:cubicBezTo>
                  <a:pt x="4883033" y="1408918"/>
                  <a:pt x="4894527" y="1397423"/>
                  <a:pt x="4908693" y="1397423"/>
                </a:cubicBezTo>
                <a:close/>
                <a:moveTo>
                  <a:pt x="4844487" y="1397423"/>
                </a:moveTo>
                <a:cubicBezTo>
                  <a:pt x="4858650" y="1397423"/>
                  <a:pt x="4870146" y="1408918"/>
                  <a:pt x="4870146" y="1423081"/>
                </a:cubicBezTo>
                <a:cubicBezTo>
                  <a:pt x="4870146" y="1437247"/>
                  <a:pt x="4858650" y="1448741"/>
                  <a:pt x="4844487" y="1448741"/>
                </a:cubicBezTo>
                <a:cubicBezTo>
                  <a:pt x="4830322" y="1448741"/>
                  <a:pt x="4818828" y="1437247"/>
                  <a:pt x="4818828" y="1423081"/>
                </a:cubicBezTo>
                <a:cubicBezTo>
                  <a:pt x="4818828" y="1408918"/>
                  <a:pt x="4830322" y="1397423"/>
                  <a:pt x="4844487" y="1397423"/>
                </a:cubicBezTo>
                <a:close/>
                <a:moveTo>
                  <a:pt x="4780282" y="1397423"/>
                </a:moveTo>
                <a:cubicBezTo>
                  <a:pt x="4794447" y="1397423"/>
                  <a:pt x="4805941" y="1408918"/>
                  <a:pt x="4805941" y="1423081"/>
                </a:cubicBezTo>
                <a:cubicBezTo>
                  <a:pt x="4805941" y="1437247"/>
                  <a:pt x="4794447" y="1448741"/>
                  <a:pt x="4780282" y="1448741"/>
                </a:cubicBezTo>
                <a:cubicBezTo>
                  <a:pt x="4766118" y="1448741"/>
                  <a:pt x="4754622" y="1437247"/>
                  <a:pt x="4754622" y="1423081"/>
                </a:cubicBezTo>
                <a:cubicBezTo>
                  <a:pt x="4754622" y="1408918"/>
                  <a:pt x="4766118" y="1397423"/>
                  <a:pt x="4780282" y="1397423"/>
                </a:cubicBezTo>
                <a:close/>
                <a:moveTo>
                  <a:pt x="4651872" y="1397423"/>
                </a:moveTo>
                <a:cubicBezTo>
                  <a:pt x="4666042" y="1397423"/>
                  <a:pt x="4677531" y="1408911"/>
                  <a:pt x="4677531" y="1423081"/>
                </a:cubicBezTo>
                <a:cubicBezTo>
                  <a:pt x="4677531" y="1437253"/>
                  <a:pt x="4666042" y="1448741"/>
                  <a:pt x="4651872" y="1448741"/>
                </a:cubicBezTo>
                <a:cubicBezTo>
                  <a:pt x="4637700" y="1448741"/>
                  <a:pt x="4626213" y="1437253"/>
                  <a:pt x="4626213" y="1423081"/>
                </a:cubicBezTo>
                <a:cubicBezTo>
                  <a:pt x="4626213" y="1408911"/>
                  <a:pt x="4637700" y="1397423"/>
                  <a:pt x="4651872" y="1397423"/>
                </a:cubicBezTo>
                <a:close/>
                <a:moveTo>
                  <a:pt x="4587666" y="1397423"/>
                </a:moveTo>
                <a:cubicBezTo>
                  <a:pt x="4601830" y="1397423"/>
                  <a:pt x="4613324" y="1408918"/>
                  <a:pt x="4613324" y="1423081"/>
                </a:cubicBezTo>
                <a:cubicBezTo>
                  <a:pt x="4613324" y="1437247"/>
                  <a:pt x="4601830" y="1448741"/>
                  <a:pt x="4587666" y="1448741"/>
                </a:cubicBezTo>
                <a:cubicBezTo>
                  <a:pt x="4573501" y="1448741"/>
                  <a:pt x="4562007" y="1437247"/>
                  <a:pt x="4562007" y="1423081"/>
                </a:cubicBezTo>
                <a:cubicBezTo>
                  <a:pt x="4562007" y="1408918"/>
                  <a:pt x="4573501" y="1397423"/>
                  <a:pt x="4587666" y="1397423"/>
                </a:cubicBezTo>
                <a:close/>
                <a:moveTo>
                  <a:pt x="4523461" y="1397423"/>
                </a:moveTo>
                <a:cubicBezTo>
                  <a:pt x="4537626" y="1397423"/>
                  <a:pt x="4549121" y="1408918"/>
                  <a:pt x="4549121" y="1423081"/>
                </a:cubicBezTo>
                <a:cubicBezTo>
                  <a:pt x="4549121" y="1437247"/>
                  <a:pt x="4537626" y="1448741"/>
                  <a:pt x="4523461" y="1448741"/>
                </a:cubicBezTo>
                <a:cubicBezTo>
                  <a:pt x="4509296" y="1448741"/>
                  <a:pt x="4497802" y="1437247"/>
                  <a:pt x="4497802" y="1423081"/>
                </a:cubicBezTo>
                <a:cubicBezTo>
                  <a:pt x="4497802" y="1408918"/>
                  <a:pt x="4509296" y="1397423"/>
                  <a:pt x="4523461" y="1397423"/>
                </a:cubicBezTo>
                <a:close/>
                <a:moveTo>
                  <a:pt x="4395050" y="1397423"/>
                </a:moveTo>
                <a:cubicBezTo>
                  <a:pt x="4409214" y="1397423"/>
                  <a:pt x="4420710" y="1408918"/>
                  <a:pt x="4420710" y="1423081"/>
                </a:cubicBezTo>
                <a:cubicBezTo>
                  <a:pt x="4420710" y="1437247"/>
                  <a:pt x="4409214" y="1448741"/>
                  <a:pt x="4395050" y="1448741"/>
                </a:cubicBezTo>
                <a:cubicBezTo>
                  <a:pt x="4380886" y="1448741"/>
                  <a:pt x="4369391" y="1437247"/>
                  <a:pt x="4369391" y="1423081"/>
                </a:cubicBezTo>
                <a:cubicBezTo>
                  <a:pt x="4369391" y="1408918"/>
                  <a:pt x="4380886" y="1397423"/>
                  <a:pt x="4395050" y="1397423"/>
                </a:cubicBezTo>
                <a:close/>
                <a:moveTo>
                  <a:pt x="4202435" y="1397423"/>
                </a:moveTo>
                <a:cubicBezTo>
                  <a:pt x="4216598" y="1397423"/>
                  <a:pt x="4228093" y="1408918"/>
                  <a:pt x="4228093" y="1423081"/>
                </a:cubicBezTo>
                <a:cubicBezTo>
                  <a:pt x="4228093" y="1437247"/>
                  <a:pt x="4216598" y="1448741"/>
                  <a:pt x="4202435" y="1448741"/>
                </a:cubicBezTo>
                <a:cubicBezTo>
                  <a:pt x="4188268" y="1448741"/>
                  <a:pt x="4176776" y="1437247"/>
                  <a:pt x="4176776" y="1423081"/>
                </a:cubicBezTo>
                <a:cubicBezTo>
                  <a:pt x="4176776" y="1408918"/>
                  <a:pt x="4188268" y="1397423"/>
                  <a:pt x="4202435" y="1397423"/>
                </a:cubicBezTo>
                <a:close/>
                <a:moveTo>
                  <a:pt x="4009702" y="1397423"/>
                </a:moveTo>
                <a:cubicBezTo>
                  <a:pt x="4023866" y="1397423"/>
                  <a:pt x="4035362" y="1408918"/>
                  <a:pt x="4035362" y="1423081"/>
                </a:cubicBezTo>
                <a:cubicBezTo>
                  <a:pt x="4035362" y="1437247"/>
                  <a:pt x="4023866" y="1448741"/>
                  <a:pt x="4009702" y="1448741"/>
                </a:cubicBezTo>
                <a:cubicBezTo>
                  <a:pt x="3995538" y="1448741"/>
                  <a:pt x="3984043" y="1437247"/>
                  <a:pt x="3984043" y="1423081"/>
                </a:cubicBezTo>
                <a:cubicBezTo>
                  <a:pt x="3984043" y="1408918"/>
                  <a:pt x="3995538" y="1397423"/>
                  <a:pt x="4009702" y="1397423"/>
                </a:cubicBezTo>
                <a:close/>
                <a:moveTo>
                  <a:pt x="3881291" y="1397423"/>
                </a:moveTo>
                <a:cubicBezTo>
                  <a:pt x="3895456" y="1397423"/>
                  <a:pt x="3906950" y="1408918"/>
                  <a:pt x="3906950" y="1423081"/>
                </a:cubicBezTo>
                <a:cubicBezTo>
                  <a:pt x="3906950" y="1437247"/>
                  <a:pt x="3895456" y="1448741"/>
                  <a:pt x="3881291" y="1448741"/>
                </a:cubicBezTo>
                <a:cubicBezTo>
                  <a:pt x="3867127" y="1448741"/>
                  <a:pt x="3855633" y="1437247"/>
                  <a:pt x="3855633" y="1423081"/>
                </a:cubicBezTo>
                <a:cubicBezTo>
                  <a:pt x="3855633" y="1408918"/>
                  <a:pt x="3867127" y="1397423"/>
                  <a:pt x="3881291" y="1397423"/>
                </a:cubicBezTo>
                <a:close/>
                <a:moveTo>
                  <a:pt x="3817085" y="1397423"/>
                </a:moveTo>
                <a:cubicBezTo>
                  <a:pt x="3831252" y="1397423"/>
                  <a:pt x="3842745" y="1408918"/>
                  <a:pt x="3842745" y="1423081"/>
                </a:cubicBezTo>
                <a:cubicBezTo>
                  <a:pt x="3842745" y="1437247"/>
                  <a:pt x="3831252" y="1448741"/>
                  <a:pt x="3817085" y="1448741"/>
                </a:cubicBezTo>
                <a:cubicBezTo>
                  <a:pt x="3802921" y="1448741"/>
                  <a:pt x="3791427" y="1437247"/>
                  <a:pt x="3791427" y="1423081"/>
                </a:cubicBezTo>
                <a:cubicBezTo>
                  <a:pt x="3791427" y="1408918"/>
                  <a:pt x="3802921" y="1397423"/>
                  <a:pt x="3817085" y="1397423"/>
                </a:cubicBezTo>
                <a:close/>
                <a:moveTo>
                  <a:pt x="3752882" y="1397423"/>
                </a:moveTo>
                <a:cubicBezTo>
                  <a:pt x="3767045" y="1397423"/>
                  <a:pt x="3778539" y="1408918"/>
                  <a:pt x="3778539" y="1423081"/>
                </a:cubicBezTo>
                <a:cubicBezTo>
                  <a:pt x="3778539" y="1437247"/>
                  <a:pt x="3767045" y="1448741"/>
                  <a:pt x="3752882" y="1448741"/>
                </a:cubicBezTo>
                <a:cubicBezTo>
                  <a:pt x="3738717" y="1448741"/>
                  <a:pt x="3727221" y="1437247"/>
                  <a:pt x="3727221" y="1423081"/>
                </a:cubicBezTo>
                <a:cubicBezTo>
                  <a:pt x="3727221" y="1408918"/>
                  <a:pt x="3738717" y="1397423"/>
                  <a:pt x="3752882" y="1397423"/>
                </a:cubicBezTo>
                <a:close/>
                <a:moveTo>
                  <a:pt x="3624472" y="1397423"/>
                </a:moveTo>
                <a:cubicBezTo>
                  <a:pt x="3638640" y="1397423"/>
                  <a:pt x="3650129" y="1408911"/>
                  <a:pt x="3650129" y="1423081"/>
                </a:cubicBezTo>
                <a:cubicBezTo>
                  <a:pt x="3650129" y="1437253"/>
                  <a:pt x="3638640" y="1448741"/>
                  <a:pt x="3624472" y="1448741"/>
                </a:cubicBezTo>
                <a:cubicBezTo>
                  <a:pt x="3610300" y="1448741"/>
                  <a:pt x="3598810" y="1437253"/>
                  <a:pt x="3598810" y="1423081"/>
                </a:cubicBezTo>
                <a:cubicBezTo>
                  <a:pt x="3598810" y="1408911"/>
                  <a:pt x="3610300" y="1397423"/>
                  <a:pt x="3624472" y="1397423"/>
                </a:cubicBezTo>
                <a:close/>
                <a:moveTo>
                  <a:pt x="3431855" y="1397423"/>
                </a:moveTo>
                <a:cubicBezTo>
                  <a:pt x="3446019" y="1397423"/>
                  <a:pt x="3457512" y="1408918"/>
                  <a:pt x="3457512" y="1423081"/>
                </a:cubicBezTo>
                <a:cubicBezTo>
                  <a:pt x="3457512" y="1437247"/>
                  <a:pt x="3446019" y="1448741"/>
                  <a:pt x="3431855" y="1448741"/>
                </a:cubicBezTo>
                <a:cubicBezTo>
                  <a:pt x="3417690" y="1448741"/>
                  <a:pt x="3406196" y="1437247"/>
                  <a:pt x="3406196" y="1423081"/>
                </a:cubicBezTo>
                <a:cubicBezTo>
                  <a:pt x="3406196" y="1408918"/>
                  <a:pt x="3417690" y="1397423"/>
                  <a:pt x="3431855" y="1397423"/>
                </a:cubicBezTo>
                <a:close/>
                <a:moveTo>
                  <a:pt x="3367649" y="1397423"/>
                </a:moveTo>
                <a:cubicBezTo>
                  <a:pt x="3381813" y="1397423"/>
                  <a:pt x="3393308" y="1408918"/>
                  <a:pt x="3393308" y="1423081"/>
                </a:cubicBezTo>
                <a:cubicBezTo>
                  <a:pt x="3393308" y="1437247"/>
                  <a:pt x="3381813" y="1448741"/>
                  <a:pt x="3367649" y="1448741"/>
                </a:cubicBezTo>
                <a:cubicBezTo>
                  <a:pt x="3353484" y="1448741"/>
                  <a:pt x="3341990" y="1437247"/>
                  <a:pt x="3341990" y="1423081"/>
                </a:cubicBezTo>
                <a:cubicBezTo>
                  <a:pt x="3341990" y="1408918"/>
                  <a:pt x="3353484" y="1397423"/>
                  <a:pt x="3367649" y="1397423"/>
                </a:cubicBezTo>
                <a:close/>
                <a:moveTo>
                  <a:pt x="3303444" y="1397423"/>
                </a:moveTo>
                <a:cubicBezTo>
                  <a:pt x="3317609" y="1397423"/>
                  <a:pt x="3329102" y="1408918"/>
                  <a:pt x="3329102" y="1423081"/>
                </a:cubicBezTo>
                <a:cubicBezTo>
                  <a:pt x="3329102" y="1437247"/>
                  <a:pt x="3317609" y="1448741"/>
                  <a:pt x="3303444" y="1448741"/>
                </a:cubicBezTo>
                <a:cubicBezTo>
                  <a:pt x="3289279" y="1448741"/>
                  <a:pt x="3277785" y="1437247"/>
                  <a:pt x="3277785" y="1423081"/>
                </a:cubicBezTo>
                <a:cubicBezTo>
                  <a:pt x="3277785" y="1408918"/>
                  <a:pt x="3289279" y="1397423"/>
                  <a:pt x="3303444" y="1397423"/>
                </a:cubicBezTo>
                <a:close/>
                <a:moveTo>
                  <a:pt x="3239238" y="1397423"/>
                </a:moveTo>
                <a:cubicBezTo>
                  <a:pt x="3253410" y="1397423"/>
                  <a:pt x="3264898" y="1408911"/>
                  <a:pt x="3264898" y="1423081"/>
                </a:cubicBezTo>
                <a:cubicBezTo>
                  <a:pt x="3264898" y="1437253"/>
                  <a:pt x="3253410" y="1448741"/>
                  <a:pt x="3239238" y="1448741"/>
                </a:cubicBezTo>
                <a:cubicBezTo>
                  <a:pt x="3225068" y="1448741"/>
                  <a:pt x="3213580" y="1437253"/>
                  <a:pt x="3213580" y="1423081"/>
                </a:cubicBezTo>
                <a:cubicBezTo>
                  <a:pt x="3213580" y="1408911"/>
                  <a:pt x="3225068" y="1397423"/>
                  <a:pt x="3239238" y="1397423"/>
                </a:cubicBezTo>
                <a:close/>
                <a:moveTo>
                  <a:pt x="3110828" y="1397423"/>
                </a:moveTo>
                <a:cubicBezTo>
                  <a:pt x="3124992" y="1397423"/>
                  <a:pt x="3136487" y="1408918"/>
                  <a:pt x="3136487" y="1423081"/>
                </a:cubicBezTo>
                <a:cubicBezTo>
                  <a:pt x="3136487" y="1437247"/>
                  <a:pt x="3124992" y="1448741"/>
                  <a:pt x="3110828" y="1448741"/>
                </a:cubicBezTo>
                <a:cubicBezTo>
                  <a:pt x="3096663" y="1448741"/>
                  <a:pt x="3085170" y="1437247"/>
                  <a:pt x="3085170" y="1423081"/>
                </a:cubicBezTo>
                <a:cubicBezTo>
                  <a:pt x="3085170" y="1408918"/>
                  <a:pt x="3096663" y="1397423"/>
                  <a:pt x="3110828" y="1397423"/>
                </a:cubicBezTo>
                <a:close/>
                <a:moveTo>
                  <a:pt x="3046623" y="1397423"/>
                </a:moveTo>
                <a:cubicBezTo>
                  <a:pt x="3060788" y="1397423"/>
                  <a:pt x="3072282" y="1408918"/>
                  <a:pt x="3072282" y="1423081"/>
                </a:cubicBezTo>
                <a:cubicBezTo>
                  <a:pt x="3072282" y="1437247"/>
                  <a:pt x="3060788" y="1448741"/>
                  <a:pt x="3046623" y="1448741"/>
                </a:cubicBezTo>
                <a:cubicBezTo>
                  <a:pt x="3032458" y="1448741"/>
                  <a:pt x="3020964" y="1437247"/>
                  <a:pt x="3020964" y="1423081"/>
                </a:cubicBezTo>
                <a:cubicBezTo>
                  <a:pt x="3020964" y="1408918"/>
                  <a:pt x="3032458" y="1397423"/>
                  <a:pt x="3046623" y="1397423"/>
                </a:cubicBezTo>
                <a:close/>
                <a:moveTo>
                  <a:pt x="2982301" y="1397423"/>
                </a:moveTo>
                <a:cubicBezTo>
                  <a:pt x="2996466" y="1397423"/>
                  <a:pt x="3007960" y="1408918"/>
                  <a:pt x="3007960" y="1423081"/>
                </a:cubicBezTo>
                <a:cubicBezTo>
                  <a:pt x="3007960" y="1437247"/>
                  <a:pt x="2996466" y="1448741"/>
                  <a:pt x="2982301" y="1448741"/>
                </a:cubicBezTo>
                <a:cubicBezTo>
                  <a:pt x="2968137" y="1448741"/>
                  <a:pt x="2956642" y="1437247"/>
                  <a:pt x="2956642" y="1423081"/>
                </a:cubicBezTo>
                <a:cubicBezTo>
                  <a:pt x="2956642" y="1408918"/>
                  <a:pt x="2968137" y="1397423"/>
                  <a:pt x="2982301" y="1397423"/>
                </a:cubicBezTo>
                <a:close/>
                <a:moveTo>
                  <a:pt x="2853890" y="1397423"/>
                </a:moveTo>
                <a:cubicBezTo>
                  <a:pt x="2868062" y="1397423"/>
                  <a:pt x="2879550" y="1408911"/>
                  <a:pt x="2879550" y="1423081"/>
                </a:cubicBezTo>
                <a:cubicBezTo>
                  <a:pt x="2879550" y="1437253"/>
                  <a:pt x="2868062" y="1448741"/>
                  <a:pt x="2853890" y="1448741"/>
                </a:cubicBezTo>
                <a:cubicBezTo>
                  <a:pt x="2839720" y="1448741"/>
                  <a:pt x="2828231" y="1437253"/>
                  <a:pt x="2828231" y="1423081"/>
                </a:cubicBezTo>
                <a:cubicBezTo>
                  <a:pt x="2828231" y="1408911"/>
                  <a:pt x="2839720" y="1397423"/>
                  <a:pt x="2853890" y="1397423"/>
                </a:cubicBezTo>
                <a:close/>
                <a:moveTo>
                  <a:pt x="2789686" y="1397423"/>
                </a:moveTo>
                <a:cubicBezTo>
                  <a:pt x="2803850" y="1397423"/>
                  <a:pt x="2815344" y="1408918"/>
                  <a:pt x="2815344" y="1423081"/>
                </a:cubicBezTo>
                <a:cubicBezTo>
                  <a:pt x="2815344" y="1437247"/>
                  <a:pt x="2803850" y="1448741"/>
                  <a:pt x="2789686" y="1448741"/>
                </a:cubicBezTo>
                <a:cubicBezTo>
                  <a:pt x="2775521" y="1448741"/>
                  <a:pt x="2764027" y="1437247"/>
                  <a:pt x="2764027" y="1423081"/>
                </a:cubicBezTo>
                <a:cubicBezTo>
                  <a:pt x="2764027" y="1408918"/>
                  <a:pt x="2775521" y="1397423"/>
                  <a:pt x="2789686" y="1397423"/>
                </a:cubicBezTo>
                <a:close/>
                <a:moveTo>
                  <a:pt x="2404454" y="1397423"/>
                </a:moveTo>
                <a:cubicBezTo>
                  <a:pt x="2418619" y="1397423"/>
                  <a:pt x="2430112" y="1408918"/>
                  <a:pt x="2430112" y="1423081"/>
                </a:cubicBezTo>
                <a:cubicBezTo>
                  <a:pt x="2430112" y="1437247"/>
                  <a:pt x="2418619" y="1448741"/>
                  <a:pt x="2404454" y="1448741"/>
                </a:cubicBezTo>
                <a:cubicBezTo>
                  <a:pt x="2390289" y="1448741"/>
                  <a:pt x="2378795" y="1437247"/>
                  <a:pt x="2378795" y="1423081"/>
                </a:cubicBezTo>
                <a:cubicBezTo>
                  <a:pt x="2378795" y="1408918"/>
                  <a:pt x="2390289" y="1397423"/>
                  <a:pt x="2404454" y="1397423"/>
                </a:cubicBezTo>
                <a:close/>
                <a:moveTo>
                  <a:pt x="2340249" y="1397423"/>
                </a:moveTo>
                <a:cubicBezTo>
                  <a:pt x="2354413" y="1397423"/>
                  <a:pt x="2365908" y="1408918"/>
                  <a:pt x="2365908" y="1423081"/>
                </a:cubicBezTo>
                <a:cubicBezTo>
                  <a:pt x="2365908" y="1437247"/>
                  <a:pt x="2354413" y="1448741"/>
                  <a:pt x="2340249" y="1448741"/>
                </a:cubicBezTo>
                <a:cubicBezTo>
                  <a:pt x="2326084" y="1448741"/>
                  <a:pt x="2314590" y="1437247"/>
                  <a:pt x="2314590" y="1423081"/>
                </a:cubicBezTo>
                <a:cubicBezTo>
                  <a:pt x="2314590" y="1408918"/>
                  <a:pt x="2326084" y="1397423"/>
                  <a:pt x="2340249" y="1397423"/>
                </a:cubicBezTo>
                <a:close/>
                <a:moveTo>
                  <a:pt x="2276044" y="1397423"/>
                </a:moveTo>
                <a:cubicBezTo>
                  <a:pt x="2290208" y="1397423"/>
                  <a:pt x="2301702" y="1408918"/>
                  <a:pt x="2301702" y="1423081"/>
                </a:cubicBezTo>
                <a:cubicBezTo>
                  <a:pt x="2301702" y="1437247"/>
                  <a:pt x="2290208" y="1448741"/>
                  <a:pt x="2276044" y="1448741"/>
                </a:cubicBezTo>
                <a:cubicBezTo>
                  <a:pt x="2261879" y="1448741"/>
                  <a:pt x="2250385" y="1437247"/>
                  <a:pt x="2250385" y="1423081"/>
                </a:cubicBezTo>
                <a:cubicBezTo>
                  <a:pt x="2250385" y="1408918"/>
                  <a:pt x="2261879" y="1397423"/>
                  <a:pt x="2276044" y="1397423"/>
                </a:cubicBezTo>
                <a:close/>
                <a:moveTo>
                  <a:pt x="2211838" y="1397423"/>
                </a:moveTo>
                <a:cubicBezTo>
                  <a:pt x="2226003" y="1397423"/>
                  <a:pt x="2237497" y="1408918"/>
                  <a:pt x="2237497" y="1423081"/>
                </a:cubicBezTo>
                <a:cubicBezTo>
                  <a:pt x="2237497" y="1437247"/>
                  <a:pt x="2226003" y="1448741"/>
                  <a:pt x="2211838" y="1448741"/>
                </a:cubicBezTo>
                <a:cubicBezTo>
                  <a:pt x="2197673" y="1448741"/>
                  <a:pt x="2186178" y="1437247"/>
                  <a:pt x="2186178" y="1423081"/>
                </a:cubicBezTo>
                <a:cubicBezTo>
                  <a:pt x="2186178" y="1408918"/>
                  <a:pt x="2197673" y="1397423"/>
                  <a:pt x="2211838" y="1397423"/>
                </a:cubicBezTo>
                <a:close/>
                <a:moveTo>
                  <a:pt x="2147633" y="1397423"/>
                </a:moveTo>
                <a:cubicBezTo>
                  <a:pt x="2161804" y="1397423"/>
                  <a:pt x="2173293" y="1408911"/>
                  <a:pt x="2173293" y="1423081"/>
                </a:cubicBezTo>
                <a:cubicBezTo>
                  <a:pt x="2173293" y="1437253"/>
                  <a:pt x="2161804" y="1448741"/>
                  <a:pt x="2147633" y="1448741"/>
                </a:cubicBezTo>
                <a:cubicBezTo>
                  <a:pt x="2133462" y="1448741"/>
                  <a:pt x="2121975" y="1437253"/>
                  <a:pt x="2121975" y="1423081"/>
                </a:cubicBezTo>
                <a:cubicBezTo>
                  <a:pt x="2121975" y="1408911"/>
                  <a:pt x="2133462" y="1397423"/>
                  <a:pt x="2147633" y="1397423"/>
                </a:cubicBezTo>
                <a:close/>
                <a:moveTo>
                  <a:pt x="2083427" y="1397423"/>
                </a:moveTo>
                <a:cubicBezTo>
                  <a:pt x="2097599" y="1397423"/>
                  <a:pt x="2109087" y="1408911"/>
                  <a:pt x="2109087" y="1423081"/>
                </a:cubicBezTo>
                <a:cubicBezTo>
                  <a:pt x="2109087" y="1437253"/>
                  <a:pt x="2097599" y="1448741"/>
                  <a:pt x="2083427" y="1448741"/>
                </a:cubicBezTo>
                <a:cubicBezTo>
                  <a:pt x="2069257" y="1448741"/>
                  <a:pt x="2057768" y="1437253"/>
                  <a:pt x="2057768" y="1423081"/>
                </a:cubicBezTo>
                <a:cubicBezTo>
                  <a:pt x="2057768" y="1408911"/>
                  <a:pt x="2069257" y="1397423"/>
                  <a:pt x="2083427" y="1397423"/>
                </a:cubicBezTo>
                <a:close/>
                <a:moveTo>
                  <a:pt x="2019222" y="1397423"/>
                </a:moveTo>
                <a:cubicBezTo>
                  <a:pt x="2033387" y="1397423"/>
                  <a:pt x="2044880" y="1408918"/>
                  <a:pt x="2044880" y="1423081"/>
                </a:cubicBezTo>
                <a:cubicBezTo>
                  <a:pt x="2044880" y="1437247"/>
                  <a:pt x="2033387" y="1448741"/>
                  <a:pt x="2019222" y="1448741"/>
                </a:cubicBezTo>
                <a:cubicBezTo>
                  <a:pt x="2005058" y="1448741"/>
                  <a:pt x="1993563" y="1437247"/>
                  <a:pt x="1993563" y="1423081"/>
                </a:cubicBezTo>
                <a:cubicBezTo>
                  <a:pt x="1993563" y="1408918"/>
                  <a:pt x="2005058" y="1397423"/>
                  <a:pt x="2019222" y="1397423"/>
                </a:cubicBezTo>
                <a:close/>
                <a:moveTo>
                  <a:pt x="1955016" y="1397423"/>
                </a:moveTo>
                <a:cubicBezTo>
                  <a:pt x="1969181" y="1397423"/>
                  <a:pt x="1980676" y="1408918"/>
                  <a:pt x="1980676" y="1423081"/>
                </a:cubicBezTo>
                <a:cubicBezTo>
                  <a:pt x="1980676" y="1437247"/>
                  <a:pt x="1969181" y="1448741"/>
                  <a:pt x="1955016" y="1448741"/>
                </a:cubicBezTo>
                <a:cubicBezTo>
                  <a:pt x="1940851" y="1448741"/>
                  <a:pt x="1929358" y="1437247"/>
                  <a:pt x="1929358" y="1423081"/>
                </a:cubicBezTo>
                <a:cubicBezTo>
                  <a:pt x="1929358" y="1408918"/>
                  <a:pt x="1940851" y="1397423"/>
                  <a:pt x="1955016" y="1397423"/>
                </a:cubicBezTo>
                <a:close/>
                <a:moveTo>
                  <a:pt x="1890696" y="1397423"/>
                </a:moveTo>
                <a:cubicBezTo>
                  <a:pt x="1904860" y="1397423"/>
                  <a:pt x="1916355" y="1408918"/>
                  <a:pt x="1916355" y="1423081"/>
                </a:cubicBezTo>
                <a:cubicBezTo>
                  <a:pt x="1916355" y="1437247"/>
                  <a:pt x="1904860" y="1448741"/>
                  <a:pt x="1890696" y="1448741"/>
                </a:cubicBezTo>
                <a:cubicBezTo>
                  <a:pt x="1876531" y="1448741"/>
                  <a:pt x="1865037" y="1437247"/>
                  <a:pt x="1865037" y="1423081"/>
                </a:cubicBezTo>
                <a:cubicBezTo>
                  <a:pt x="1865037" y="1408918"/>
                  <a:pt x="1876531" y="1397423"/>
                  <a:pt x="1890696" y="1397423"/>
                </a:cubicBezTo>
                <a:close/>
                <a:moveTo>
                  <a:pt x="1826490" y="1397423"/>
                </a:moveTo>
                <a:cubicBezTo>
                  <a:pt x="1840654" y="1397423"/>
                  <a:pt x="1852149" y="1408918"/>
                  <a:pt x="1852149" y="1423081"/>
                </a:cubicBezTo>
                <a:cubicBezTo>
                  <a:pt x="1852149" y="1437247"/>
                  <a:pt x="1840654" y="1448741"/>
                  <a:pt x="1826490" y="1448741"/>
                </a:cubicBezTo>
                <a:cubicBezTo>
                  <a:pt x="1812325" y="1448741"/>
                  <a:pt x="1800830" y="1437247"/>
                  <a:pt x="1800830" y="1423081"/>
                </a:cubicBezTo>
                <a:cubicBezTo>
                  <a:pt x="1800830" y="1408918"/>
                  <a:pt x="1812325" y="1397423"/>
                  <a:pt x="1826490" y="1397423"/>
                </a:cubicBezTo>
                <a:close/>
                <a:moveTo>
                  <a:pt x="1762285" y="1397423"/>
                </a:moveTo>
                <a:cubicBezTo>
                  <a:pt x="1776456" y="1397423"/>
                  <a:pt x="1787944" y="1408911"/>
                  <a:pt x="1787944" y="1423081"/>
                </a:cubicBezTo>
                <a:cubicBezTo>
                  <a:pt x="1787944" y="1437253"/>
                  <a:pt x="1776456" y="1448741"/>
                  <a:pt x="1762285" y="1448741"/>
                </a:cubicBezTo>
                <a:cubicBezTo>
                  <a:pt x="1748114" y="1448741"/>
                  <a:pt x="1736626" y="1437253"/>
                  <a:pt x="1736626" y="1423081"/>
                </a:cubicBezTo>
                <a:cubicBezTo>
                  <a:pt x="1736626" y="1408911"/>
                  <a:pt x="1748114" y="1397423"/>
                  <a:pt x="1762285" y="1397423"/>
                </a:cubicBezTo>
                <a:close/>
                <a:moveTo>
                  <a:pt x="1569669" y="1397423"/>
                </a:moveTo>
                <a:cubicBezTo>
                  <a:pt x="1583834" y="1397423"/>
                  <a:pt x="1595328" y="1408918"/>
                  <a:pt x="1595328" y="1423081"/>
                </a:cubicBezTo>
                <a:cubicBezTo>
                  <a:pt x="1595328" y="1437247"/>
                  <a:pt x="1583834" y="1448741"/>
                  <a:pt x="1569669" y="1448741"/>
                </a:cubicBezTo>
                <a:cubicBezTo>
                  <a:pt x="1555504" y="1448741"/>
                  <a:pt x="1544010" y="1437247"/>
                  <a:pt x="1544010" y="1423081"/>
                </a:cubicBezTo>
                <a:cubicBezTo>
                  <a:pt x="1544010" y="1408918"/>
                  <a:pt x="1555504" y="1397423"/>
                  <a:pt x="1569669" y="1397423"/>
                </a:cubicBezTo>
                <a:close/>
                <a:moveTo>
                  <a:pt x="1505464" y="1397423"/>
                </a:moveTo>
                <a:cubicBezTo>
                  <a:pt x="1519629" y="1397423"/>
                  <a:pt x="1531123" y="1408918"/>
                  <a:pt x="1531123" y="1423081"/>
                </a:cubicBezTo>
                <a:cubicBezTo>
                  <a:pt x="1531123" y="1437247"/>
                  <a:pt x="1519629" y="1448741"/>
                  <a:pt x="1505464" y="1448741"/>
                </a:cubicBezTo>
                <a:cubicBezTo>
                  <a:pt x="1491299" y="1448741"/>
                  <a:pt x="1479806" y="1437247"/>
                  <a:pt x="1479806" y="1423081"/>
                </a:cubicBezTo>
                <a:cubicBezTo>
                  <a:pt x="1479806" y="1408918"/>
                  <a:pt x="1491299" y="1397423"/>
                  <a:pt x="1505464" y="1397423"/>
                </a:cubicBezTo>
                <a:close/>
                <a:moveTo>
                  <a:pt x="1441258" y="1397423"/>
                </a:moveTo>
                <a:cubicBezTo>
                  <a:pt x="1455430" y="1397423"/>
                  <a:pt x="1466917" y="1408911"/>
                  <a:pt x="1466917" y="1423081"/>
                </a:cubicBezTo>
                <a:cubicBezTo>
                  <a:pt x="1466917" y="1437253"/>
                  <a:pt x="1455430" y="1448741"/>
                  <a:pt x="1441258" y="1448741"/>
                </a:cubicBezTo>
                <a:cubicBezTo>
                  <a:pt x="1427087" y="1448741"/>
                  <a:pt x="1415599" y="1437253"/>
                  <a:pt x="1415599" y="1423081"/>
                </a:cubicBezTo>
                <a:cubicBezTo>
                  <a:pt x="1415599" y="1408911"/>
                  <a:pt x="1427087" y="1397423"/>
                  <a:pt x="1441258" y="1397423"/>
                </a:cubicBezTo>
                <a:close/>
                <a:moveTo>
                  <a:pt x="1377053" y="1397423"/>
                </a:moveTo>
                <a:cubicBezTo>
                  <a:pt x="1391224" y="1397423"/>
                  <a:pt x="1402712" y="1408911"/>
                  <a:pt x="1402712" y="1423081"/>
                </a:cubicBezTo>
                <a:cubicBezTo>
                  <a:pt x="1402712" y="1437253"/>
                  <a:pt x="1391224" y="1448741"/>
                  <a:pt x="1377053" y="1448741"/>
                </a:cubicBezTo>
                <a:cubicBezTo>
                  <a:pt x="1362882" y="1448741"/>
                  <a:pt x="1351395" y="1437253"/>
                  <a:pt x="1351395" y="1423081"/>
                </a:cubicBezTo>
                <a:cubicBezTo>
                  <a:pt x="1351395" y="1408911"/>
                  <a:pt x="1362882" y="1397423"/>
                  <a:pt x="1377053" y="1397423"/>
                </a:cubicBezTo>
                <a:close/>
                <a:moveTo>
                  <a:pt x="1184437" y="1397423"/>
                </a:moveTo>
                <a:cubicBezTo>
                  <a:pt x="1198602" y="1397423"/>
                  <a:pt x="1210096" y="1408918"/>
                  <a:pt x="1210096" y="1423081"/>
                </a:cubicBezTo>
                <a:cubicBezTo>
                  <a:pt x="1210096" y="1437247"/>
                  <a:pt x="1198602" y="1448741"/>
                  <a:pt x="1184437" y="1448741"/>
                </a:cubicBezTo>
                <a:cubicBezTo>
                  <a:pt x="1170273" y="1448741"/>
                  <a:pt x="1158780" y="1437247"/>
                  <a:pt x="1158780" y="1423081"/>
                </a:cubicBezTo>
                <a:cubicBezTo>
                  <a:pt x="1158780" y="1408918"/>
                  <a:pt x="1170273" y="1397423"/>
                  <a:pt x="1184437" y="1397423"/>
                </a:cubicBezTo>
                <a:close/>
                <a:moveTo>
                  <a:pt x="1056027" y="1397423"/>
                </a:moveTo>
                <a:cubicBezTo>
                  <a:pt x="1070199" y="1397423"/>
                  <a:pt x="1081685" y="1408911"/>
                  <a:pt x="1081685" y="1423081"/>
                </a:cubicBezTo>
                <a:cubicBezTo>
                  <a:pt x="1081685" y="1437253"/>
                  <a:pt x="1070199" y="1448741"/>
                  <a:pt x="1056027" y="1448741"/>
                </a:cubicBezTo>
                <a:cubicBezTo>
                  <a:pt x="1041857" y="1448741"/>
                  <a:pt x="1030369" y="1437253"/>
                  <a:pt x="1030369" y="1423081"/>
                </a:cubicBezTo>
                <a:cubicBezTo>
                  <a:pt x="1030369" y="1408911"/>
                  <a:pt x="1041857" y="1397423"/>
                  <a:pt x="1056027" y="1397423"/>
                </a:cubicBezTo>
                <a:close/>
                <a:moveTo>
                  <a:pt x="991823" y="1397423"/>
                </a:moveTo>
                <a:cubicBezTo>
                  <a:pt x="1005993" y="1397423"/>
                  <a:pt x="1017481" y="1408911"/>
                  <a:pt x="1017481" y="1423081"/>
                </a:cubicBezTo>
                <a:cubicBezTo>
                  <a:pt x="1017481" y="1437253"/>
                  <a:pt x="1005993" y="1448741"/>
                  <a:pt x="991823" y="1448741"/>
                </a:cubicBezTo>
                <a:cubicBezTo>
                  <a:pt x="977652" y="1448741"/>
                  <a:pt x="966162" y="1437253"/>
                  <a:pt x="966162" y="1423081"/>
                </a:cubicBezTo>
                <a:cubicBezTo>
                  <a:pt x="966162" y="1408911"/>
                  <a:pt x="977652" y="1397423"/>
                  <a:pt x="991823" y="1397423"/>
                </a:cubicBezTo>
                <a:close/>
                <a:moveTo>
                  <a:pt x="927616" y="1397423"/>
                </a:moveTo>
                <a:cubicBezTo>
                  <a:pt x="941781" y="1397423"/>
                  <a:pt x="953275" y="1408918"/>
                  <a:pt x="953275" y="1423081"/>
                </a:cubicBezTo>
                <a:cubicBezTo>
                  <a:pt x="953275" y="1437247"/>
                  <a:pt x="941781" y="1448741"/>
                  <a:pt x="927616" y="1448741"/>
                </a:cubicBezTo>
                <a:cubicBezTo>
                  <a:pt x="913452" y="1448741"/>
                  <a:pt x="901957" y="1437247"/>
                  <a:pt x="901957" y="1423081"/>
                </a:cubicBezTo>
                <a:cubicBezTo>
                  <a:pt x="901957" y="1408918"/>
                  <a:pt x="913452" y="1397423"/>
                  <a:pt x="927616" y="1397423"/>
                </a:cubicBezTo>
                <a:close/>
                <a:moveTo>
                  <a:pt x="863411" y="1397423"/>
                </a:moveTo>
                <a:cubicBezTo>
                  <a:pt x="877576" y="1397423"/>
                  <a:pt x="889071" y="1408918"/>
                  <a:pt x="889071" y="1423081"/>
                </a:cubicBezTo>
                <a:cubicBezTo>
                  <a:pt x="889071" y="1437247"/>
                  <a:pt x="877576" y="1448741"/>
                  <a:pt x="863411" y="1448741"/>
                </a:cubicBezTo>
                <a:cubicBezTo>
                  <a:pt x="849248" y="1448741"/>
                  <a:pt x="837752" y="1437247"/>
                  <a:pt x="837752" y="1423081"/>
                </a:cubicBezTo>
                <a:cubicBezTo>
                  <a:pt x="837752" y="1408918"/>
                  <a:pt x="849248" y="1397423"/>
                  <a:pt x="863411" y="1397423"/>
                </a:cubicBezTo>
                <a:close/>
                <a:moveTo>
                  <a:pt x="670679" y="1397423"/>
                </a:moveTo>
                <a:cubicBezTo>
                  <a:pt x="684851" y="1397423"/>
                  <a:pt x="696338" y="1408911"/>
                  <a:pt x="696338" y="1423081"/>
                </a:cubicBezTo>
                <a:cubicBezTo>
                  <a:pt x="696338" y="1437253"/>
                  <a:pt x="684851" y="1448741"/>
                  <a:pt x="670679" y="1448741"/>
                </a:cubicBezTo>
                <a:cubicBezTo>
                  <a:pt x="656509" y="1448741"/>
                  <a:pt x="645020" y="1437253"/>
                  <a:pt x="645020" y="1423081"/>
                </a:cubicBezTo>
                <a:cubicBezTo>
                  <a:pt x="645020" y="1408911"/>
                  <a:pt x="656509" y="1397423"/>
                  <a:pt x="670679" y="1397423"/>
                </a:cubicBezTo>
                <a:close/>
                <a:moveTo>
                  <a:pt x="606475" y="1397423"/>
                </a:moveTo>
                <a:cubicBezTo>
                  <a:pt x="620639" y="1397423"/>
                  <a:pt x="632134" y="1408918"/>
                  <a:pt x="632134" y="1423081"/>
                </a:cubicBezTo>
                <a:cubicBezTo>
                  <a:pt x="632134" y="1437247"/>
                  <a:pt x="620639" y="1448741"/>
                  <a:pt x="606475" y="1448741"/>
                </a:cubicBezTo>
                <a:cubicBezTo>
                  <a:pt x="592310" y="1448741"/>
                  <a:pt x="580815" y="1437247"/>
                  <a:pt x="580815" y="1423081"/>
                </a:cubicBezTo>
                <a:cubicBezTo>
                  <a:pt x="580815" y="1408918"/>
                  <a:pt x="592310" y="1397423"/>
                  <a:pt x="606475" y="1397423"/>
                </a:cubicBezTo>
                <a:close/>
                <a:moveTo>
                  <a:pt x="542268" y="1397423"/>
                </a:moveTo>
                <a:cubicBezTo>
                  <a:pt x="556433" y="1397423"/>
                  <a:pt x="567927" y="1408918"/>
                  <a:pt x="567927" y="1423081"/>
                </a:cubicBezTo>
                <a:cubicBezTo>
                  <a:pt x="567927" y="1437247"/>
                  <a:pt x="556433" y="1448741"/>
                  <a:pt x="542268" y="1448741"/>
                </a:cubicBezTo>
                <a:cubicBezTo>
                  <a:pt x="528104" y="1448741"/>
                  <a:pt x="516610" y="1437247"/>
                  <a:pt x="516610" y="1423081"/>
                </a:cubicBezTo>
                <a:cubicBezTo>
                  <a:pt x="516610" y="1408918"/>
                  <a:pt x="528104" y="1397423"/>
                  <a:pt x="542268" y="1397423"/>
                </a:cubicBezTo>
                <a:close/>
                <a:moveTo>
                  <a:pt x="478063" y="1397423"/>
                </a:moveTo>
                <a:cubicBezTo>
                  <a:pt x="492228" y="1397423"/>
                  <a:pt x="503724" y="1408918"/>
                  <a:pt x="503724" y="1423081"/>
                </a:cubicBezTo>
                <a:cubicBezTo>
                  <a:pt x="503724" y="1437247"/>
                  <a:pt x="492228" y="1448741"/>
                  <a:pt x="478063" y="1448741"/>
                </a:cubicBezTo>
                <a:cubicBezTo>
                  <a:pt x="463900" y="1448741"/>
                  <a:pt x="452404" y="1437247"/>
                  <a:pt x="452404" y="1423081"/>
                </a:cubicBezTo>
                <a:cubicBezTo>
                  <a:pt x="452404" y="1408918"/>
                  <a:pt x="463900" y="1397423"/>
                  <a:pt x="478063" y="1397423"/>
                </a:cubicBezTo>
                <a:close/>
                <a:moveTo>
                  <a:pt x="413858" y="1397423"/>
                </a:moveTo>
                <a:cubicBezTo>
                  <a:pt x="428023" y="1397423"/>
                  <a:pt x="439517" y="1408918"/>
                  <a:pt x="439517" y="1423081"/>
                </a:cubicBezTo>
                <a:cubicBezTo>
                  <a:pt x="439517" y="1437247"/>
                  <a:pt x="428023" y="1448741"/>
                  <a:pt x="413858" y="1448741"/>
                </a:cubicBezTo>
                <a:cubicBezTo>
                  <a:pt x="399694" y="1448741"/>
                  <a:pt x="388200" y="1437247"/>
                  <a:pt x="388200" y="1423081"/>
                </a:cubicBezTo>
                <a:cubicBezTo>
                  <a:pt x="388200" y="1408918"/>
                  <a:pt x="399694" y="1397423"/>
                  <a:pt x="413858" y="1397423"/>
                </a:cubicBezTo>
                <a:close/>
                <a:moveTo>
                  <a:pt x="346686" y="1397423"/>
                </a:moveTo>
                <a:cubicBezTo>
                  <a:pt x="360849" y="1397423"/>
                  <a:pt x="372344" y="1408918"/>
                  <a:pt x="372344" y="1423081"/>
                </a:cubicBezTo>
                <a:cubicBezTo>
                  <a:pt x="372344" y="1437247"/>
                  <a:pt x="360849" y="1448741"/>
                  <a:pt x="346686" y="1448741"/>
                </a:cubicBezTo>
                <a:cubicBezTo>
                  <a:pt x="332520" y="1448741"/>
                  <a:pt x="321027" y="1437247"/>
                  <a:pt x="321027" y="1423081"/>
                </a:cubicBezTo>
                <a:cubicBezTo>
                  <a:pt x="321027" y="1408918"/>
                  <a:pt x="332520" y="1397423"/>
                  <a:pt x="346686" y="1397423"/>
                </a:cubicBezTo>
                <a:close/>
                <a:moveTo>
                  <a:pt x="282480" y="1397423"/>
                </a:moveTo>
                <a:cubicBezTo>
                  <a:pt x="296644" y="1397423"/>
                  <a:pt x="308138" y="1408918"/>
                  <a:pt x="308138" y="1423081"/>
                </a:cubicBezTo>
                <a:cubicBezTo>
                  <a:pt x="308138" y="1437247"/>
                  <a:pt x="296644" y="1448741"/>
                  <a:pt x="282480" y="1448741"/>
                </a:cubicBezTo>
                <a:cubicBezTo>
                  <a:pt x="268314" y="1448741"/>
                  <a:pt x="256820" y="1437247"/>
                  <a:pt x="256820" y="1423081"/>
                </a:cubicBezTo>
                <a:cubicBezTo>
                  <a:pt x="256820" y="1408918"/>
                  <a:pt x="268314" y="1397423"/>
                  <a:pt x="282480" y="1397423"/>
                </a:cubicBezTo>
                <a:close/>
                <a:moveTo>
                  <a:pt x="218274" y="1397423"/>
                </a:moveTo>
                <a:cubicBezTo>
                  <a:pt x="232438" y="1397423"/>
                  <a:pt x="243932" y="1408918"/>
                  <a:pt x="243932" y="1423081"/>
                </a:cubicBezTo>
                <a:cubicBezTo>
                  <a:pt x="243932" y="1437247"/>
                  <a:pt x="232438" y="1448741"/>
                  <a:pt x="218274" y="1448741"/>
                </a:cubicBezTo>
                <a:cubicBezTo>
                  <a:pt x="204109" y="1448741"/>
                  <a:pt x="192615" y="1437247"/>
                  <a:pt x="192615" y="1423081"/>
                </a:cubicBezTo>
                <a:cubicBezTo>
                  <a:pt x="192615" y="1408918"/>
                  <a:pt x="204109" y="1397423"/>
                  <a:pt x="218274" y="1397423"/>
                </a:cubicBezTo>
                <a:close/>
                <a:moveTo>
                  <a:pt x="25659" y="1397423"/>
                </a:moveTo>
                <a:cubicBezTo>
                  <a:pt x="39829" y="1397423"/>
                  <a:pt x="51317" y="1408911"/>
                  <a:pt x="51317" y="1423081"/>
                </a:cubicBezTo>
                <a:cubicBezTo>
                  <a:pt x="51317" y="1437253"/>
                  <a:pt x="39829" y="1448741"/>
                  <a:pt x="25659" y="1448741"/>
                </a:cubicBezTo>
                <a:cubicBezTo>
                  <a:pt x="11488" y="1448741"/>
                  <a:pt x="0" y="1437253"/>
                  <a:pt x="0" y="1423081"/>
                </a:cubicBezTo>
                <a:cubicBezTo>
                  <a:pt x="0" y="1408911"/>
                  <a:pt x="11488" y="1397423"/>
                  <a:pt x="25659" y="1397423"/>
                </a:cubicBezTo>
                <a:close/>
                <a:moveTo>
                  <a:pt x="11004528" y="1343087"/>
                </a:moveTo>
                <a:cubicBezTo>
                  <a:pt x="11011644" y="1343087"/>
                  <a:pt x="11017416" y="1348856"/>
                  <a:pt x="11017416" y="1355974"/>
                </a:cubicBezTo>
                <a:cubicBezTo>
                  <a:pt x="11017416" y="1363091"/>
                  <a:pt x="11011644" y="1368861"/>
                  <a:pt x="11004528" y="1368861"/>
                </a:cubicBezTo>
                <a:cubicBezTo>
                  <a:pt x="10997410" y="1368861"/>
                  <a:pt x="10991640" y="1363091"/>
                  <a:pt x="10991640" y="1355974"/>
                </a:cubicBezTo>
                <a:cubicBezTo>
                  <a:pt x="10991640" y="1348856"/>
                  <a:pt x="10997410" y="1343087"/>
                  <a:pt x="11004528" y="1343087"/>
                </a:cubicBezTo>
                <a:close/>
                <a:moveTo>
                  <a:pt x="10747708" y="1343087"/>
                </a:moveTo>
                <a:cubicBezTo>
                  <a:pt x="10754824" y="1343087"/>
                  <a:pt x="10760593" y="1348856"/>
                  <a:pt x="10760593" y="1355974"/>
                </a:cubicBezTo>
                <a:cubicBezTo>
                  <a:pt x="10760593" y="1363091"/>
                  <a:pt x="10754824" y="1368861"/>
                  <a:pt x="10747708" y="1368861"/>
                </a:cubicBezTo>
                <a:cubicBezTo>
                  <a:pt x="10740589" y="1368861"/>
                  <a:pt x="10734820" y="1363091"/>
                  <a:pt x="10734820" y="1355974"/>
                </a:cubicBezTo>
                <a:cubicBezTo>
                  <a:pt x="10734820" y="1348856"/>
                  <a:pt x="10740589" y="1343087"/>
                  <a:pt x="10747708" y="1343087"/>
                </a:cubicBezTo>
                <a:close/>
                <a:moveTo>
                  <a:pt x="10426681" y="1343087"/>
                </a:moveTo>
                <a:cubicBezTo>
                  <a:pt x="10433797" y="1343087"/>
                  <a:pt x="10439569" y="1348856"/>
                  <a:pt x="10439569" y="1355974"/>
                </a:cubicBezTo>
                <a:cubicBezTo>
                  <a:pt x="10439569" y="1363091"/>
                  <a:pt x="10433797" y="1368861"/>
                  <a:pt x="10426681" y="1368861"/>
                </a:cubicBezTo>
                <a:cubicBezTo>
                  <a:pt x="10419562" y="1368861"/>
                  <a:pt x="10413793" y="1363091"/>
                  <a:pt x="10413793" y="1355974"/>
                </a:cubicBezTo>
                <a:cubicBezTo>
                  <a:pt x="10413793" y="1348856"/>
                  <a:pt x="10419562" y="1343087"/>
                  <a:pt x="10426681" y="1343087"/>
                </a:cubicBezTo>
                <a:close/>
                <a:moveTo>
                  <a:pt x="9784512" y="1343087"/>
                </a:moveTo>
                <a:cubicBezTo>
                  <a:pt x="9791593" y="1343087"/>
                  <a:pt x="9797400" y="1348892"/>
                  <a:pt x="9797400" y="1355974"/>
                </a:cubicBezTo>
                <a:cubicBezTo>
                  <a:pt x="9797400" y="1363056"/>
                  <a:pt x="9791711" y="1368861"/>
                  <a:pt x="9784512" y="1368861"/>
                </a:cubicBezTo>
                <a:cubicBezTo>
                  <a:pt x="9777428" y="1368861"/>
                  <a:pt x="9771624" y="1363172"/>
                  <a:pt x="9771624" y="1355974"/>
                </a:cubicBezTo>
                <a:cubicBezTo>
                  <a:pt x="9771624" y="1348775"/>
                  <a:pt x="9777313" y="1343087"/>
                  <a:pt x="9784512" y="1343087"/>
                </a:cubicBezTo>
                <a:close/>
                <a:moveTo>
                  <a:pt x="8307675" y="1343087"/>
                </a:moveTo>
                <a:cubicBezTo>
                  <a:pt x="8314791" y="1343087"/>
                  <a:pt x="8320560" y="1348856"/>
                  <a:pt x="8320560" y="1355974"/>
                </a:cubicBezTo>
                <a:cubicBezTo>
                  <a:pt x="8320560" y="1363091"/>
                  <a:pt x="8314791" y="1368861"/>
                  <a:pt x="8307675" y="1368861"/>
                </a:cubicBezTo>
                <a:cubicBezTo>
                  <a:pt x="8300556" y="1368861"/>
                  <a:pt x="8294787" y="1363091"/>
                  <a:pt x="8294787" y="1355974"/>
                </a:cubicBezTo>
                <a:cubicBezTo>
                  <a:pt x="8294787" y="1348856"/>
                  <a:pt x="8300556" y="1343087"/>
                  <a:pt x="8307675" y="1343087"/>
                </a:cubicBezTo>
                <a:close/>
                <a:moveTo>
                  <a:pt x="7344479" y="1343087"/>
                </a:moveTo>
                <a:cubicBezTo>
                  <a:pt x="7351560" y="1343087"/>
                  <a:pt x="7357367" y="1348892"/>
                  <a:pt x="7357367" y="1355974"/>
                </a:cubicBezTo>
                <a:cubicBezTo>
                  <a:pt x="7357367" y="1363056"/>
                  <a:pt x="7351678" y="1368861"/>
                  <a:pt x="7344479" y="1368861"/>
                </a:cubicBezTo>
                <a:cubicBezTo>
                  <a:pt x="7337395" y="1368861"/>
                  <a:pt x="7331591" y="1363172"/>
                  <a:pt x="7331591" y="1355974"/>
                </a:cubicBezTo>
                <a:cubicBezTo>
                  <a:pt x="7331591" y="1348775"/>
                  <a:pt x="7337280" y="1343087"/>
                  <a:pt x="7344479" y="1343087"/>
                </a:cubicBezTo>
                <a:close/>
                <a:moveTo>
                  <a:pt x="6959132" y="1343087"/>
                </a:moveTo>
                <a:cubicBezTo>
                  <a:pt x="6966331" y="1343087"/>
                  <a:pt x="6972020" y="1348892"/>
                  <a:pt x="6972020" y="1355974"/>
                </a:cubicBezTo>
                <a:cubicBezTo>
                  <a:pt x="6972020" y="1363056"/>
                  <a:pt x="6966331" y="1368861"/>
                  <a:pt x="6959132" y="1368861"/>
                </a:cubicBezTo>
                <a:cubicBezTo>
                  <a:pt x="6952048" y="1368861"/>
                  <a:pt x="6946244" y="1363172"/>
                  <a:pt x="6946244" y="1355974"/>
                </a:cubicBezTo>
                <a:cubicBezTo>
                  <a:pt x="6946244" y="1348775"/>
                  <a:pt x="6951933" y="1343087"/>
                  <a:pt x="6959132" y="1343087"/>
                </a:cubicBezTo>
                <a:close/>
                <a:moveTo>
                  <a:pt x="6830836" y="1343087"/>
                </a:moveTo>
                <a:cubicBezTo>
                  <a:pt x="6837954" y="1343087"/>
                  <a:pt x="6843724" y="1348856"/>
                  <a:pt x="6843724" y="1355974"/>
                </a:cubicBezTo>
                <a:cubicBezTo>
                  <a:pt x="6843724" y="1363091"/>
                  <a:pt x="6837954" y="1368861"/>
                  <a:pt x="6830836" y="1368861"/>
                </a:cubicBezTo>
                <a:cubicBezTo>
                  <a:pt x="6823720" y="1368861"/>
                  <a:pt x="6817948" y="1363091"/>
                  <a:pt x="6817948" y="1355974"/>
                </a:cubicBezTo>
                <a:cubicBezTo>
                  <a:pt x="6817948" y="1348856"/>
                  <a:pt x="6823720" y="1343087"/>
                  <a:pt x="6830836" y="1343087"/>
                </a:cubicBezTo>
                <a:close/>
                <a:moveTo>
                  <a:pt x="5293924" y="1343087"/>
                </a:moveTo>
                <a:cubicBezTo>
                  <a:pt x="5301042" y="1343087"/>
                  <a:pt x="5306812" y="1348856"/>
                  <a:pt x="5306812" y="1355974"/>
                </a:cubicBezTo>
                <a:cubicBezTo>
                  <a:pt x="5306812" y="1363091"/>
                  <a:pt x="5301042" y="1368861"/>
                  <a:pt x="5293924" y="1368861"/>
                </a:cubicBezTo>
                <a:cubicBezTo>
                  <a:pt x="5286806" y="1368861"/>
                  <a:pt x="5281036" y="1363091"/>
                  <a:pt x="5281036" y="1355974"/>
                </a:cubicBezTo>
                <a:cubicBezTo>
                  <a:pt x="5281036" y="1348856"/>
                  <a:pt x="5286807" y="1343087"/>
                  <a:pt x="5293924" y="1343087"/>
                </a:cubicBezTo>
                <a:close/>
                <a:moveTo>
                  <a:pt x="5037104" y="1343087"/>
                </a:moveTo>
                <a:cubicBezTo>
                  <a:pt x="5044220" y="1343087"/>
                  <a:pt x="5049991" y="1348856"/>
                  <a:pt x="5049991" y="1355974"/>
                </a:cubicBezTo>
                <a:cubicBezTo>
                  <a:pt x="5049991" y="1363091"/>
                  <a:pt x="5044220" y="1368861"/>
                  <a:pt x="5037104" y="1368861"/>
                </a:cubicBezTo>
                <a:cubicBezTo>
                  <a:pt x="5029986" y="1368861"/>
                  <a:pt x="5024216" y="1363091"/>
                  <a:pt x="5024216" y="1355974"/>
                </a:cubicBezTo>
                <a:cubicBezTo>
                  <a:pt x="5024216" y="1348856"/>
                  <a:pt x="5029986" y="1343087"/>
                  <a:pt x="5037104" y="1343087"/>
                </a:cubicBezTo>
                <a:close/>
                <a:moveTo>
                  <a:pt x="4716077" y="1343087"/>
                </a:moveTo>
                <a:cubicBezTo>
                  <a:pt x="4723194" y="1343087"/>
                  <a:pt x="4728964" y="1348856"/>
                  <a:pt x="4728964" y="1355974"/>
                </a:cubicBezTo>
                <a:cubicBezTo>
                  <a:pt x="4728964" y="1363091"/>
                  <a:pt x="4723194" y="1368861"/>
                  <a:pt x="4716077" y="1368861"/>
                </a:cubicBezTo>
                <a:cubicBezTo>
                  <a:pt x="4708959" y="1368861"/>
                  <a:pt x="4703188" y="1363091"/>
                  <a:pt x="4703188" y="1355974"/>
                </a:cubicBezTo>
                <a:cubicBezTo>
                  <a:pt x="4703188" y="1348856"/>
                  <a:pt x="4708959" y="1343087"/>
                  <a:pt x="4716077" y="1343087"/>
                </a:cubicBezTo>
                <a:close/>
                <a:moveTo>
                  <a:pt x="4073908" y="1343087"/>
                </a:moveTo>
                <a:cubicBezTo>
                  <a:pt x="4080990" y="1343087"/>
                  <a:pt x="4086795" y="1348892"/>
                  <a:pt x="4086795" y="1355974"/>
                </a:cubicBezTo>
                <a:cubicBezTo>
                  <a:pt x="4086795" y="1363056"/>
                  <a:pt x="4081105" y="1368861"/>
                  <a:pt x="4073908" y="1368861"/>
                </a:cubicBezTo>
                <a:cubicBezTo>
                  <a:pt x="4066826" y="1368861"/>
                  <a:pt x="4061020" y="1363172"/>
                  <a:pt x="4061020" y="1355974"/>
                </a:cubicBezTo>
                <a:cubicBezTo>
                  <a:pt x="4061020" y="1348775"/>
                  <a:pt x="4066709" y="1343087"/>
                  <a:pt x="4073908" y="1343087"/>
                </a:cubicBezTo>
                <a:close/>
                <a:moveTo>
                  <a:pt x="2597069" y="1343087"/>
                </a:moveTo>
                <a:cubicBezTo>
                  <a:pt x="2604187" y="1343087"/>
                  <a:pt x="2609957" y="1348856"/>
                  <a:pt x="2609957" y="1355974"/>
                </a:cubicBezTo>
                <a:cubicBezTo>
                  <a:pt x="2609957" y="1363091"/>
                  <a:pt x="2604187" y="1368861"/>
                  <a:pt x="2597069" y="1368861"/>
                </a:cubicBezTo>
                <a:cubicBezTo>
                  <a:pt x="2589952" y="1368861"/>
                  <a:pt x="2584182" y="1363091"/>
                  <a:pt x="2584182" y="1355974"/>
                </a:cubicBezTo>
                <a:cubicBezTo>
                  <a:pt x="2584182" y="1348856"/>
                  <a:pt x="2589952" y="1343087"/>
                  <a:pt x="2597069" y="1343087"/>
                </a:cubicBezTo>
                <a:close/>
                <a:moveTo>
                  <a:pt x="1633875" y="1343087"/>
                </a:moveTo>
                <a:cubicBezTo>
                  <a:pt x="1640957" y="1343087"/>
                  <a:pt x="1646762" y="1348892"/>
                  <a:pt x="1646762" y="1355974"/>
                </a:cubicBezTo>
                <a:cubicBezTo>
                  <a:pt x="1646762" y="1363056"/>
                  <a:pt x="1641073" y="1368861"/>
                  <a:pt x="1633875" y="1368861"/>
                </a:cubicBezTo>
                <a:cubicBezTo>
                  <a:pt x="1626792" y="1368861"/>
                  <a:pt x="1620987" y="1363172"/>
                  <a:pt x="1620987" y="1355974"/>
                </a:cubicBezTo>
                <a:cubicBezTo>
                  <a:pt x="1620987" y="1348775"/>
                  <a:pt x="1626676" y="1343087"/>
                  <a:pt x="1633875" y="1343087"/>
                </a:cubicBezTo>
                <a:close/>
                <a:moveTo>
                  <a:pt x="1248528" y="1343087"/>
                </a:moveTo>
                <a:cubicBezTo>
                  <a:pt x="1255726" y="1343087"/>
                  <a:pt x="1261416" y="1348892"/>
                  <a:pt x="1261416" y="1355974"/>
                </a:cubicBezTo>
                <a:cubicBezTo>
                  <a:pt x="1261416" y="1363056"/>
                  <a:pt x="1255726" y="1368861"/>
                  <a:pt x="1248528" y="1368861"/>
                </a:cubicBezTo>
                <a:cubicBezTo>
                  <a:pt x="1241444" y="1368861"/>
                  <a:pt x="1235638" y="1363172"/>
                  <a:pt x="1235638" y="1355974"/>
                </a:cubicBezTo>
                <a:cubicBezTo>
                  <a:pt x="1235638" y="1348775"/>
                  <a:pt x="1241328" y="1343087"/>
                  <a:pt x="1248528" y="1343087"/>
                </a:cubicBezTo>
                <a:close/>
                <a:moveTo>
                  <a:pt x="1120233" y="1343087"/>
                </a:moveTo>
                <a:cubicBezTo>
                  <a:pt x="1127350" y="1343087"/>
                  <a:pt x="1133121" y="1348856"/>
                  <a:pt x="1133121" y="1355974"/>
                </a:cubicBezTo>
                <a:cubicBezTo>
                  <a:pt x="1133121" y="1363091"/>
                  <a:pt x="1127350" y="1368861"/>
                  <a:pt x="1120233" y="1368861"/>
                </a:cubicBezTo>
                <a:cubicBezTo>
                  <a:pt x="1113116" y="1368861"/>
                  <a:pt x="1107345" y="1363091"/>
                  <a:pt x="1107345" y="1355974"/>
                </a:cubicBezTo>
                <a:cubicBezTo>
                  <a:pt x="1107345" y="1348856"/>
                  <a:pt x="1113116" y="1343087"/>
                  <a:pt x="1120233" y="1343087"/>
                </a:cubicBezTo>
                <a:close/>
                <a:moveTo>
                  <a:pt x="12034897" y="1330315"/>
                </a:moveTo>
                <a:cubicBezTo>
                  <a:pt x="12049061" y="1330315"/>
                  <a:pt x="12060557" y="1341810"/>
                  <a:pt x="12060557" y="1355974"/>
                </a:cubicBezTo>
                <a:cubicBezTo>
                  <a:pt x="12060557" y="1370138"/>
                  <a:pt x="12049061" y="1381633"/>
                  <a:pt x="12034897" y="1381633"/>
                </a:cubicBezTo>
                <a:cubicBezTo>
                  <a:pt x="12020731" y="1381633"/>
                  <a:pt x="12009237" y="1370138"/>
                  <a:pt x="12009237" y="1355974"/>
                </a:cubicBezTo>
                <a:cubicBezTo>
                  <a:pt x="12009237" y="1341810"/>
                  <a:pt x="12020731" y="1330315"/>
                  <a:pt x="12034897" y="1330315"/>
                </a:cubicBezTo>
                <a:close/>
                <a:moveTo>
                  <a:pt x="11970691" y="1330315"/>
                </a:moveTo>
                <a:cubicBezTo>
                  <a:pt x="11984855" y="1330315"/>
                  <a:pt x="11996349" y="1341810"/>
                  <a:pt x="11996349" y="1355974"/>
                </a:cubicBezTo>
                <a:cubicBezTo>
                  <a:pt x="11996349" y="1370138"/>
                  <a:pt x="11984855" y="1381633"/>
                  <a:pt x="11970691" y="1381633"/>
                </a:cubicBezTo>
                <a:cubicBezTo>
                  <a:pt x="11956525" y="1381633"/>
                  <a:pt x="11945033" y="1370138"/>
                  <a:pt x="11945033" y="1355974"/>
                </a:cubicBezTo>
                <a:cubicBezTo>
                  <a:pt x="11945033" y="1341810"/>
                  <a:pt x="11956525" y="1330315"/>
                  <a:pt x="11970691" y="1330315"/>
                </a:cubicBezTo>
                <a:close/>
                <a:moveTo>
                  <a:pt x="11906483" y="1330315"/>
                </a:moveTo>
                <a:cubicBezTo>
                  <a:pt x="11920649" y="1330315"/>
                  <a:pt x="11932145" y="1341810"/>
                  <a:pt x="11932145" y="1355974"/>
                </a:cubicBezTo>
                <a:cubicBezTo>
                  <a:pt x="11932145" y="1370138"/>
                  <a:pt x="11920649" y="1381633"/>
                  <a:pt x="11906483" y="1381633"/>
                </a:cubicBezTo>
                <a:cubicBezTo>
                  <a:pt x="11892321" y="1381633"/>
                  <a:pt x="11880825" y="1370138"/>
                  <a:pt x="11880825" y="1355974"/>
                </a:cubicBezTo>
                <a:cubicBezTo>
                  <a:pt x="11880825" y="1341810"/>
                  <a:pt x="11892321" y="1330315"/>
                  <a:pt x="11906483" y="1330315"/>
                </a:cubicBezTo>
                <a:close/>
                <a:moveTo>
                  <a:pt x="11842279" y="1330315"/>
                </a:moveTo>
                <a:cubicBezTo>
                  <a:pt x="11856445" y="1330315"/>
                  <a:pt x="11867941" y="1341810"/>
                  <a:pt x="11867941" y="1355974"/>
                </a:cubicBezTo>
                <a:cubicBezTo>
                  <a:pt x="11867941" y="1370138"/>
                  <a:pt x="11856445" y="1381633"/>
                  <a:pt x="11842279" y="1381633"/>
                </a:cubicBezTo>
                <a:cubicBezTo>
                  <a:pt x="11828117" y="1381633"/>
                  <a:pt x="11816621" y="1370138"/>
                  <a:pt x="11816621" y="1355974"/>
                </a:cubicBezTo>
                <a:cubicBezTo>
                  <a:pt x="11816621" y="1341810"/>
                  <a:pt x="11828117" y="1330315"/>
                  <a:pt x="11842279" y="1330315"/>
                </a:cubicBezTo>
                <a:close/>
                <a:moveTo>
                  <a:pt x="11775107" y="1330315"/>
                </a:moveTo>
                <a:cubicBezTo>
                  <a:pt x="11789271" y="1330315"/>
                  <a:pt x="11800767" y="1341810"/>
                  <a:pt x="11800767" y="1355974"/>
                </a:cubicBezTo>
                <a:cubicBezTo>
                  <a:pt x="11800767" y="1370138"/>
                  <a:pt x="11789271" y="1381633"/>
                  <a:pt x="11775107" y="1381633"/>
                </a:cubicBezTo>
                <a:cubicBezTo>
                  <a:pt x="11760941" y="1381633"/>
                  <a:pt x="11749449" y="1370138"/>
                  <a:pt x="11749449" y="1355974"/>
                </a:cubicBezTo>
                <a:cubicBezTo>
                  <a:pt x="11749449" y="1341810"/>
                  <a:pt x="11760941" y="1330315"/>
                  <a:pt x="11775107" y="1330315"/>
                </a:cubicBezTo>
                <a:close/>
                <a:moveTo>
                  <a:pt x="11646697" y="1330315"/>
                </a:moveTo>
                <a:cubicBezTo>
                  <a:pt x="11660859" y="1330315"/>
                  <a:pt x="11672355" y="1341810"/>
                  <a:pt x="11672355" y="1355974"/>
                </a:cubicBezTo>
                <a:cubicBezTo>
                  <a:pt x="11672355" y="1370138"/>
                  <a:pt x="11660859" y="1381633"/>
                  <a:pt x="11646697" y="1381633"/>
                </a:cubicBezTo>
                <a:cubicBezTo>
                  <a:pt x="11632529" y="1381633"/>
                  <a:pt x="11621037" y="1370138"/>
                  <a:pt x="11621037" y="1355974"/>
                </a:cubicBezTo>
                <a:cubicBezTo>
                  <a:pt x="11621037" y="1341810"/>
                  <a:pt x="11632529" y="1330315"/>
                  <a:pt x="11646697" y="1330315"/>
                </a:cubicBezTo>
                <a:close/>
                <a:moveTo>
                  <a:pt x="11454081" y="1330315"/>
                </a:moveTo>
                <a:cubicBezTo>
                  <a:pt x="11468253" y="1330315"/>
                  <a:pt x="11479739" y="1341803"/>
                  <a:pt x="11479739" y="1355974"/>
                </a:cubicBezTo>
                <a:cubicBezTo>
                  <a:pt x="11479739" y="1370145"/>
                  <a:pt x="11468253" y="1381633"/>
                  <a:pt x="11454081" y="1381633"/>
                </a:cubicBezTo>
                <a:cubicBezTo>
                  <a:pt x="11439909" y="1381633"/>
                  <a:pt x="11428421" y="1370145"/>
                  <a:pt x="11428421" y="1355974"/>
                </a:cubicBezTo>
                <a:cubicBezTo>
                  <a:pt x="11428421" y="1341803"/>
                  <a:pt x="11439909" y="1330315"/>
                  <a:pt x="11454081" y="1330315"/>
                </a:cubicBezTo>
                <a:close/>
                <a:moveTo>
                  <a:pt x="11389875" y="1330315"/>
                </a:moveTo>
                <a:cubicBezTo>
                  <a:pt x="11404040" y="1330315"/>
                  <a:pt x="11415533" y="1341810"/>
                  <a:pt x="11415533" y="1355974"/>
                </a:cubicBezTo>
                <a:cubicBezTo>
                  <a:pt x="11415533" y="1370138"/>
                  <a:pt x="11404040" y="1381633"/>
                  <a:pt x="11389875" y="1381633"/>
                </a:cubicBezTo>
                <a:cubicBezTo>
                  <a:pt x="11375710" y="1381633"/>
                  <a:pt x="11364217" y="1370138"/>
                  <a:pt x="11364217" y="1355974"/>
                </a:cubicBezTo>
                <a:cubicBezTo>
                  <a:pt x="11364217" y="1341810"/>
                  <a:pt x="11375710" y="1330315"/>
                  <a:pt x="11389875" y="1330315"/>
                </a:cubicBezTo>
                <a:close/>
                <a:moveTo>
                  <a:pt x="11325670" y="1330315"/>
                </a:moveTo>
                <a:cubicBezTo>
                  <a:pt x="11339835" y="1330315"/>
                  <a:pt x="11351329" y="1341810"/>
                  <a:pt x="11351329" y="1355974"/>
                </a:cubicBezTo>
                <a:cubicBezTo>
                  <a:pt x="11351329" y="1370138"/>
                  <a:pt x="11339835" y="1381633"/>
                  <a:pt x="11325670" y="1381633"/>
                </a:cubicBezTo>
                <a:cubicBezTo>
                  <a:pt x="11311505" y="1381633"/>
                  <a:pt x="11300012" y="1370138"/>
                  <a:pt x="11300012" y="1355974"/>
                </a:cubicBezTo>
                <a:cubicBezTo>
                  <a:pt x="11300012" y="1341810"/>
                  <a:pt x="11311505" y="1330315"/>
                  <a:pt x="11325670" y="1330315"/>
                </a:cubicBezTo>
                <a:close/>
                <a:moveTo>
                  <a:pt x="11197259" y="1330315"/>
                </a:moveTo>
                <a:cubicBezTo>
                  <a:pt x="11211424" y="1330315"/>
                  <a:pt x="11222917" y="1341810"/>
                  <a:pt x="11222917" y="1355974"/>
                </a:cubicBezTo>
                <a:cubicBezTo>
                  <a:pt x="11222917" y="1370138"/>
                  <a:pt x="11211424" y="1381633"/>
                  <a:pt x="11197259" y="1381633"/>
                </a:cubicBezTo>
                <a:cubicBezTo>
                  <a:pt x="11183094" y="1381633"/>
                  <a:pt x="11171601" y="1370138"/>
                  <a:pt x="11171601" y="1355974"/>
                </a:cubicBezTo>
                <a:cubicBezTo>
                  <a:pt x="11171601" y="1341810"/>
                  <a:pt x="11183094" y="1330315"/>
                  <a:pt x="11197259" y="1330315"/>
                </a:cubicBezTo>
                <a:close/>
                <a:moveTo>
                  <a:pt x="11133055" y="1330315"/>
                </a:moveTo>
                <a:cubicBezTo>
                  <a:pt x="11147225" y="1330315"/>
                  <a:pt x="11158713" y="1341803"/>
                  <a:pt x="11158713" y="1355974"/>
                </a:cubicBezTo>
                <a:cubicBezTo>
                  <a:pt x="11158713" y="1370145"/>
                  <a:pt x="11147225" y="1381633"/>
                  <a:pt x="11133055" y="1381633"/>
                </a:cubicBezTo>
                <a:cubicBezTo>
                  <a:pt x="11118884" y="1381633"/>
                  <a:pt x="11107396" y="1370145"/>
                  <a:pt x="11107396" y="1355974"/>
                </a:cubicBezTo>
                <a:cubicBezTo>
                  <a:pt x="11107396" y="1341803"/>
                  <a:pt x="11118884" y="1330315"/>
                  <a:pt x="11133055" y="1330315"/>
                </a:cubicBezTo>
                <a:close/>
                <a:moveTo>
                  <a:pt x="11068848" y="1330315"/>
                </a:moveTo>
                <a:cubicBezTo>
                  <a:pt x="11083021" y="1330315"/>
                  <a:pt x="11094509" y="1341803"/>
                  <a:pt x="11094509" y="1355974"/>
                </a:cubicBezTo>
                <a:cubicBezTo>
                  <a:pt x="11094509" y="1370145"/>
                  <a:pt x="11083021" y="1381633"/>
                  <a:pt x="11068848" y="1381633"/>
                </a:cubicBezTo>
                <a:cubicBezTo>
                  <a:pt x="11054677" y="1381633"/>
                  <a:pt x="11043189" y="1370145"/>
                  <a:pt x="11043189" y="1355974"/>
                </a:cubicBezTo>
                <a:cubicBezTo>
                  <a:pt x="11043189" y="1341803"/>
                  <a:pt x="11054677" y="1330315"/>
                  <a:pt x="11068848" y="1330315"/>
                </a:cubicBezTo>
                <a:close/>
                <a:moveTo>
                  <a:pt x="10940321" y="1330315"/>
                </a:moveTo>
                <a:cubicBezTo>
                  <a:pt x="10954604" y="1330315"/>
                  <a:pt x="10965982" y="1341810"/>
                  <a:pt x="10965982" y="1355974"/>
                </a:cubicBezTo>
                <a:cubicBezTo>
                  <a:pt x="10965982" y="1370138"/>
                  <a:pt x="10954486" y="1381633"/>
                  <a:pt x="10940321" y="1381633"/>
                </a:cubicBezTo>
                <a:cubicBezTo>
                  <a:pt x="10926156" y="1381633"/>
                  <a:pt x="10914663" y="1370138"/>
                  <a:pt x="10914663" y="1355974"/>
                </a:cubicBezTo>
                <a:cubicBezTo>
                  <a:pt x="10914663" y="1341810"/>
                  <a:pt x="10926156" y="1330315"/>
                  <a:pt x="10940321" y="1330315"/>
                </a:cubicBezTo>
                <a:close/>
                <a:moveTo>
                  <a:pt x="10811912" y="1330315"/>
                </a:moveTo>
                <a:cubicBezTo>
                  <a:pt x="10826077" y="1330315"/>
                  <a:pt x="10837571" y="1341810"/>
                  <a:pt x="10837571" y="1355974"/>
                </a:cubicBezTo>
                <a:cubicBezTo>
                  <a:pt x="10837571" y="1370138"/>
                  <a:pt x="10826077" y="1381633"/>
                  <a:pt x="10811912" y="1381633"/>
                </a:cubicBezTo>
                <a:cubicBezTo>
                  <a:pt x="10797747" y="1381633"/>
                  <a:pt x="10786254" y="1370138"/>
                  <a:pt x="10786254" y="1355974"/>
                </a:cubicBezTo>
                <a:cubicBezTo>
                  <a:pt x="10786254" y="1341810"/>
                  <a:pt x="10797747" y="1330315"/>
                  <a:pt x="10811912" y="1330315"/>
                </a:cubicBezTo>
                <a:close/>
                <a:moveTo>
                  <a:pt x="10683501" y="1330315"/>
                </a:moveTo>
                <a:cubicBezTo>
                  <a:pt x="10697666" y="1330315"/>
                  <a:pt x="10709159" y="1341810"/>
                  <a:pt x="10709159" y="1355974"/>
                </a:cubicBezTo>
                <a:cubicBezTo>
                  <a:pt x="10709159" y="1370138"/>
                  <a:pt x="10697666" y="1381633"/>
                  <a:pt x="10683501" y="1381633"/>
                </a:cubicBezTo>
                <a:cubicBezTo>
                  <a:pt x="10669336" y="1381633"/>
                  <a:pt x="10657843" y="1370138"/>
                  <a:pt x="10657843" y="1355974"/>
                </a:cubicBezTo>
                <a:cubicBezTo>
                  <a:pt x="10657843" y="1341810"/>
                  <a:pt x="10669336" y="1330315"/>
                  <a:pt x="10683501" y="1330315"/>
                </a:cubicBezTo>
                <a:close/>
                <a:moveTo>
                  <a:pt x="10619297" y="1330315"/>
                </a:moveTo>
                <a:cubicBezTo>
                  <a:pt x="10633462" y="1330315"/>
                  <a:pt x="10644955" y="1341810"/>
                  <a:pt x="10644955" y="1355974"/>
                </a:cubicBezTo>
                <a:cubicBezTo>
                  <a:pt x="10644955" y="1370138"/>
                  <a:pt x="10633462" y="1381633"/>
                  <a:pt x="10619297" y="1381633"/>
                </a:cubicBezTo>
                <a:cubicBezTo>
                  <a:pt x="10605132" y="1381633"/>
                  <a:pt x="10593639" y="1370138"/>
                  <a:pt x="10593639" y="1355974"/>
                </a:cubicBezTo>
                <a:cubicBezTo>
                  <a:pt x="10593639" y="1341810"/>
                  <a:pt x="10605132" y="1330315"/>
                  <a:pt x="10619297" y="1330315"/>
                </a:cubicBezTo>
                <a:close/>
                <a:moveTo>
                  <a:pt x="10555092" y="1330315"/>
                </a:moveTo>
                <a:cubicBezTo>
                  <a:pt x="10569255" y="1330315"/>
                  <a:pt x="10580751" y="1341810"/>
                  <a:pt x="10580751" y="1355974"/>
                </a:cubicBezTo>
                <a:cubicBezTo>
                  <a:pt x="10580751" y="1370138"/>
                  <a:pt x="10569255" y="1381633"/>
                  <a:pt x="10555092" y="1381633"/>
                </a:cubicBezTo>
                <a:cubicBezTo>
                  <a:pt x="10540927" y="1381633"/>
                  <a:pt x="10529432" y="1370138"/>
                  <a:pt x="10529432" y="1355974"/>
                </a:cubicBezTo>
                <a:cubicBezTo>
                  <a:pt x="10529432" y="1341810"/>
                  <a:pt x="10540927" y="1330315"/>
                  <a:pt x="10555092" y="1330315"/>
                </a:cubicBezTo>
                <a:close/>
                <a:moveTo>
                  <a:pt x="10490885" y="1330315"/>
                </a:moveTo>
                <a:cubicBezTo>
                  <a:pt x="10505050" y="1330315"/>
                  <a:pt x="10516544" y="1341810"/>
                  <a:pt x="10516544" y="1355974"/>
                </a:cubicBezTo>
                <a:cubicBezTo>
                  <a:pt x="10516544" y="1370138"/>
                  <a:pt x="10505050" y="1381633"/>
                  <a:pt x="10490885" y="1381633"/>
                </a:cubicBezTo>
                <a:cubicBezTo>
                  <a:pt x="10476720" y="1381633"/>
                  <a:pt x="10465227" y="1370138"/>
                  <a:pt x="10465227" y="1355974"/>
                </a:cubicBezTo>
                <a:cubicBezTo>
                  <a:pt x="10465227" y="1341810"/>
                  <a:pt x="10476720" y="1330315"/>
                  <a:pt x="10490885" y="1330315"/>
                </a:cubicBezTo>
                <a:close/>
                <a:moveTo>
                  <a:pt x="10362474" y="1330315"/>
                </a:moveTo>
                <a:cubicBezTo>
                  <a:pt x="10376647" y="1330315"/>
                  <a:pt x="10388135" y="1341803"/>
                  <a:pt x="10388135" y="1355974"/>
                </a:cubicBezTo>
                <a:cubicBezTo>
                  <a:pt x="10388135" y="1370145"/>
                  <a:pt x="10376647" y="1381633"/>
                  <a:pt x="10362474" y="1381633"/>
                </a:cubicBezTo>
                <a:cubicBezTo>
                  <a:pt x="10348304" y="1381633"/>
                  <a:pt x="10336816" y="1370145"/>
                  <a:pt x="10336816" y="1355974"/>
                </a:cubicBezTo>
                <a:cubicBezTo>
                  <a:pt x="10336816" y="1341803"/>
                  <a:pt x="10348304" y="1330315"/>
                  <a:pt x="10362474" y="1330315"/>
                </a:cubicBezTo>
                <a:close/>
                <a:moveTo>
                  <a:pt x="10298270" y="1330315"/>
                </a:moveTo>
                <a:cubicBezTo>
                  <a:pt x="10312435" y="1330315"/>
                  <a:pt x="10323928" y="1341810"/>
                  <a:pt x="10323928" y="1355974"/>
                </a:cubicBezTo>
                <a:cubicBezTo>
                  <a:pt x="10323928" y="1370138"/>
                  <a:pt x="10312435" y="1381633"/>
                  <a:pt x="10298270" y="1381633"/>
                </a:cubicBezTo>
                <a:cubicBezTo>
                  <a:pt x="10284105" y="1381633"/>
                  <a:pt x="10272611" y="1370138"/>
                  <a:pt x="10272611" y="1355974"/>
                </a:cubicBezTo>
                <a:cubicBezTo>
                  <a:pt x="10272611" y="1341810"/>
                  <a:pt x="10284105" y="1330315"/>
                  <a:pt x="10298270" y="1330315"/>
                </a:cubicBezTo>
                <a:close/>
                <a:moveTo>
                  <a:pt x="10234065" y="1330315"/>
                </a:moveTo>
                <a:cubicBezTo>
                  <a:pt x="10248228" y="1330315"/>
                  <a:pt x="10259723" y="1341810"/>
                  <a:pt x="10259723" y="1355974"/>
                </a:cubicBezTo>
                <a:cubicBezTo>
                  <a:pt x="10259723" y="1370138"/>
                  <a:pt x="10248228" y="1381633"/>
                  <a:pt x="10234065" y="1381633"/>
                </a:cubicBezTo>
                <a:cubicBezTo>
                  <a:pt x="10219900" y="1381633"/>
                  <a:pt x="10208404" y="1370138"/>
                  <a:pt x="10208404" y="1355974"/>
                </a:cubicBezTo>
                <a:cubicBezTo>
                  <a:pt x="10208404" y="1341810"/>
                  <a:pt x="10219900" y="1330315"/>
                  <a:pt x="10234065" y="1330315"/>
                </a:cubicBezTo>
                <a:close/>
                <a:moveTo>
                  <a:pt x="10105654" y="1330315"/>
                </a:moveTo>
                <a:cubicBezTo>
                  <a:pt x="10119819" y="1330315"/>
                  <a:pt x="10131312" y="1341810"/>
                  <a:pt x="10131312" y="1355974"/>
                </a:cubicBezTo>
                <a:cubicBezTo>
                  <a:pt x="10131312" y="1370138"/>
                  <a:pt x="10119819" y="1381633"/>
                  <a:pt x="10105654" y="1381633"/>
                </a:cubicBezTo>
                <a:cubicBezTo>
                  <a:pt x="10091489" y="1381633"/>
                  <a:pt x="10079996" y="1370138"/>
                  <a:pt x="10079996" y="1355974"/>
                </a:cubicBezTo>
                <a:cubicBezTo>
                  <a:pt x="10079996" y="1341810"/>
                  <a:pt x="10091489" y="1330315"/>
                  <a:pt x="10105654" y="1330315"/>
                </a:cubicBezTo>
                <a:close/>
                <a:moveTo>
                  <a:pt x="9913038" y="1330315"/>
                </a:moveTo>
                <a:cubicBezTo>
                  <a:pt x="9927203" y="1330315"/>
                  <a:pt x="9938696" y="1341810"/>
                  <a:pt x="9938696" y="1355974"/>
                </a:cubicBezTo>
                <a:cubicBezTo>
                  <a:pt x="9938696" y="1370138"/>
                  <a:pt x="9927203" y="1381633"/>
                  <a:pt x="9913038" y="1381633"/>
                </a:cubicBezTo>
                <a:cubicBezTo>
                  <a:pt x="9898873" y="1381633"/>
                  <a:pt x="9887380" y="1370138"/>
                  <a:pt x="9887380" y="1355974"/>
                </a:cubicBezTo>
                <a:cubicBezTo>
                  <a:pt x="9887380" y="1341810"/>
                  <a:pt x="9898873" y="1330315"/>
                  <a:pt x="9913038" y="1330315"/>
                </a:cubicBezTo>
                <a:close/>
                <a:moveTo>
                  <a:pt x="9720307" y="1330315"/>
                </a:moveTo>
                <a:cubicBezTo>
                  <a:pt x="9734470" y="1330315"/>
                  <a:pt x="9745965" y="1341810"/>
                  <a:pt x="9745965" y="1355974"/>
                </a:cubicBezTo>
                <a:cubicBezTo>
                  <a:pt x="9745965" y="1370138"/>
                  <a:pt x="9734470" y="1381633"/>
                  <a:pt x="9720307" y="1381633"/>
                </a:cubicBezTo>
                <a:cubicBezTo>
                  <a:pt x="9706142" y="1381633"/>
                  <a:pt x="9694646" y="1370138"/>
                  <a:pt x="9694646" y="1355974"/>
                </a:cubicBezTo>
                <a:cubicBezTo>
                  <a:pt x="9694646" y="1341810"/>
                  <a:pt x="9706142" y="1330315"/>
                  <a:pt x="9720307" y="1330315"/>
                </a:cubicBezTo>
                <a:close/>
                <a:moveTo>
                  <a:pt x="9591896" y="1330315"/>
                </a:moveTo>
                <a:cubicBezTo>
                  <a:pt x="9606061" y="1330315"/>
                  <a:pt x="9617554" y="1341810"/>
                  <a:pt x="9617554" y="1355974"/>
                </a:cubicBezTo>
                <a:cubicBezTo>
                  <a:pt x="9617554" y="1370138"/>
                  <a:pt x="9606061" y="1381633"/>
                  <a:pt x="9591896" y="1381633"/>
                </a:cubicBezTo>
                <a:cubicBezTo>
                  <a:pt x="9577731" y="1381633"/>
                  <a:pt x="9566238" y="1370138"/>
                  <a:pt x="9566238" y="1355974"/>
                </a:cubicBezTo>
                <a:cubicBezTo>
                  <a:pt x="9566238" y="1341810"/>
                  <a:pt x="9577731" y="1330315"/>
                  <a:pt x="9591896" y="1330315"/>
                </a:cubicBezTo>
                <a:close/>
                <a:moveTo>
                  <a:pt x="9527689" y="1330315"/>
                </a:moveTo>
                <a:cubicBezTo>
                  <a:pt x="9541854" y="1330315"/>
                  <a:pt x="9553350" y="1341810"/>
                  <a:pt x="9553350" y="1355974"/>
                </a:cubicBezTo>
                <a:cubicBezTo>
                  <a:pt x="9553350" y="1370138"/>
                  <a:pt x="9541854" y="1381633"/>
                  <a:pt x="9527689" y="1381633"/>
                </a:cubicBezTo>
                <a:cubicBezTo>
                  <a:pt x="9513524" y="1381633"/>
                  <a:pt x="9502031" y="1370138"/>
                  <a:pt x="9502031" y="1355974"/>
                </a:cubicBezTo>
                <a:cubicBezTo>
                  <a:pt x="9502031" y="1341810"/>
                  <a:pt x="9513524" y="1330315"/>
                  <a:pt x="9527689" y="1330315"/>
                </a:cubicBezTo>
                <a:close/>
                <a:moveTo>
                  <a:pt x="9463485" y="1330315"/>
                </a:moveTo>
                <a:cubicBezTo>
                  <a:pt x="9477650" y="1330315"/>
                  <a:pt x="9489143" y="1341810"/>
                  <a:pt x="9489143" y="1355974"/>
                </a:cubicBezTo>
                <a:cubicBezTo>
                  <a:pt x="9489143" y="1370138"/>
                  <a:pt x="9477650" y="1381633"/>
                  <a:pt x="9463485" y="1381633"/>
                </a:cubicBezTo>
                <a:cubicBezTo>
                  <a:pt x="9449320" y="1381633"/>
                  <a:pt x="9437826" y="1370138"/>
                  <a:pt x="9437826" y="1355974"/>
                </a:cubicBezTo>
                <a:cubicBezTo>
                  <a:pt x="9437826" y="1341810"/>
                  <a:pt x="9449320" y="1330315"/>
                  <a:pt x="9463485" y="1330315"/>
                </a:cubicBezTo>
                <a:close/>
                <a:moveTo>
                  <a:pt x="9335073" y="1330315"/>
                </a:moveTo>
                <a:cubicBezTo>
                  <a:pt x="9349246" y="1330315"/>
                  <a:pt x="9360734" y="1341803"/>
                  <a:pt x="9360734" y="1355974"/>
                </a:cubicBezTo>
                <a:cubicBezTo>
                  <a:pt x="9360734" y="1370145"/>
                  <a:pt x="9349246" y="1381633"/>
                  <a:pt x="9335073" y="1381633"/>
                </a:cubicBezTo>
                <a:cubicBezTo>
                  <a:pt x="9320903" y="1381633"/>
                  <a:pt x="9309415" y="1370145"/>
                  <a:pt x="9309415" y="1355974"/>
                </a:cubicBezTo>
                <a:cubicBezTo>
                  <a:pt x="9309415" y="1341803"/>
                  <a:pt x="9320903" y="1330315"/>
                  <a:pt x="9335073" y="1330315"/>
                </a:cubicBezTo>
                <a:close/>
                <a:moveTo>
                  <a:pt x="9078253" y="1330315"/>
                </a:moveTo>
                <a:cubicBezTo>
                  <a:pt x="9092418" y="1330315"/>
                  <a:pt x="9103911" y="1341810"/>
                  <a:pt x="9103911" y="1355974"/>
                </a:cubicBezTo>
                <a:cubicBezTo>
                  <a:pt x="9103911" y="1370138"/>
                  <a:pt x="9092418" y="1381633"/>
                  <a:pt x="9078253" y="1381633"/>
                </a:cubicBezTo>
                <a:cubicBezTo>
                  <a:pt x="9064088" y="1381633"/>
                  <a:pt x="9052595" y="1370138"/>
                  <a:pt x="9052595" y="1355974"/>
                </a:cubicBezTo>
                <a:cubicBezTo>
                  <a:pt x="9052595" y="1341810"/>
                  <a:pt x="9064088" y="1330315"/>
                  <a:pt x="9078253" y="1330315"/>
                </a:cubicBezTo>
                <a:close/>
                <a:moveTo>
                  <a:pt x="9014049" y="1330315"/>
                </a:moveTo>
                <a:cubicBezTo>
                  <a:pt x="9028214" y="1330315"/>
                  <a:pt x="9039707" y="1341810"/>
                  <a:pt x="9039707" y="1355974"/>
                </a:cubicBezTo>
                <a:cubicBezTo>
                  <a:pt x="9039707" y="1370138"/>
                  <a:pt x="9028214" y="1381633"/>
                  <a:pt x="9014049" y="1381633"/>
                </a:cubicBezTo>
                <a:cubicBezTo>
                  <a:pt x="8999884" y="1381633"/>
                  <a:pt x="8988388" y="1370138"/>
                  <a:pt x="8988388" y="1355974"/>
                </a:cubicBezTo>
                <a:cubicBezTo>
                  <a:pt x="8988388" y="1341810"/>
                  <a:pt x="8999884" y="1330315"/>
                  <a:pt x="9014049" y="1330315"/>
                </a:cubicBezTo>
                <a:close/>
                <a:moveTo>
                  <a:pt x="8821433" y="1330315"/>
                </a:moveTo>
                <a:cubicBezTo>
                  <a:pt x="8835598" y="1330315"/>
                  <a:pt x="8847091" y="1341810"/>
                  <a:pt x="8847091" y="1355974"/>
                </a:cubicBezTo>
                <a:cubicBezTo>
                  <a:pt x="8847091" y="1370138"/>
                  <a:pt x="8835598" y="1381633"/>
                  <a:pt x="8821433" y="1381633"/>
                </a:cubicBezTo>
                <a:cubicBezTo>
                  <a:pt x="8807268" y="1381633"/>
                  <a:pt x="8795772" y="1370138"/>
                  <a:pt x="8795772" y="1355974"/>
                </a:cubicBezTo>
                <a:cubicBezTo>
                  <a:pt x="8795772" y="1341810"/>
                  <a:pt x="8807268" y="1330315"/>
                  <a:pt x="8821433" y="1330315"/>
                </a:cubicBezTo>
                <a:close/>
                <a:moveTo>
                  <a:pt x="8757226" y="1330315"/>
                </a:moveTo>
                <a:cubicBezTo>
                  <a:pt x="8771391" y="1330315"/>
                  <a:pt x="8782887" y="1341810"/>
                  <a:pt x="8782887" y="1355974"/>
                </a:cubicBezTo>
                <a:cubicBezTo>
                  <a:pt x="8782887" y="1370138"/>
                  <a:pt x="8771391" y="1381633"/>
                  <a:pt x="8757226" y="1381633"/>
                </a:cubicBezTo>
                <a:cubicBezTo>
                  <a:pt x="8743061" y="1381633"/>
                  <a:pt x="8731568" y="1370138"/>
                  <a:pt x="8731568" y="1355974"/>
                </a:cubicBezTo>
                <a:cubicBezTo>
                  <a:pt x="8731568" y="1341810"/>
                  <a:pt x="8743061" y="1330315"/>
                  <a:pt x="8757226" y="1330315"/>
                </a:cubicBezTo>
                <a:close/>
                <a:moveTo>
                  <a:pt x="8692904" y="1330315"/>
                </a:moveTo>
                <a:cubicBezTo>
                  <a:pt x="8707069" y="1330315"/>
                  <a:pt x="8718565" y="1341810"/>
                  <a:pt x="8718565" y="1355974"/>
                </a:cubicBezTo>
                <a:cubicBezTo>
                  <a:pt x="8718565" y="1370138"/>
                  <a:pt x="8707069" y="1381633"/>
                  <a:pt x="8692904" y="1381633"/>
                </a:cubicBezTo>
                <a:cubicBezTo>
                  <a:pt x="8678741" y="1381633"/>
                  <a:pt x="8667246" y="1370138"/>
                  <a:pt x="8667246" y="1355974"/>
                </a:cubicBezTo>
                <a:cubicBezTo>
                  <a:pt x="8667246" y="1341810"/>
                  <a:pt x="8678741" y="1330315"/>
                  <a:pt x="8692904" y="1330315"/>
                </a:cubicBezTo>
                <a:close/>
                <a:moveTo>
                  <a:pt x="8564495" y="1330315"/>
                </a:moveTo>
                <a:cubicBezTo>
                  <a:pt x="8578665" y="1330315"/>
                  <a:pt x="8590153" y="1341803"/>
                  <a:pt x="8590153" y="1355974"/>
                </a:cubicBezTo>
                <a:cubicBezTo>
                  <a:pt x="8590153" y="1370145"/>
                  <a:pt x="8578665" y="1381633"/>
                  <a:pt x="8564495" y="1381633"/>
                </a:cubicBezTo>
                <a:cubicBezTo>
                  <a:pt x="8550325" y="1381633"/>
                  <a:pt x="8538837" y="1370145"/>
                  <a:pt x="8538837" y="1355974"/>
                </a:cubicBezTo>
                <a:cubicBezTo>
                  <a:pt x="8538837" y="1341803"/>
                  <a:pt x="8550325" y="1330315"/>
                  <a:pt x="8564495" y="1330315"/>
                </a:cubicBezTo>
                <a:close/>
                <a:moveTo>
                  <a:pt x="8500288" y="1330315"/>
                </a:moveTo>
                <a:cubicBezTo>
                  <a:pt x="8514453" y="1330315"/>
                  <a:pt x="8525949" y="1341810"/>
                  <a:pt x="8525949" y="1355974"/>
                </a:cubicBezTo>
                <a:cubicBezTo>
                  <a:pt x="8525949" y="1370138"/>
                  <a:pt x="8514453" y="1381633"/>
                  <a:pt x="8500288" y="1381633"/>
                </a:cubicBezTo>
                <a:cubicBezTo>
                  <a:pt x="8486126" y="1381633"/>
                  <a:pt x="8474630" y="1370138"/>
                  <a:pt x="8474630" y="1355974"/>
                </a:cubicBezTo>
                <a:cubicBezTo>
                  <a:pt x="8474630" y="1341810"/>
                  <a:pt x="8486126" y="1330315"/>
                  <a:pt x="8500288" y="1330315"/>
                </a:cubicBezTo>
                <a:close/>
                <a:moveTo>
                  <a:pt x="8115057" y="1330315"/>
                </a:moveTo>
                <a:cubicBezTo>
                  <a:pt x="8129222" y="1330315"/>
                  <a:pt x="8140717" y="1341810"/>
                  <a:pt x="8140717" y="1355974"/>
                </a:cubicBezTo>
                <a:cubicBezTo>
                  <a:pt x="8140717" y="1370138"/>
                  <a:pt x="8129222" y="1381633"/>
                  <a:pt x="8115057" y="1381633"/>
                </a:cubicBezTo>
                <a:cubicBezTo>
                  <a:pt x="8100894" y="1381633"/>
                  <a:pt x="8089398" y="1370138"/>
                  <a:pt x="8089398" y="1355974"/>
                </a:cubicBezTo>
                <a:cubicBezTo>
                  <a:pt x="8089398" y="1341810"/>
                  <a:pt x="8100894" y="1330315"/>
                  <a:pt x="8115057" y="1330315"/>
                </a:cubicBezTo>
                <a:close/>
                <a:moveTo>
                  <a:pt x="8050852" y="1330315"/>
                </a:moveTo>
                <a:cubicBezTo>
                  <a:pt x="8065017" y="1330315"/>
                  <a:pt x="8076510" y="1341810"/>
                  <a:pt x="8076510" y="1355974"/>
                </a:cubicBezTo>
                <a:cubicBezTo>
                  <a:pt x="8076510" y="1370138"/>
                  <a:pt x="8065017" y="1381633"/>
                  <a:pt x="8050852" y="1381633"/>
                </a:cubicBezTo>
                <a:cubicBezTo>
                  <a:pt x="8036687" y="1381633"/>
                  <a:pt x="8025194" y="1370138"/>
                  <a:pt x="8025194" y="1355974"/>
                </a:cubicBezTo>
                <a:cubicBezTo>
                  <a:pt x="8025194" y="1341810"/>
                  <a:pt x="8036687" y="1330315"/>
                  <a:pt x="8050852" y="1330315"/>
                </a:cubicBezTo>
                <a:close/>
                <a:moveTo>
                  <a:pt x="7986648" y="1330315"/>
                </a:moveTo>
                <a:cubicBezTo>
                  <a:pt x="8000813" y="1330315"/>
                  <a:pt x="8012306" y="1341810"/>
                  <a:pt x="8012306" y="1355974"/>
                </a:cubicBezTo>
                <a:cubicBezTo>
                  <a:pt x="8012306" y="1370138"/>
                  <a:pt x="8000813" y="1381633"/>
                  <a:pt x="7986648" y="1381633"/>
                </a:cubicBezTo>
                <a:cubicBezTo>
                  <a:pt x="7972483" y="1381633"/>
                  <a:pt x="7960990" y="1370138"/>
                  <a:pt x="7960990" y="1355974"/>
                </a:cubicBezTo>
                <a:cubicBezTo>
                  <a:pt x="7960990" y="1341810"/>
                  <a:pt x="7972483" y="1330315"/>
                  <a:pt x="7986648" y="1330315"/>
                </a:cubicBezTo>
                <a:close/>
                <a:moveTo>
                  <a:pt x="7922444" y="1330315"/>
                </a:moveTo>
                <a:cubicBezTo>
                  <a:pt x="7936606" y="1330315"/>
                  <a:pt x="7948102" y="1341810"/>
                  <a:pt x="7948102" y="1355974"/>
                </a:cubicBezTo>
                <a:cubicBezTo>
                  <a:pt x="7948102" y="1370138"/>
                  <a:pt x="7936606" y="1381633"/>
                  <a:pt x="7922444" y="1381633"/>
                </a:cubicBezTo>
                <a:cubicBezTo>
                  <a:pt x="7908279" y="1381633"/>
                  <a:pt x="7896783" y="1370138"/>
                  <a:pt x="7896783" y="1355974"/>
                </a:cubicBezTo>
                <a:cubicBezTo>
                  <a:pt x="7896783" y="1341810"/>
                  <a:pt x="7908279" y="1330315"/>
                  <a:pt x="7922444" y="1330315"/>
                </a:cubicBezTo>
                <a:close/>
                <a:moveTo>
                  <a:pt x="7858237" y="1330315"/>
                </a:moveTo>
                <a:cubicBezTo>
                  <a:pt x="7872407" y="1330315"/>
                  <a:pt x="7883895" y="1341803"/>
                  <a:pt x="7883895" y="1355974"/>
                </a:cubicBezTo>
                <a:cubicBezTo>
                  <a:pt x="7883895" y="1370145"/>
                  <a:pt x="7872407" y="1381633"/>
                  <a:pt x="7858237" y="1381633"/>
                </a:cubicBezTo>
                <a:cubicBezTo>
                  <a:pt x="7844066" y="1381633"/>
                  <a:pt x="7832578" y="1370145"/>
                  <a:pt x="7832578" y="1355974"/>
                </a:cubicBezTo>
                <a:cubicBezTo>
                  <a:pt x="7832578" y="1341803"/>
                  <a:pt x="7844066" y="1330315"/>
                  <a:pt x="7858237" y="1330315"/>
                </a:cubicBezTo>
                <a:close/>
                <a:moveTo>
                  <a:pt x="7794032" y="1330315"/>
                </a:moveTo>
                <a:cubicBezTo>
                  <a:pt x="7808203" y="1330315"/>
                  <a:pt x="7819690" y="1341803"/>
                  <a:pt x="7819690" y="1355974"/>
                </a:cubicBezTo>
                <a:cubicBezTo>
                  <a:pt x="7819690" y="1370145"/>
                  <a:pt x="7808203" y="1381633"/>
                  <a:pt x="7794032" y="1381633"/>
                </a:cubicBezTo>
                <a:cubicBezTo>
                  <a:pt x="7779862" y="1381633"/>
                  <a:pt x="7768371" y="1370145"/>
                  <a:pt x="7768371" y="1355974"/>
                </a:cubicBezTo>
                <a:cubicBezTo>
                  <a:pt x="7768371" y="1341803"/>
                  <a:pt x="7779862" y="1330315"/>
                  <a:pt x="7794032" y="1330315"/>
                </a:cubicBezTo>
                <a:close/>
                <a:moveTo>
                  <a:pt x="7729825" y="1330315"/>
                </a:moveTo>
                <a:cubicBezTo>
                  <a:pt x="7743990" y="1330315"/>
                  <a:pt x="7755486" y="1341810"/>
                  <a:pt x="7755486" y="1355974"/>
                </a:cubicBezTo>
                <a:cubicBezTo>
                  <a:pt x="7755486" y="1370138"/>
                  <a:pt x="7743990" y="1381633"/>
                  <a:pt x="7729825" y="1381633"/>
                </a:cubicBezTo>
                <a:cubicBezTo>
                  <a:pt x="7715660" y="1381633"/>
                  <a:pt x="7704167" y="1370138"/>
                  <a:pt x="7704167" y="1355974"/>
                </a:cubicBezTo>
                <a:cubicBezTo>
                  <a:pt x="7704167" y="1341810"/>
                  <a:pt x="7715660" y="1330315"/>
                  <a:pt x="7729825" y="1330315"/>
                </a:cubicBezTo>
                <a:close/>
                <a:moveTo>
                  <a:pt x="7665621" y="1330315"/>
                </a:moveTo>
                <a:cubicBezTo>
                  <a:pt x="7679786" y="1330315"/>
                  <a:pt x="7691279" y="1341810"/>
                  <a:pt x="7691279" y="1355974"/>
                </a:cubicBezTo>
                <a:cubicBezTo>
                  <a:pt x="7691279" y="1370138"/>
                  <a:pt x="7679786" y="1381633"/>
                  <a:pt x="7665621" y="1381633"/>
                </a:cubicBezTo>
                <a:cubicBezTo>
                  <a:pt x="7651456" y="1381633"/>
                  <a:pt x="7639963" y="1370138"/>
                  <a:pt x="7639963" y="1355974"/>
                </a:cubicBezTo>
                <a:cubicBezTo>
                  <a:pt x="7639963" y="1341810"/>
                  <a:pt x="7651456" y="1330315"/>
                  <a:pt x="7665621" y="1330315"/>
                </a:cubicBezTo>
                <a:close/>
                <a:moveTo>
                  <a:pt x="7601299" y="1330315"/>
                </a:moveTo>
                <a:cubicBezTo>
                  <a:pt x="7615464" y="1330315"/>
                  <a:pt x="7626959" y="1341810"/>
                  <a:pt x="7626959" y="1355974"/>
                </a:cubicBezTo>
                <a:cubicBezTo>
                  <a:pt x="7626959" y="1370138"/>
                  <a:pt x="7615464" y="1381633"/>
                  <a:pt x="7601299" y="1381633"/>
                </a:cubicBezTo>
                <a:cubicBezTo>
                  <a:pt x="7587134" y="1381633"/>
                  <a:pt x="7575640" y="1370138"/>
                  <a:pt x="7575640" y="1355974"/>
                </a:cubicBezTo>
                <a:cubicBezTo>
                  <a:pt x="7575640" y="1341810"/>
                  <a:pt x="7587134" y="1330315"/>
                  <a:pt x="7601299" y="1330315"/>
                </a:cubicBezTo>
                <a:close/>
                <a:moveTo>
                  <a:pt x="7537094" y="1330315"/>
                </a:moveTo>
                <a:cubicBezTo>
                  <a:pt x="7551259" y="1330315"/>
                  <a:pt x="7562752" y="1341810"/>
                  <a:pt x="7562752" y="1355974"/>
                </a:cubicBezTo>
                <a:cubicBezTo>
                  <a:pt x="7562752" y="1370138"/>
                  <a:pt x="7551259" y="1381633"/>
                  <a:pt x="7537094" y="1381633"/>
                </a:cubicBezTo>
                <a:cubicBezTo>
                  <a:pt x="7522929" y="1381633"/>
                  <a:pt x="7511436" y="1370138"/>
                  <a:pt x="7511436" y="1355974"/>
                </a:cubicBezTo>
                <a:cubicBezTo>
                  <a:pt x="7511436" y="1341810"/>
                  <a:pt x="7522929" y="1330315"/>
                  <a:pt x="7537094" y="1330315"/>
                </a:cubicBezTo>
                <a:close/>
                <a:moveTo>
                  <a:pt x="7472890" y="1330315"/>
                </a:moveTo>
                <a:cubicBezTo>
                  <a:pt x="7487060" y="1330315"/>
                  <a:pt x="7498548" y="1341803"/>
                  <a:pt x="7498548" y="1355974"/>
                </a:cubicBezTo>
                <a:cubicBezTo>
                  <a:pt x="7498548" y="1370145"/>
                  <a:pt x="7487060" y="1381633"/>
                  <a:pt x="7472890" y="1381633"/>
                </a:cubicBezTo>
                <a:cubicBezTo>
                  <a:pt x="7458717" y="1381633"/>
                  <a:pt x="7447229" y="1370145"/>
                  <a:pt x="7447229" y="1355974"/>
                </a:cubicBezTo>
                <a:cubicBezTo>
                  <a:pt x="7447229" y="1341803"/>
                  <a:pt x="7458717" y="1330315"/>
                  <a:pt x="7472890" y="1330315"/>
                </a:cubicBezTo>
                <a:close/>
                <a:moveTo>
                  <a:pt x="7280274" y="1330315"/>
                </a:moveTo>
                <a:cubicBezTo>
                  <a:pt x="7294437" y="1330315"/>
                  <a:pt x="7305932" y="1341810"/>
                  <a:pt x="7305932" y="1355974"/>
                </a:cubicBezTo>
                <a:cubicBezTo>
                  <a:pt x="7305932" y="1370138"/>
                  <a:pt x="7294437" y="1381633"/>
                  <a:pt x="7280274" y="1381633"/>
                </a:cubicBezTo>
                <a:cubicBezTo>
                  <a:pt x="7266109" y="1381633"/>
                  <a:pt x="7254613" y="1370138"/>
                  <a:pt x="7254613" y="1355974"/>
                </a:cubicBezTo>
                <a:cubicBezTo>
                  <a:pt x="7254613" y="1341810"/>
                  <a:pt x="7266109" y="1330315"/>
                  <a:pt x="7280274" y="1330315"/>
                </a:cubicBezTo>
                <a:close/>
                <a:moveTo>
                  <a:pt x="7216067" y="1330315"/>
                </a:moveTo>
                <a:cubicBezTo>
                  <a:pt x="7230232" y="1330315"/>
                  <a:pt x="7241725" y="1341810"/>
                  <a:pt x="7241725" y="1355974"/>
                </a:cubicBezTo>
                <a:cubicBezTo>
                  <a:pt x="7241725" y="1370138"/>
                  <a:pt x="7230232" y="1381633"/>
                  <a:pt x="7216067" y="1381633"/>
                </a:cubicBezTo>
                <a:cubicBezTo>
                  <a:pt x="7201902" y="1381633"/>
                  <a:pt x="7190409" y="1370138"/>
                  <a:pt x="7190409" y="1355974"/>
                </a:cubicBezTo>
                <a:cubicBezTo>
                  <a:pt x="7190409" y="1341810"/>
                  <a:pt x="7201902" y="1330315"/>
                  <a:pt x="7216067" y="1330315"/>
                </a:cubicBezTo>
                <a:close/>
                <a:moveTo>
                  <a:pt x="7151863" y="1330315"/>
                </a:moveTo>
                <a:cubicBezTo>
                  <a:pt x="7166033" y="1330315"/>
                  <a:pt x="7177521" y="1341803"/>
                  <a:pt x="7177521" y="1355974"/>
                </a:cubicBezTo>
                <a:cubicBezTo>
                  <a:pt x="7177521" y="1370145"/>
                  <a:pt x="7166033" y="1381633"/>
                  <a:pt x="7151863" y="1381633"/>
                </a:cubicBezTo>
                <a:cubicBezTo>
                  <a:pt x="7137692" y="1381633"/>
                  <a:pt x="7126205" y="1370145"/>
                  <a:pt x="7126205" y="1355974"/>
                </a:cubicBezTo>
                <a:cubicBezTo>
                  <a:pt x="7126205" y="1341803"/>
                  <a:pt x="7137692" y="1330315"/>
                  <a:pt x="7151863" y="1330315"/>
                </a:cubicBezTo>
                <a:close/>
                <a:moveTo>
                  <a:pt x="7087658" y="1330315"/>
                </a:moveTo>
                <a:cubicBezTo>
                  <a:pt x="7101829" y="1330315"/>
                  <a:pt x="7113317" y="1341803"/>
                  <a:pt x="7113317" y="1355974"/>
                </a:cubicBezTo>
                <a:cubicBezTo>
                  <a:pt x="7113317" y="1370145"/>
                  <a:pt x="7101829" y="1381633"/>
                  <a:pt x="7087658" y="1381633"/>
                </a:cubicBezTo>
                <a:cubicBezTo>
                  <a:pt x="7073485" y="1381633"/>
                  <a:pt x="7061998" y="1370145"/>
                  <a:pt x="7061998" y="1355974"/>
                </a:cubicBezTo>
                <a:cubicBezTo>
                  <a:pt x="7061998" y="1341803"/>
                  <a:pt x="7073485" y="1330315"/>
                  <a:pt x="7087658" y="1330315"/>
                </a:cubicBezTo>
                <a:close/>
                <a:moveTo>
                  <a:pt x="6895043" y="1330315"/>
                </a:moveTo>
                <a:cubicBezTo>
                  <a:pt x="6909208" y="1330315"/>
                  <a:pt x="6920701" y="1341810"/>
                  <a:pt x="6920701" y="1355974"/>
                </a:cubicBezTo>
                <a:cubicBezTo>
                  <a:pt x="6920701" y="1370138"/>
                  <a:pt x="6909208" y="1381633"/>
                  <a:pt x="6895043" y="1381633"/>
                </a:cubicBezTo>
                <a:cubicBezTo>
                  <a:pt x="6880878" y="1381633"/>
                  <a:pt x="6869382" y="1370138"/>
                  <a:pt x="6869382" y="1355974"/>
                </a:cubicBezTo>
                <a:cubicBezTo>
                  <a:pt x="6869382" y="1341810"/>
                  <a:pt x="6880878" y="1330315"/>
                  <a:pt x="6895043" y="1330315"/>
                </a:cubicBezTo>
                <a:close/>
                <a:moveTo>
                  <a:pt x="6766631" y="1330315"/>
                </a:moveTo>
                <a:cubicBezTo>
                  <a:pt x="6780802" y="1330315"/>
                  <a:pt x="6792290" y="1341803"/>
                  <a:pt x="6792290" y="1355974"/>
                </a:cubicBezTo>
                <a:cubicBezTo>
                  <a:pt x="6792290" y="1370145"/>
                  <a:pt x="6780802" y="1381633"/>
                  <a:pt x="6766631" y="1381633"/>
                </a:cubicBezTo>
                <a:cubicBezTo>
                  <a:pt x="6752461" y="1381633"/>
                  <a:pt x="6740973" y="1370145"/>
                  <a:pt x="6740973" y="1355974"/>
                </a:cubicBezTo>
                <a:cubicBezTo>
                  <a:pt x="6740973" y="1341803"/>
                  <a:pt x="6752461" y="1330315"/>
                  <a:pt x="6766631" y="1330315"/>
                </a:cubicBezTo>
                <a:close/>
                <a:moveTo>
                  <a:pt x="6702427" y="1330315"/>
                </a:moveTo>
                <a:cubicBezTo>
                  <a:pt x="6716597" y="1330315"/>
                  <a:pt x="6728085" y="1341803"/>
                  <a:pt x="6728085" y="1355974"/>
                </a:cubicBezTo>
                <a:cubicBezTo>
                  <a:pt x="6728085" y="1370145"/>
                  <a:pt x="6716597" y="1381633"/>
                  <a:pt x="6702427" y="1381633"/>
                </a:cubicBezTo>
                <a:cubicBezTo>
                  <a:pt x="6688254" y="1381633"/>
                  <a:pt x="6676766" y="1370145"/>
                  <a:pt x="6676766" y="1355974"/>
                </a:cubicBezTo>
                <a:cubicBezTo>
                  <a:pt x="6676766" y="1341803"/>
                  <a:pt x="6688254" y="1330315"/>
                  <a:pt x="6702427" y="1330315"/>
                </a:cubicBezTo>
                <a:close/>
                <a:moveTo>
                  <a:pt x="6638220" y="1330315"/>
                </a:moveTo>
                <a:cubicBezTo>
                  <a:pt x="6652385" y="1330315"/>
                  <a:pt x="6663881" y="1341810"/>
                  <a:pt x="6663881" y="1355974"/>
                </a:cubicBezTo>
                <a:cubicBezTo>
                  <a:pt x="6663881" y="1370138"/>
                  <a:pt x="6652385" y="1381633"/>
                  <a:pt x="6638220" y="1381633"/>
                </a:cubicBezTo>
                <a:cubicBezTo>
                  <a:pt x="6624055" y="1381633"/>
                  <a:pt x="6612562" y="1370138"/>
                  <a:pt x="6612562" y="1355974"/>
                </a:cubicBezTo>
                <a:cubicBezTo>
                  <a:pt x="6612562" y="1341810"/>
                  <a:pt x="6624055" y="1330315"/>
                  <a:pt x="6638220" y="1330315"/>
                </a:cubicBezTo>
                <a:close/>
                <a:moveTo>
                  <a:pt x="6574016" y="1330315"/>
                </a:moveTo>
                <a:cubicBezTo>
                  <a:pt x="6588181" y="1330315"/>
                  <a:pt x="6599674" y="1341810"/>
                  <a:pt x="6599674" y="1355974"/>
                </a:cubicBezTo>
                <a:cubicBezTo>
                  <a:pt x="6599674" y="1370138"/>
                  <a:pt x="6588181" y="1381633"/>
                  <a:pt x="6574016" y="1381633"/>
                </a:cubicBezTo>
                <a:cubicBezTo>
                  <a:pt x="6559851" y="1381633"/>
                  <a:pt x="6548357" y="1370138"/>
                  <a:pt x="6548357" y="1355974"/>
                </a:cubicBezTo>
                <a:cubicBezTo>
                  <a:pt x="6548357" y="1341810"/>
                  <a:pt x="6559851" y="1330315"/>
                  <a:pt x="6574016" y="1330315"/>
                </a:cubicBezTo>
                <a:close/>
                <a:moveTo>
                  <a:pt x="6317078" y="1330315"/>
                </a:moveTo>
                <a:cubicBezTo>
                  <a:pt x="6331243" y="1330315"/>
                  <a:pt x="6342736" y="1341810"/>
                  <a:pt x="6342736" y="1355974"/>
                </a:cubicBezTo>
                <a:cubicBezTo>
                  <a:pt x="6342736" y="1370138"/>
                  <a:pt x="6331243" y="1381633"/>
                  <a:pt x="6317078" y="1381633"/>
                </a:cubicBezTo>
                <a:cubicBezTo>
                  <a:pt x="6302913" y="1381633"/>
                  <a:pt x="6291420" y="1370138"/>
                  <a:pt x="6291420" y="1355974"/>
                </a:cubicBezTo>
                <a:cubicBezTo>
                  <a:pt x="6291420" y="1341810"/>
                  <a:pt x="6302913" y="1330315"/>
                  <a:pt x="6317078" y="1330315"/>
                </a:cubicBezTo>
                <a:close/>
                <a:moveTo>
                  <a:pt x="6252873" y="1330315"/>
                </a:moveTo>
                <a:cubicBezTo>
                  <a:pt x="6267036" y="1330315"/>
                  <a:pt x="6278532" y="1341810"/>
                  <a:pt x="6278532" y="1355974"/>
                </a:cubicBezTo>
                <a:cubicBezTo>
                  <a:pt x="6278532" y="1370138"/>
                  <a:pt x="6267036" y="1381633"/>
                  <a:pt x="6252873" y="1381633"/>
                </a:cubicBezTo>
                <a:cubicBezTo>
                  <a:pt x="6238708" y="1381633"/>
                  <a:pt x="6227213" y="1370138"/>
                  <a:pt x="6227213" y="1355974"/>
                </a:cubicBezTo>
                <a:cubicBezTo>
                  <a:pt x="6227213" y="1341810"/>
                  <a:pt x="6238708" y="1330315"/>
                  <a:pt x="6252873" y="1330315"/>
                </a:cubicBezTo>
                <a:close/>
                <a:moveTo>
                  <a:pt x="6188666" y="1330315"/>
                </a:moveTo>
                <a:cubicBezTo>
                  <a:pt x="6202831" y="1330315"/>
                  <a:pt x="6214327" y="1341810"/>
                  <a:pt x="6214327" y="1355974"/>
                </a:cubicBezTo>
                <a:cubicBezTo>
                  <a:pt x="6214327" y="1370138"/>
                  <a:pt x="6202831" y="1381633"/>
                  <a:pt x="6188666" y="1381633"/>
                </a:cubicBezTo>
                <a:cubicBezTo>
                  <a:pt x="6174504" y="1381633"/>
                  <a:pt x="6163008" y="1370138"/>
                  <a:pt x="6163008" y="1355974"/>
                </a:cubicBezTo>
                <a:cubicBezTo>
                  <a:pt x="6163008" y="1341810"/>
                  <a:pt x="6174504" y="1330315"/>
                  <a:pt x="6188666" y="1330315"/>
                </a:cubicBezTo>
                <a:close/>
                <a:moveTo>
                  <a:pt x="6124462" y="1330315"/>
                </a:moveTo>
                <a:cubicBezTo>
                  <a:pt x="6138627" y="1330315"/>
                  <a:pt x="6150123" y="1341810"/>
                  <a:pt x="6150123" y="1355974"/>
                </a:cubicBezTo>
                <a:cubicBezTo>
                  <a:pt x="6150123" y="1370138"/>
                  <a:pt x="6138627" y="1381633"/>
                  <a:pt x="6124462" y="1381633"/>
                </a:cubicBezTo>
                <a:cubicBezTo>
                  <a:pt x="6110297" y="1381633"/>
                  <a:pt x="6098804" y="1370138"/>
                  <a:pt x="6098804" y="1355974"/>
                </a:cubicBezTo>
                <a:cubicBezTo>
                  <a:pt x="6098804" y="1341810"/>
                  <a:pt x="6110297" y="1330315"/>
                  <a:pt x="6124462" y="1330315"/>
                </a:cubicBezTo>
                <a:close/>
                <a:moveTo>
                  <a:pt x="6064505" y="1330315"/>
                </a:moveTo>
                <a:cubicBezTo>
                  <a:pt x="6078666" y="1330315"/>
                  <a:pt x="6090163" y="1341810"/>
                  <a:pt x="6090163" y="1355974"/>
                </a:cubicBezTo>
                <a:cubicBezTo>
                  <a:pt x="6090163" y="1370138"/>
                  <a:pt x="6078666" y="1381633"/>
                  <a:pt x="6064505" y="1381633"/>
                </a:cubicBezTo>
                <a:cubicBezTo>
                  <a:pt x="6050336" y="1381633"/>
                  <a:pt x="6038844" y="1370138"/>
                  <a:pt x="6038844" y="1355974"/>
                </a:cubicBezTo>
                <a:cubicBezTo>
                  <a:pt x="6038844" y="1341810"/>
                  <a:pt x="6050336" y="1330315"/>
                  <a:pt x="6064505" y="1330315"/>
                </a:cubicBezTo>
                <a:close/>
                <a:moveTo>
                  <a:pt x="5936092" y="1330315"/>
                </a:moveTo>
                <a:cubicBezTo>
                  <a:pt x="5950255" y="1330315"/>
                  <a:pt x="5961751" y="1341810"/>
                  <a:pt x="5961751" y="1355974"/>
                </a:cubicBezTo>
                <a:cubicBezTo>
                  <a:pt x="5961751" y="1370138"/>
                  <a:pt x="5950255" y="1381633"/>
                  <a:pt x="5936092" y="1381633"/>
                </a:cubicBezTo>
                <a:cubicBezTo>
                  <a:pt x="5921928" y="1381633"/>
                  <a:pt x="5910435" y="1370138"/>
                  <a:pt x="5910435" y="1355974"/>
                </a:cubicBezTo>
                <a:cubicBezTo>
                  <a:pt x="5910435" y="1341810"/>
                  <a:pt x="5921928" y="1330315"/>
                  <a:pt x="5936092" y="1330315"/>
                </a:cubicBezTo>
                <a:close/>
                <a:moveTo>
                  <a:pt x="5743477" y="1330315"/>
                </a:moveTo>
                <a:cubicBezTo>
                  <a:pt x="5757648" y="1330315"/>
                  <a:pt x="5769136" y="1341803"/>
                  <a:pt x="5769136" y="1355974"/>
                </a:cubicBezTo>
                <a:cubicBezTo>
                  <a:pt x="5769136" y="1370145"/>
                  <a:pt x="5757648" y="1381633"/>
                  <a:pt x="5743477" y="1381633"/>
                </a:cubicBezTo>
                <a:cubicBezTo>
                  <a:pt x="5729307" y="1381633"/>
                  <a:pt x="5717818" y="1370145"/>
                  <a:pt x="5717818" y="1355974"/>
                </a:cubicBezTo>
                <a:cubicBezTo>
                  <a:pt x="5717818" y="1341803"/>
                  <a:pt x="5729307" y="1330315"/>
                  <a:pt x="5743477" y="1330315"/>
                </a:cubicBezTo>
                <a:close/>
                <a:moveTo>
                  <a:pt x="5679272" y="1330315"/>
                </a:moveTo>
                <a:cubicBezTo>
                  <a:pt x="5693437" y="1330315"/>
                  <a:pt x="5704930" y="1341810"/>
                  <a:pt x="5704930" y="1355974"/>
                </a:cubicBezTo>
                <a:cubicBezTo>
                  <a:pt x="5704930" y="1370138"/>
                  <a:pt x="5693437" y="1381633"/>
                  <a:pt x="5679272" y="1381633"/>
                </a:cubicBezTo>
                <a:cubicBezTo>
                  <a:pt x="5665108" y="1381633"/>
                  <a:pt x="5653614" y="1370138"/>
                  <a:pt x="5653614" y="1355974"/>
                </a:cubicBezTo>
                <a:cubicBezTo>
                  <a:pt x="5653614" y="1341810"/>
                  <a:pt x="5665108" y="1330315"/>
                  <a:pt x="5679272" y="1330315"/>
                </a:cubicBezTo>
                <a:close/>
                <a:moveTo>
                  <a:pt x="5615066" y="1330315"/>
                </a:moveTo>
                <a:cubicBezTo>
                  <a:pt x="5629231" y="1330315"/>
                  <a:pt x="5640726" y="1341810"/>
                  <a:pt x="5640726" y="1355974"/>
                </a:cubicBezTo>
                <a:cubicBezTo>
                  <a:pt x="5640726" y="1370138"/>
                  <a:pt x="5629231" y="1381633"/>
                  <a:pt x="5615066" y="1381633"/>
                </a:cubicBezTo>
                <a:cubicBezTo>
                  <a:pt x="5600901" y="1381633"/>
                  <a:pt x="5589407" y="1370138"/>
                  <a:pt x="5589407" y="1355974"/>
                </a:cubicBezTo>
                <a:cubicBezTo>
                  <a:pt x="5589407" y="1341810"/>
                  <a:pt x="5600901" y="1330315"/>
                  <a:pt x="5615066" y="1330315"/>
                </a:cubicBezTo>
                <a:close/>
                <a:moveTo>
                  <a:pt x="5486655" y="1330315"/>
                </a:moveTo>
                <a:cubicBezTo>
                  <a:pt x="5500819" y="1330315"/>
                  <a:pt x="5512316" y="1341810"/>
                  <a:pt x="5512316" y="1355974"/>
                </a:cubicBezTo>
                <a:cubicBezTo>
                  <a:pt x="5512316" y="1370138"/>
                  <a:pt x="5500819" y="1381633"/>
                  <a:pt x="5486655" y="1381633"/>
                </a:cubicBezTo>
                <a:cubicBezTo>
                  <a:pt x="5472491" y="1381633"/>
                  <a:pt x="5460997" y="1370138"/>
                  <a:pt x="5460997" y="1355974"/>
                </a:cubicBezTo>
                <a:cubicBezTo>
                  <a:pt x="5460997" y="1341810"/>
                  <a:pt x="5472491" y="1330315"/>
                  <a:pt x="5486655" y="1330315"/>
                </a:cubicBezTo>
                <a:close/>
                <a:moveTo>
                  <a:pt x="5422451" y="1330315"/>
                </a:moveTo>
                <a:cubicBezTo>
                  <a:pt x="5436621" y="1330315"/>
                  <a:pt x="5448109" y="1341803"/>
                  <a:pt x="5448109" y="1355974"/>
                </a:cubicBezTo>
                <a:cubicBezTo>
                  <a:pt x="5448109" y="1370145"/>
                  <a:pt x="5436621" y="1381633"/>
                  <a:pt x="5422451" y="1381633"/>
                </a:cubicBezTo>
                <a:cubicBezTo>
                  <a:pt x="5408280" y="1381633"/>
                  <a:pt x="5396791" y="1370145"/>
                  <a:pt x="5396791" y="1355974"/>
                </a:cubicBezTo>
                <a:cubicBezTo>
                  <a:pt x="5396791" y="1341803"/>
                  <a:pt x="5408280" y="1330315"/>
                  <a:pt x="5422451" y="1330315"/>
                </a:cubicBezTo>
                <a:close/>
                <a:moveTo>
                  <a:pt x="5358245" y="1330315"/>
                </a:moveTo>
                <a:cubicBezTo>
                  <a:pt x="5372417" y="1330315"/>
                  <a:pt x="5383904" y="1341803"/>
                  <a:pt x="5383904" y="1355974"/>
                </a:cubicBezTo>
                <a:cubicBezTo>
                  <a:pt x="5383904" y="1370145"/>
                  <a:pt x="5372417" y="1381633"/>
                  <a:pt x="5358245" y="1381633"/>
                </a:cubicBezTo>
                <a:cubicBezTo>
                  <a:pt x="5344076" y="1381633"/>
                  <a:pt x="5332587" y="1370145"/>
                  <a:pt x="5332587" y="1355974"/>
                </a:cubicBezTo>
                <a:cubicBezTo>
                  <a:pt x="5332587" y="1341803"/>
                  <a:pt x="5344076" y="1330315"/>
                  <a:pt x="5358245" y="1330315"/>
                </a:cubicBezTo>
                <a:close/>
                <a:moveTo>
                  <a:pt x="5229719" y="1330315"/>
                </a:moveTo>
                <a:cubicBezTo>
                  <a:pt x="5243999" y="1330315"/>
                  <a:pt x="5255377" y="1341810"/>
                  <a:pt x="5255377" y="1355974"/>
                </a:cubicBezTo>
                <a:cubicBezTo>
                  <a:pt x="5255377" y="1370138"/>
                  <a:pt x="5243883" y="1381633"/>
                  <a:pt x="5229719" y="1381633"/>
                </a:cubicBezTo>
                <a:cubicBezTo>
                  <a:pt x="5215554" y="1381633"/>
                  <a:pt x="5204058" y="1370138"/>
                  <a:pt x="5204058" y="1355974"/>
                </a:cubicBezTo>
                <a:cubicBezTo>
                  <a:pt x="5204058" y="1341810"/>
                  <a:pt x="5215554" y="1330315"/>
                  <a:pt x="5229719" y="1330315"/>
                </a:cubicBezTo>
                <a:close/>
                <a:moveTo>
                  <a:pt x="5101309" y="1330315"/>
                </a:moveTo>
                <a:cubicBezTo>
                  <a:pt x="5115473" y="1330315"/>
                  <a:pt x="5126967" y="1341810"/>
                  <a:pt x="5126967" y="1355974"/>
                </a:cubicBezTo>
                <a:cubicBezTo>
                  <a:pt x="5126967" y="1370138"/>
                  <a:pt x="5115473" y="1381633"/>
                  <a:pt x="5101309" y="1381633"/>
                </a:cubicBezTo>
                <a:cubicBezTo>
                  <a:pt x="5087142" y="1381633"/>
                  <a:pt x="5075649" y="1370138"/>
                  <a:pt x="5075649" y="1355974"/>
                </a:cubicBezTo>
                <a:cubicBezTo>
                  <a:pt x="5075649" y="1341810"/>
                  <a:pt x="5087142" y="1330315"/>
                  <a:pt x="5101309" y="1330315"/>
                </a:cubicBezTo>
                <a:close/>
                <a:moveTo>
                  <a:pt x="4972896" y="1330315"/>
                </a:moveTo>
                <a:cubicBezTo>
                  <a:pt x="4987063" y="1330315"/>
                  <a:pt x="4998557" y="1341810"/>
                  <a:pt x="4998557" y="1355974"/>
                </a:cubicBezTo>
                <a:cubicBezTo>
                  <a:pt x="4998557" y="1370138"/>
                  <a:pt x="4987063" y="1381633"/>
                  <a:pt x="4972896" y="1381633"/>
                </a:cubicBezTo>
                <a:cubicBezTo>
                  <a:pt x="4958732" y="1381633"/>
                  <a:pt x="4947240" y="1370138"/>
                  <a:pt x="4947240" y="1355974"/>
                </a:cubicBezTo>
                <a:cubicBezTo>
                  <a:pt x="4947240" y="1341810"/>
                  <a:pt x="4958732" y="1330315"/>
                  <a:pt x="4972896" y="1330315"/>
                </a:cubicBezTo>
                <a:close/>
                <a:moveTo>
                  <a:pt x="4908693" y="1330315"/>
                </a:moveTo>
                <a:cubicBezTo>
                  <a:pt x="4922857" y="1330315"/>
                  <a:pt x="4934352" y="1341810"/>
                  <a:pt x="4934352" y="1355974"/>
                </a:cubicBezTo>
                <a:cubicBezTo>
                  <a:pt x="4934352" y="1370138"/>
                  <a:pt x="4922857" y="1381633"/>
                  <a:pt x="4908693" y="1381633"/>
                </a:cubicBezTo>
                <a:cubicBezTo>
                  <a:pt x="4894527" y="1381633"/>
                  <a:pt x="4883033" y="1370138"/>
                  <a:pt x="4883033" y="1355974"/>
                </a:cubicBezTo>
                <a:cubicBezTo>
                  <a:pt x="4883033" y="1341810"/>
                  <a:pt x="4894527" y="1330315"/>
                  <a:pt x="4908693" y="1330315"/>
                </a:cubicBezTo>
                <a:close/>
                <a:moveTo>
                  <a:pt x="4844487" y="1330315"/>
                </a:moveTo>
                <a:cubicBezTo>
                  <a:pt x="4858650" y="1330315"/>
                  <a:pt x="4870146" y="1341810"/>
                  <a:pt x="4870146" y="1355974"/>
                </a:cubicBezTo>
                <a:cubicBezTo>
                  <a:pt x="4870146" y="1370138"/>
                  <a:pt x="4858650" y="1381633"/>
                  <a:pt x="4844487" y="1381633"/>
                </a:cubicBezTo>
                <a:cubicBezTo>
                  <a:pt x="4830322" y="1381633"/>
                  <a:pt x="4818828" y="1370138"/>
                  <a:pt x="4818828" y="1355974"/>
                </a:cubicBezTo>
                <a:cubicBezTo>
                  <a:pt x="4818828" y="1341810"/>
                  <a:pt x="4830322" y="1330315"/>
                  <a:pt x="4844487" y="1330315"/>
                </a:cubicBezTo>
                <a:close/>
                <a:moveTo>
                  <a:pt x="4780282" y="1330315"/>
                </a:moveTo>
                <a:cubicBezTo>
                  <a:pt x="4794447" y="1330315"/>
                  <a:pt x="4805941" y="1341810"/>
                  <a:pt x="4805941" y="1355974"/>
                </a:cubicBezTo>
                <a:cubicBezTo>
                  <a:pt x="4805941" y="1370138"/>
                  <a:pt x="4794447" y="1381633"/>
                  <a:pt x="4780282" y="1381633"/>
                </a:cubicBezTo>
                <a:cubicBezTo>
                  <a:pt x="4766118" y="1381633"/>
                  <a:pt x="4754622" y="1370138"/>
                  <a:pt x="4754622" y="1355974"/>
                </a:cubicBezTo>
                <a:cubicBezTo>
                  <a:pt x="4754622" y="1341810"/>
                  <a:pt x="4766118" y="1330315"/>
                  <a:pt x="4780282" y="1330315"/>
                </a:cubicBezTo>
                <a:close/>
                <a:moveTo>
                  <a:pt x="4651872" y="1330315"/>
                </a:moveTo>
                <a:cubicBezTo>
                  <a:pt x="4666042" y="1330315"/>
                  <a:pt x="4677531" y="1341803"/>
                  <a:pt x="4677531" y="1355974"/>
                </a:cubicBezTo>
                <a:cubicBezTo>
                  <a:pt x="4677531" y="1370145"/>
                  <a:pt x="4666042" y="1381633"/>
                  <a:pt x="4651872" y="1381633"/>
                </a:cubicBezTo>
                <a:cubicBezTo>
                  <a:pt x="4637700" y="1381633"/>
                  <a:pt x="4626213" y="1370145"/>
                  <a:pt x="4626213" y="1355974"/>
                </a:cubicBezTo>
                <a:cubicBezTo>
                  <a:pt x="4626213" y="1341803"/>
                  <a:pt x="4637700" y="1330315"/>
                  <a:pt x="4651872" y="1330315"/>
                </a:cubicBezTo>
                <a:close/>
                <a:moveTo>
                  <a:pt x="4587666" y="1330315"/>
                </a:moveTo>
                <a:cubicBezTo>
                  <a:pt x="4601830" y="1330315"/>
                  <a:pt x="4613324" y="1341810"/>
                  <a:pt x="4613324" y="1355974"/>
                </a:cubicBezTo>
                <a:cubicBezTo>
                  <a:pt x="4613324" y="1370138"/>
                  <a:pt x="4601830" y="1381633"/>
                  <a:pt x="4587666" y="1381633"/>
                </a:cubicBezTo>
                <a:cubicBezTo>
                  <a:pt x="4573501" y="1381633"/>
                  <a:pt x="4562007" y="1370138"/>
                  <a:pt x="4562007" y="1355974"/>
                </a:cubicBezTo>
                <a:cubicBezTo>
                  <a:pt x="4562007" y="1341810"/>
                  <a:pt x="4573501" y="1330315"/>
                  <a:pt x="4587666" y="1330315"/>
                </a:cubicBezTo>
                <a:close/>
                <a:moveTo>
                  <a:pt x="4523461" y="1330315"/>
                </a:moveTo>
                <a:cubicBezTo>
                  <a:pt x="4537626" y="1330315"/>
                  <a:pt x="4549121" y="1341810"/>
                  <a:pt x="4549121" y="1355974"/>
                </a:cubicBezTo>
                <a:cubicBezTo>
                  <a:pt x="4549121" y="1370138"/>
                  <a:pt x="4537626" y="1381633"/>
                  <a:pt x="4523461" y="1381633"/>
                </a:cubicBezTo>
                <a:cubicBezTo>
                  <a:pt x="4509296" y="1381633"/>
                  <a:pt x="4497802" y="1370138"/>
                  <a:pt x="4497802" y="1355974"/>
                </a:cubicBezTo>
                <a:cubicBezTo>
                  <a:pt x="4497802" y="1341810"/>
                  <a:pt x="4509296" y="1330315"/>
                  <a:pt x="4523461" y="1330315"/>
                </a:cubicBezTo>
                <a:close/>
                <a:moveTo>
                  <a:pt x="4395050" y="1330315"/>
                </a:moveTo>
                <a:cubicBezTo>
                  <a:pt x="4409214" y="1330315"/>
                  <a:pt x="4420710" y="1341810"/>
                  <a:pt x="4420710" y="1355974"/>
                </a:cubicBezTo>
                <a:cubicBezTo>
                  <a:pt x="4420710" y="1370138"/>
                  <a:pt x="4409214" y="1381633"/>
                  <a:pt x="4395050" y="1381633"/>
                </a:cubicBezTo>
                <a:cubicBezTo>
                  <a:pt x="4380886" y="1381633"/>
                  <a:pt x="4369391" y="1370138"/>
                  <a:pt x="4369391" y="1355974"/>
                </a:cubicBezTo>
                <a:cubicBezTo>
                  <a:pt x="4369391" y="1341810"/>
                  <a:pt x="4380886" y="1330315"/>
                  <a:pt x="4395050" y="1330315"/>
                </a:cubicBezTo>
                <a:close/>
                <a:moveTo>
                  <a:pt x="4202435" y="1330315"/>
                </a:moveTo>
                <a:cubicBezTo>
                  <a:pt x="4216598" y="1330315"/>
                  <a:pt x="4228093" y="1341810"/>
                  <a:pt x="4228093" y="1355974"/>
                </a:cubicBezTo>
                <a:cubicBezTo>
                  <a:pt x="4228093" y="1370138"/>
                  <a:pt x="4216598" y="1381633"/>
                  <a:pt x="4202435" y="1381633"/>
                </a:cubicBezTo>
                <a:cubicBezTo>
                  <a:pt x="4188268" y="1381633"/>
                  <a:pt x="4176776" y="1370138"/>
                  <a:pt x="4176776" y="1355974"/>
                </a:cubicBezTo>
                <a:cubicBezTo>
                  <a:pt x="4176776" y="1341810"/>
                  <a:pt x="4188268" y="1330315"/>
                  <a:pt x="4202435" y="1330315"/>
                </a:cubicBezTo>
                <a:close/>
                <a:moveTo>
                  <a:pt x="4009702" y="1330315"/>
                </a:moveTo>
                <a:cubicBezTo>
                  <a:pt x="4023866" y="1330315"/>
                  <a:pt x="4035362" y="1341810"/>
                  <a:pt x="4035362" y="1355974"/>
                </a:cubicBezTo>
                <a:cubicBezTo>
                  <a:pt x="4035362" y="1370138"/>
                  <a:pt x="4023866" y="1381633"/>
                  <a:pt x="4009702" y="1381633"/>
                </a:cubicBezTo>
                <a:cubicBezTo>
                  <a:pt x="3995538" y="1381633"/>
                  <a:pt x="3984043" y="1370138"/>
                  <a:pt x="3984043" y="1355974"/>
                </a:cubicBezTo>
                <a:cubicBezTo>
                  <a:pt x="3984043" y="1341810"/>
                  <a:pt x="3995538" y="1330315"/>
                  <a:pt x="4009702" y="1330315"/>
                </a:cubicBezTo>
                <a:close/>
                <a:moveTo>
                  <a:pt x="3881291" y="1330315"/>
                </a:moveTo>
                <a:cubicBezTo>
                  <a:pt x="3895456" y="1330315"/>
                  <a:pt x="3906950" y="1341810"/>
                  <a:pt x="3906950" y="1355974"/>
                </a:cubicBezTo>
                <a:cubicBezTo>
                  <a:pt x="3906950" y="1370138"/>
                  <a:pt x="3895456" y="1381633"/>
                  <a:pt x="3881291" y="1381633"/>
                </a:cubicBezTo>
                <a:cubicBezTo>
                  <a:pt x="3867127" y="1381633"/>
                  <a:pt x="3855633" y="1370138"/>
                  <a:pt x="3855633" y="1355974"/>
                </a:cubicBezTo>
                <a:cubicBezTo>
                  <a:pt x="3855633" y="1341810"/>
                  <a:pt x="3867127" y="1330315"/>
                  <a:pt x="3881291" y="1330315"/>
                </a:cubicBezTo>
                <a:close/>
                <a:moveTo>
                  <a:pt x="3817085" y="1330315"/>
                </a:moveTo>
                <a:cubicBezTo>
                  <a:pt x="3831252" y="1330315"/>
                  <a:pt x="3842745" y="1341810"/>
                  <a:pt x="3842745" y="1355974"/>
                </a:cubicBezTo>
                <a:cubicBezTo>
                  <a:pt x="3842745" y="1370138"/>
                  <a:pt x="3831252" y="1381633"/>
                  <a:pt x="3817085" y="1381633"/>
                </a:cubicBezTo>
                <a:cubicBezTo>
                  <a:pt x="3802921" y="1381633"/>
                  <a:pt x="3791427" y="1370138"/>
                  <a:pt x="3791427" y="1355974"/>
                </a:cubicBezTo>
                <a:cubicBezTo>
                  <a:pt x="3791427" y="1341810"/>
                  <a:pt x="3802921" y="1330315"/>
                  <a:pt x="3817085" y="1330315"/>
                </a:cubicBezTo>
                <a:close/>
                <a:moveTo>
                  <a:pt x="3752882" y="1330315"/>
                </a:moveTo>
                <a:cubicBezTo>
                  <a:pt x="3767045" y="1330315"/>
                  <a:pt x="3778539" y="1341810"/>
                  <a:pt x="3778539" y="1355974"/>
                </a:cubicBezTo>
                <a:cubicBezTo>
                  <a:pt x="3778539" y="1370138"/>
                  <a:pt x="3767045" y="1381633"/>
                  <a:pt x="3752882" y="1381633"/>
                </a:cubicBezTo>
                <a:cubicBezTo>
                  <a:pt x="3738717" y="1381633"/>
                  <a:pt x="3727221" y="1370138"/>
                  <a:pt x="3727221" y="1355974"/>
                </a:cubicBezTo>
                <a:cubicBezTo>
                  <a:pt x="3727221" y="1341810"/>
                  <a:pt x="3738717" y="1330315"/>
                  <a:pt x="3752882" y="1330315"/>
                </a:cubicBezTo>
                <a:close/>
                <a:moveTo>
                  <a:pt x="3624472" y="1330315"/>
                </a:moveTo>
                <a:cubicBezTo>
                  <a:pt x="3638640" y="1330315"/>
                  <a:pt x="3650129" y="1341803"/>
                  <a:pt x="3650129" y="1355974"/>
                </a:cubicBezTo>
                <a:cubicBezTo>
                  <a:pt x="3650129" y="1370145"/>
                  <a:pt x="3638640" y="1381633"/>
                  <a:pt x="3624472" y="1381633"/>
                </a:cubicBezTo>
                <a:cubicBezTo>
                  <a:pt x="3610300" y="1381633"/>
                  <a:pt x="3598810" y="1370145"/>
                  <a:pt x="3598810" y="1355974"/>
                </a:cubicBezTo>
                <a:cubicBezTo>
                  <a:pt x="3598810" y="1341803"/>
                  <a:pt x="3610300" y="1330315"/>
                  <a:pt x="3624472" y="1330315"/>
                </a:cubicBezTo>
                <a:close/>
                <a:moveTo>
                  <a:pt x="3367649" y="1330315"/>
                </a:moveTo>
                <a:cubicBezTo>
                  <a:pt x="3381813" y="1330315"/>
                  <a:pt x="3393308" y="1341810"/>
                  <a:pt x="3393308" y="1355974"/>
                </a:cubicBezTo>
                <a:cubicBezTo>
                  <a:pt x="3393308" y="1370138"/>
                  <a:pt x="3381813" y="1381633"/>
                  <a:pt x="3367649" y="1381633"/>
                </a:cubicBezTo>
                <a:cubicBezTo>
                  <a:pt x="3353484" y="1381633"/>
                  <a:pt x="3341990" y="1370138"/>
                  <a:pt x="3341990" y="1355974"/>
                </a:cubicBezTo>
                <a:cubicBezTo>
                  <a:pt x="3341990" y="1341810"/>
                  <a:pt x="3353484" y="1330315"/>
                  <a:pt x="3367649" y="1330315"/>
                </a:cubicBezTo>
                <a:close/>
                <a:moveTo>
                  <a:pt x="3303444" y="1330315"/>
                </a:moveTo>
                <a:cubicBezTo>
                  <a:pt x="3317609" y="1330315"/>
                  <a:pt x="3329102" y="1341810"/>
                  <a:pt x="3329102" y="1355974"/>
                </a:cubicBezTo>
                <a:cubicBezTo>
                  <a:pt x="3329102" y="1370138"/>
                  <a:pt x="3317609" y="1381633"/>
                  <a:pt x="3303444" y="1381633"/>
                </a:cubicBezTo>
                <a:cubicBezTo>
                  <a:pt x="3289279" y="1381633"/>
                  <a:pt x="3277785" y="1370138"/>
                  <a:pt x="3277785" y="1355974"/>
                </a:cubicBezTo>
                <a:cubicBezTo>
                  <a:pt x="3277785" y="1341810"/>
                  <a:pt x="3289279" y="1330315"/>
                  <a:pt x="3303444" y="1330315"/>
                </a:cubicBezTo>
                <a:close/>
                <a:moveTo>
                  <a:pt x="3110828" y="1330315"/>
                </a:moveTo>
                <a:cubicBezTo>
                  <a:pt x="3124992" y="1330315"/>
                  <a:pt x="3136487" y="1341810"/>
                  <a:pt x="3136487" y="1355974"/>
                </a:cubicBezTo>
                <a:cubicBezTo>
                  <a:pt x="3136487" y="1370138"/>
                  <a:pt x="3124992" y="1381633"/>
                  <a:pt x="3110828" y="1381633"/>
                </a:cubicBezTo>
                <a:cubicBezTo>
                  <a:pt x="3096663" y="1381633"/>
                  <a:pt x="3085170" y="1370138"/>
                  <a:pt x="3085170" y="1355974"/>
                </a:cubicBezTo>
                <a:cubicBezTo>
                  <a:pt x="3085170" y="1341810"/>
                  <a:pt x="3096663" y="1330315"/>
                  <a:pt x="3110828" y="1330315"/>
                </a:cubicBezTo>
                <a:close/>
                <a:moveTo>
                  <a:pt x="3046623" y="1330315"/>
                </a:moveTo>
                <a:cubicBezTo>
                  <a:pt x="3060788" y="1330315"/>
                  <a:pt x="3072282" y="1341810"/>
                  <a:pt x="3072282" y="1355974"/>
                </a:cubicBezTo>
                <a:cubicBezTo>
                  <a:pt x="3072282" y="1370138"/>
                  <a:pt x="3060788" y="1381633"/>
                  <a:pt x="3046623" y="1381633"/>
                </a:cubicBezTo>
                <a:cubicBezTo>
                  <a:pt x="3032458" y="1381633"/>
                  <a:pt x="3020964" y="1370138"/>
                  <a:pt x="3020964" y="1355974"/>
                </a:cubicBezTo>
                <a:cubicBezTo>
                  <a:pt x="3020964" y="1341810"/>
                  <a:pt x="3032458" y="1330315"/>
                  <a:pt x="3046623" y="1330315"/>
                </a:cubicBezTo>
                <a:close/>
                <a:moveTo>
                  <a:pt x="2982301" y="1330315"/>
                </a:moveTo>
                <a:cubicBezTo>
                  <a:pt x="2996466" y="1330315"/>
                  <a:pt x="3007960" y="1341810"/>
                  <a:pt x="3007960" y="1355974"/>
                </a:cubicBezTo>
                <a:cubicBezTo>
                  <a:pt x="3007960" y="1370138"/>
                  <a:pt x="2996466" y="1381633"/>
                  <a:pt x="2982301" y="1381633"/>
                </a:cubicBezTo>
                <a:cubicBezTo>
                  <a:pt x="2968137" y="1381633"/>
                  <a:pt x="2956642" y="1370138"/>
                  <a:pt x="2956642" y="1355974"/>
                </a:cubicBezTo>
                <a:cubicBezTo>
                  <a:pt x="2956642" y="1341810"/>
                  <a:pt x="2968137" y="1330315"/>
                  <a:pt x="2982301" y="1330315"/>
                </a:cubicBezTo>
                <a:close/>
                <a:moveTo>
                  <a:pt x="2853890" y="1330315"/>
                </a:moveTo>
                <a:cubicBezTo>
                  <a:pt x="2868062" y="1330315"/>
                  <a:pt x="2879550" y="1341803"/>
                  <a:pt x="2879550" y="1355974"/>
                </a:cubicBezTo>
                <a:cubicBezTo>
                  <a:pt x="2879550" y="1370145"/>
                  <a:pt x="2868062" y="1381633"/>
                  <a:pt x="2853890" y="1381633"/>
                </a:cubicBezTo>
                <a:cubicBezTo>
                  <a:pt x="2839720" y="1381633"/>
                  <a:pt x="2828231" y="1370145"/>
                  <a:pt x="2828231" y="1355974"/>
                </a:cubicBezTo>
                <a:cubicBezTo>
                  <a:pt x="2828231" y="1341803"/>
                  <a:pt x="2839720" y="1330315"/>
                  <a:pt x="2853890" y="1330315"/>
                </a:cubicBezTo>
                <a:close/>
                <a:moveTo>
                  <a:pt x="2789686" y="1330315"/>
                </a:moveTo>
                <a:cubicBezTo>
                  <a:pt x="2803850" y="1330315"/>
                  <a:pt x="2815344" y="1341810"/>
                  <a:pt x="2815344" y="1355974"/>
                </a:cubicBezTo>
                <a:cubicBezTo>
                  <a:pt x="2815344" y="1370138"/>
                  <a:pt x="2803850" y="1381633"/>
                  <a:pt x="2789686" y="1381633"/>
                </a:cubicBezTo>
                <a:cubicBezTo>
                  <a:pt x="2775521" y="1381633"/>
                  <a:pt x="2764027" y="1370138"/>
                  <a:pt x="2764027" y="1355974"/>
                </a:cubicBezTo>
                <a:cubicBezTo>
                  <a:pt x="2764027" y="1341810"/>
                  <a:pt x="2775521" y="1330315"/>
                  <a:pt x="2789686" y="1330315"/>
                </a:cubicBezTo>
                <a:close/>
                <a:moveTo>
                  <a:pt x="2404454" y="1330315"/>
                </a:moveTo>
                <a:cubicBezTo>
                  <a:pt x="2418619" y="1330315"/>
                  <a:pt x="2430112" y="1341810"/>
                  <a:pt x="2430112" y="1355974"/>
                </a:cubicBezTo>
                <a:cubicBezTo>
                  <a:pt x="2430112" y="1370138"/>
                  <a:pt x="2418619" y="1381633"/>
                  <a:pt x="2404454" y="1381633"/>
                </a:cubicBezTo>
                <a:cubicBezTo>
                  <a:pt x="2390289" y="1381633"/>
                  <a:pt x="2378795" y="1370138"/>
                  <a:pt x="2378795" y="1355974"/>
                </a:cubicBezTo>
                <a:cubicBezTo>
                  <a:pt x="2378795" y="1341810"/>
                  <a:pt x="2390289" y="1330315"/>
                  <a:pt x="2404454" y="1330315"/>
                </a:cubicBezTo>
                <a:close/>
                <a:moveTo>
                  <a:pt x="2340249" y="1330315"/>
                </a:moveTo>
                <a:cubicBezTo>
                  <a:pt x="2354413" y="1330315"/>
                  <a:pt x="2365908" y="1341810"/>
                  <a:pt x="2365908" y="1355974"/>
                </a:cubicBezTo>
                <a:cubicBezTo>
                  <a:pt x="2365908" y="1370138"/>
                  <a:pt x="2354413" y="1381633"/>
                  <a:pt x="2340249" y="1381633"/>
                </a:cubicBezTo>
                <a:cubicBezTo>
                  <a:pt x="2326084" y="1381633"/>
                  <a:pt x="2314590" y="1370138"/>
                  <a:pt x="2314590" y="1355974"/>
                </a:cubicBezTo>
                <a:cubicBezTo>
                  <a:pt x="2314590" y="1341810"/>
                  <a:pt x="2326084" y="1330315"/>
                  <a:pt x="2340249" y="1330315"/>
                </a:cubicBezTo>
                <a:close/>
                <a:moveTo>
                  <a:pt x="2276044" y="1330315"/>
                </a:moveTo>
                <a:cubicBezTo>
                  <a:pt x="2290208" y="1330315"/>
                  <a:pt x="2301702" y="1341810"/>
                  <a:pt x="2301702" y="1355974"/>
                </a:cubicBezTo>
                <a:cubicBezTo>
                  <a:pt x="2301702" y="1370138"/>
                  <a:pt x="2290208" y="1381633"/>
                  <a:pt x="2276044" y="1381633"/>
                </a:cubicBezTo>
                <a:cubicBezTo>
                  <a:pt x="2261879" y="1381633"/>
                  <a:pt x="2250385" y="1370138"/>
                  <a:pt x="2250385" y="1355974"/>
                </a:cubicBezTo>
                <a:cubicBezTo>
                  <a:pt x="2250385" y="1341810"/>
                  <a:pt x="2261879" y="1330315"/>
                  <a:pt x="2276044" y="1330315"/>
                </a:cubicBezTo>
                <a:close/>
                <a:moveTo>
                  <a:pt x="2211838" y="1330315"/>
                </a:moveTo>
                <a:cubicBezTo>
                  <a:pt x="2226003" y="1330315"/>
                  <a:pt x="2237497" y="1341810"/>
                  <a:pt x="2237497" y="1355974"/>
                </a:cubicBezTo>
                <a:cubicBezTo>
                  <a:pt x="2237497" y="1370138"/>
                  <a:pt x="2226003" y="1381633"/>
                  <a:pt x="2211838" y="1381633"/>
                </a:cubicBezTo>
                <a:cubicBezTo>
                  <a:pt x="2197673" y="1381633"/>
                  <a:pt x="2186178" y="1370138"/>
                  <a:pt x="2186178" y="1355974"/>
                </a:cubicBezTo>
                <a:cubicBezTo>
                  <a:pt x="2186178" y="1341810"/>
                  <a:pt x="2197673" y="1330315"/>
                  <a:pt x="2211838" y="1330315"/>
                </a:cubicBezTo>
                <a:close/>
                <a:moveTo>
                  <a:pt x="2147633" y="1330315"/>
                </a:moveTo>
                <a:cubicBezTo>
                  <a:pt x="2161804" y="1330315"/>
                  <a:pt x="2173293" y="1341803"/>
                  <a:pt x="2173293" y="1355974"/>
                </a:cubicBezTo>
                <a:cubicBezTo>
                  <a:pt x="2173293" y="1370145"/>
                  <a:pt x="2161804" y="1381633"/>
                  <a:pt x="2147633" y="1381633"/>
                </a:cubicBezTo>
                <a:cubicBezTo>
                  <a:pt x="2133462" y="1381633"/>
                  <a:pt x="2121975" y="1370145"/>
                  <a:pt x="2121975" y="1355974"/>
                </a:cubicBezTo>
                <a:cubicBezTo>
                  <a:pt x="2121975" y="1341803"/>
                  <a:pt x="2133462" y="1330315"/>
                  <a:pt x="2147633" y="1330315"/>
                </a:cubicBezTo>
                <a:close/>
                <a:moveTo>
                  <a:pt x="2083427" y="1330315"/>
                </a:moveTo>
                <a:cubicBezTo>
                  <a:pt x="2097599" y="1330315"/>
                  <a:pt x="2109087" y="1341803"/>
                  <a:pt x="2109087" y="1355974"/>
                </a:cubicBezTo>
                <a:cubicBezTo>
                  <a:pt x="2109087" y="1370145"/>
                  <a:pt x="2097599" y="1381633"/>
                  <a:pt x="2083427" y="1381633"/>
                </a:cubicBezTo>
                <a:cubicBezTo>
                  <a:pt x="2069257" y="1381633"/>
                  <a:pt x="2057768" y="1370145"/>
                  <a:pt x="2057768" y="1355974"/>
                </a:cubicBezTo>
                <a:cubicBezTo>
                  <a:pt x="2057768" y="1341803"/>
                  <a:pt x="2069257" y="1330315"/>
                  <a:pt x="2083427" y="1330315"/>
                </a:cubicBezTo>
                <a:close/>
                <a:moveTo>
                  <a:pt x="2019222" y="1330315"/>
                </a:moveTo>
                <a:cubicBezTo>
                  <a:pt x="2033387" y="1330315"/>
                  <a:pt x="2044880" y="1341810"/>
                  <a:pt x="2044880" y="1355974"/>
                </a:cubicBezTo>
                <a:cubicBezTo>
                  <a:pt x="2044880" y="1370138"/>
                  <a:pt x="2033387" y="1381633"/>
                  <a:pt x="2019222" y="1381633"/>
                </a:cubicBezTo>
                <a:cubicBezTo>
                  <a:pt x="2005058" y="1381633"/>
                  <a:pt x="1993563" y="1370138"/>
                  <a:pt x="1993563" y="1355974"/>
                </a:cubicBezTo>
                <a:cubicBezTo>
                  <a:pt x="1993563" y="1341810"/>
                  <a:pt x="2005058" y="1330315"/>
                  <a:pt x="2019222" y="1330315"/>
                </a:cubicBezTo>
                <a:close/>
                <a:moveTo>
                  <a:pt x="1955016" y="1330315"/>
                </a:moveTo>
                <a:cubicBezTo>
                  <a:pt x="1969181" y="1330315"/>
                  <a:pt x="1980676" y="1341810"/>
                  <a:pt x="1980676" y="1355974"/>
                </a:cubicBezTo>
                <a:cubicBezTo>
                  <a:pt x="1980676" y="1370138"/>
                  <a:pt x="1969181" y="1381633"/>
                  <a:pt x="1955016" y="1381633"/>
                </a:cubicBezTo>
                <a:cubicBezTo>
                  <a:pt x="1940851" y="1381633"/>
                  <a:pt x="1929358" y="1370138"/>
                  <a:pt x="1929358" y="1355974"/>
                </a:cubicBezTo>
                <a:cubicBezTo>
                  <a:pt x="1929358" y="1341810"/>
                  <a:pt x="1940851" y="1330315"/>
                  <a:pt x="1955016" y="1330315"/>
                </a:cubicBezTo>
                <a:close/>
                <a:moveTo>
                  <a:pt x="1890696" y="1330315"/>
                </a:moveTo>
                <a:cubicBezTo>
                  <a:pt x="1904860" y="1330315"/>
                  <a:pt x="1916355" y="1341810"/>
                  <a:pt x="1916355" y="1355974"/>
                </a:cubicBezTo>
                <a:cubicBezTo>
                  <a:pt x="1916355" y="1370138"/>
                  <a:pt x="1904860" y="1381633"/>
                  <a:pt x="1890696" y="1381633"/>
                </a:cubicBezTo>
                <a:cubicBezTo>
                  <a:pt x="1876531" y="1381633"/>
                  <a:pt x="1865037" y="1370138"/>
                  <a:pt x="1865037" y="1355974"/>
                </a:cubicBezTo>
                <a:cubicBezTo>
                  <a:pt x="1865037" y="1341810"/>
                  <a:pt x="1876531" y="1330315"/>
                  <a:pt x="1890696" y="1330315"/>
                </a:cubicBezTo>
                <a:close/>
                <a:moveTo>
                  <a:pt x="1826490" y="1330315"/>
                </a:moveTo>
                <a:cubicBezTo>
                  <a:pt x="1840654" y="1330315"/>
                  <a:pt x="1852149" y="1341810"/>
                  <a:pt x="1852149" y="1355974"/>
                </a:cubicBezTo>
                <a:cubicBezTo>
                  <a:pt x="1852149" y="1370138"/>
                  <a:pt x="1840654" y="1381633"/>
                  <a:pt x="1826490" y="1381633"/>
                </a:cubicBezTo>
                <a:cubicBezTo>
                  <a:pt x="1812325" y="1381633"/>
                  <a:pt x="1800830" y="1370138"/>
                  <a:pt x="1800830" y="1355974"/>
                </a:cubicBezTo>
                <a:cubicBezTo>
                  <a:pt x="1800830" y="1341810"/>
                  <a:pt x="1812325" y="1330315"/>
                  <a:pt x="1826490" y="1330315"/>
                </a:cubicBezTo>
                <a:close/>
                <a:moveTo>
                  <a:pt x="1762285" y="1330315"/>
                </a:moveTo>
                <a:cubicBezTo>
                  <a:pt x="1776456" y="1330315"/>
                  <a:pt x="1787944" y="1341803"/>
                  <a:pt x="1787944" y="1355974"/>
                </a:cubicBezTo>
                <a:cubicBezTo>
                  <a:pt x="1787944" y="1370145"/>
                  <a:pt x="1776456" y="1381633"/>
                  <a:pt x="1762285" y="1381633"/>
                </a:cubicBezTo>
                <a:cubicBezTo>
                  <a:pt x="1748114" y="1381633"/>
                  <a:pt x="1736626" y="1370145"/>
                  <a:pt x="1736626" y="1355974"/>
                </a:cubicBezTo>
                <a:cubicBezTo>
                  <a:pt x="1736626" y="1341803"/>
                  <a:pt x="1748114" y="1330315"/>
                  <a:pt x="1762285" y="1330315"/>
                </a:cubicBezTo>
                <a:close/>
                <a:moveTo>
                  <a:pt x="1569669" y="1330315"/>
                </a:moveTo>
                <a:cubicBezTo>
                  <a:pt x="1583834" y="1330315"/>
                  <a:pt x="1595328" y="1341810"/>
                  <a:pt x="1595328" y="1355974"/>
                </a:cubicBezTo>
                <a:cubicBezTo>
                  <a:pt x="1595328" y="1370138"/>
                  <a:pt x="1583834" y="1381633"/>
                  <a:pt x="1569669" y="1381633"/>
                </a:cubicBezTo>
                <a:cubicBezTo>
                  <a:pt x="1555504" y="1381633"/>
                  <a:pt x="1544010" y="1370138"/>
                  <a:pt x="1544010" y="1355974"/>
                </a:cubicBezTo>
                <a:cubicBezTo>
                  <a:pt x="1544010" y="1341810"/>
                  <a:pt x="1555504" y="1330315"/>
                  <a:pt x="1569669" y="1330315"/>
                </a:cubicBezTo>
                <a:close/>
                <a:moveTo>
                  <a:pt x="1505464" y="1330315"/>
                </a:moveTo>
                <a:cubicBezTo>
                  <a:pt x="1519629" y="1330315"/>
                  <a:pt x="1531123" y="1341810"/>
                  <a:pt x="1531123" y="1355974"/>
                </a:cubicBezTo>
                <a:cubicBezTo>
                  <a:pt x="1531123" y="1370138"/>
                  <a:pt x="1519629" y="1381633"/>
                  <a:pt x="1505464" y="1381633"/>
                </a:cubicBezTo>
                <a:cubicBezTo>
                  <a:pt x="1491299" y="1381633"/>
                  <a:pt x="1479806" y="1370138"/>
                  <a:pt x="1479806" y="1355974"/>
                </a:cubicBezTo>
                <a:cubicBezTo>
                  <a:pt x="1479806" y="1341810"/>
                  <a:pt x="1491299" y="1330315"/>
                  <a:pt x="1505464" y="1330315"/>
                </a:cubicBezTo>
                <a:close/>
                <a:moveTo>
                  <a:pt x="1441258" y="1330315"/>
                </a:moveTo>
                <a:cubicBezTo>
                  <a:pt x="1455430" y="1330315"/>
                  <a:pt x="1466917" y="1341803"/>
                  <a:pt x="1466917" y="1355974"/>
                </a:cubicBezTo>
                <a:cubicBezTo>
                  <a:pt x="1466917" y="1370145"/>
                  <a:pt x="1455430" y="1381633"/>
                  <a:pt x="1441258" y="1381633"/>
                </a:cubicBezTo>
                <a:cubicBezTo>
                  <a:pt x="1427087" y="1381633"/>
                  <a:pt x="1415599" y="1370145"/>
                  <a:pt x="1415599" y="1355974"/>
                </a:cubicBezTo>
                <a:cubicBezTo>
                  <a:pt x="1415599" y="1341803"/>
                  <a:pt x="1427087" y="1330315"/>
                  <a:pt x="1441258" y="1330315"/>
                </a:cubicBezTo>
                <a:close/>
                <a:moveTo>
                  <a:pt x="1377053" y="1330315"/>
                </a:moveTo>
                <a:cubicBezTo>
                  <a:pt x="1391224" y="1330315"/>
                  <a:pt x="1402712" y="1341803"/>
                  <a:pt x="1402712" y="1355974"/>
                </a:cubicBezTo>
                <a:cubicBezTo>
                  <a:pt x="1402712" y="1370145"/>
                  <a:pt x="1391224" y="1381633"/>
                  <a:pt x="1377053" y="1381633"/>
                </a:cubicBezTo>
                <a:cubicBezTo>
                  <a:pt x="1362882" y="1381633"/>
                  <a:pt x="1351395" y="1370145"/>
                  <a:pt x="1351395" y="1355974"/>
                </a:cubicBezTo>
                <a:cubicBezTo>
                  <a:pt x="1351395" y="1341803"/>
                  <a:pt x="1362882" y="1330315"/>
                  <a:pt x="1377053" y="1330315"/>
                </a:cubicBezTo>
                <a:close/>
                <a:moveTo>
                  <a:pt x="1184437" y="1330315"/>
                </a:moveTo>
                <a:cubicBezTo>
                  <a:pt x="1198602" y="1330315"/>
                  <a:pt x="1210096" y="1341810"/>
                  <a:pt x="1210096" y="1355974"/>
                </a:cubicBezTo>
                <a:cubicBezTo>
                  <a:pt x="1210096" y="1370138"/>
                  <a:pt x="1198602" y="1381633"/>
                  <a:pt x="1184437" y="1381633"/>
                </a:cubicBezTo>
                <a:cubicBezTo>
                  <a:pt x="1170273" y="1381633"/>
                  <a:pt x="1158780" y="1370138"/>
                  <a:pt x="1158780" y="1355974"/>
                </a:cubicBezTo>
                <a:cubicBezTo>
                  <a:pt x="1158780" y="1341810"/>
                  <a:pt x="1170273" y="1330315"/>
                  <a:pt x="1184437" y="1330315"/>
                </a:cubicBezTo>
                <a:close/>
                <a:moveTo>
                  <a:pt x="1056027" y="1330315"/>
                </a:moveTo>
                <a:cubicBezTo>
                  <a:pt x="1070199" y="1330315"/>
                  <a:pt x="1081685" y="1341803"/>
                  <a:pt x="1081685" y="1355974"/>
                </a:cubicBezTo>
                <a:cubicBezTo>
                  <a:pt x="1081685" y="1370145"/>
                  <a:pt x="1070199" y="1381633"/>
                  <a:pt x="1056027" y="1381633"/>
                </a:cubicBezTo>
                <a:cubicBezTo>
                  <a:pt x="1041857" y="1381633"/>
                  <a:pt x="1030369" y="1370145"/>
                  <a:pt x="1030369" y="1355974"/>
                </a:cubicBezTo>
                <a:cubicBezTo>
                  <a:pt x="1030369" y="1341803"/>
                  <a:pt x="1041857" y="1330315"/>
                  <a:pt x="1056027" y="1330315"/>
                </a:cubicBezTo>
                <a:close/>
                <a:moveTo>
                  <a:pt x="991823" y="1330315"/>
                </a:moveTo>
                <a:cubicBezTo>
                  <a:pt x="1005993" y="1330315"/>
                  <a:pt x="1017481" y="1341803"/>
                  <a:pt x="1017481" y="1355974"/>
                </a:cubicBezTo>
                <a:cubicBezTo>
                  <a:pt x="1017481" y="1370145"/>
                  <a:pt x="1005993" y="1381633"/>
                  <a:pt x="991823" y="1381633"/>
                </a:cubicBezTo>
                <a:cubicBezTo>
                  <a:pt x="977652" y="1381633"/>
                  <a:pt x="966162" y="1370145"/>
                  <a:pt x="966162" y="1355974"/>
                </a:cubicBezTo>
                <a:cubicBezTo>
                  <a:pt x="966162" y="1341803"/>
                  <a:pt x="977652" y="1330315"/>
                  <a:pt x="991823" y="1330315"/>
                </a:cubicBezTo>
                <a:close/>
                <a:moveTo>
                  <a:pt x="927616" y="1330315"/>
                </a:moveTo>
                <a:cubicBezTo>
                  <a:pt x="941781" y="1330315"/>
                  <a:pt x="953275" y="1341810"/>
                  <a:pt x="953275" y="1355974"/>
                </a:cubicBezTo>
                <a:cubicBezTo>
                  <a:pt x="953275" y="1370138"/>
                  <a:pt x="941781" y="1381633"/>
                  <a:pt x="927616" y="1381633"/>
                </a:cubicBezTo>
                <a:cubicBezTo>
                  <a:pt x="913452" y="1381633"/>
                  <a:pt x="901957" y="1370138"/>
                  <a:pt x="901957" y="1355974"/>
                </a:cubicBezTo>
                <a:cubicBezTo>
                  <a:pt x="901957" y="1341810"/>
                  <a:pt x="913452" y="1330315"/>
                  <a:pt x="927616" y="1330315"/>
                </a:cubicBezTo>
                <a:close/>
                <a:moveTo>
                  <a:pt x="863411" y="1330315"/>
                </a:moveTo>
                <a:cubicBezTo>
                  <a:pt x="877576" y="1330315"/>
                  <a:pt x="889071" y="1341810"/>
                  <a:pt x="889071" y="1355974"/>
                </a:cubicBezTo>
                <a:cubicBezTo>
                  <a:pt x="889071" y="1370138"/>
                  <a:pt x="877576" y="1381633"/>
                  <a:pt x="863411" y="1381633"/>
                </a:cubicBezTo>
                <a:cubicBezTo>
                  <a:pt x="849248" y="1381633"/>
                  <a:pt x="837752" y="1370138"/>
                  <a:pt x="837752" y="1355974"/>
                </a:cubicBezTo>
                <a:cubicBezTo>
                  <a:pt x="837752" y="1341810"/>
                  <a:pt x="849248" y="1330315"/>
                  <a:pt x="863411" y="1330315"/>
                </a:cubicBezTo>
                <a:close/>
                <a:moveTo>
                  <a:pt x="606475" y="1330315"/>
                </a:moveTo>
                <a:cubicBezTo>
                  <a:pt x="620639" y="1330315"/>
                  <a:pt x="632134" y="1341810"/>
                  <a:pt x="632134" y="1355974"/>
                </a:cubicBezTo>
                <a:cubicBezTo>
                  <a:pt x="632134" y="1370138"/>
                  <a:pt x="620639" y="1381633"/>
                  <a:pt x="606475" y="1381633"/>
                </a:cubicBezTo>
                <a:cubicBezTo>
                  <a:pt x="592310" y="1381633"/>
                  <a:pt x="580815" y="1370138"/>
                  <a:pt x="580815" y="1355974"/>
                </a:cubicBezTo>
                <a:cubicBezTo>
                  <a:pt x="580815" y="1341810"/>
                  <a:pt x="592310" y="1330315"/>
                  <a:pt x="606475" y="1330315"/>
                </a:cubicBezTo>
                <a:close/>
                <a:moveTo>
                  <a:pt x="542268" y="1330315"/>
                </a:moveTo>
                <a:cubicBezTo>
                  <a:pt x="556433" y="1330315"/>
                  <a:pt x="567927" y="1341810"/>
                  <a:pt x="567927" y="1355974"/>
                </a:cubicBezTo>
                <a:cubicBezTo>
                  <a:pt x="567927" y="1370138"/>
                  <a:pt x="556433" y="1381633"/>
                  <a:pt x="542268" y="1381633"/>
                </a:cubicBezTo>
                <a:cubicBezTo>
                  <a:pt x="528104" y="1381633"/>
                  <a:pt x="516610" y="1370138"/>
                  <a:pt x="516610" y="1355974"/>
                </a:cubicBezTo>
                <a:cubicBezTo>
                  <a:pt x="516610" y="1341810"/>
                  <a:pt x="528104" y="1330315"/>
                  <a:pt x="542268" y="1330315"/>
                </a:cubicBezTo>
                <a:close/>
                <a:moveTo>
                  <a:pt x="478063" y="1330315"/>
                </a:moveTo>
                <a:cubicBezTo>
                  <a:pt x="492228" y="1330315"/>
                  <a:pt x="503724" y="1341810"/>
                  <a:pt x="503724" y="1355974"/>
                </a:cubicBezTo>
                <a:cubicBezTo>
                  <a:pt x="503724" y="1370138"/>
                  <a:pt x="492228" y="1381633"/>
                  <a:pt x="478063" y="1381633"/>
                </a:cubicBezTo>
                <a:cubicBezTo>
                  <a:pt x="463900" y="1381633"/>
                  <a:pt x="452404" y="1370138"/>
                  <a:pt x="452404" y="1355974"/>
                </a:cubicBezTo>
                <a:cubicBezTo>
                  <a:pt x="452404" y="1341810"/>
                  <a:pt x="463900" y="1330315"/>
                  <a:pt x="478063" y="1330315"/>
                </a:cubicBezTo>
                <a:close/>
                <a:moveTo>
                  <a:pt x="413858" y="1330315"/>
                </a:moveTo>
                <a:cubicBezTo>
                  <a:pt x="428023" y="1330315"/>
                  <a:pt x="439517" y="1341810"/>
                  <a:pt x="439517" y="1355974"/>
                </a:cubicBezTo>
                <a:cubicBezTo>
                  <a:pt x="439517" y="1370138"/>
                  <a:pt x="428023" y="1381633"/>
                  <a:pt x="413858" y="1381633"/>
                </a:cubicBezTo>
                <a:cubicBezTo>
                  <a:pt x="399694" y="1381633"/>
                  <a:pt x="388200" y="1370138"/>
                  <a:pt x="388200" y="1355974"/>
                </a:cubicBezTo>
                <a:cubicBezTo>
                  <a:pt x="388200" y="1341810"/>
                  <a:pt x="399694" y="1330315"/>
                  <a:pt x="413858" y="1330315"/>
                </a:cubicBezTo>
                <a:close/>
                <a:moveTo>
                  <a:pt x="346686" y="1330315"/>
                </a:moveTo>
                <a:cubicBezTo>
                  <a:pt x="360849" y="1330315"/>
                  <a:pt x="372344" y="1341810"/>
                  <a:pt x="372344" y="1355974"/>
                </a:cubicBezTo>
                <a:cubicBezTo>
                  <a:pt x="372344" y="1370138"/>
                  <a:pt x="360849" y="1381633"/>
                  <a:pt x="346686" y="1381633"/>
                </a:cubicBezTo>
                <a:cubicBezTo>
                  <a:pt x="332520" y="1381633"/>
                  <a:pt x="321027" y="1370138"/>
                  <a:pt x="321027" y="1355974"/>
                </a:cubicBezTo>
                <a:cubicBezTo>
                  <a:pt x="321027" y="1341810"/>
                  <a:pt x="332520" y="1330315"/>
                  <a:pt x="346686" y="1330315"/>
                </a:cubicBezTo>
                <a:close/>
                <a:moveTo>
                  <a:pt x="218274" y="1330315"/>
                </a:moveTo>
                <a:cubicBezTo>
                  <a:pt x="232438" y="1330315"/>
                  <a:pt x="243932" y="1341810"/>
                  <a:pt x="243932" y="1355974"/>
                </a:cubicBezTo>
                <a:cubicBezTo>
                  <a:pt x="243932" y="1370138"/>
                  <a:pt x="232438" y="1381633"/>
                  <a:pt x="218274" y="1381633"/>
                </a:cubicBezTo>
                <a:cubicBezTo>
                  <a:pt x="204109" y="1381633"/>
                  <a:pt x="192615" y="1370138"/>
                  <a:pt x="192615" y="1355974"/>
                </a:cubicBezTo>
                <a:cubicBezTo>
                  <a:pt x="192615" y="1341810"/>
                  <a:pt x="204109" y="1330315"/>
                  <a:pt x="218274" y="1330315"/>
                </a:cubicBezTo>
                <a:close/>
                <a:moveTo>
                  <a:pt x="25659" y="1330315"/>
                </a:moveTo>
                <a:cubicBezTo>
                  <a:pt x="39829" y="1330315"/>
                  <a:pt x="51317" y="1341803"/>
                  <a:pt x="51317" y="1355974"/>
                </a:cubicBezTo>
                <a:cubicBezTo>
                  <a:pt x="51317" y="1370145"/>
                  <a:pt x="39829" y="1381633"/>
                  <a:pt x="25659" y="1381633"/>
                </a:cubicBezTo>
                <a:cubicBezTo>
                  <a:pt x="11488" y="1381633"/>
                  <a:pt x="0" y="1370145"/>
                  <a:pt x="0" y="1355974"/>
                </a:cubicBezTo>
                <a:cubicBezTo>
                  <a:pt x="0" y="1341803"/>
                  <a:pt x="11488" y="1330315"/>
                  <a:pt x="25659" y="1330315"/>
                </a:cubicBezTo>
                <a:close/>
                <a:moveTo>
                  <a:pt x="11646697" y="1275862"/>
                </a:moveTo>
                <a:cubicBezTo>
                  <a:pt x="11653779" y="1275979"/>
                  <a:pt x="11659583" y="1281667"/>
                  <a:pt x="11659583" y="1288750"/>
                </a:cubicBezTo>
                <a:cubicBezTo>
                  <a:pt x="11659583" y="1295833"/>
                  <a:pt x="11653893" y="1301638"/>
                  <a:pt x="11646697" y="1301638"/>
                </a:cubicBezTo>
                <a:cubicBezTo>
                  <a:pt x="11639613" y="1301638"/>
                  <a:pt x="11633809" y="1295948"/>
                  <a:pt x="11633809" y="1288750"/>
                </a:cubicBezTo>
                <a:cubicBezTo>
                  <a:pt x="11633809" y="1281667"/>
                  <a:pt x="11639499" y="1275862"/>
                  <a:pt x="11646697" y="1275862"/>
                </a:cubicBezTo>
                <a:close/>
                <a:moveTo>
                  <a:pt x="11068848" y="1275862"/>
                </a:moveTo>
                <a:cubicBezTo>
                  <a:pt x="11075966" y="1275862"/>
                  <a:pt x="11081736" y="1281632"/>
                  <a:pt x="11081736" y="1288750"/>
                </a:cubicBezTo>
                <a:cubicBezTo>
                  <a:pt x="11081736" y="1295868"/>
                  <a:pt x="11075966" y="1301638"/>
                  <a:pt x="11068848" y="1301638"/>
                </a:cubicBezTo>
                <a:cubicBezTo>
                  <a:pt x="11061732" y="1301638"/>
                  <a:pt x="11055962" y="1295868"/>
                  <a:pt x="11055962" y="1288750"/>
                </a:cubicBezTo>
                <a:cubicBezTo>
                  <a:pt x="11055962" y="1281632"/>
                  <a:pt x="11061732" y="1275862"/>
                  <a:pt x="11068848" y="1275862"/>
                </a:cubicBezTo>
                <a:close/>
                <a:moveTo>
                  <a:pt x="10811912" y="1275862"/>
                </a:moveTo>
                <a:cubicBezTo>
                  <a:pt x="10819028" y="1275862"/>
                  <a:pt x="10824798" y="1281632"/>
                  <a:pt x="10824798" y="1288750"/>
                </a:cubicBezTo>
                <a:cubicBezTo>
                  <a:pt x="10824798" y="1295868"/>
                  <a:pt x="10819028" y="1301638"/>
                  <a:pt x="10811912" y="1301638"/>
                </a:cubicBezTo>
                <a:cubicBezTo>
                  <a:pt x="10804794" y="1301638"/>
                  <a:pt x="10799024" y="1295868"/>
                  <a:pt x="10799024" y="1288750"/>
                </a:cubicBezTo>
                <a:cubicBezTo>
                  <a:pt x="10799024" y="1281632"/>
                  <a:pt x="10804794" y="1275862"/>
                  <a:pt x="10811912" y="1275862"/>
                </a:cubicBezTo>
                <a:close/>
                <a:moveTo>
                  <a:pt x="10747708" y="1275862"/>
                </a:moveTo>
                <a:cubicBezTo>
                  <a:pt x="10754824" y="1275862"/>
                  <a:pt x="10760593" y="1281632"/>
                  <a:pt x="10760593" y="1288750"/>
                </a:cubicBezTo>
                <a:cubicBezTo>
                  <a:pt x="10760593" y="1295868"/>
                  <a:pt x="10754824" y="1301638"/>
                  <a:pt x="10747708" y="1301638"/>
                </a:cubicBezTo>
                <a:cubicBezTo>
                  <a:pt x="10740589" y="1301638"/>
                  <a:pt x="10734820" y="1295868"/>
                  <a:pt x="10734820" y="1288750"/>
                </a:cubicBezTo>
                <a:cubicBezTo>
                  <a:pt x="10734820" y="1281632"/>
                  <a:pt x="10740589" y="1275862"/>
                  <a:pt x="10747708" y="1275862"/>
                </a:cubicBezTo>
                <a:close/>
                <a:moveTo>
                  <a:pt x="9912920" y="1275862"/>
                </a:moveTo>
                <a:cubicBezTo>
                  <a:pt x="9920039" y="1275862"/>
                  <a:pt x="9925808" y="1281632"/>
                  <a:pt x="9925808" y="1288750"/>
                </a:cubicBezTo>
                <a:cubicBezTo>
                  <a:pt x="9925808" y="1295868"/>
                  <a:pt x="9920039" y="1301638"/>
                  <a:pt x="9912920" y="1301638"/>
                </a:cubicBezTo>
                <a:cubicBezTo>
                  <a:pt x="9905804" y="1301638"/>
                  <a:pt x="9900035" y="1295868"/>
                  <a:pt x="9900035" y="1288750"/>
                </a:cubicBezTo>
                <a:cubicBezTo>
                  <a:pt x="9900035" y="1281632"/>
                  <a:pt x="9905804" y="1275862"/>
                  <a:pt x="9912920" y="1275862"/>
                </a:cubicBezTo>
                <a:close/>
                <a:moveTo>
                  <a:pt x="9784512" y="1275862"/>
                </a:moveTo>
                <a:cubicBezTo>
                  <a:pt x="9791593" y="1275979"/>
                  <a:pt x="9797400" y="1281667"/>
                  <a:pt x="9797400" y="1288750"/>
                </a:cubicBezTo>
                <a:cubicBezTo>
                  <a:pt x="9797400" y="1295833"/>
                  <a:pt x="9791711" y="1301638"/>
                  <a:pt x="9784512" y="1301638"/>
                </a:cubicBezTo>
                <a:cubicBezTo>
                  <a:pt x="9777428" y="1301638"/>
                  <a:pt x="9771624" y="1295948"/>
                  <a:pt x="9771624" y="1288750"/>
                </a:cubicBezTo>
                <a:cubicBezTo>
                  <a:pt x="9771624" y="1281667"/>
                  <a:pt x="9777313" y="1275862"/>
                  <a:pt x="9784512" y="1275862"/>
                </a:cubicBezTo>
                <a:close/>
                <a:moveTo>
                  <a:pt x="8307675" y="1275862"/>
                </a:moveTo>
                <a:cubicBezTo>
                  <a:pt x="8314791" y="1275862"/>
                  <a:pt x="8320560" y="1281632"/>
                  <a:pt x="8320560" y="1288750"/>
                </a:cubicBezTo>
                <a:cubicBezTo>
                  <a:pt x="8320560" y="1295868"/>
                  <a:pt x="8314791" y="1301638"/>
                  <a:pt x="8307675" y="1301638"/>
                </a:cubicBezTo>
                <a:cubicBezTo>
                  <a:pt x="8300556" y="1301638"/>
                  <a:pt x="8294787" y="1295868"/>
                  <a:pt x="8294787" y="1288750"/>
                </a:cubicBezTo>
                <a:cubicBezTo>
                  <a:pt x="8294787" y="1281632"/>
                  <a:pt x="8300556" y="1275862"/>
                  <a:pt x="8307675" y="1275862"/>
                </a:cubicBezTo>
                <a:close/>
                <a:moveTo>
                  <a:pt x="7344479" y="1275862"/>
                </a:moveTo>
                <a:cubicBezTo>
                  <a:pt x="7351560" y="1275979"/>
                  <a:pt x="7357367" y="1281667"/>
                  <a:pt x="7357367" y="1288750"/>
                </a:cubicBezTo>
                <a:cubicBezTo>
                  <a:pt x="7357367" y="1295833"/>
                  <a:pt x="7351678" y="1301638"/>
                  <a:pt x="7344479" y="1301638"/>
                </a:cubicBezTo>
                <a:cubicBezTo>
                  <a:pt x="7337395" y="1301638"/>
                  <a:pt x="7331591" y="1295948"/>
                  <a:pt x="7331591" y="1288750"/>
                </a:cubicBezTo>
                <a:cubicBezTo>
                  <a:pt x="7331591" y="1281667"/>
                  <a:pt x="7337280" y="1275862"/>
                  <a:pt x="7344479" y="1275862"/>
                </a:cubicBezTo>
                <a:close/>
                <a:moveTo>
                  <a:pt x="7280274" y="1275862"/>
                </a:moveTo>
                <a:cubicBezTo>
                  <a:pt x="7287355" y="1275979"/>
                  <a:pt x="7293160" y="1281667"/>
                  <a:pt x="7293160" y="1288750"/>
                </a:cubicBezTo>
                <a:cubicBezTo>
                  <a:pt x="7293160" y="1295833"/>
                  <a:pt x="7287470" y="1301638"/>
                  <a:pt x="7280274" y="1301638"/>
                </a:cubicBezTo>
                <a:cubicBezTo>
                  <a:pt x="7273190" y="1301638"/>
                  <a:pt x="7267386" y="1295948"/>
                  <a:pt x="7267386" y="1288750"/>
                </a:cubicBezTo>
                <a:cubicBezTo>
                  <a:pt x="7267386" y="1281667"/>
                  <a:pt x="7273075" y="1275862"/>
                  <a:pt x="7280274" y="1275862"/>
                </a:cubicBezTo>
                <a:close/>
                <a:moveTo>
                  <a:pt x="6830836" y="1275862"/>
                </a:moveTo>
                <a:cubicBezTo>
                  <a:pt x="6837954" y="1275862"/>
                  <a:pt x="6843724" y="1281632"/>
                  <a:pt x="6843724" y="1288750"/>
                </a:cubicBezTo>
                <a:cubicBezTo>
                  <a:pt x="6843724" y="1295868"/>
                  <a:pt x="6837954" y="1301638"/>
                  <a:pt x="6830836" y="1301638"/>
                </a:cubicBezTo>
                <a:cubicBezTo>
                  <a:pt x="6823720" y="1301638"/>
                  <a:pt x="6817948" y="1295868"/>
                  <a:pt x="6817948" y="1288750"/>
                </a:cubicBezTo>
                <a:cubicBezTo>
                  <a:pt x="6817948" y="1281632"/>
                  <a:pt x="6823720" y="1275862"/>
                  <a:pt x="6830836" y="1275862"/>
                </a:cubicBezTo>
                <a:close/>
                <a:moveTo>
                  <a:pt x="6766631" y="1275862"/>
                </a:moveTo>
                <a:cubicBezTo>
                  <a:pt x="6773750" y="1275862"/>
                  <a:pt x="6779519" y="1281632"/>
                  <a:pt x="6779519" y="1288750"/>
                </a:cubicBezTo>
                <a:cubicBezTo>
                  <a:pt x="6779519" y="1295868"/>
                  <a:pt x="6773750" y="1301638"/>
                  <a:pt x="6766631" y="1301638"/>
                </a:cubicBezTo>
                <a:cubicBezTo>
                  <a:pt x="6759513" y="1301638"/>
                  <a:pt x="6753743" y="1295868"/>
                  <a:pt x="6753743" y="1288750"/>
                </a:cubicBezTo>
                <a:cubicBezTo>
                  <a:pt x="6753743" y="1281632"/>
                  <a:pt x="6759513" y="1275862"/>
                  <a:pt x="6766631" y="1275862"/>
                </a:cubicBezTo>
                <a:close/>
                <a:moveTo>
                  <a:pt x="6573900" y="1275862"/>
                </a:moveTo>
                <a:cubicBezTo>
                  <a:pt x="6581099" y="1275979"/>
                  <a:pt x="6586788" y="1281667"/>
                  <a:pt x="6586788" y="1288750"/>
                </a:cubicBezTo>
                <a:cubicBezTo>
                  <a:pt x="6586788" y="1295833"/>
                  <a:pt x="6581099" y="1301638"/>
                  <a:pt x="6573900" y="1301638"/>
                </a:cubicBezTo>
                <a:cubicBezTo>
                  <a:pt x="6566819" y="1301638"/>
                  <a:pt x="6561013" y="1295948"/>
                  <a:pt x="6561013" y="1288750"/>
                </a:cubicBezTo>
                <a:cubicBezTo>
                  <a:pt x="6561013" y="1281667"/>
                  <a:pt x="6566702" y="1275862"/>
                  <a:pt x="6573900" y="1275862"/>
                </a:cubicBezTo>
                <a:close/>
                <a:moveTo>
                  <a:pt x="5936092" y="1275862"/>
                </a:moveTo>
                <a:cubicBezTo>
                  <a:pt x="5943173" y="1275979"/>
                  <a:pt x="5948981" y="1281667"/>
                  <a:pt x="5948981" y="1288750"/>
                </a:cubicBezTo>
                <a:cubicBezTo>
                  <a:pt x="5948981" y="1295833"/>
                  <a:pt x="5943292" y="1301638"/>
                  <a:pt x="5936092" y="1301638"/>
                </a:cubicBezTo>
                <a:cubicBezTo>
                  <a:pt x="5929009" y="1301638"/>
                  <a:pt x="5923204" y="1295948"/>
                  <a:pt x="5923204" y="1288750"/>
                </a:cubicBezTo>
                <a:cubicBezTo>
                  <a:pt x="5923204" y="1281667"/>
                  <a:pt x="5928894" y="1275862"/>
                  <a:pt x="5936092" y="1275862"/>
                </a:cubicBezTo>
                <a:close/>
                <a:moveTo>
                  <a:pt x="5358245" y="1275862"/>
                </a:moveTo>
                <a:cubicBezTo>
                  <a:pt x="5365362" y="1275862"/>
                  <a:pt x="5371133" y="1281632"/>
                  <a:pt x="5371133" y="1288750"/>
                </a:cubicBezTo>
                <a:cubicBezTo>
                  <a:pt x="5371133" y="1295868"/>
                  <a:pt x="5365362" y="1301638"/>
                  <a:pt x="5358245" y="1301638"/>
                </a:cubicBezTo>
                <a:cubicBezTo>
                  <a:pt x="5351129" y="1301638"/>
                  <a:pt x="5345357" y="1295868"/>
                  <a:pt x="5345357" y="1288750"/>
                </a:cubicBezTo>
                <a:cubicBezTo>
                  <a:pt x="5345357" y="1281632"/>
                  <a:pt x="5351129" y="1275862"/>
                  <a:pt x="5358245" y="1275862"/>
                </a:cubicBezTo>
                <a:close/>
                <a:moveTo>
                  <a:pt x="5101308" y="1275862"/>
                </a:moveTo>
                <a:cubicBezTo>
                  <a:pt x="5108427" y="1275862"/>
                  <a:pt x="5114194" y="1281632"/>
                  <a:pt x="5114194" y="1288750"/>
                </a:cubicBezTo>
                <a:cubicBezTo>
                  <a:pt x="5114194" y="1295868"/>
                  <a:pt x="5108426" y="1301638"/>
                  <a:pt x="5101308" y="1301638"/>
                </a:cubicBezTo>
                <a:cubicBezTo>
                  <a:pt x="5094190" y="1301638"/>
                  <a:pt x="5088421" y="1295868"/>
                  <a:pt x="5088421" y="1288750"/>
                </a:cubicBezTo>
                <a:cubicBezTo>
                  <a:pt x="5088421" y="1281632"/>
                  <a:pt x="5094191" y="1275862"/>
                  <a:pt x="5101308" y="1275862"/>
                </a:cubicBezTo>
                <a:close/>
                <a:moveTo>
                  <a:pt x="5037104" y="1275862"/>
                </a:moveTo>
                <a:cubicBezTo>
                  <a:pt x="5044220" y="1275862"/>
                  <a:pt x="5049991" y="1281632"/>
                  <a:pt x="5049991" y="1288750"/>
                </a:cubicBezTo>
                <a:cubicBezTo>
                  <a:pt x="5049991" y="1295868"/>
                  <a:pt x="5044220" y="1301638"/>
                  <a:pt x="5037104" y="1301638"/>
                </a:cubicBezTo>
                <a:cubicBezTo>
                  <a:pt x="5029986" y="1301638"/>
                  <a:pt x="5024216" y="1295868"/>
                  <a:pt x="5024216" y="1288750"/>
                </a:cubicBezTo>
                <a:cubicBezTo>
                  <a:pt x="5024216" y="1281632"/>
                  <a:pt x="5029986" y="1275862"/>
                  <a:pt x="5037104" y="1275862"/>
                </a:cubicBezTo>
                <a:close/>
                <a:moveTo>
                  <a:pt x="4202317" y="1275862"/>
                </a:moveTo>
                <a:cubicBezTo>
                  <a:pt x="4209435" y="1275862"/>
                  <a:pt x="4215205" y="1281632"/>
                  <a:pt x="4215205" y="1288750"/>
                </a:cubicBezTo>
                <a:cubicBezTo>
                  <a:pt x="4215205" y="1295868"/>
                  <a:pt x="4209435" y="1301638"/>
                  <a:pt x="4202317" y="1301638"/>
                </a:cubicBezTo>
                <a:cubicBezTo>
                  <a:pt x="4195200" y="1301638"/>
                  <a:pt x="4189431" y="1295868"/>
                  <a:pt x="4189431" y="1288750"/>
                </a:cubicBezTo>
                <a:cubicBezTo>
                  <a:pt x="4189431" y="1281632"/>
                  <a:pt x="4195201" y="1275862"/>
                  <a:pt x="4202317" y="1275862"/>
                </a:cubicBezTo>
                <a:close/>
                <a:moveTo>
                  <a:pt x="4073908" y="1275862"/>
                </a:moveTo>
                <a:cubicBezTo>
                  <a:pt x="4080990" y="1275979"/>
                  <a:pt x="4086795" y="1281667"/>
                  <a:pt x="4086795" y="1288750"/>
                </a:cubicBezTo>
                <a:cubicBezTo>
                  <a:pt x="4086795" y="1295833"/>
                  <a:pt x="4081105" y="1301638"/>
                  <a:pt x="4073908" y="1301638"/>
                </a:cubicBezTo>
                <a:cubicBezTo>
                  <a:pt x="4066826" y="1301638"/>
                  <a:pt x="4061020" y="1295948"/>
                  <a:pt x="4061020" y="1288750"/>
                </a:cubicBezTo>
                <a:cubicBezTo>
                  <a:pt x="4061020" y="1281667"/>
                  <a:pt x="4066709" y="1275862"/>
                  <a:pt x="4073908" y="1275862"/>
                </a:cubicBezTo>
                <a:close/>
                <a:moveTo>
                  <a:pt x="2597069" y="1275862"/>
                </a:moveTo>
                <a:cubicBezTo>
                  <a:pt x="2604187" y="1275862"/>
                  <a:pt x="2609957" y="1281632"/>
                  <a:pt x="2609957" y="1288750"/>
                </a:cubicBezTo>
                <a:cubicBezTo>
                  <a:pt x="2609957" y="1295868"/>
                  <a:pt x="2604187" y="1301638"/>
                  <a:pt x="2597069" y="1301638"/>
                </a:cubicBezTo>
                <a:cubicBezTo>
                  <a:pt x="2589952" y="1301638"/>
                  <a:pt x="2584182" y="1295868"/>
                  <a:pt x="2584182" y="1288750"/>
                </a:cubicBezTo>
                <a:cubicBezTo>
                  <a:pt x="2584182" y="1281632"/>
                  <a:pt x="2589952" y="1275862"/>
                  <a:pt x="2597069" y="1275862"/>
                </a:cubicBezTo>
                <a:close/>
                <a:moveTo>
                  <a:pt x="1633875" y="1275862"/>
                </a:moveTo>
                <a:cubicBezTo>
                  <a:pt x="1640957" y="1275979"/>
                  <a:pt x="1646762" y="1281667"/>
                  <a:pt x="1646762" y="1288750"/>
                </a:cubicBezTo>
                <a:cubicBezTo>
                  <a:pt x="1646762" y="1295833"/>
                  <a:pt x="1641073" y="1301638"/>
                  <a:pt x="1633875" y="1301638"/>
                </a:cubicBezTo>
                <a:cubicBezTo>
                  <a:pt x="1626792" y="1301638"/>
                  <a:pt x="1620987" y="1295948"/>
                  <a:pt x="1620987" y="1288750"/>
                </a:cubicBezTo>
                <a:cubicBezTo>
                  <a:pt x="1620987" y="1281667"/>
                  <a:pt x="1626676" y="1275862"/>
                  <a:pt x="1633875" y="1275862"/>
                </a:cubicBezTo>
                <a:close/>
                <a:moveTo>
                  <a:pt x="1569669" y="1275862"/>
                </a:moveTo>
                <a:cubicBezTo>
                  <a:pt x="1576752" y="1275979"/>
                  <a:pt x="1582557" y="1281667"/>
                  <a:pt x="1582557" y="1288750"/>
                </a:cubicBezTo>
                <a:cubicBezTo>
                  <a:pt x="1582557" y="1295833"/>
                  <a:pt x="1576867" y="1301638"/>
                  <a:pt x="1569669" y="1301638"/>
                </a:cubicBezTo>
                <a:cubicBezTo>
                  <a:pt x="1562587" y="1301638"/>
                  <a:pt x="1556782" y="1295948"/>
                  <a:pt x="1556782" y="1288750"/>
                </a:cubicBezTo>
                <a:cubicBezTo>
                  <a:pt x="1556782" y="1281667"/>
                  <a:pt x="1562471" y="1275862"/>
                  <a:pt x="1569669" y="1275862"/>
                </a:cubicBezTo>
                <a:close/>
                <a:moveTo>
                  <a:pt x="1120233" y="1275862"/>
                </a:moveTo>
                <a:cubicBezTo>
                  <a:pt x="1127350" y="1275862"/>
                  <a:pt x="1133121" y="1281632"/>
                  <a:pt x="1133121" y="1288750"/>
                </a:cubicBezTo>
                <a:cubicBezTo>
                  <a:pt x="1133121" y="1295868"/>
                  <a:pt x="1127350" y="1301638"/>
                  <a:pt x="1120233" y="1301638"/>
                </a:cubicBezTo>
                <a:cubicBezTo>
                  <a:pt x="1113116" y="1301638"/>
                  <a:pt x="1107345" y="1295868"/>
                  <a:pt x="1107345" y="1288750"/>
                </a:cubicBezTo>
                <a:cubicBezTo>
                  <a:pt x="1107345" y="1281632"/>
                  <a:pt x="1113116" y="1275862"/>
                  <a:pt x="1120233" y="1275862"/>
                </a:cubicBezTo>
                <a:close/>
                <a:moveTo>
                  <a:pt x="1056027" y="1275862"/>
                </a:moveTo>
                <a:cubicBezTo>
                  <a:pt x="1063146" y="1275862"/>
                  <a:pt x="1068914" y="1281632"/>
                  <a:pt x="1068914" y="1288750"/>
                </a:cubicBezTo>
                <a:cubicBezTo>
                  <a:pt x="1068914" y="1295868"/>
                  <a:pt x="1063146" y="1301638"/>
                  <a:pt x="1056027" y="1301638"/>
                </a:cubicBezTo>
                <a:cubicBezTo>
                  <a:pt x="1048910" y="1301638"/>
                  <a:pt x="1043139" y="1295868"/>
                  <a:pt x="1043139" y="1288750"/>
                </a:cubicBezTo>
                <a:cubicBezTo>
                  <a:pt x="1043139" y="1281632"/>
                  <a:pt x="1048910" y="1275862"/>
                  <a:pt x="1056027" y="1275862"/>
                </a:cubicBezTo>
                <a:close/>
                <a:moveTo>
                  <a:pt x="863296" y="1275862"/>
                </a:moveTo>
                <a:cubicBezTo>
                  <a:pt x="870496" y="1275979"/>
                  <a:pt x="876184" y="1281667"/>
                  <a:pt x="876184" y="1288750"/>
                </a:cubicBezTo>
                <a:cubicBezTo>
                  <a:pt x="876184" y="1295833"/>
                  <a:pt x="870496" y="1301638"/>
                  <a:pt x="863296" y="1301638"/>
                </a:cubicBezTo>
                <a:cubicBezTo>
                  <a:pt x="856215" y="1301638"/>
                  <a:pt x="850407" y="1295948"/>
                  <a:pt x="850407" y="1288750"/>
                </a:cubicBezTo>
                <a:cubicBezTo>
                  <a:pt x="850407" y="1281667"/>
                  <a:pt x="856098" y="1275862"/>
                  <a:pt x="863296" y="1275862"/>
                </a:cubicBezTo>
                <a:close/>
                <a:moveTo>
                  <a:pt x="218274" y="1275862"/>
                </a:moveTo>
                <a:cubicBezTo>
                  <a:pt x="225357" y="1275979"/>
                  <a:pt x="231162" y="1281667"/>
                  <a:pt x="231162" y="1288750"/>
                </a:cubicBezTo>
                <a:cubicBezTo>
                  <a:pt x="231162" y="1295833"/>
                  <a:pt x="225473" y="1301638"/>
                  <a:pt x="218274" y="1301638"/>
                </a:cubicBezTo>
                <a:cubicBezTo>
                  <a:pt x="211191" y="1301638"/>
                  <a:pt x="205386" y="1295948"/>
                  <a:pt x="205386" y="1288750"/>
                </a:cubicBezTo>
                <a:cubicBezTo>
                  <a:pt x="205386" y="1281667"/>
                  <a:pt x="211076" y="1275862"/>
                  <a:pt x="218274" y="1275862"/>
                </a:cubicBezTo>
                <a:close/>
                <a:moveTo>
                  <a:pt x="12034897" y="1263091"/>
                </a:moveTo>
                <a:cubicBezTo>
                  <a:pt x="12049061" y="1263091"/>
                  <a:pt x="12060557" y="1274585"/>
                  <a:pt x="12060557" y="1288750"/>
                </a:cubicBezTo>
                <a:cubicBezTo>
                  <a:pt x="12060557" y="1302914"/>
                  <a:pt x="12049061" y="1314409"/>
                  <a:pt x="12034897" y="1314409"/>
                </a:cubicBezTo>
                <a:cubicBezTo>
                  <a:pt x="12020731" y="1314409"/>
                  <a:pt x="12009237" y="1302914"/>
                  <a:pt x="12009237" y="1288750"/>
                </a:cubicBezTo>
                <a:cubicBezTo>
                  <a:pt x="12009237" y="1274585"/>
                  <a:pt x="12020731" y="1263091"/>
                  <a:pt x="12034897" y="1263091"/>
                </a:cubicBezTo>
                <a:close/>
                <a:moveTo>
                  <a:pt x="11970691" y="1263091"/>
                </a:moveTo>
                <a:cubicBezTo>
                  <a:pt x="11984855" y="1263091"/>
                  <a:pt x="11996349" y="1274585"/>
                  <a:pt x="11996349" y="1288750"/>
                </a:cubicBezTo>
                <a:cubicBezTo>
                  <a:pt x="11996349" y="1302914"/>
                  <a:pt x="11984855" y="1314409"/>
                  <a:pt x="11970691" y="1314409"/>
                </a:cubicBezTo>
                <a:cubicBezTo>
                  <a:pt x="11956525" y="1314409"/>
                  <a:pt x="11945033" y="1302914"/>
                  <a:pt x="11945033" y="1288750"/>
                </a:cubicBezTo>
                <a:cubicBezTo>
                  <a:pt x="11945033" y="1274585"/>
                  <a:pt x="11956525" y="1263091"/>
                  <a:pt x="11970691" y="1263091"/>
                </a:cubicBezTo>
                <a:close/>
                <a:moveTo>
                  <a:pt x="11906483" y="1263091"/>
                </a:moveTo>
                <a:cubicBezTo>
                  <a:pt x="11920649" y="1263091"/>
                  <a:pt x="11932145" y="1274585"/>
                  <a:pt x="11932145" y="1288750"/>
                </a:cubicBezTo>
                <a:cubicBezTo>
                  <a:pt x="11932145" y="1302914"/>
                  <a:pt x="11920649" y="1314409"/>
                  <a:pt x="11906483" y="1314409"/>
                </a:cubicBezTo>
                <a:cubicBezTo>
                  <a:pt x="11892321" y="1314409"/>
                  <a:pt x="11880825" y="1302914"/>
                  <a:pt x="11880825" y="1288750"/>
                </a:cubicBezTo>
                <a:cubicBezTo>
                  <a:pt x="11880825" y="1274585"/>
                  <a:pt x="11892321" y="1263091"/>
                  <a:pt x="11906483" y="1263091"/>
                </a:cubicBezTo>
                <a:close/>
                <a:moveTo>
                  <a:pt x="11842279" y="1263091"/>
                </a:moveTo>
                <a:cubicBezTo>
                  <a:pt x="11856445" y="1263091"/>
                  <a:pt x="11867941" y="1274585"/>
                  <a:pt x="11867941" y="1288750"/>
                </a:cubicBezTo>
                <a:cubicBezTo>
                  <a:pt x="11867941" y="1302914"/>
                  <a:pt x="11856445" y="1314409"/>
                  <a:pt x="11842279" y="1314409"/>
                </a:cubicBezTo>
                <a:cubicBezTo>
                  <a:pt x="11828117" y="1314409"/>
                  <a:pt x="11816621" y="1302914"/>
                  <a:pt x="11816621" y="1288750"/>
                </a:cubicBezTo>
                <a:cubicBezTo>
                  <a:pt x="11816621" y="1274585"/>
                  <a:pt x="11828117" y="1263091"/>
                  <a:pt x="11842279" y="1263091"/>
                </a:cubicBezTo>
                <a:close/>
                <a:moveTo>
                  <a:pt x="11775107" y="1263091"/>
                </a:moveTo>
                <a:cubicBezTo>
                  <a:pt x="11789271" y="1263091"/>
                  <a:pt x="11800767" y="1274585"/>
                  <a:pt x="11800767" y="1288750"/>
                </a:cubicBezTo>
                <a:cubicBezTo>
                  <a:pt x="11800767" y="1302914"/>
                  <a:pt x="11789271" y="1314409"/>
                  <a:pt x="11775107" y="1314409"/>
                </a:cubicBezTo>
                <a:cubicBezTo>
                  <a:pt x="11760941" y="1314409"/>
                  <a:pt x="11749449" y="1302914"/>
                  <a:pt x="11749449" y="1288750"/>
                </a:cubicBezTo>
                <a:cubicBezTo>
                  <a:pt x="11749449" y="1274585"/>
                  <a:pt x="11760941" y="1263091"/>
                  <a:pt x="11775107" y="1263091"/>
                </a:cubicBezTo>
                <a:close/>
                <a:moveTo>
                  <a:pt x="11454081" y="1263091"/>
                </a:moveTo>
                <a:cubicBezTo>
                  <a:pt x="11468253" y="1263091"/>
                  <a:pt x="11479739" y="1274579"/>
                  <a:pt x="11479739" y="1288750"/>
                </a:cubicBezTo>
                <a:cubicBezTo>
                  <a:pt x="11479739" y="1302921"/>
                  <a:pt x="11468253" y="1314409"/>
                  <a:pt x="11454081" y="1314409"/>
                </a:cubicBezTo>
                <a:cubicBezTo>
                  <a:pt x="11439909" y="1314409"/>
                  <a:pt x="11428421" y="1302921"/>
                  <a:pt x="11428421" y="1288750"/>
                </a:cubicBezTo>
                <a:cubicBezTo>
                  <a:pt x="11428421" y="1274579"/>
                  <a:pt x="11439909" y="1263091"/>
                  <a:pt x="11454081" y="1263091"/>
                </a:cubicBezTo>
                <a:close/>
                <a:moveTo>
                  <a:pt x="11389875" y="1263091"/>
                </a:moveTo>
                <a:cubicBezTo>
                  <a:pt x="11404040" y="1263091"/>
                  <a:pt x="11415533" y="1274585"/>
                  <a:pt x="11415533" y="1288750"/>
                </a:cubicBezTo>
                <a:cubicBezTo>
                  <a:pt x="11415533" y="1302914"/>
                  <a:pt x="11404040" y="1314409"/>
                  <a:pt x="11389875" y="1314409"/>
                </a:cubicBezTo>
                <a:cubicBezTo>
                  <a:pt x="11375710" y="1314409"/>
                  <a:pt x="11364217" y="1302914"/>
                  <a:pt x="11364217" y="1288750"/>
                </a:cubicBezTo>
                <a:cubicBezTo>
                  <a:pt x="11364217" y="1274585"/>
                  <a:pt x="11375710" y="1263091"/>
                  <a:pt x="11389875" y="1263091"/>
                </a:cubicBezTo>
                <a:close/>
                <a:moveTo>
                  <a:pt x="11325670" y="1263091"/>
                </a:moveTo>
                <a:cubicBezTo>
                  <a:pt x="11339835" y="1263091"/>
                  <a:pt x="11351329" y="1274585"/>
                  <a:pt x="11351329" y="1288750"/>
                </a:cubicBezTo>
                <a:cubicBezTo>
                  <a:pt x="11351329" y="1302914"/>
                  <a:pt x="11339835" y="1314409"/>
                  <a:pt x="11325670" y="1314409"/>
                </a:cubicBezTo>
                <a:cubicBezTo>
                  <a:pt x="11311505" y="1314409"/>
                  <a:pt x="11300012" y="1302914"/>
                  <a:pt x="11300012" y="1288750"/>
                </a:cubicBezTo>
                <a:cubicBezTo>
                  <a:pt x="11300012" y="1274585"/>
                  <a:pt x="11311505" y="1263091"/>
                  <a:pt x="11325670" y="1263091"/>
                </a:cubicBezTo>
                <a:close/>
                <a:moveTo>
                  <a:pt x="11197259" y="1263091"/>
                </a:moveTo>
                <a:cubicBezTo>
                  <a:pt x="11211424" y="1263091"/>
                  <a:pt x="11222917" y="1274585"/>
                  <a:pt x="11222917" y="1288750"/>
                </a:cubicBezTo>
                <a:cubicBezTo>
                  <a:pt x="11222917" y="1302914"/>
                  <a:pt x="11211424" y="1314409"/>
                  <a:pt x="11197259" y="1314409"/>
                </a:cubicBezTo>
                <a:cubicBezTo>
                  <a:pt x="11183094" y="1314409"/>
                  <a:pt x="11171601" y="1302914"/>
                  <a:pt x="11171601" y="1288750"/>
                </a:cubicBezTo>
                <a:cubicBezTo>
                  <a:pt x="11171601" y="1274585"/>
                  <a:pt x="11183094" y="1263091"/>
                  <a:pt x="11197259" y="1263091"/>
                </a:cubicBezTo>
                <a:close/>
                <a:moveTo>
                  <a:pt x="11133055" y="1263091"/>
                </a:moveTo>
                <a:cubicBezTo>
                  <a:pt x="11147225" y="1263091"/>
                  <a:pt x="11158713" y="1274579"/>
                  <a:pt x="11158713" y="1288750"/>
                </a:cubicBezTo>
                <a:cubicBezTo>
                  <a:pt x="11158713" y="1302921"/>
                  <a:pt x="11147225" y="1314409"/>
                  <a:pt x="11133055" y="1314409"/>
                </a:cubicBezTo>
                <a:cubicBezTo>
                  <a:pt x="11118884" y="1314409"/>
                  <a:pt x="11107396" y="1302921"/>
                  <a:pt x="11107396" y="1288750"/>
                </a:cubicBezTo>
                <a:cubicBezTo>
                  <a:pt x="11107396" y="1274579"/>
                  <a:pt x="11118884" y="1263091"/>
                  <a:pt x="11133055" y="1263091"/>
                </a:cubicBezTo>
                <a:close/>
                <a:moveTo>
                  <a:pt x="10940321" y="1263091"/>
                </a:moveTo>
                <a:cubicBezTo>
                  <a:pt x="10954604" y="1263091"/>
                  <a:pt x="10965982" y="1274585"/>
                  <a:pt x="10965982" y="1288750"/>
                </a:cubicBezTo>
                <a:cubicBezTo>
                  <a:pt x="10965982" y="1302914"/>
                  <a:pt x="10954486" y="1314409"/>
                  <a:pt x="10940321" y="1314409"/>
                </a:cubicBezTo>
                <a:cubicBezTo>
                  <a:pt x="10926156" y="1314409"/>
                  <a:pt x="10914663" y="1302914"/>
                  <a:pt x="10914663" y="1288750"/>
                </a:cubicBezTo>
                <a:cubicBezTo>
                  <a:pt x="10914663" y="1274585"/>
                  <a:pt x="10926156" y="1263091"/>
                  <a:pt x="10940321" y="1263091"/>
                </a:cubicBezTo>
                <a:close/>
                <a:moveTo>
                  <a:pt x="10683501" y="1263091"/>
                </a:moveTo>
                <a:cubicBezTo>
                  <a:pt x="10697666" y="1263091"/>
                  <a:pt x="10709159" y="1274585"/>
                  <a:pt x="10709159" y="1288750"/>
                </a:cubicBezTo>
                <a:cubicBezTo>
                  <a:pt x="10709159" y="1302914"/>
                  <a:pt x="10697666" y="1314409"/>
                  <a:pt x="10683501" y="1314409"/>
                </a:cubicBezTo>
                <a:cubicBezTo>
                  <a:pt x="10669336" y="1314409"/>
                  <a:pt x="10657843" y="1302914"/>
                  <a:pt x="10657843" y="1288750"/>
                </a:cubicBezTo>
                <a:cubicBezTo>
                  <a:pt x="10657843" y="1274585"/>
                  <a:pt x="10669336" y="1263091"/>
                  <a:pt x="10683501" y="1263091"/>
                </a:cubicBezTo>
                <a:close/>
                <a:moveTo>
                  <a:pt x="10619297" y="1263091"/>
                </a:moveTo>
                <a:cubicBezTo>
                  <a:pt x="10633462" y="1263091"/>
                  <a:pt x="10644955" y="1274585"/>
                  <a:pt x="10644955" y="1288750"/>
                </a:cubicBezTo>
                <a:cubicBezTo>
                  <a:pt x="10644955" y="1302914"/>
                  <a:pt x="10633462" y="1314409"/>
                  <a:pt x="10619297" y="1314409"/>
                </a:cubicBezTo>
                <a:cubicBezTo>
                  <a:pt x="10605132" y="1314409"/>
                  <a:pt x="10593639" y="1302914"/>
                  <a:pt x="10593639" y="1288750"/>
                </a:cubicBezTo>
                <a:cubicBezTo>
                  <a:pt x="10593639" y="1274585"/>
                  <a:pt x="10605132" y="1263091"/>
                  <a:pt x="10619297" y="1263091"/>
                </a:cubicBezTo>
                <a:close/>
                <a:moveTo>
                  <a:pt x="10555092" y="1263091"/>
                </a:moveTo>
                <a:cubicBezTo>
                  <a:pt x="10569255" y="1263091"/>
                  <a:pt x="10580751" y="1274585"/>
                  <a:pt x="10580751" y="1288750"/>
                </a:cubicBezTo>
                <a:cubicBezTo>
                  <a:pt x="10580751" y="1302914"/>
                  <a:pt x="10569255" y="1314409"/>
                  <a:pt x="10555092" y="1314409"/>
                </a:cubicBezTo>
                <a:cubicBezTo>
                  <a:pt x="10540927" y="1314409"/>
                  <a:pt x="10529432" y="1302914"/>
                  <a:pt x="10529432" y="1288750"/>
                </a:cubicBezTo>
                <a:cubicBezTo>
                  <a:pt x="10529432" y="1274585"/>
                  <a:pt x="10540927" y="1263091"/>
                  <a:pt x="10555092" y="1263091"/>
                </a:cubicBezTo>
                <a:close/>
                <a:moveTo>
                  <a:pt x="10490885" y="1263091"/>
                </a:moveTo>
                <a:cubicBezTo>
                  <a:pt x="10505050" y="1263091"/>
                  <a:pt x="10516544" y="1274585"/>
                  <a:pt x="10516544" y="1288750"/>
                </a:cubicBezTo>
                <a:cubicBezTo>
                  <a:pt x="10516544" y="1302914"/>
                  <a:pt x="10505050" y="1314409"/>
                  <a:pt x="10490885" y="1314409"/>
                </a:cubicBezTo>
                <a:cubicBezTo>
                  <a:pt x="10476720" y="1314409"/>
                  <a:pt x="10465227" y="1302914"/>
                  <a:pt x="10465227" y="1288750"/>
                </a:cubicBezTo>
                <a:cubicBezTo>
                  <a:pt x="10465227" y="1274585"/>
                  <a:pt x="10476720" y="1263091"/>
                  <a:pt x="10490885" y="1263091"/>
                </a:cubicBezTo>
                <a:close/>
                <a:moveTo>
                  <a:pt x="10362474" y="1263091"/>
                </a:moveTo>
                <a:cubicBezTo>
                  <a:pt x="10376647" y="1263091"/>
                  <a:pt x="10388135" y="1274579"/>
                  <a:pt x="10388135" y="1288750"/>
                </a:cubicBezTo>
                <a:cubicBezTo>
                  <a:pt x="10388135" y="1302921"/>
                  <a:pt x="10376647" y="1314409"/>
                  <a:pt x="10362474" y="1314409"/>
                </a:cubicBezTo>
                <a:cubicBezTo>
                  <a:pt x="10348304" y="1314409"/>
                  <a:pt x="10336816" y="1302921"/>
                  <a:pt x="10336816" y="1288750"/>
                </a:cubicBezTo>
                <a:cubicBezTo>
                  <a:pt x="10336816" y="1274579"/>
                  <a:pt x="10348304" y="1263091"/>
                  <a:pt x="10362474" y="1263091"/>
                </a:cubicBezTo>
                <a:close/>
                <a:moveTo>
                  <a:pt x="10298270" y="1263091"/>
                </a:moveTo>
                <a:cubicBezTo>
                  <a:pt x="10312435" y="1263091"/>
                  <a:pt x="10323928" y="1274585"/>
                  <a:pt x="10323928" y="1288750"/>
                </a:cubicBezTo>
                <a:cubicBezTo>
                  <a:pt x="10323928" y="1302914"/>
                  <a:pt x="10312435" y="1314409"/>
                  <a:pt x="10298270" y="1314409"/>
                </a:cubicBezTo>
                <a:cubicBezTo>
                  <a:pt x="10284105" y="1314409"/>
                  <a:pt x="10272611" y="1302914"/>
                  <a:pt x="10272611" y="1288750"/>
                </a:cubicBezTo>
                <a:cubicBezTo>
                  <a:pt x="10272611" y="1274585"/>
                  <a:pt x="10284105" y="1263091"/>
                  <a:pt x="10298270" y="1263091"/>
                </a:cubicBezTo>
                <a:close/>
                <a:moveTo>
                  <a:pt x="10234065" y="1263091"/>
                </a:moveTo>
                <a:cubicBezTo>
                  <a:pt x="10248228" y="1263091"/>
                  <a:pt x="10259723" y="1274585"/>
                  <a:pt x="10259723" y="1288750"/>
                </a:cubicBezTo>
                <a:cubicBezTo>
                  <a:pt x="10259723" y="1302914"/>
                  <a:pt x="10248228" y="1314409"/>
                  <a:pt x="10234065" y="1314409"/>
                </a:cubicBezTo>
                <a:cubicBezTo>
                  <a:pt x="10219900" y="1314409"/>
                  <a:pt x="10208404" y="1302914"/>
                  <a:pt x="10208404" y="1288750"/>
                </a:cubicBezTo>
                <a:cubicBezTo>
                  <a:pt x="10208404" y="1274585"/>
                  <a:pt x="10219900" y="1263091"/>
                  <a:pt x="10234065" y="1263091"/>
                </a:cubicBezTo>
                <a:close/>
                <a:moveTo>
                  <a:pt x="10105654" y="1263091"/>
                </a:moveTo>
                <a:cubicBezTo>
                  <a:pt x="10119819" y="1263091"/>
                  <a:pt x="10131312" y="1274585"/>
                  <a:pt x="10131312" y="1288750"/>
                </a:cubicBezTo>
                <a:cubicBezTo>
                  <a:pt x="10131312" y="1302914"/>
                  <a:pt x="10119819" y="1314409"/>
                  <a:pt x="10105654" y="1314409"/>
                </a:cubicBezTo>
                <a:cubicBezTo>
                  <a:pt x="10091489" y="1314409"/>
                  <a:pt x="10079996" y="1302914"/>
                  <a:pt x="10079996" y="1288750"/>
                </a:cubicBezTo>
                <a:cubicBezTo>
                  <a:pt x="10079996" y="1274585"/>
                  <a:pt x="10091489" y="1263091"/>
                  <a:pt x="10105654" y="1263091"/>
                </a:cubicBezTo>
                <a:close/>
                <a:moveTo>
                  <a:pt x="9720307" y="1263091"/>
                </a:moveTo>
                <a:cubicBezTo>
                  <a:pt x="9734470" y="1263091"/>
                  <a:pt x="9745965" y="1274585"/>
                  <a:pt x="9745965" y="1288750"/>
                </a:cubicBezTo>
                <a:cubicBezTo>
                  <a:pt x="9745965" y="1302914"/>
                  <a:pt x="9734470" y="1314409"/>
                  <a:pt x="9720307" y="1314409"/>
                </a:cubicBezTo>
                <a:cubicBezTo>
                  <a:pt x="9706142" y="1314409"/>
                  <a:pt x="9694646" y="1302914"/>
                  <a:pt x="9694646" y="1288750"/>
                </a:cubicBezTo>
                <a:cubicBezTo>
                  <a:pt x="9694646" y="1274585"/>
                  <a:pt x="9706142" y="1263091"/>
                  <a:pt x="9720307" y="1263091"/>
                </a:cubicBezTo>
                <a:close/>
                <a:moveTo>
                  <a:pt x="9591896" y="1263091"/>
                </a:moveTo>
                <a:cubicBezTo>
                  <a:pt x="9606061" y="1263091"/>
                  <a:pt x="9617554" y="1274585"/>
                  <a:pt x="9617554" y="1288750"/>
                </a:cubicBezTo>
                <a:cubicBezTo>
                  <a:pt x="9617554" y="1302914"/>
                  <a:pt x="9606061" y="1314409"/>
                  <a:pt x="9591896" y="1314409"/>
                </a:cubicBezTo>
                <a:cubicBezTo>
                  <a:pt x="9577731" y="1314409"/>
                  <a:pt x="9566238" y="1302914"/>
                  <a:pt x="9566238" y="1288750"/>
                </a:cubicBezTo>
                <a:cubicBezTo>
                  <a:pt x="9566238" y="1274585"/>
                  <a:pt x="9577731" y="1263091"/>
                  <a:pt x="9591896" y="1263091"/>
                </a:cubicBezTo>
                <a:close/>
                <a:moveTo>
                  <a:pt x="9527689" y="1263091"/>
                </a:moveTo>
                <a:cubicBezTo>
                  <a:pt x="9541854" y="1263091"/>
                  <a:pt x="9553350" y="1274585"/>
                  <a:pt x="9553350" y="1288750"/>
                </a:cubicBezTo>
                <a:cubicBezTo>
                  <a:pt x="9553350" y="1302914"/>
                  <a:pt x="9541854" y="1314409"/>
                  <a:pt x="9527689" y="1314409"/>
                </a:cubicBezTo>
                <a:cubicBezTo>
                  <a:pt x="9513524" y="1314409"/>
                  <a:pt x="9502031" y="1302914"/>
                  <a:pt x="9502031" y="1288750"/>
                </a:cubicBezTo>
                <a:cubicBezTo>
                  <a:pt x="9502031" y="1274585"/>
                  <a:pt x="9513524" y="1263091"/>
                  <a:pt x="9527689" y="1263091"/>
                </a:cubicBezTo>
                <a:close/>
                <a:moveTo>
                  <a:pt x="9463485" y="1263091"/>
                </a:moveTo>
                <a:cubicBezTo>
                  <a:pt x="9477650" y="1263091"/>
                  <a:pt x="9489143" y="1274585"/>
                  <a:pt x="9489143" y="1288750"/>
                </a:cubicBezTo>
                <a:cubicBezTo>
                  <a:pt x="9489143" y="1302914"/>
                  <a:pt x="9477650" y="1314409"/>
                  <a:pt x="9463485" y="1314409"/>
                </a:cubicBezTo>
                <a:cubicBezTo>
                  <a:pt x="9449320" y="1314409"/>
                  <a:pt x="9437826" y="1302914"/>
                  <a:pt x="9437826" y="1288750"/>
                </a:cubicBezTo>
                <a:cubicBezTo>
                  <a:pt x="9437826" y="1274585"/>
                  <a:pt x="9449320" y="1263091"/>
                  <a:pt x="9463485" y="1263091"/>
                </a:cubicBezTo>
                <a:close/>
                <a:moveTo>
                  <a:pt x="9335073" y="1263091"/>
                </a:moveTo>
                <a:cubicBezTo>
                  <a:pt x="9349246" y="1263091"/>
                  <a:pt x="9360734" y="1274579"/>
                  <a:pt x="9360734" y="1288750"/>
                </a:cubicBezTo>
                <a:cubicBezTo>
                  <a:pt x="9360734" y="1302921"/>
                  <a:pt x="9349246" y="1314409"/>
                  <a:pt x="9335073" y="1314409"/>
                </a:cubicBezTo>
                <a:cubicBezTo>
                  <a:pt x="9320903" y="1314409"/>
                  <a:pt x="9309415" y="1302921"/>
                  <a:pt x="9309415" y="1288750"/>
                </a:cubicBezTo>
                <a:cubicBezTo>
                  <a:pt x="9309415" y="1274579"/>
                  <a:pt x="9320903" y="1263091"/>
                  <a:pt x="9335073" y="1263091"/>
                </a:cubicBezTo>
                <a:close/>
                <a:moveTo>
                  <a:pt x="9078253" y="1263091"/>
                </a:moveTo>
                <a:cubicBezTo>
                  <a:pt x="9092418" y="1263091"/>
                  <a:pt x="9103911" y="1274585"/>
                  <a:pt x="9103911" y="1288750"/>
                </a:cubicBezTo>
                <a:cubicBezTo>
                  <a:pt x="9103911" y="1302914"/>
                  <a:pt x="9092418" y="1314409"/>
                  <a:pt x="9078253" y="1314409"/>
                </a:cubicBezTo>
                <a:cubicBezTo>
                  <a:pt x="9064088" y="1314409"/>
                  <a:pt x="9052595" y="1302914"/>
                  <a:pt x="9052595" y="1288750"/>
                </a:cubicBezTo>
                <a:cubicBezTo>
                  <a:pt x="9052595" y="1274585"/>
                  <a:pt x="9064088" y="1263091"/>
                  <a:pt x="9078253" y="1263091"/>
                </a:cubicBezTo>
                <a:close/>
                <a:moveTo>
                  <a:pt x="9014049" y="1263091"/>
                </a:moveTo>
                <a:cubicBezTo>
                  <a:pt x="9028214" y="1263091"/>
                  <a:pt x="9039707" y="1274585"/>
                  <a:pt x="9039707" y="1288750"/>
                </a:cubicBezTo>
                <a:cubicBezTo>
                  <a:pt x="9039707" y="1302914"/>
                  <a:pt x="9028214" y="1314409"/>
                  <a:pt x="9014049" y="1314409"/>
                </a:cubicBezTo>
                <a:cubicBezTo>
                  <a:pt x="8999884" y="1314409"/>
                  <a:pt x="8988388" y="1302914"/>
                  <a:pt x="8988388" y="1288750"/>
                </a:cubicBezTo>
                <a:cubicBezTo>
                  <a:pt x="8988388" y="1274585"/>
                  <a:pt x="8999884" y="1263091"/>
                  <a:pt x="9014049" y="1263091"/>
                </a:cubicBezTo>
                <a:close/>
                <a:moveTo>
                  <a:pt x="8821433" y="1263091"/>
                </a:moveTo>
                <a:cubicBezTo>
                  <a:pt x="8835598" y="1263091"/>
                  <a:pt x="8847091" y="1274585"/>
                  <a:pt x="8847091" y="1288750"/>
                </a:cubicBezTo>
                <a:cubicBezTo>
                  <a:pt x="8847091" y="1302914"/>
                  <a:pt x="8835598" y="1314409"/>
                  <a:pt x="8821433" y="1314409"/>
                </a:cubicBezTo>
                <a:cubicBezTo>
                  <a:pt x="8807268" y="1314409"/>
                  <a:pt x="8795772" y="1302914"/>
                  <a:pt x="8795772" y="1288750"/>
                </a:cubicBezTo>
                <a:cubicBezTo>
                  <a:pt x="8795772" y="1274585"/>
                  <a:pt x="8807268" y="1263091"/>
                  <a:pt x="8821433" y="1263091"/>
                </a:cubicBezTo>
                <a:close/>
                <a:moveTo>
                  <a:pt x="8757226" y="1263091"/>
                </a:moveTo>
                <a:cubicBezTo>
                  <a:pt x="8771391" y="1263091"/>
                  <a:pt x="8782887" y="1274585"/>
                  <a:pt x="8782887" y="1288750"/>
                </a:cubicBezTo>
                <a:cubicBezTo>
                  <a:pt x="8782887" y="1302914"/>
                  <a:pt x="8771391" y="1314409"/>
                  <a:pt x="8757226" y="1314409"/>
                </a:cubicBezTo>
                <a:cubicBezTo>
                  <a:pt x="8743061" y="1314409"/>
                  <a:pt x="8731568" y="1302914"/>
                  <a:pt x="8731568" y="1288750"/>
                </a:cubicBezTo>
                <a:cubicBezTo>
                  <a:pt x="8731568" y="1274585"/>
                  <a:pt x="8743061" y="1263091"/>
                  <a:pt x="8757226" y="1263091"/>
                </a:cubicBezTo>
                <a:close/>
                <a:moveTo>
                  <a:pt x="8692904" y="1263091"/>
                </a:moveTo>
                <a:cubicBezTo>
                  <a:pt x="8707069" y="1263091"/>
                  <a:pt x="8718565" y="1274585"/>
                  <a:pt x="8718565" y="1288750"/>
                </a:cubicBezTo>
                <a:cubicBezTo>
                  <a:pt x="8718565" y="1302914"/>
                  <a:pt x="8707069" y="1314409"/>
                  <a:pt x="8692904" y="1314409"/>
                </a:cubicBezTo>
                <a:cubicBezTo>
                  <a:pt x="8678741" y="1314409"/>
                  <a:pt x="8667246" y="1302914"/>
                  <a:pt x="8667246" y="1288750"/>
                </a:cubicBezTo>
                <a:cubicBezTo>
                  <a:pt x="8667246" y="1274585"/>
                  <a:pt x="8678741" y="1263091"/>
                  <a:pt x="8692904" y="1263091"/>
                </a:cubicBezTo>
                <a:close/>
                <a:moveTo>
                  <a:pt x="8564495" y="1263091"/>
                </a:moveTo>
                <a:cubicBezTo>
                  <a:pt x="8578665" y="1263091"/>
                  <a:pt x="8590153" y="1274579"/>
                  <a:pt x="8590153" y="1288750"/>
                </a:cubicBezTo>
                <a:cubicBezTo>
                  <a:pt x="8590153" y="1302921"/>
                  <a:pt x="8578665" y="1314409"/>
                  <a:pt x="8564495" y="1314409"/>
                </a:cubicBezTo>
                <a:cubicBezTo>
                  <a:pt x="8550325" y="1314409"/>
                  <a:pt x="8538837" y="1302921"/>
                  <a:pt x="8538837" y="1288750"/>
                </a:cubicBezTo>
                <a:cubicBezTo>
                  <a:pt x="8538837" y="1274579"/>
                  <a:pt x="8550325" y="1263091"/>
                  <a:pt x="8564495" y="1263091"/>
                </a:cubicBezTo>
                <a:close/>
                <a:moveTo>
                  <a:pt x="8500288" y="1263091"/>
                </a:moveTo>
                <a:cubicBezTo>
                  <a:pt x="8514453" y="1263091"/>
                  <a:pt x="8525949" y="1274585"/>
                  <a:pt x="8525949" y="1288750"/>
                </a:cubicBezTo>
                <a:cubicBezTo>
                  <a:pt x="8525949" y="1302914"/>
                  <a:pt x="8514453" y="1314409"/>
                  <a:pt x="8500288" y="1314409"/>
                </a:cubicBezTo>
                <a:cubicBezTo>
                  <a:pt x="8486126" y="1314409"/>
                  <a:pt x="8474630" y="1302914"/>
                  <a:pt x="8474630" y="1288750"/>
                </a:cubicBezTo>
                <a:cubicBezTo>
                  <a:pt x="8474630" y="1274585"/>
                  <a:pt x="8486126" y="1263091"/>
                  <a:pt x="8500288" y="1263091"/>
                </a:cubicBezTo>
                <a:close/>
                <a:moveTo>
                  <a:pt x="8115057" y="1263091"/>
                </a:moveTo>
                <a:cubicBezTo>
                  <a:pt x="8129222" y="1263091"/>
                  <a:pt x="8140717" y="1274585"/>
                  <a:pt x="8140717" y="1288750"/>
                </a:cubicBezTo>
                <a:cubicBezTo>
                  <a:pt x="8140717" y="1302914"/>
                  <a:pt x="8129222" y="1314409"/>
                  <a:pt x="8115057" y="1314409"/>
                </a:cubicBezTo>
                <a:cubicBezTo>
                  <a:pt x="8100894" y="1314409"/>
                  <a:pt x="8089398" y="1302914"/>
                  <a:pt x="8089398" y="1288750"/>
                </a:cubicBezTo>
                <a:cubicBezTo>
                  <a:pt x="8089398" y="1274585"/>
                  <a:pt x="8100894" y="1263091"/>
                  <a:pt x="8115057" y="1263091"/>
                </a:cubicBezTo>
                <a:close/>
                <a:moveTo>
                  <a:pt x="8050852" y="1263091"/>
                </a:moveTo>
                <a:cubicBezTo>
                  <a:pt x="8065017" y="1263091"/>
                  <a:pt x="8076510" y="1274585"/>
                  <a:pt x="8076510" y="1288750"/>
                </a:cubicBezTo>
                <a:cubicBezTo>
                  <a:pt x="8076510" y="1302914"/>
                  <a:pt x="8065017" y="1314409"/>
                  <a:pt x="8050852" y="1314409"/>
                </a:cubicBezTo>
                <a:cubicBezTo>
                  <a:pt x="8036687" y="1314409"/>
                  <a:pt x="8025194" y="1302914"/>
                  <a:pt x="8025194" y="1288750"/>
                </a:cubicBezTo>
                <a:cubicBezTo>
                  <a:pt x="8025194" y="1274585"/>
                  <a:pt x="8036687" y="1263091"/>
                  <a:pt x="8050852" y="1263091"/>
                </a:cubicBezTo>
                <a:close/>
                <a:moveTo>
                  <a:pt x="7986648" y="1263091"/>
                </a:moveTo>
                <a:cubicBezTo>
                  <a:pt x="8000813" y="1263091"/>
                  <a:pt x="8012306" y="1274585"/>
                  <a:pt x="8012306" y="1288750"/>
                </a:cubicBezTo>
                <a:cubicBezTo>
                  <a:pt x="8012306" y="1302914"/>
                  <a:pt x="8000813" y="1314409"/>
                  <a:pt x="7986648" y="1314409"/>
                </a:cubicBezTo>
                <a:cubicBezTo>
                  <a:pt x="7972483" y="1314409"/>
                  <a:pt x="7960990" y="1302914"/>
                  <a:pt x="7960990" y="1288750"/>
                </a:cubicBezTo>
                <a:cubicBezTo>
                  <a:pt x="7960990" y="1274585"/>
                  <a:pt x="7972483" y="1263091"/>
                  <a:pt x="7986648" y="1263091"/>
                </a:cubicBezTo>
                <a:close/>
                <a:moveTo>
                  <a:pt x="7922444" y="1263091"/>
                </a:moveTo>
                <a:cubicBezTo>
                  <a:pt x="7936606" y="1263091"/>
                  <a:pt x="7948102" y="1274585"/>
                  <a:pt x="7948102" y="1288750"/>
                </a:cubicBezTo>
                <a:cubicBezTo>
                  <a:pt x="7948102" y="1302914"/>
                  <a:pt x="7936606" y="1314409"/>
                  <a:pt x="7922444" y="1314409"/>
                </a:cubicBezTo>
                <a:cubicBezTo>
                  <a:pt x="7908279" y="1314409"/>
                  <a:pt x="7896783" y="1302914"/>
                  <a:pt x="7896783" y="1288750"/>
                </a:cubicBezTo>
                <a:cubicBezTo>
                  <a:pt x="7896783" y="1274585"/>
                  <a:pt x="7908279" y="1263091"/>
                  <a:pt x="7922444" y="1263091"/>
                </a:cubicBezTo>
                <a:close/>
                <a:moveTo>
                  <a:pt x="7858237" y="1263091"/>
                </a:moveTo>
                <a:cubicBezTo>
                  <a:pt x="7872407" y="1263091"/>
                  <a:pt x="7883895" y="1274579"/>
                  <a:pt x="7883895" y="1288750"/>
                </a:cubicBezTo>
                <a:cubicBezTo>
                  <a:pt x="7883895" y="1302921"/>
                  <a:pt x="7872407" y="1314409"/>
                  <a:pt x="7858237" y="1314409"/>
                </a:cubicBezTo>
                <a:cubicBezTo>
                  <a:pt x="7844066" y="1314409"/>
                  <a:pt x="7832578" y="1302921"/>
                  <a:pt x="7832578" y="1288750"/>
                </a:cubicBezTo>
                <a:cubicBezTo>
                  <a:pt x="7832578" y="1274579"/>
                  <a:pt x="7844066" y="1263091"/>
                  <a:pt x="7858237" y="1263091"/>
                </a:cubicBezTo>
                <a:close/>
                <a:moveTo>
                  <a:pt x="7794032" y="1263091"/>
                </a:moveTo>
                <a:cubicBezTo>
                  <a:pt x="7808203" y="1263091"/>
                  <a:pt x="7819690" y="1274579"/>
                  <a:pt x="7819690" y="1288750"/>
                </a:cubicBezTo>
                <a:cubicBezTo>
                  <a:pt x="7819690" y="1302921"/>
                  <a:pt x="7808203" y="1314409"/>
                  <a:pt x="7794032" y="1314409"/>
                </a:cubicBezTo>
                <a:cubicBezTo>
                  <a:pt x="7779862" y="1314409"/>
                  <a:pt x="7768371" y="1302921"/>
                  <a:pt x="7768371" y="1288750"/>
                </a:cubicBezTo>
                <a:cubicBezTo>
                  <a:pt x="7768371" y="1274579"/>
                  <a:pt x="7779862" y="1263091"/>
                  <a:pt x="7794032" y="1263091"/>
                </a:cubicBezTo>
                <a:close/>
                <a:moveTo>
                  <a:pt x="7729825" y="1263091"/>
                </a:moveTo>
                <a:cubicBezTo>
                  <a:pt x="7743990" y="1263091"/>
                  <a:pt x="7755486" y="1274585"/>
                  <a:pt x="7755486" y="1288750"/>
                </a:cubicBezTo>
                <a:cubicBezTo>
                  <a:pt x="7755486" y="1302914"/>
                  <a:pt x="7743990" y="1314409"/>
                  <a:pt x="7729825" y="1314409"/>
                </a:cubicBezTo>
                <a:cubicBezTo>
                  <a:pt x="7715660" y="1314409"/>
                  <a:pt x="7704167" y="1302914"/>
                  <a:pt x="7704167" y="1288750"/>
                </a:cubicBezTo>
                <a:cubicBezTo>
                  <a:pt x="7704167" y="1274585"/>
                  <a:pt x="7715660" y="1263091"/>
                  <a:pt x="7729825" y="1263091"/>
                </a:cubicBezTo>
                <a:close/>
                <a:moveTo>
                  <a:pt x="7665621" y="1263091"/>
                </a:moveTo>
                <a:cubicBezTo>
                  <a:pt x="7679786" y="1263091"/>
                  <a:pt x="7691279" y="1274585"/>
                  <a:pt x="7691279" y="1288750"/>
                </a:cubicBezTo>
                <a:cubicBezTo>
                  <a:pt x="7691279" y="1302914"/>
                  <a:pt x="7679786" y="1314409"/>
                  <a:pt x="7665621" y="1314409"/>
                </a:cubicBezTo>
                <a:cubicBezTo>
                  <a:pt x="7651456" y="1314409"/>
                  <a:pt x="7639963" y="1302914"/>
                  <a:pt x="7639963" y="1288750"/>
                </a:cubicBezTo>
                <a:cubicBezTo>
                  <a:pt x="7639963" y="1274585"/>
                  <a:pt x="7651456" y="1263091"/>
                  <a:pt x="7665621" y="1263091"/>
                </a:cubicBezTo>
                <a:close/>
                <a:moveTo>
                  <a:pt x="7601299" y="1263091"/>
                </a:moveTo>
                <a:cubicBezTo>
                  <a:pt x="7615464" y="1263091"/>
                  <a:pt x="7626959" y="1274585"/>
                  <a:pt x="7626959" y="1288750"/>
                </a:cubicBezTo>
                <a:cubicBezTo>
                  <a:pt x="7626959" y="1302914"/>
                  <a:pt x="7615464" y="1314409"/>
                  <a:pt x="7601299" y="1314409"/>
                </a:cubicBezTo>
                <a:cubicBezTo>
                  <a:pt x="7587134" y="1314409"/>
                  <a:pt x="7575640" y="1302914"/>
                  <a:pt x="7575640" y="1288750"/>
                </a:cubicBezTo>
                <a:cubicBezTo>
                  <a:pt x="7575640" y="1274585"/>
                  <a:pt x="7587134" y="1263091"/>
                  <a:pt x="7601299" y="1263091"/>
                </a:cubicBezTo>
                <a:close/>
                <a:moveTo>
                  <a:pt x="7537094" y="1263091"/>
                </a:moveTo>
                <a:cubicBezTo>
                  <a:pt x="7551259" y="1263091"/>
                  <a:pt x="7562752" y="1274585"/>
                  <a:pt x="7562752" y="1288750"/>
                </a:cubicBezTo>
                <a:cubicBezTo>
                  <a:pt x="7562752" y="1302914"/>
                  <a:pt x="7551259" y="1314409"/>
                  <a:pt x="7537094" y="1314409"/>
                </a:cubicBezTo>
                <a:cubicBezTo>
                  <a:pt x="7522929" y="1314409"/>
                  <a:pt x="7511436" y="1302914"/>
                  <a:pt x="7511436" y="1288750"/>
                </a:cubicBezTo>
                <a:cubicBezTo>
                  <a:pt x="7511436" y="1274585"/>
                  <a:pt x="7522929" y="1263091"/>
                  <a:pt x="7537094" y="1263091"/>
                </a:cubicBezTo>
                <a:close/>
                <a:moveTo>
                  <a:pt x="7472890" y="1263091"/>
                </a:moveTo>
                <a:cubicBezTo>
                  <a:pt x="7487060" y="1263091"/>
                  <a:pt x="7498548" y="1274579"/>
                  <a:pt x="7498548" y="1288750"/>
                </a:cubicBezTo>
                <a:cubicBezTo>
                  <a:pt x="7498548" y="1302921"/>
                  <a:pt x="7487060" y="1314409"/>
                  <a:pt x="7472890" y="1314409"/>
                </a:cubicBezTo>
                <a:cubicBezTo>
                  <a:pt x="7458717" y="1314409"/>
                  <a:pt x="7447229" y="1302921"/>
                  <a:pt x="7447229" y="1288750"/>
                </a:cubicBezTo>
                <a:cubicBezTo>
                  <a:pt x="7447229" y="1274579"/>
                  <a:pt x="7458717" y="1263091"/>
                  <a:pt x="7472890" y="1263091"/>
                </a:cubicBezTo>
                <a:close/>
                <a:moveTo>
                  <a:pt x="7216067" y="1263091"/>
                </a:moveTo>
                <a:cubicBezTo>
                  <a:pt x="7230232" y="1263091"/>
                  <a:pt x="7241725" y="1274585"/>
                  <a:pt x="7241725" y="1288750"/>
                </a:cubicBezTo>
                <a:cubicBezTo>
                  <a:pt x="7241725" y="1302914"/>
                  <a:pt x="7230232" y="1314409"/>
                  <a:pt x="7216067" y="1314409"/>
                </a:cubicBezTo>
                <a:cubicBezTo>
                  <a:pt x="7201902" y="1314409"/>
                  <a:pt x="7190409" y="1302914"/>
                  <a:pt x="7190409" y="1288750"/>
                </a:cubicBezTo>
                <a:cubicBezTo>
                  <a:pt x="7190409" y="1274585"/>
                  <a:pt x="7201902" y="1263091"/>
                  <a:pt x="7216067" y="1263091"/>
                </a:cubicBezTo>
                <a:close/>
                <a:moveTo>
                  <a:pt x="7151863" y="1263091"/>
                </a:moveTo>
                <a:cubicBezTo>
                  <a:pt x="7166033" y="1263091"/>
                  <a:pt x="7177521" y="1274579"/>
                  <a:pt x="7177521" y="1288750"/>
                </a:cubicBezTo>
                <a:cubicBezTo>
                  <a:pt x="7177521" y="1302921"/>
                  <a:pt x="7166033" y="1314409"/>
                  <a:pt x="7151863" y="1314409"/>
                </a:cubicBezTo>
                <a:cubicBezTo>
                  <a:pt x="7137692" y="1314409"/>
                  <a:pt x="7126205" y="1302921"/>
                  <a:pt x="7126205" y="1288750"/>
                </a:cubicBezTo>
                <a:cubicBezTo>
                  <a:pt x="7126205" y="1274579"/>
                  <a:pt x="7137692" y="1263091"/>
                  <a:pt x="7151863" y="1263091"/>
                </a:cubicBezTo>
                <a:close/>
                <a:moveTo>
                  <a:pt x="7087658" y="1263091"/>
                </a:moveTo>
                <a:cubicBezTo>
                  <a:pt x="7101829" y="1263091"/>
                  <a:pt x="7113317" y="1274579"/>
                  <a:pt x="7113317" y="1288750"/>
                </a:cubicBezTo>
                <a:cubicBezTo>
                  <a:pt x="7113317" y="1302921"/>
                  <a:pt x="7101829" y="1314409"/>
                  <a:pt x="7087658" y="1314409"/>
                </a:cubicBezTo>
                <a:cubicBezTo>
                  <a:pt x="7073485" y="1314409"/>
                  <a:pt x="7061998" y="1302921"/>
                  <a:pt x="7061998" y="1288750"/>
                </a:cubicBezTo>
                <a:cubicBezTo>
                  <a:pt x="7061998" y="1274579"/>
                  <a:pt x="7073485" y="1263091"/>
                  <a:pt x="7087658" y="1263091"/>
                </a:cubicBezTo>
                <a:close/>
                <a:moveTo>
                  <a:pt x="6895043" y="1263091"/>
                </a:moveTo>
                <a:cubicBezTo>
                  <a:pt x="6909208" y="1263091"/>
                  <a:pt x="6920701" y="1274585"/>
                  <a:pt x="6920701" y="1288750"/>
                </a:cubicBezTo>
                <a:cubicBezTo>
                  <a:pt x="6920701" y="1302914"/>
                  <a:pt x="6909208" y="1314409"/>
                  <a:pt x="6895043" y="1314409"/>
                </a:cubicBezTo>
                <a:cubicBezTo>
                  <a:pt x="6880878" y="1314409"/>
                  <a:pt x="6869382" y="1302914"/>
                  <a:pt x="6869382" y="1288750"/>
                </a:cubicBezTo>
                <a:cubicBezTo>
                  <a:pt x="6869382" y="1274585"/>
                  <a:pt x="6880878" y="1263091"/>
                  <a:pt x="6895043" y="1263091"/>
                </a:cubicBezTo>
                <a:close/>
                <a:moveTo>
                  <a:pt x="6702427" y="1263091"/>
                </a:moveTo>
                <a:cubicBezTo>
                  <a:pt x="6716597" y="1263091"/>
                  <a:pt x="6728085" y="1274579"/>
                  <a:pt x="6728085" y="1288750"/>
                </a:cubicBezTo>
                <a:cubicBezTo>
                  <a:pt x="6728085" y="1302921"/>
                  <a:pt x="6716597" y="1314409"/>
                  <a:pt x="6702427" y="1314409"/>
                </a:cubicBezTo>
                <a:cubicBezTo>
                  <a:pt x="6688254" y="1314409"/>
                  <a:pt x="6676766" y="1302921"/>
                  <a:pt x="6676766" y="1288750"/>
                </a:cubicBezTo>
                <a:cubicBezTo>
                  <a:pt x="6676766" y="1274579"/>
                  <a:pt x="6688254" y="1263091"/>
                  <a:pt x="6702427" y="1263091"/>
                </a:cubicBezTo>
                <a:close/>
                <a:moveTo>
                  <a:pt x="6638220" y="1263091"/>
                </a:moveTo>
                <a:cubicBezTo>
                  <a:pt x="6652385" y="1263091"/>
                  <a:pt x="6663881" y="1274585"/>
                  <a:pt x="6663881" y="1288750"/>
                </a:cubicBezTo>
                <a:cubicBezTo>
                  <a:pt x="6663881" y="1302914"/>
                  <a:pt x="6652385" y="1314409"/>
                  <a:pt x="6638220" y="1314409"/>
                </a:cubicBezTo>
                <a:cubicBezTo>
                  <a:pt x="6624055" y="1314409"/>
                  <a:pt x="6612562" y="1302914"/>
                  <a:pt x="6612562" y="1288750"/>
                </a:cubicBezTo>
                <a:cubicBezTo>
                  <a:pt x="6612562" y="1274585"/>
                  <a:pt x="6624055" y="1263091"/>
                  <a:pt x="6638220" y="1263091"/>
                </a:cubicBezTo>
                <a:close/>
                <a:moveTo>
                  <a:pt x="6317078" y="1263091"/>
                </a:moveTo>
                <a:cubicBezTo>
                  <a:pt x="6331243" y="1263091"/>
                  <a:pt x="6342736" y="1274585"/>
                  <a:pt x="6342736" y="1288750"/>
                </a:cubicBezTo>
                <a:cubicBezTo>
                  <a:pt x="6342736" y="1302914"/>
                  <a:pt x="6331243" y="1314409"/>
                  <a:pt x="6317078" y="1314409"/>
                </a:cubicBezTo>
                <a:cubicBezTo>
                  <a:pt x="6302913" y="1314409"/>
                  <a:pt x="6291420" y="1302914"/>
                  <a:pt x="6291420" y="1288750"/>
                </a:cubicBezTo>
                <a:cubicBezTo>
                  <a:pt x="6291420" y="1274585"/>
                  <a:pt x="6302913" y="1263091"/>
                  <a:pt x="6317078" y="1263091"/>
                </a:cubicBezTo>
                <a:close/>
                <a:moveTo>
                  <a:pt x="6252873" y="1263091"/>
                </a:moveTo>
                <a:cubicBezTo>
                  <a:pt x="6267036" y="1263091"/>
                  <a:pt x="6278532" y="1274585"/>
                  <a:pt x="6278532" y="1288750"/>
                </a:cubicBezTo>
                <a:cubicBezTo>
                  <a:pt x="6278532" y="1302914"/>
                  <a:pt x="6267036" y="1314409"/>
                  <a:pt x="6252873" y="1314409"/>
                </a:cubicBezTo>
                <a:cubicBezTo>
                  <a:pt x="6238708" y="1314409"/>
                  <a:pt x="6227213" y="1302914"/>
                  <a:pt x="6227213" y="1288750"/>
                </a:cubicBezTo>
                <a:cubicBezTo>
                  <a:pt x="6227213" y="1274585"/>
                  <a:pt x="6238708" y="1263091"/>
                  <a:pt x="6252873" y="1263091"/>
                </a:cubicBezTo>
                <a:close/>
                <a:moveTo>
                  <a:pt x="6188666" y="1263091"/>
                </a:moveTo>
                <a:cubicBezTo>
                  <a:pt x="6202831" y="1263091"/>
                  <a:pt x="6214327" y="1274585"/>
                  <a:pt x="6214327" y="1288750"/>
                </a:cubicBezTo>
                <a:cubicBezTo>
                  <a:pt x="6214327" y="1302914"/>
                  <a:pt x="6202831" y="1314409"/>
                  <a:pt x="6188666" y="1314409"/>
                </a:cubicBezTo>
                <a:cubicBezTo>
                  <a:pt x="6174504" y="1314409"/>
                  <a:pt x="6163008" y="1302914"/>
                  <a:pt x="6163008" y="1288750"/>
                </a:cubicBezTo>
                <a:cubicBezTo>
                  <a:pt x="6163008" y="1274585"/>
                  <a:pt x="6174504" y="1263091"/>
                  <a:pt x="6188666" y="1263091"/>
                </a:cubicBezTo>
                <a:close/>
                <a:moveTo>
                  <a:pt x="6124462" y="1263091"/>
                </a:moveTo>
                <a:cubicBezTo>
                  <a:pt x="6138627" y="1263091"/>
                  <a:pt x="6150123" y="1274585"/>
                  <a:pt x="6150123" y="1288750"/>
                </a:cubicBezTo>
                <a:cubicBezTo>
                  <a:pt x="6150123" y="1302914"/>
                  <a:pt x="6138627" y="1314409"/>
                  <a:pt x="6124462" y="1314409"/>
                </a:cubicBezTo>
                <a:cubicBezTo>
                  <a:pt x="6110297" y="1314409"/>
                  <a:pt x="6098804" y="1302914"/>
                  <a:pt x="6098804" y="1288750"/>
                </a:cubicBezTo>
                <a:cubicBezTo>
                  <a:pt x="6098804" y="1274585"/>
                  <a:pt x="6110297" y="1263091"/>
                  <a:pt x="6124462" y="1263091"/>
                </a:cubicBezTo>
                <a:close/>
                <a:moveTo>
                  <a:pt x="6064505" y="1263091"/>
                </a:moveTo>
                <a:cubicBezTo>
                  <a:pt x="6078666" y="1263091"/>
                  <a:pt x="6090163" y="1274585"/>
                  <a:pt x="6090163" y="1288750"/>
                </a:cubicBezTo>
                <a:cubicBezTo>
                  <a:pt x="6090163" y="1302914"/>
                  <a:pt x="6078666" y="1314409"/>
                  <a:pt x="6064505" y="1314409"/>
                </a:cubicBezTo>
                <a:cubicBezTo>
                  <a:pt x="6050336" y="1314409"/>
                  <a:pt x="6038844" y="1302914"/>
                  <a:pt x="6038844" y="1288750"/>
                </a:cubicBezTo>
                <a:cubicBezTo>
                  <a:pt x="6038844" y="1274585"/>
                  <a:pt x="6050336" y="1263091"/>
                  <a:pt x="6064505" y="1263091"/>
                </a:cubicBezTo>
                <a:close/>
                <a:moveTo>
                  <a:pt x="5743477" y="1263091"/>
                </a:moveTo>
                <a:cubicBezTo>
                  <a:pt x="5757648" y="1263091"/>
                  <a:pt x="5769136" y="1274579"/>
                  <a:pt x="5769136" y="1288750"/>
                </a:cubicBezTo>
                <a:cubicBezTo>
                  <a:pt x="5769136" y="1302921"/>
                  <a:pt x="5757648" y="1314409"/>
                  <a:pt x="5743477" y="1314409"/>
                </a:cubicBezTo>
                <a:cubicBezTo>
                  <a:pt x="5729307" y="1314409"/>
                  <a:pt x="5717818" y="1302921"/>
                  <a:pt x="5717818" y="1288750"/>
                </a:cubicBezTo>
                <a:cubicBezTo>
                  <a:pt x="5717818" y="1274579"/>
                  <a:pt x="5729307" y="1263091"/>
                  <a:pt x="5743477" y="1263091"/>
                </a:cubicBezTo>
                <a:close/>
                <a:moveTo>
                  <a:pt x="5679272" y="1263091"/>
                </a:moveTo>
                <a:cubicBezTo>
                  <a:pt x="5693437" y="1263091"/>
                  <a:pt x="5704930" y="1274585"/>
                  <a:pt x="5704930" y="1288750"/>
                </a:cubicBezTo>
                <a:cubicBezTo>
                  <a:pt x="5704930" y="1302914"/>
                  <a:pt x="5693437" y="1314409"/>
                  <a:pt x="5679272" y="1314409"/>
                </a:cubicBezTo>
                <a:cubicBezTo>
                  <a:pt x="5665108" y="1314409"/>
                  <a:pt x="5653614" y="1302914"/>
                  <a:pt x="5653614" y="1288750"/>
                </a:cubicBezTo>
                <a:cubicBezTo>
                  <a:pt x="5653614" y="1274585"/>
                  <a:pt x="5665108" y="1263091"/>
                  <a:pt x="5679272" y="1263091"/>
                </a:cubicBezTo>
                <a:close/>
                <a:moveTo>
                  <a:pt x="5615066" y="1263091"/>
                </a:moveTo>
                <a:cubicBezTo>
                  <a:pt x="5629231" y="1263091"/>
                  <a:pt x="5640726" y="1274585"/>
                  <a:pt x="5640726" y="1288750"/>
                </a:cubicBezTo>
                <a:cubicBezTo>
                  <a:pt x="5640726" y="1302914"/>
                  <a:pt x="5629231" y="1314409"/>
                  <a:pt x="5615066" y="1314409"/>
                </a:cubicBezTo>
                <a:cubicBezTo>
                  <a:pt x="5600901" y="1314409"/>
                  <a:pt x="5589407" y="1302914"/>
                  <a:pt x="5589407" y="1288750"/>
                </a:cubicBezTo>
                <a:cubicBezTo>
                  <a:pt x="5589407" y="1274585"/>
                  <a:pt x="5600901" y="1263091"/>
                  <a:pt x="5615066" y="1263091"/>
                </a:cubicBezTo>
                <a:close/>
                <a:moveTo>
                  <a:pt x="5486655" y="1263091"/>
                </a:moveTo>
                <a:cubicBezTo>
                  <a:pt x="5500819" y="1263091"/>
                  <a:pt x="5512316" y="1274585"/>
                  <a:pt x="5512316" y="1288750"/>
                </a:cubicBezTo>
                <a:cubicBezTo>
                  <a:pt x="5512316" y="1302914"/>
                  <a:pt x="5500819" y="1314409"/>
                  <a:pt x="5486655" y="1314409"/>
                </a:cubicBezTo>
                <a:cubicBezTo>
                  <a:pt x="5472491" y="1314409"/>
                  <a:pt x="5460997" y="1302914"/>
                  <a:pt x="5460997" y="1288750"/>
                </a:cubicBezTo>
                <a:cubicBezTo>
                  <a:pt x="5460997" y="1274585"/>
                  <a:pt x="5472491" y="1263091"/>
                  <a:pt x="5486655" y="1263091"/>
                </a:cubicBezTo>
                <a:close/>
                <a:moveTo>
                  <a:pt x="5422451" y="1263091"/>
                </a:moveTo>
                <a:cubicBezTo>
                  <a:pt x="5436621" y="1263091"/>
                  <a:pt x="5448109" y="1274579"/>
                  <a:pt x="5448109" y="1288750"/>
                </a:cubicBezTo>
                <a:cubicBezTo>
                  <a:pt x="5448109" y="1302921"/>
                  <a:pt x="5436621" y="1314409"/>
                  <a:pt x="5422451" y="1314409"/>
                </a:cubicBezTo>
                <a:cubicBezTo>
                  <a:pt x="5408280" y="1314409"/>
                  <a:pt x="5396791" y="1302921"/>
                  <a:pt x="5396791" y="1288750"/>
                </a:cubicBezTo>
                <a:cubicBezTo>
                  <a:pt x="5396791" y="1274579"/>
                  <a:pt x="5408280" y="1263091"/>
                  <a:pt x="5422451" y="1263091"/>
                </a:cubicBezTo>
                <a:close/>
                <a:moveTo>
                  <a:pt x="5229719" y="1263091"/>
                </a:moveTo>
                <a:cubicBezTo>
                  <a:pt x="5243999" y="1263091"/>
                  <a:pt x="5255377" y="1274585"/>
                  <a:pt x="5255377" y="1288750"/>
                </a:cubicBezTo>
                <a:cubicBezTo>
                  <a:pt x="5255377" y="1302914"/>
                  <a:pt x="5243883" y="1314409"/>
                  <a:pt x="5229719" y="1314409"/>
                </a:cubicBezTo>
                <a:cubicBezTo>
                  <a:pt x="5215554" y="1314409"/>
                  <a:pt x="5204058" y="1302914"/>
                  <a:pt x="5204058" y="1288750"/>
                </a:cubicBezTo>
                <a:cubicBezTo>
                  <a:pt x="5204058" y="1274585"/>
                  <a:pt x="5215554" y="1263091"/>
                  <a:pt x="5229719" y="1263091"/>
                </a:cubicBezTo>
                <a:close/>
                <a:moveTo>
                  <a:pt x="4972896" y="1263091"/>
                </a:moveTo>
                <a:cubicBezTo>
                  <a:pt x="4987063" y="1263091"/>
                  <a:pt x="4998557" y="1274585"/>
                  <a:pt x="4998557" y="1288750"/>
                </a:cubicBezTo>
                <a:cubicBezTo>
                  <a:pt x="4998557" y="1302914"/>
                  <a:pt x="4987063" y="1314409"/>
                  <a:pt x="4972896" y="1314409"/>
                </a:cubicBezTo>
                <a:cubicBezTo>
                  <a:pt x="4958732" y="1314409"/>
                  <a:pt x="4947240" y="1302914"/>
                  <a:pt x="4947240" y="1288750"/>
                </a:cubicBezTo>
                <a:cubicBezTo>
                  <a:pt x="4947240" y="1274585"/>
                  <a:pt x="4958732" y="1263091"/>
                  <a:pt x="4972896" y="1263091"/>
                </a:cubicBezTo>
                <a:close/>
                <a:moveTo>
                  <a:pt x="4908693" y="1263091"/>
                </a:moveTo>
                <a:cubicBezTo>
                  <a:pt x="4922857" y="1263091"/>
                  <a:pt x="4934352" y="1274585"/>
                  <a:pt x="4934352" y="1288750"/>
                </a:cubicBezTo>
                <a:cubicBezTo>
                  <a:pt x="4934352" y="1302914"/>
                  <a:pt x="4922857" y="1314409"/>
                  <a:pt x="4908693" y="1314409"/>
                </a:cubicBezTo>
                <a:cubicBezTo>
                  <a:pt x="4894527" y="1314409"/>
                  <a:pt x="4883033" y="1302914"/>
                  <a:pt x="4883033" y="1288750"/>
                </a:cubicBezTo>
                <a:cubicBezTo>
                  <a:pt x="4883033" y="1274585"/>
                  <a:pt x="4894527" y="1263091"/>
                  <a:pt x="4908693" y="1263091"/>
                </a:cubicBezTo>
                <a:close/>
                <a:moveTo>
                  <a:pt x="4844487" y="1263091"/>
                </a:moveTo>
                <a:cubicBezTo>
                  <a:pt x="4858650" y="1263091"/>
                  <a:pt x="4870146" y="1274585"/>
                  <a:pt x="4870146" y="1288750"/>
                </a:cubicBezTo>
                <a:cubicBezTo>
                  <a:pt x="4870146" y="1302914"/>
                  <a:pt x="4858650" y="1314409"/>
                  <a:pt x="4844487" y="1314409"/>
                </a:cubicBezTo>
                <a:cubicBezTo>
                  <a:pt x="4830322" y="1314409"/>
                  <a:pt x="4818828" y="1302914"/>
                  <a:pt x="4818828" y="1288750"/>
                </a:cubicBezTo>
                <a:cubicBezTo>
                  <a:pt x="4818828" y="1274585"/>
                  <a:pt x="4830322" y="1263091"/>
                  <a:pt x="4844487" y="1263091"/>
                </a:cubicBezTo>
                <a:close/>
                <a:moveTo>
                  <a:pt x="4780282" y="1263091"/>
                </a:moveTo>
                <a:cubicBezTo>
                  <a:pt x="4794447" y="1263091"/>
                  <a:pt x="4805941" y="1274585"/>
                  <a:pt x="4805941" y="1288750"/>
                </a:cubicBezTo>
                <a:cubicBezTo>
                  <a:pt x="4805941" y="1302914"/>
                  <a:pt x="4794447" y="1314409"/>
                  <a:pt x="4780282" y="1314409"/>
                </a:cubicBezTo>
                <a:cubicBezTo>
                  <a:pt x="4766118" y="1314409"/>
                  <a:pt x="4754622" y="1302914"/>
                  <a:pt x="4754622" y="1288750"/>
                </a:cubicBezTo>
                <a:cubicBezTo>
                  <a:pt x="4754622" y="1274585"/>
                  <a:pt x="4766118" y="1263091"/>
                  <a:pt x="4780282" y="1263091"/>
                </a:cubicBezTo>
                <a:close/>
                <a:moveTo>
                  <a:pt x="4651872" y="1263091"/>
                </a:moveTo>
                <a:cubicBezTo>
                  <a:pt x="4666042" y="1263091"/>
                  <a:pt x="4677531" y="1274579"/>
                  <a:pt x="4677531" y="1288750"/>
                </a:cubicBezTo>
                <a:cubicBezTo>
                  <a:pt x="4677531" y="1302921"/>
                  <a:pt x="4666042" y="1314409"/>
                  <a:pt x="4651872" y="1314409"/>
                </a:cubicBezTo>
                <a:cubicBezTo>
                  <a:pt x="4637700" y="1314409"/>
                  <a:pt x="4626213" y="1302921"/>
                  <a:pt x="4626213" y="1288750"/>
                </a:cubicBezTo>
                <a:cubicBezTo>
                  <a:pt x="4626213" y="1274579"/>
                  <a:pt x="4637700" y="1263091"/>
                  <a:pt x="4651872" y="1263091"/>
                </a:cubicBezTo>
                <a:close/>
                <a:moveTo>
                  <a:pt x="4587666" y="1263091"/>
                </a:moveTo>
                <a:cubicBezTo>
                  <a:pt x="4601830" y="1263091"/>
                  <a:pt x="4613324" y="1274585"/>
                  <a:pt x="4613324" y="1288750"/>
                </a:cubicBezTo>
                <a:cubicBezTo>
                  <a:pt x="4613324" y="1302914"/>
                  <a:pt x="4601830" y="1314409"/>
                  <a:pt x="4587666" y="1314409"/>
                </a:cubicBezTo>
                <a:cubicBezTo>
                  <a:pt x="4573501" y="1314409"/>
                  <a:pt x="4562007" y="1302914"/>
                  <a:pt x="4562007" y="1288750"/>
                </a:cubicBezTo>
                <a:cubicBezTo>
                  <a:pt x="4562007" y="1274585"/>
                  <a:pt x="4573501" y="1263091"/>
                  <a:pt x="4587666" y="1263091"/>
                </a:cubicBezTo>
                <a:close/>
                <a:moveTo>
                  <a:pt x="4523461" y="1263091"/>
                </a:moveTo>
                <a:cubicBezTo>
                  <a:pt x="4537626" y="1263091"/>
                  <a:pt x="4549121" y="1274585"/>
                  <a:pt x="4549121" y="1288750"/>
                </a:cubicBezTo>
                <a:cubicBezTo>
                  <a:pt x="4549121" y="1302914"/>
                  <a:pt x="4537626" y="1314409"/>
                  <a:pt x="4523461" y="1314409"/>
                </a:cubicBezTo>
                <a:cubicBezTo>
                  <a:pt x="4509296" y="1314409"/>
                  <a:pt x="4497802" y="1302914"/>
                  <a:pt x="4497802" y="1288750"/>
                </a:cubicBezTo>
                <a:cubicBezTo>
                  <a:pt x="4497802" y="1274585"/>
                  <a:pt x="4509296" y="1263091"/>
                  <a:pt x="4523461" y="1263091"/>
                </a:cubicBezTo>
                <a:close/>
                <a:moveTo>
                  <a:pt x="4395050" y="1263091"/>
                </a:moveTo>
                <a:cubicBezTo>
                  <a:pt x="4409214" y="1263091"/>
                  <a:pt x="4420710" y="1274585"/>
                  <a:pt x="4420710" y="1288750"/>
                </a:cubicBezTo>
                <a:cubicBezTo>
                  <a:pt x="4420710" y="1302914"/>
                  <a:pt x="4409214" y="1314409"/>
                  <a:pt x="4395050" y="1314409"/>
                </a:cubicBezTo>
                <a:cubicBezTo>
                  <a:pt x="4380886" y="1314409"/>
                  <a:pt x="4369391" y="1302914"/>
                  <a:pt x="4369391" y="1288750"/>
                </a:cubicBezTo>
                <a:cubicBezTo>
                  <a:pt x="4369391" y="1274585"/>
                  <a:pt x="4380886" y="1263091"/>
                  <a:pt x="4395050" y="1263091"/>
                </a:cubicBezTo>
                <a:close/>
                <a:moveTo>
                  <a:pt x="4009702" y="1263091"/>
                </a:moveTo>
                <a:cubicBezTo>
                  <a:pt x="4023866" y="1263091"/>
                  <a:pt x="4035362" y="1274585"/>
                  <a:pt x="4035362" y="1288750"/>
                </a:cubicBezTo>
                <a:cubicBezTo>
                  <a:pt x="4035362" y="1302914"/>
                  <a:pt x="4023866" y="1314409"/>
                  <a:pt x="4009702" y="1314409"/>
                </a:cubicBezTo>
                <a:cubicBezTo>
                  <a:pt x="3995538" y="1314409"/>
                  <a:pt x="3984043" y="1302914"/>
                  <a:pt x="3984043" y="1288750"/>
                </a:cubicBezTo>
                <a:cubicBezTo>
                  <a:pt x="3984043" y="1274585"/>
                  <a:pt x="3995538" y="1263091"/>
                  <a:pt x="4009702" y="1263091"/>
                </a:cubicBezTo>
                <a:close/>
                <a:moveTo>
                  <a:pt x="3881291" y="1263091"/>
                </a:moveTo>
                <a:cubicBezTo>
                  <a:pt x="3895456" y="1263091"/>
                  <a:pt x="3906950" y="1274585"/>
                  <a:pt x="3906950" y="1288750"/>
                </a:cubicBezTo>
                <a:cubicBezTo>
                  <a:pt x="3906950" y="1302914"/>
                  <a:pt x="3895456" y="1314409"/>
                  <a:pt x="3881291" y="1314409"/>
                </a:cubicBezTo>
                <a:cubicBezTo>
                  <a:pt x="3867127" y="1314409"/>
                  <a:pt x="3855633" y="1302914"/>
                  <a:pt x="3855633" y="1288750"/>
                </a:cubicBezTo>
                <a:cubicBezTo>
                  <a:pt x="3855633" y="1274585"/>
                  <a:pt x="3867127" y="1263091"/>
                  <a:pt x="3881291" y="1263091"/>
                </a:cubicBezTo>
                <a:close/>
                <a:moveTo>
                  <a:pt x="3817085" y="1263091"/>
                </a:moveTo>
                <a:cubicBezTo>
                  <a:pt x="3831252" y="1263091"/>
                  <a:pt x="3842745" y="1274585"/>
                  <a:pt x="3842745" y="1288750"/>
                </a:cubicBezTo>
                <a:cubicBezTo>
                  <a:pt x="3842745" y="1302914"/>
                  <a:pt x="3831252" y="1314409"/>
                  <a:pt x="3817085" y="1314409"/>
                </a:cubicBezTo>
                <a:cubicBezTo>
                  <a:pt x="3802921" y="1314409"/>
                  <a:pt x="3791427" y="1302914"/>
                  <a:pt x="3791427" y="1288750"/>
                </a:cubicBezTo>
                <a:cubicBezTo>
                  <a:pt x="3791427" y="1274585"/>
                  <a:pt x="3802921" y="1263091"/>
                  <a:pt x="3817085" y="1263091"/>
                </a:cubicBezTo>
                <a:close/>
                <a:moveTo>
                  <a:pt x="3752882" y="1263091"/>
                </a:moveTo>
                <a:cubicBezTo>
                  <a:pt x="3767045" y="1263091"/>
                  <a:pt x="3778539" y="1274585"/>
                  <a:pt x="3778539" y="1288750"/>
                </a:cubicBezTo>
                <a:cubicBezTo>
                  <a:pt x="3778539" y="1302914"/>
                  <a:pt x="3767045" y="1314409"/>
                  <a:pt x="3752882" y="1314409"/>
                </a:cubicBezTo>
                <a:cubicBezTo>
                  <a:pt x="3738717" y="1314409"/>
                  <a:pt x="3727221" y="1302914"/>
                  <a:pt x="3727221" y="1288750"/>
                </a:cubicBezTo>
                <a:cubicBezTo>
                  <a:pt x="3727221" y="1274585"/>
                  <a:pt x="3738717" y="1263091"/>
                  <a:pt x="3752882" y="1263091"/>
                </a:cubicBezTo>
                <a:close/>
                <a:moveTo>
                  <a:pt x="3624472" y="1263091"/>
                </a:moveTo>
                <a:cubicBezTo>
                  <a:pt x="3638640" y="1263091"/>
                  <a:pt x="3650129" y="1274579"/>
                  <a:pt x="3650129" y="1288750"/>
                </a:cubicBezTo>
                <a:cubicBezTo>
                  <a:pt x="3650129" y="1302921"/>
                  <a:pt x="3638640" y="1314409"/>
                  <a:pt x="3624472" y="1314409"/>
                </a:cubicBezTo>
                <a:cubicBezTo>
                  <a:pt x="3610300" y="1314409"/>
                  <a:pt x="3598810" y="1302921"/>
                  <a:pt x="3598810" y="1288750"/>
                </a:cubicBezTo>
                <a:cubicBezTo>
                  <a:pt x="3598810" y="1274579"/>
                  <a:pt x="3610300" y="1263091"/>
                  <a:pt x="3624472" y="1263091"/>
                </a:cubicBezTo>
                <a:close/>
                <a:moveTo>
                  <a:pt x="3367649" y="1263091"/>
                </a:moveTo>
                <a:cubicBezTo>
                  <a:pt x="3381813" y="1263091"/>
                  <a:pt x="3393308" y="1274585"/>
                  <a:pt x="3393308" y="1288750"/>
                </a:cubicBezTo>
                <a:cubicBezTo>
                  <a:pt x="3393308" y="1302914"/>
                  <a:pt x="3381813" y="1314409"/>
                  <a:pt x="3367649" y="1314409"/>
                </a:cubicBezTo>
                <a:cubicBezTo>
                  <a:pt x="3353484" y="1314409"/>
                  <a:pt x="3341990" y="1302914"/>
                  <a:pt x="3341990" y="1288750"/>
                </a:cubicBezTo>
                <a:cubicBezTo>
                  <a:pt x="3341990" y="1274585"/>
                  <a:pt x="3353484" y="1263091"/>
                  <a:pt x="3367649" y="1263091"/>
                </a:cubicBezTo>
                <a:close/>
                <a:moveTo>
                  <a:pt x="3303444" y="1263091"/>
                </a:moveTo>
                <a:cubicBezTo>
                  <a:pt x="3317609" y="1263091"/>
                  <a:pt x="3329102" y="1274585"/>
                  <a:pt x="3329102" y="1288750"/>
                </a:cubicBezTo>
                <a:cubicBezTo>
                  <a:pt x="3329102" y="1302914"/>
                  <a:pt x="3317609" y="1314409"/>
                  <a:pt x="3303444" y="1314409"/>
                </a:cubicBezTo>
                <a:cubicBezTo>
                  <a:pt x="3289279" y="1314409"/>
                  <a:pt x="3277785" y="1302914"/>
                  <a:pt x="3277785" y="1288750"/>
                </a:cubicBezTo>
                <a:cubicBezTo>
                  <a:pt x="3277785" y="1274585"/>
                  <a:pt x="3289279" y="1263091"/>
                  <a:pt x="3303444" y="1263091"/>
                </a:cubicBezTo>
                <a:close/>
                <a:moveTo>
                  <a:pt x="3110828" y="1263091"/>
                </a:moveTo>
                <a:cubicBezTo>
                  <a:pt x="3124992" y="1263091"/>
                  <a:pt x="3136487" y="1274585"/>
                  <a:pt x="3136487" y="1288750"/>
                </a:cubicBezTo>
                <a:cubicBezTo>
                  <a:pt x="3136487" y="1302914"/>
                  <a:pt x="3124992" y="1314409"/>
                  <a:pt x="3110828" y="1314409"/>
                </a:cubicBezTo>
                <a:cubicBezTo>
                  <a:pt x="3096663" y="1314409"/>
                  <a:pt x="3085170" y="1302914"/>
                  <a:pt x="3085170" y="1288750"/>
                </a:cubicBezTo>
                <a:cubicBezTo>
                  <a:pt x="3085170" y="1274585"/>
                  <a:pt x="3096663" y="1263091"/>
                  <a:pt x="3110828" y="1263091"/>
                </a:cubicBezTo>
                <a:close/>
                <a:moveTo>
                  <a:pt x="3046623" y="1263091"/>
                </a:moveTo>
                <a:cubicBezTo>
                  <a:pt x="3060788" y="1263091"/>
                  <a:pt x="3072282" y="1274585"/>
                  <a:pt x="3072282" y="1288750"/>
                </a:cubicBezTo>
                <a:cubicBezTo>
                  <a:pt x="3072282" y="1302914"/>
                  <a:pt x="3060788" y="1314409"/>
                  <a:pt x="3046623" y="1314409"/>
                </a:cubicBezTo>
                <a:cubicBezTo>
                  <a:pt x="3032458" y="1314409"/>
                  <a:pt x="3020964" y="1302914"/>
                  <a:pt x="3020964" y="1288750"/>
                </a:cubicBezTo>
                <a:cubicBezTo>
                  <a:pt x="3020964" y="1274585"/>
                  <a:pt x="3032458" y="1263091"/>
                  <a:pt x="3046623" y="1263091"/>
                </a:cubicBezTo>
                <a:close/>
                <a:moveTo>
                  <a:pt x="2982301" y="1263091"/>
                </a:moveTo>
                <a:cubicBezTo>
                  <a:pt x="2996466" y="1263091"/>
                  <a:pt x="3007960" y="1274585"/>
                  <a:pt x="3007960" y="1288750"/>
                </a:cubicBezTo>
                <a:cubicBezTo>
                  <a:pt x="3007960" y="1302914"/>
                  <a:pt x="2996466" y="1314409"/>
                  <a:pt x="2982301" y="1314409"/>
                </a:cubicBezTo>
                <a:cubicBezTo>
                  <a:pt x="2968137" y="1314409"/>
                  <a:pt x="2956642" y="1302914"/>
                  <a:pt x="2956642" y="1288750"/>
                </a:cubicBezTo>
                <a:cubicBezTo>
                  <a:pt x="2956642" y="1274585"/>
                  <a:pt x="2968137" y="1263091"/>
                  <a:pt x="2982301" y="1263091"/>
                </a:cubicBezTo>
                <a:close/>
                <a:moveTo>
                  <a:pt x="2853890" y="1263091"/>
                </a:moveTo>
                <a:cubicBezTo>
                  <a:pt x="2868062" y="1263091"/>
                  <a:pt x="2879550" y="1274579"/>
                  <a:pt x="2879550" y="1288750"/>
                </a:cubicBezTo>
                <a:cubicBezTo>
                  <a:pt x="2879550" y="1302921"/>
                  <a:pt x="2868062" y="1314409"/>
                  <a:pt x="2853890" y="1314409"/>
                </a:cubicBezTo>
                <a:cubicBezTo>
                  <a:pt x="2839720" y="1314409"/>
                  <a:pt x="2828231" y="1302921"/>
                  <a:pt x="2828231" y="1288750"/>
                </a:cubicBezTo>
                <a:cubicBezTo>
                  <a:pt x="2828231" y="1274579"/>
                  <a:pt x="2839720" y="1263091"/>
                  <a:pt x="2853890" y="1263091"/>
                </a:cubicBezTo>
                <a:close/>
                <a:moveTo>
                  <a:pt x="2789686" y="1263091"/>
                </a:moveTo>
                <a:cubicBezTo>
                  <a:pt x="2803850" y="1263091"/>
                  <a:pt x="2815344" y="1274585"/>
                  <a:pt x="2815344" y="1288750"/>
                </a:cubicBezTo>
                <a:cubicBezTo>
                  <a:pt x="2815344" y="1302914"/>
                  <a:pt x="2803850" y="1314409"/>
                  <a:pt x="2789686" y="1314409"/>
                </a:cubicBezTo>
                <a:cubicBezTo>
                  <a:pt x="2775521" y="1314409"/>
                  <a:pt x="2764027" y="1302914"/>
                  <a:pt x="2764027" y="1288750"/>
                </a:cubicBezTo>
                <a:cubicBezTo>
                  <a:pt x="2764027" y="1274585"/>
                  <a:pt x="2775521" y="1263091"/>
                  <a:pt x="2789686" y="1263091"/>
                </a:cubicBezTo>
                <a:close/>
                <a:moveTo>
                  <a:pt x="2404454" y="1263091"/>
                </a:moveTo>
                <a:cubicBezTo>
                  <a:pt x="2418619" y="1263091"/>
                  <a:pt x="2430112" y="1274585"/>
                  <a:pt x="2430112" y="1288750"/>
                </a:cubicBezTo>
                <a:cubicBezTo>
                  <a:pt x="2430112" y="1302914"/>
                  <a:pt x="2418619" y="1314409"/>
                  <a:pt x="2404454" y="1314409"/>
                </a:cubicBezTo>
                <a:cubicBezTo>
                  <a:pt x="2390289" y="1314409"/>
                  <a:pt x="2378795" y="1302914"/>
                  <a:pt x="2378795" y="1288750"/>
                </a:cubicBezTo>
                <a:cubicBezTo>
                  <a:pt x="2378795" y="1274585"/>
                  <a:pt x="2390289" y="1263091"/>
                  <a:pt x="2404454" y="1263091"/>
                </a:cubicBezTo>
                <a:close/>
                <a:moveTo>
                  <a:pt x="2340249" y="1263091"/>
                </a:moveTo>
                <a:cubicBezTo>
                  <a:pt x="2354413" y="1263091"/>
                  <a:pt x="2365908" y="1274585"/>
                  <a:pt x="2365908" y="1288750"/>
                </a:cubicBezTo>
                <a:cubicBezTo>
                  <a:pt x="2365908" y="1302914"/>
                  <a:pt x="2354413" y="1314409"/>
                  <a:pt x="2340249" y="1314409"/>
                </a:cubicBezTo>
                <a:cubicBezTo>
                  <a:pt x="2326084" y="1314409"/>
                  <a:pt x="2314590" y="1302914"/>
                  <a:pt x="2314590" y="1288750"/>
                </a:cubicBezTo>
                <a:cubicBezTo>
                  <a:pt x="2314590" y="1274585"/>
                  <a:pt x="2326084" y="1263091"/>
                  <a:pt x="2340249" y="1263091"/>
                </a:cubicBezTo>
                <a:close/>
                <a:moveTo>
                  <a:pt x="2276044" y="1263091"/>
                </a:moveTo>
                <a:cubicBezTo>
                  <a:pt x="2290208" y="1263091"/>
                  <a:pt x="2301702" y="1274585"/>
                  <a:pt x="2301702" y="1288750"/>
                </a:cubicBezTo>
                <a:cubicBezTo>
                  <a:pt x="2301702" y="1302914"/>
                  <a:pt x="2290208" y="1314409"/>
                  <a:pt x="2276044" y="1314409"/>
                </a:cubicBezTo>
                <a:cubicBezTo>
                  <a:pt x="2261879" y="1314409"/>
                  <a:pt x="2250385" y="1302914"/>
                  <a:pt x="2250385" y="1288750"/>
                </a:cubicBezTo>
                <a:cubicBezTo>
                  <a:pt x="2250385" y="1274585"/>
                  <a:pt x="2261879" y="1263091"/>
                  <a:pt x="2276044" y="1263091"/>
                </a:cubicBezTo>
                <a:close/>
                <a:moveTo>
                  <a:pt x="2211838" y="1263091"/>
                </a:moveTo>
                <a:cubicBezTo>
                  <a:pt x="2226003" y="1263091"/>
                  <a:pt x="2237497" y="1274585"/>
                  <a:pt x="2237497" y="1288750"/>
                </a:cubicBezTo>
                <a:cubicBezTo>
                  <a:pt x="2237497" y="1302914"/>
                  <a:pt x="2226003" y="1314409"/>
                  <a:pt x="2211838" y="1314409"/>
                </a:cubicBezTo>
                <a:cubicBezTo>
                  <a:pt x="2197673" y="1314409"/>
                  <a:pt x="2186178" y="1302914"/>
                  <a:pt x="2186178" y="1288750"/>
                </a:cubicBezTo>
                <a:cubicBezTo>
                  <a:pt x="2186178" y="1274585"/>
                  <a:pt x="2197673" y="1263091"/>
                  <a:pt x="2211838" y="1263091"/>
                </a:cubicBezTo>
                <a:close/>
                <a:moveTo>
                  <a:pt x="2147633" y="1263091"/>
                </a:moveTo>
                <a:cubicBezTo>
                  <a:pt x="2161804" y="1263091"/>
                  <a:pt x="2173293" y="1274579"/>
                  <a:pt x="2173293" y="1288750"/>
                </a:cubicBezTo>
                <a:cubicBezTo>
                  <a:pt x="2173293" y="1302921"/>
                  <a:pt x="2161804" y="1314409"/>
                  <a:pt x="2147633" y="1314409"/>
                </a:cubicBezTo>
                <a:cubicBezTo>
                  <a:pt x="2133462" y="1314409"/>
                  <a:pt x="2121975" y="1302921"/>
                  <a:pt x="2121975" y="1288750"/>
                </a:cubicBezTo>
                <a:cubicBezTo>
                  <a:pt x="2121975" y="1274579"/>
                  <a:pt x="2133462" y="1263091"/>
                  <a:pt x="2147633" y="1263091"/>
                </a:cubicBezTo>
                <a:close/>
                <a:moveTo>
                  <a:pt x="2083427" y="1263091"/>
                </a:moveTo>
                <a:cubicBezTo>
                  <a:pt x="2097599" y="1263091"/>
                  <a:pt x="2109087" y="1274579"/>
                  <a:pt x="2109087" y="1288750"/>
                </a:cubicBezTo>
                <a:cubicBezTo>
                  <a:pt x="2109087" y="1302921"/>
                  <a:pt x="2097599" y="1314409"/>
                  <a:pt x="2083427" y="1314409"/>
                </a:cubicBezTo>
                <a:cubicBezTo>
                  <a:pt x="2069257" y="1314409"/>
                  <a:pt x="2057768" y="1302921"/>
                  <a:pt x="2057768" y="1288750"/>
                </a:cubicBezTo>
                <a:cubicBezTo>
                  <a:pt x="2057768" y="1274579"/>
                  <a:pt x="2069257" y="1263091"/>
                  <a:pt x="2083427" y="1263091"/>
                </a:cubicBezTo>
                <a:close/>
                <a:moveTo>
                  <a:pt x="2019222" y="1263091"/>
                </a:moveTo>
                <a:cubicBezTo>
                  <a:pt x="2033387" y="1263091"/>
                  <a:pt x="2044880" y="1274585"/>
                  <a:pt x="2044880" y="1288750"/>
                </a:cubicBezTo>
                <a:cubicBezTo>
                  <a:pt x="2044880" y="1302914"/>
                  <a:pt x="2033387" y="1314409"/>
                  <a:pt x="2019222" y="1314409"/>
                </a:cubicBezTo>
                <a:cubicBezTo>
                  <a:pt x="2005058" y="1314409"/>
                  <a:pt x="1993563" y="1302914"/>
                  <a:pt x="1993563" y="1288750"/>
                </a:cubicBezTo>
                <a:cubicBezTo>
                  <a:pt x="1993563" y="1274585"/>
                  <a:pt x="2005058" y="1263091"/>
                  <a:pt x="2019222" y="1263091"/>
                </a:cubicBezTo>
                <a:close/>
                <a:moveTo>
                  <a:pt x="1955016" y="1263091"/>
                </a:moveTo>
                <a:cubicBezTo>
                  <a:pt x="1969181" y="1263091"/>
                  <a:pt x="1980676" y="1274585"/>
                  <a:pt x="1980676" y="1288750"/>
                </a:cubicBezTo>
                <a:cubicBezTo>
                  <a:pt x="1980676" y="1302914"/>
                  <a:pt x="1969181" y="1314409"/>
                  <a:pt x="1955016" y="1314409"/>
                </a:cubicBezTo>
                <a:cubicBezTo>
                  <a:pt x="1940851" y="1314409"/>
                  <a:pt x="1929358" y="1302914"/>
                  <a:pt x="1929358" y="1288750"/>
                </a:cubicBezTo>
                <a:cubicBezTo>
                  <a:pt x="1929358" y="1274585"/>
                  <a:pt x="1940851" y="1263091"/>
                  <a:pt x="1955016" y="1263091"/>
                </a:cubicBezTo>
                <a:close/>
                <a:moveTo>
                  <a:pt x="1890696" y="1263091"/>
                </a:moveTo>
                <a:cubicBezTo>
                  <a:pt x="1904860" y="1263091"/>
                  <a:pt x="1916355" y="1274585"/>
                  <a:pt x="1916355" y="1288750"/>
                </a:cubicBezTo>
                <a:cubicBezTo>
                  <a:pt x="1916355" y="1302914"/>
                  <a:pt x="1904860" y="1314409"/>
                  <a:pt x="1890696" y="1314409"/>
                </a:cubicBezTo>
                <a:cubicBezTo>
                  <a:pt x="1876531" y="1314409"/>
                  <a:pt x="1865037" y="1302914"/>
                  <a:pt x="1865037" y="1288750"/>
                </a:cubicBezTo>
                <a:cubicBezTo>
                  <a:pt x="1865037" y="1274585"/>
                  <a:pt x="1876531" y="1263091"/>
                  <a:pt x="1890696" y="1263091"/>
                </a:cubicBezTo>
                <a:close/>
                <a:moveTo>
                  <a:pt x="1826490" y="1263091"/>
                </a:moveTo>
                <a:cubicBezTo>
                  <a:pt x="1840654" y="1263091"/>
                  <a:pt x="1852149" y="1274585"/>
                  <a:pt x="1852149" y="1288750"/>
                </a:cubicBezTo>
                <a:cubicBezTo>
                  <a:pt x="1852149" y="1302914"/>
                  <a:pt x="1840654" y="1314409"/>
                  <a:pt x="1826490" y="1314409"/>
                </a:cubicBezTo>
                <a:cubicBezTo>
                  <a:pt x="1812325" y="1314409"/>
                  <a:pt x="1800830" y="1302914"/>
                  <a:pt x="1800830" y="1288750"/>
                </a:cubicBezTo>
                <a:cubicBezTo>
                  <a:pt x="1800830" y="1274585"/>
                  <a:pt x="1812325" y="1263091"/>
                  <a:pt x="1826490" y="1263091"/>
                </a:cubicBezTo>
                <a:close/>
                <a:moveTo>
                  <a:pt x="1762285" y="1263091"/>
                </a:moveTo>
                <a:cubicBezTo>
                  <a:pt x="1776456" y="1263091"/>
                  <a:pt x="1787944" y="1274579"/>
                  <a:pt x="1787944" y="1288750"/>
                </a:cubicBezTo>
                <a:cubicBezTo>
                  <a:pt x="1787944" y="1302921"/>
                  <a:pt x="1776456" y="1314409"/>
                  <a:pt x="1762285" y="1314409"/>
                </a:cubicBezTo>
                <a:cubicBezTo>
                  <a:pt x="1748114" y="1314409"/>
                  <a:pt x="1736626" y="1302921"/>
                  <a:pt x="1736626" y="1288750"/>
                </a:cubicBezTo>
                <a:cubicBezTo>
                  <a:pt x="1736626" y="1274579"/>
                  <a:pt x="1748114" y="1263091"/>
                  <a:pt x="1762285" y="1263091"/>
                </a:cubicBezTo>
                <a:close/>
                <a:moveTo>
                  <a:pt x="1505464" y="1263091"/>
                </a:moveTo>
                <a:cubicBezTo>
                  <a:pt x="1519629" y="1263091"/>
                  <a:pt x="1531123" y="1274585"/>
                  <a:pt x="1531123" y="1288750"/>
                </a:cubicBezTo>
                <a:cubicBezTo>
                  <a:pt x="1531123" y="1302914"/>
                  <a:pt x="1519629" y="1314409"/>
                  <a:pt x="1505464" y="1314409"/>
                </a:cubicBezTo>
                <a:cubicBezTo>
                  <a:pt x="1491299" y="1314409"/>
                  <a:pt x="1479806" y="1302914"/>
                  <a:pt x="1479806" y="1288750"/>
                </a:cubicBezTo>
                <a:cubicBezTo>
                  <a:pt x="1479806" y="1274585"/>
                  <a:pt x="1491299" y="1263091"/>
                  <a:pt x="1505464" y="1263091"/>
                </a:cubicBezTo>
                <a:close/>
                <a:moveTo>
                  <a:pt x="1441258" y="1263091"/>
                </a:moveTo>
                <a:cubicBezTo>
                  <a:pt x="1455430" y="1263091"/>
                  <a:pt x="1466917" y="1274579"/>
                  <a:pt x="1466917" y="1288750"/>
                </a:cubicBezTo>
                <a:cubicBezTo>
                  <a:pt x="1466917" y="1302921"/>
                  <a:pt x="1455430" y="1314409"/>
                  <a:pt x="1441258" y="1314409"/>
                </a:cubicBezTo>
                <a:cubicBezTo>
                  <a:pt x="1427087" y="1314409"/>
                  <a:pt x="1415599" y="1302921"/>
                  <a:pt x="1415599" y="1288750"/>
                </a:cubicBezTo>
                <a:cubicBezTo>
                  <a:pt x="1415599" y="1274579"/>
                  <a:pt x="1427087" y="1263091"/>
                  <a:pt x="1441258" y="1263091"/>
                </a:cubicBezTo>
                <a:close/>
                <a:moveTo>
                  <a:pt x="1377053" y="1263091"/>
                </a:moveTo>
                <a:cubicBezTo>
                  <a:pt x="1391224" y="1263091"/>
                  <a:pt x="1402712" y="1274579"/>
                  <a:pt x="1402712" y="1288750"/>
                </a:cubicBezTo>
                <a:cubicBezTo>
                  <a:pt x="1402712" y="1302921"/>
                  <a:pt x="1391224" y="1314409"/>
                  <a:pt x="1377053" y="1314409"/>
                </a:cubicBezTo>
                <a:cubicBezTo>
                  <a:pt x="1362882" y="1314409"/>
                  <a:pt x="1351395" y="1302921"/>
                  <a:pt x="1351395" y="1288750"/>
                </a:cubicBezTo>
                <a:cubicBezTo>
                  <a:pt x="1351395" y="1274579"/>
                  <a:pt x="1362882" y="1263091"/>
                  <a:pt x="1377053" y="1263091"/>
                </a:cubicBezTo>
                <a:close/>
                <a:moveTo>
                  <a:pt x="1184437" y="1263091"/>
                </a:moveTo>
                <a:cubicBezTo>
                  <a:pt x="1198602" y="1263091"/>
                  <a:pt x="1210096" y="1274585"/>
                  <a:pt x="1210096" y="1288750"/>
                </a:cubicBezTo>
                <a:cubicBezTo>
                  <a:pt x="1210096" y="1302914"/>
                  <a:pt x="1198602" y="1314409"/>
                  <a:pt x="1184437" y="1314409"/>
                </a:cubicBezTo>
                <a:cubicBezTo>
                  <a:pt x="1170273" y="1314409"/>
                  <a:pt x="1158780" y="1302914"/>
                  <a:pt x="1158780" y="1288750"/>
                </a:cubicBezTo>
                <a:cubicBezTo>
                  <a:pt x="1158780" y="1274585"/>
                  <a:pt x="1170273" y="1263091"/>
                  <a:pt x="1184437" y="1263091"/>
                </a:cubicBezTo>
                <a:close/>
                <a:moveTo>
                  <a:pt x="991823" y="1263091"/>
                </a:moveTo>
                <a:cubicBezTo>
                  <a:pt x="1005993" y="1263091"/>
                  <a:pt x="1017481" y="1274579"/>
                  <a:pt x="1017481" y="1288750"/>
                </a:cubicBezTo>
                <a:cubicBezTo>
                  <a:pt x="1017481" y="1302921"/>
                  <a:pt x="1005993" y="1314409"/>
                  <a:pt x="991823" y="1314409"/>
                </a:cubicBezTo>
                <a:cubicBezTo>
                  <a:pt x="977652" y="1314409"/>
                  <a:pt x="966162" y="1302921"/>
                  <a:pt x="966162" y="1288750"/>
                </a:cubicBezTo>
                <a:cubicBezTo>
                  <a:pt x="966162" y="1274579"/>
                  <a:pt x="977652" y="1263091"/>
                  <a:pt x="991823" y="1263091"/>
                </a:cubicBezTo>
                <a:close/>
                <a:moveTo>
                  <a:pt x="927616" y="1263091"/>
                </a:moveTo>
                <a:cubicBezTo>
                  <a:pt x="941781" y="1263091"/>
                  <a:pt x="953275" y="1274585"/>
                  <a:pt x="953275" y="1288750"/>
                </a:cubicBezTo>
                <a:cubicBezTo>
                  <a:pt x="953275" y="1302914"/>
                  <a:pt x="941781" y="1314409"/>
                  <a:pt x="927616" y="1314409"/>
                </a:cubicBezTo>
                <a:cubicBezTo>
                  <a:pt x="913452" y="1314409"/>
                  <a:pt x="901957" y="1302914"/>
                  <a:pt x="901957" y="1288750"/>
                </a:cubicBezTo>
                <a:cubicBezTo>
                  <a:pt x="901957" y="1274585"/>
                  <a:pt x="913452" y="1263091"/>
                  <a:pt x="927616" y="1263091"/>
                </a:cubicBezTo>
                <a:close/>
                <a:moveTo>
                  <a:pt x="606475" y="1263091"/>
                </a:moveTo>
                <a:cubicBezTo>
                  <a:pt x="620639" y="1263091"/>
                  <a:pt x="632134" y="1274585"/>
                  <a:pt x="632134" y="1288750"/>
                </a:cubicBezTo>
                <a:cubicBezTo>
                  <a:pt x="632134" y="1302914"/>
                  <a:pt x="620639" y="1314409"/>
                  <a:pt x="606475" y="1314409"/>
                </a:cubicBezTo>
                <a:cubicBezTo>
                  <a:pt x="592310" y="1314409"/>
                  <a:pt x="580815" y="1302914"/>
                  <a:pt x="580815" y="1288750"/>
                </a:cubicBezTo>
                <a:cubicBezTo>
                  <a:pt x="580815" y="1274585"/>
                  <a:pt x="592310" y="1263091"/>
                  <a:pt x="606475" y="1263091"/>
                </a:cubicBezTo>
                <a:close/>
                <a:moveTo>
                  <a:pt x="542268" y="1263091"/>
                </a:moveTo>
                <a:cubicBezTo>
                  <a:pt x="556433" y="1263091"/>
                  <a:pt x="567927" y="1274585"/>
                  <a:pt x="567927" y="1288750"/>
                </a:cubicBezTo>
                <a:cubicBezTo>
                  <a:pt x="567927" y="1302914"/>
                  <a:pt x="556433" y="1314409"/>
                  <a:pt x="542268" y="1314409"/>
                </a:cubicBezTo>
                <a:cubicBezTo>
                  <a:pt x="528104" y="1314409"/>
                  <a:pt x="516610" y="1302914"/>
                  <a:pt x="516610" y="1288750"/>
                </a:cubicBezTo>
                <a:cubicBezTo>
                  <a:pt x="516610" y="1274585"/>
                  <a:pt x="528104" y="1263091"/>
                  <a:pt x="542268" y="1263091"/>
                </a:cubicBezTo>
                <a:close/>
                <a:moveTo>
                  <a:pt x="478063" y="1263091"/>
                </a:moveTo>
                <a:cubicBezTo>
                  <a:pt x="492228" y="1263091"/>
                  <a:pt x="503724" y="1274585"/>
                  <a:pt x="503724" y="1288750"/>
                </a:cubicBezTo>
                <a:cubicBezTo>
                  <a:pt x="503724" y="1302914"/>
                  <a:pt x="492228" y="1314409"/>
                  <a:pt x="478063" y="1314409"/>
                </a:cubicBezTo>
                <a:cubicBezTo>
                  <a:pt x="463900" y="1314409"/>
                  <a:pt x="452404" y="1302914"/>
                  <a:pt x="452404" y="1288750"/>
                </a:cubicBezTo>
                <a:cubicBezTo>
                  <a:pt x="452404" y="1274585"/>
                  <a:pt x="463900" y="1263091"/>
                  <a:pt x="478063" y="1263091"/>
                </a:cubicBezTo>
                <a:close/>
                <a:moveTo>
                  <a:pt x="413858" y="1263091"/>
                </a:moveTo>
                <a:cubicBezTo>
                  <a:pt x="428023" y="1263091"/>
                  <a:pt x="439517" y="1274585"/>
                  <a:pt x="439517" y="1288750"/>
                </a:cubicBezTo>
                <a:cubicBezTo>
                  <a:pt x="439517" y="1302914"/>
                  <a:pt x="428023" y="1314409"/>
                  <a:pt x="413858" y="1314409"/>
                </a:cubicBezTo>
                <a:cubicBezTo>
                  <a:pt x="399694" y="1314409"/>
                  <a:pt x="388200" y="1302914"/>
                  <a:pt x="388200" y="1288750"/>
                </a:cubicBezTo>
                <a:cubicBezTo>
                  <a:pt x="388200" y="1274585"/>
                  <a:pt x="399694" y="1263091"/>
                  <a:pt x="413858" y="1263091"/>
                </a:cubicBezTo>
                <a:close/>
                <a:moveTo>
                  <a:pt x="346686" y="1263091"/>
                </a:moveTo>
                <a:cubicBezTo>
                  <a:pt x="360849" y="1263091"/>
                  <a:pt x="372344" y="1274585"/>
                  <a:pt x="372344" y="1288750"/>
                </a:cubicBezTo>
                <a:cubicBezTo>
                  <a:pt x="372344" y="1302914"/>
                  <a:pt x="360849" y="1314409"/>
                  <a:pt x="346686" y="1314409"/>
                </a:cubicBezTo>
                <a:cubicBezTo>
                  <a:pt x="332520" y="1314409"/>
                  <a:pt x="321027" y="1302914"/>
                  <a:pt x="321027" y="1288750"/>
                </a:cubicBezTo>
                <a:cubicBezTo>
                  <a:pt x="321027" y="1274585"/>
                  <a:pt x="332520" y="1263091"/>
                  <a:pt x="346686" y="1263091"/>
                </a:cubicBezTo>
                <a:close/>
                <a:moveTo>
                  <a:pt x="25659" y="1263091"/>
                </a:moveTo>
                <a:cubicBezTo>
                  <a:pt x="39829" y="1263091"/>
                  <a:pt x="51317" y="1274579"/>
                  <a:pt x="51317" y="1288750"/>
                </a:cubicBezTo>
                <a:cubicBezTo>
                  <a:pt x="51317" y="1302921"/>
                  <a:pt x="39829" y="1314409"/>
                  <a:pt x="25659" y="1314409"/>
                </a:cubicBezTo>
                <a:cubicBezTo>
                  <a:pt x="11488" y="1314409"/>
                  <a:pt x="0" y="1302921"/>
                  <a:pt x="0" y="1288750"/>
                </a:cubicBezTo>
                <a:cubicBezTo>
                  <a:pt x="0" y="1274579"/>
                  <a:pt x="11488" y="1263091"/>
                  <a:pt x="25659" y="1263091"/>
                </a:cubicBezTo>
                <a:close/>
                <a:moveTo>
                  <a:pt x="11646697" y="1208755"/>
                </a:moveTo>
                <a:cubicBezTo>
                  <a:pt x="11653779" y="1208755"/>
                  <a:pt x="11659583" y="1214560"/>
                  <a:pt x="11659583" y="1221642"/>
                </a:cubicBezTo>
                <a:cubicBezTo>
                  <a:pt x="11659583" y="1228724"/>
                  <a:pt x="11653893" y="1234529"/>
                  <a:pt x="11646697" y="1234529"/>
                </a:cubicBezTo>
                <a:cubicBezTo>
                  <a:pt x="11639613" y="1234529"/>
                  <a:pt x="11633809" y="1228840"/>
                  <a:pt x="11633809" y="1221642"/>
                </a:cubicBezTo>
                <a:cubicBezTo>
                  <a:pt x="11633809" y="1214443"/>
                  <a:pt x="11639499" y="1208755"/>
                  <a:pt x="11646697" y="1208755"/>
                </a:cubicBezTo>
                <a:close/>
                <a:moveTo>
                  <a:pt x="11389875" y="1208755"/>
                </a:moveTo>
                <a:cubicBezTo>
                  <a:pt x="11396993" y="1208755"/>
                  <a:pt x="11402763" y="1214524"/>
                  <a:pt x="11402763" y="1221642"/>
                </a:cubicBezTo>
                <a:cubicBezTo>
                  <a:pt x="11402763" y="1228760"/>
                  <a:pt x="11396993" y="1234529"/>
                  <a:pt x="11389875" y="1234529"/>
                </a:cubicBezTo>
                <a:cubicBezTo>
                  <a:pt x="11382759" y="1234529"/>
                  <a:pt x="11376989" y="1228760"/>
                  <a:pt x="11376989" y="1221642"/>
                </a:cubicBezTo>
                <a:cubicBezTo>
                  <a:pt x="11376989" y="1214524"/>
                  <a:pt x="11382759" y="1208755"/>
                  <a:pt x="11389875" y="1208755"/>
                </a:cubicBezTo>
                <a:close/>
                <a:moveTo>
                  <a:pt x="11068848" y="1208755"/>
                </a:moveTo>
                <a:cubicBezTo>
                  <a:pt x="11075966" y="1208755"/>
                  <a:pt x="11081736" y="1214524"/>
                  <a:pt x="11081736" y="1221642"/>
                </a:cubicBezTo>
                <a:cubicBezTo>
                  <a:pt x="11081736" y="1228760"/>
                  <a:pt x="11075966" y="1234529"/>
                  <a:pt x="11068848" y="1234529"/>
                </a:cubicBezTo>
                <a:cubicBezTo>
                  <a:pt x="11061732" y="1234529"/>
                  <a:pt x="11055962" y="1228760"/>
                  <a:pt x="11055962" y="1221642"/>
                </a:cubicBezTo>
                <a:cubicBezTo>
                  <a:pt x="11055962" y="1214524"/>
                  <a:pt x="11061732" y="1208755"/>
                  <a:pt x="11068848" y="1208755"/>
                </a:cubicBezTo>
                <a:close/>
                <a:moveTo>
                  <a:pt x="10811912" y="1208755"/>
                </a:moveTo>
                <a:cubicBezTo>
                  <a:pt x="10819028" y="1208755"/>
                  <a:pt x="10824798" y="1214524"/>
                  <a:pt x="10824798" y="1221642"/>
                </a:cubicBezTo>
                <a:cubicBezTo>
                  <a:pt x="10824798" y="1228760"/>
                  <a:pt x="10819028" y="1234529"/>
                  <a:pt x="10811912" y="1234529"/>
                </a:cubicBezTo>
                <a:cubicBezTo>
                  <a:pt x="10804794" y="1234529"/>
                  <a:pt x="10799024" y="1228760"/>
                  <a:pt x="10799024" y="1221642"/>
                </a:cubicBezTo>
                <a:cubicBezTo>
                  <a:pt x="10799024" y="1214524"/>
                  <a:pt x="10804794" y="1208755"/>
                  <a:pt x="10811912" y="1208755"/>
                </a:cubicBezTo>
                <a:close/>
                <a:moveTo>
                  <a:pt x="10747708" y="1208755"/>
                </a:moveTo>
                <a:cubicBezTo>
                  <a:pt x="10754824" y="1208755"/>
                  <a:pt x="10760593" y="1214524"/>
                  <a:pt x="10760593" y="1221642"/>
                </a:cubicBezTo>
                <a:cubicBezTo>
                  <a:pt x="10760593" y="1228760"/>
                  <a:pt x="10754824" y="1234529"/>
                  <a:pt x="10747708" y="1234529"/>
                </a:cubicBezTo>
                <a:cubicBezTo>
                  <a:pt x="10740589" y="1234529"/>
                  <a:pt x="10734820" y="1228760"/>
                  <a:pt x="10734820" y="1221642"/>
                </a:cubicBezTo>
                <a:cubicBezTo>
                  <a:pt x="10734820" y="1214524"/>
                  <a:pt x="10740589" y="1208755"/>
                  <a:pt x="10747708" y="1208755"/>
                </a:cubicBezTo>
                <a:close/>
                <a:moveTo>
                  <a:pt x="10490885" y="1208755"/>
                </a:moveTo>
                <a:cubicBezTo>
                  <a:pt x="10498004" y="1208755"/>
                  <a:pt x="10503773" y="1214524"/>
                  <a:pt x="10503773" y="1221642"/>
                </a:cubicBezTo>
                <a:cubicBezTo>
                  <a:pt x="10503773" y="1228760"/>
                  <a:pt x="10498004" y="1234529"/>
                  <a:pt x="10490885" y="1234529"/>
                </a:cubicBezTo>
                <a:cubicBezTo>
                  <a:pt x="10483769" y="1234529"/>
                  <a:pt x="10477997" y="1228760"/>
                  <a:pt x="10477997" y="1221642"/>
                </a:cubicBezTo>
                <a:cubicBezTo>
                  <a:pt x="10477997" y="1214524"/>
                  <a:pt x="10483769" y="1208755"/>
                  <a:pt x="10490885" y="1208755"/>
                </a:cubicBezTo>
                <a:close/>
                <a:moveTo>
                  <a:pt x="9912920" y="1208755"/>
                </a:moveTo>
                <a:cubicBezTo>
                  <a:pt x="9920039" y="1208755"/>
                  <a:pt x="9925808" y="1214524"/>
                  <a:pt x="9925808" y="1221642"/>
                </a:cubicBezTo>
                <a:cubicBezTo>
                  <a:pt x="9925808" y="1228760"/>
                  <a:pt x="9920039" y="1234529"/>
                  <a:pt x="9912920" y="1234529"/>
                </a:cubicBezTo>
                <a:cubicBezTo>
                  <a:pt x="9905804" y="1234529"/>
                  <a:pt x="9900035" y="1228760"/>
                  <a:pt x="9900035" y="1221642"/>
                </a:cubicBezTo>
                <a:cubicBezTo>
                  <a:pt x="9900035" y="1214524"/>
                  <a:pt x="9905804" y="1208755"/>
                  <a:pt x="9912920" y="1208755"/>
                </a:cubicBezTo>
                <a:close/>
                <a:moveTo>
                  <a:pt x="8821315" y="1208755"/>
                </a:moveTo>
                <a:cubicBezTo>
                  <a:pt x="8828434" y="1208755"/>
                  <a:pt x="8834203" y="1214524"/>
                  <a:pt x="8834203" y="1221642"/>
                </a:cubicBezTo>
                <a:cubicBezTo>
                  <a:pt x="8834203" y="1228760"/>
                  <a:pt x="8828434" y="1234529"/>
                  <a:pt x="8821315" y="1234529"/>
                </a:cubicBezTo>
                <a:cubicBezTo>
                  <a:pt x="8814199" y="1234529"/>
                  <a:pt x="8808427" y="1228760"/>
                  <a:pt x="8808427" y="1221642"/>
                </a:cubicBezTo>
                <a:cubicBezTo>
                  <a:pt x="8808427" y="1214524"/>
                  <a:pt x="8814199" y="1208755"/>
                  <a:pt x="8821315" y="1208755"/>
                </a:cubicBezTo>
                <a:close/>
                <a:moveTo>
                  <a:pt x="8692906" y="1208755"/>
                </a:moveTo>
                <a:cubicBezTo>
                  <a:pt x="8699988" y="1208755"/>
                  <a:pt x="8705792" y="1214560"/>
                  <a:pt x="8705792" y="1221642"/>
                </a:cubicBezTo>
                <a:cubicBezTo>
                  <a:pt x="8705792" y="1228724"/>
                  <a:pt x="8700103" y="1234529"/>
                  <a:pt x="8692906" y="1234529"/>
                </a:cubicBezTo>
                <a:cubicBezTo>
                  <a:pt x="8685823" y="1234529"/>
                  <a:pt x="8680018" y="1228840"/>
                  <a:pt x="8680018" y="1221642"/>
                </a:cubicBezTo>
                <a:cubicBezTo>
                  <a:pt x="8680018" y="1214443"/>
                  <a:pt x="8685708" y="1208755"/>
                  <a:pt x="8692906" y="1208755"/>
                </a:cubicBezTo>
                <a:close/>
                <a:moveTo>
                  <a:pt x="8307675" y="1208755"/>
                </a:moveTo>
                <a:cubicBezTo>
                  <a:pt x="8314791" y="1208755"/>
                  <a:pt x="8320560" y="1214524"/>
                  <a:pt x="8320560" y="1221642"/>
                </a:cubicBezTo>
                <a:cubicBezTo>
                  <a:pt x="8320560" y="1228760"/>
                  <a:pt x="8314791" y="1234529"/>
                  <a:pt x="8307675" y="1234529"/>
                </a:cubicBezTo>
                <a:cubicBezTo>
                  <a:pt x="8300556" y="1234529"/>
                  <a:pt x="8294787" y="1228760"/>
                  <a:pt x="8294787" y="1221642"/>
                </a:cubicBezTo>
                <a:cubicBezTo>
                  <a:pt x="8294787" y="1214524"/>
                  <a:pt x="8300556" y="1208755"/>
                  <a:pt x="8307675" y="1208755"/>
                </a:cubicBezTo>
                <a:close/>
                <a:moveTo>
                  <a:pt x="7280274" y="1208755"/>
                </a:moveTo>
                <a:cubicBezTo>
                  <a:pt x="7287355" y="1208755"/>
                  <a:pt x="7293160" y="1214560"/>
                  <a:pt x="7293160" y="1221642"/>
                </a:cubicBezTo>
                <a:cubicBezTo>
                  <a:pt x="7293160" y="1228724"/>
                  <a:pt x="7287470" y="1234529"/>
                  <a:pt x="7280274" y="1234529"/>
                </a:cubicBezTo>
                <a:cubicBezTo>
                  <a:pt x="7273190" y="1234529"/>
                  <a:pt x="7267386" y="1228840"/>
                  <a:pt x="7267386" y="1221642"/>
                </a:cubicBezTo>
                <a:cubicBezTo>
                  <a:pt x="7267386" y="1214443"/>
                  <a:pt x="7273075" y="1208755"/>
                  <a:pt x="7280274" y="1208755"/>
                </a:cubicBezTo>
                <a:close/>
                <a:moveTo>
                  <a:pt x="6830836" y="1208755"/>
                </a:moveTo>
                <a:cubicBezTo>
                  <a:pt x="6837954" y="1208755"/>
                  <a:pt x="6843724" y="1214524"/>
                  <a:pt x="6843724" y="1221642"/>
                </a:cubicBezTo>
                <a:cubicBezTo>
                  <a:pt x="6843724" y="1228760"/>
                  <a:pt x="6837954" y="1234529"/>
                  <a:pt x="6830836" y="1234529"/>
                </a:cubicBezTo>
                <a:cubicBezTo>
                  <a:pt x="6823720" y="1234529"/>
                  <a:pt x="6817948" y="1228760"/>
                  <a:pt x="6817948" y="1221642"/>
                </a:cubicBezTo>
                <a:cubicBezTo>
                  <a:pt x="6817948" y="1214524"/>
                  <a:pt x="6823720" y="1208755"/>
                  <a:pt x="6830836" y="1208755"/>
                </a:cubicBezTo>
                <a:close/>
                <a:moveTo>
                  <a:pt x="6766631" y="1208755"/>
                </a:moveTo>
                <a:cubicBezTo>
                  <a:pt x="6773750" y="1208755"/>
                  <a:pt x="6779519" y="1214524"/>
                  <a:pt x="6779519" y="1221642"/>
                </a:cubicBezTo>
                <a:cubicBezTo>
                  <a:pt x="6779519" y="1228760"/>
                  <a:pt x="6773750" y="1234529"/>
                  <a:pt x="6766631" y="1234529"/>
                </a:cubicBezTo>
                <a:cubicBezTo>
                  <a:pt x="6759513" y="1234529"/>
                  <a:pt x="6753743" y="1228760"/>
                  <a:pt x="6753743" y="1221642"/>
                </a:cubicBezTo>
                <a:cubicBezTo>
                  <a:pt x="6753743" y="1214524"/>
                  <a:pt x="6759513" y="1208755"/>
                  <a:pt x="6766631" y="1208755"/>
                </a:cubicBezTo>
                <a:close/>
                <a:moveTo>
                  <a:pt x="6702427" y="1208755"/>
                </a:moveTo>
                <a:cubicBezTo>
                  <a:pt x="6709543" y="1208755"/>
                  <a:pt x="6715312" y="1214524"/>
                  <a:pt x="6715312" y="1221642"/>
                </a:cubicBezTo>
                <a:cubicBezTo>
                  <a:pt x="6715312" y="1228760"/>
                  <a:pt x="6709543" y="1234529"/>
                  <a:pt x="6702427" y="1234529"/>
                </a:cubicBezTo>
                <a:cubicBezTo>
                  <a:pt x="6695308" y="1234529"/>
                  <a:pt x="6689539" y="1228760"/>
                  <a:pt x="6689539" y="1221642"/>
                </a:cubicBezTo>
                <a:cubicBezTo>
                  <a:pt x="6689539" y="1214524"/>
                  <a:pt x="6695308" y="1208755"/>
                  <a:pt x="6702427" y="1208755"/>
                </a:cubicBezTo>
                <a:close/>
                <a:moveTo>
                  <a:pt x="6573900" y="1208755"/>
                </a:moveTo>
                <a:cubicBezTo>
                  <a:pt x="6581099" y="1208755"/>
                  <a:pt x="6586788" y="1214560"/>
                  <a:pt x="6586788" y="1221642"/>
                </a:cubicBezTo>
                <a:cubicBezTo>
                  <a:pt x="6586788" y="1228724"/>
                  <a:pt x="6581099" y="1234529"/>
                  <a:pt x="6573900" y="1234529"/>
                </a:cubicBezTo>
                <a:cubicBezTo>
                  <a:pt x="6566819" y="1234529"/>
                  <a:pt x="6561013" y="1228840"/>
                  <a:pt x="6561013" y="1221642"/>
                </a:cubicBezTo>
                <a:cubicBezTo>
                  <a:pt x="6561013" y="1214443"/>
                  <a:pt x="6566702" y="1208755"/>
                  <a:pt x="6573900" y="1208755"/>
                </a:cubicBezTo>
                <a:close/>
                <a:moveTo>
                  <a:pt x="5936092" y="1208755"/>
                </a:moveTo>
                <a:cubicBezTo>
                  <a:pt x="5943173" y="1208755"/>
                  <a:pt x="5948981" y="1214560"/>
                  <a:pt x="5948981" y="1221642"/>
                </a:cubicBezTo>
                <a:cubicBezTo>
                  <a:pt x="5948981" y="1228724"/>
                  <a:pt x="5943292" y="1234529"/>
                  <a:pt x="5936092" y="1234529"/>
                </a:cubicBezTo>
                <a:cubicBezTo>
                  <a:pt x="5929009" y="1234529"/>
                  <a:pt x="5923204" y="1228840"/>
                  <a:pt x="5923204" y="1221642"/>
                </a:cubicBezTo>
                <a:cubicBezTo>
                  <a:pt x="5923204" y="1214443"/>
                  <a:pt x="5928894" y="1208755"/>
                  <a:pt x="5936092" y="1208755"/>
                </a:cubicBezTo>
                <a:close/>
                <a:moveTo>
                  <a:pt x="5679272" y="1208755"/>
                </a:moveTo>
                <a:cubicBezTo>
                  <a:pt x="5686389" y="1208755"/>
                  <a:pt x="5692160" y="1214524"/>
                  <a:pt x="5692160" y="1221642"/>
                </a:cubicBezTo>
                <a:cubicBezTo>
                  <a:pt x="5692160" y="1228760"/>
                  <a:pt x="5686389" y="1234529"/>
                  <a:pt x="5679272" y="1234529"/>
                </a:cubicBezTo>
                <a:cubicBezTo>
                  <a:pt x="5672154" y="1234529"/>
                  <a:pt x="5666385" y="1228760"/>
                  <a:pt x="5666385" y="1221642"/>
                </a:cubicBezTo>
                <a:cubicBezTo>
                  <a:pt x="5666385" y="1214524"/>
                  <a:pt x="5672154" y="1208755"/>
                  <a:pt x="5679272" y="1208755"/>
                </a:cubicBezTo>
                <a:close/>
                <a:moveTo>
                  <a:pt x="5358245" y="1208755"/>
                </a:moveTo>
                <a:cubicBezTo>
                  <a:pt x="5365362" y="1208755"/>
                  <a:pt x="5371133" y="1214524"/>
                  <a:pt x="5371133" y="1221642"/>
                </a:cubicBezTo>
                <a:cubicBezTo>
                  <a:pt x="5371133" y="1228760"/>
                  <a:pt x="5365362" y="1234529"/>
                  <a:pt x="5358245" y="1234529"/>
                </a:cubicBezTo>
                <a:cubicBezTo>
                  <a:pt x="5351129" y="1234529"/>
                  <a:pt x="5345357" y="1228760"/>
                  <a:pt x="5345357" y="1221642"/>
                </a:cubicBezTo>
                <a:cubicBezTo>
                  <a:pt x="5345357" y="1214524"/>
                  <a:pt x="5351129" y="1208755"/>
                  <a:pt x="5358245" y="1208755"/>
                </a:cubicBezTo>
                <a:close/>
                <a:moveTo>
                  <a:pt x="5101308" y="1208755"/>
                </a:moveTo>
                <a:cubicBezTo>
                  <a:pt x="5108427" y="1208755"/>
                  <a:pt x="5114194" y="1214524"/>
                  <a:pt x="5114194" y="1221642"/>
                </a:cubicBezTo>
                <a:cubicBezTo>
                  <a:pt x="5114194" y="1228760"/>
                  <a:pt x="5108426" y="1234529"/>
                  <a:pt x="5101308" y="1234529"/>
                </a:cubicBezTo>
                <a:cubicBezTo>
                  <a:pt x="5094190" y="1234529"/>
                  <a:pt x="5088421" y="1228760"/>
                  <a:pt x="5088421" y="1221642"/>
                </a:cubicBezTo>
                <a:cubicBezTo>
                  <a:pt x="5088421" y="1214524"/>
                  <a:pt x="5094191" y="1208755"/>
                  <a:pt x="5101308" y="1208755"/>
                </a:cubicBezTo>
                <a:close/>
                <a:moveTo>
                  <a:pt x="5037104" y="1208755"/>
                </a:moveTo>
                <a:cubicBezTo>
                  <a:pt x="5044220" y="1208755"/>
                  <a:pt x="5049991" y="1214524"/>
                  <a:pt x="5049991" y="1221642"/>
                </a:cubicBezTo>
                <a:cubicBezTo>
                  <a:pt x="5049991" y="1228760"/>
                  <a:pt x="5044220" y="1234529"/>
                  <a:pt x="5037104" y="1234529"/>
                </a:cubicBezTo>
                <a:cubicBezTo>
                  <a:pt x="5029986" y="1234529"/>
                  <a:pt x="5024216" y="1228760"/>
                  <a:pt x="5024216" y="1221642"/>
                </a:cubicBezTo>
                <a:cubicBezTo>
                  <a:pt x="5024216" y="1214524"/>
                  <a:pt x="5029986" y="1208755"/>
                  <a:pt x="5037104" y="1208755"/>
                </a:cubicBezTo>
                <a:close/>
                <a:moveTo>
                  <a:pt x="4780282" y="1208755"/>
                </a:moveTo>
                <a:cubicBezTo>
                  <a:pt x="4787399" y="1208755"/>
                  <a:pt x="4793170" y="1214524"/>
                  <a:pt x="4793170" y="1221642"/>
                </a:cubicBezTo>
                <a:cubicBezTo>
                  <a:pt x="4793170" y="1228760"/>
                  <a:pt x="4787399" y="1234529"/>
                  <a:pt x="4780282" y="1234529"/>
                </a:cubicBezTo>
                <a:cubicBezTo>
                  <a:pt x="4773164" y="1234529"/>
                  <a:pt x="4767394" y="1228760"/>
                  <a:pt x="4767394" y="1221642"/>
                </a:cubicBezTo>
                <a:cubicBezTo>
                  <a:pt x="4767394" y="1214524"/>
                  <a:pt x="4773164" y="1208755"/>
                  <a:pt x="4780282" y="1208755"/>
                </a:cubicBezTo>
                <a:close/>
                <a:moveTo>
                  <a:pt x="4202317" y="1208755"/>
                </a:moveTo>
                <a:cubicBezTo>
                  <a:pt x="4209435" y="1208755"/>
                  <a:pt x="4215205" y="1214524"/>
                  <a:pt x="4215205" y="1221642"/>
                </a:cubicBezTo>
                <a:cubicBezTo>
                  <a:pt x="4215205" y="1228760"/>
                  <a:pt x="4209435" y="1234529"/>
                  <a:pt x="4202317" y="1234529"/>
                </a:cubicBezTo>
                <a:cubicBezTo>
                  <a:pt x="4195200" y="1234529"/>
                  <a:pt x="4189431" y="1228760"/>
                  <a:pt x="4189431" y="1221642"/>
                </a:cubicBezTo>
                <a:cubicBezTo>
                  <a:pt x="4189431" y="1214524"/>
                  <a:pt x="4195201" y="1208755"/>
                  <a:pt x="4202317" y="1208755"/>
                </a:cubicBezTo>
                <a:close/>
                <a:moveTo>
                  <a:pt x="3110712" y="1208755"/>
                </a:moveTo>
                <a:cubicBezTo>
                  <a:pt x="3117829" y="1208755"/>
                  <a:pt x="3123600" y="1214524"/>
                  <a:pt x="3123600" y="1221642"/>
                </a:cubicBezTo>
                <a:cubicBezTo>
                  <a:pt x="3123600" y="1228760"/>
                  <a:pt x="3117829" y="1234529"/>
                  <a:pt x="3110712" y="1234529"/>
                </a:cubicBezTo>
                <a:cubicBezTo>
                  <a:pt x="3103595" y="1234529"/>
                  <a:pt x="3097824" y="1228760"/>
                  <a:pt x="3097824" y="1221642"/>
                </a:cubicBezTo>
                <a:cubicBezTo>
                  <a:pt x="3097824" y="1214524"/>
                  <a:pt x="3103595" y="1208755"/>
                  <a:pt x="3110712" y="1208755"/>
                </a:cubicBezTo>
                <a:close/>
                <a:moveTo>
                  <a:pt x="2982301" y="1208755"/>
                </a:moveTo>
                <a:cubicBezTo>
                  <a:pt x="2989384" y="1208755"/>
                  <a:pt x="2995190" y="1214560"/>
                  <a:pt x="2995190" y="1221642"/>
                </a:cubicBezTo>
                <a:cubicBezTo>
                  <a:pt x="2995190" y="1228724"/>
                  <a:pt x="2989500" y="1234529"/>
                  <a:pt x="2982301" y="1234529"/>
                </a:cubicBezTo>
                <a:cubicBezTo>
                  <a:pt x="2975219" y="1234529"/>
                  <a:pt x="2969414" y="1228840"/>
                  <a:pt x="2969414" y="1221642"/>
                </a:cubicBezTo>
                <a:cubicBezTo>
                  <a:pt x="2969414" y="1214443"/>
                  <a:pt x="2975103" y="1208755"/>
                  <a:pt x="2982301" y="1208755"/>
                </a:cubicBezTo>
                <a:close/>
                <a:moveTo>
                  <a:pt x="2597069" y="1208755"/>
                </a:moveTo>
                <a:cubicBezTo>
                  <a:pt x="2604187" y="1208755"/>
                  <a:pt x="2609957" y="1214524"/>
                  <a:pt x="2609957" y="1221642"/>
                </a:cubicBezTo>
                <a:cubicBezTo>
                  <a:pt x="2609957" y="1228760"/>
                  <a:pt x="2604187" y="1234529"/>
                  <a:pt x="2597069" y="1234529"/>
                </a:cubicBezTo>
                <a:cubicBezTo>
                  <a:pt x="2589952" y="1234529"/>
                  <a:pt x="2584182" y="1228760"/>
                  <a:pt x="2584182" y="1221642"/>
                </a:cubicBezTo>
                <a:cubicBezTo>
                  <a:pt x="2584182" y="1214524"/>
                  <a:pt x="2589952" y="1208755"/>
                  <a:pt x="2597069" y="1208755"/>
                </a:cubicBezTo>
                <a:close/>
                <a:moveTo>
                  <a:pt x="1569669" y="1208755"/>
                </a:moveTo>
                <a:cubicBezTo>
                  <a:pt x="1576752" y="1208755"/>
                  <a:pt x="1582557" y="1214560"/>
                  <a:pt x="1582557" y="1221642"/>
                </a:cubicBezTo>
                <a:cubicBezTo>
                  <a:pt x="1582557" y="1228724"/>
                  <a:pt x="1576867" y="1234529"/>
                  <a:pt x="1569669" y="1234529"/>
                </a:cubicBezTo>
                <a:cubicBezTo>
                  <a:pt x="1562587" y="1234529"/>
                  <a:pt x="1556782" y="1228840"/>
                  <a:pt x="1556782" y="1221642"/>
                </a:cubicBezTo>
                <a:cubicBezTo>
                  <a:pt x="1556782" y="1214443"/>
                  <a:pt x="1562471" y="1208755"/>
                  <a:pt x="1569669" y="1208755"/>
                </a:cubicBezTo>
                <a:close/>
                <a:moveTo>
                  <a:pt x="1120233" y="1208755"/>
                </a:moveTo>
                <a:cubicBezTo>
                  <a:pt x="1127350" y="1208755"/>
                  <a:pt x="1133121" y="1214524"/>
                  <a:pt x="1133121" y="1221642"/>
                </a:cubicBezTo>
                <a:cubicBezTo>
                  <a:pt x="1133121" y="1228760"/>
                  <a:pt x="1127350" y="1234529"/>
                  <a:pt x="1120233" y="1234529"/>
                </a:cubicBezTo>
                <a:cubicBezTo>
                  <a:pt x="1113116" y="1234529"/>
                  <a:pt x="1107345" y="1228760"/>
                  <a:pt x="1107345" y="1221642"/>
                </a:cubicBezTo>
                <a:cubicBezTo>
                  <a:pt x="1107345" y="1214524"/>
                  <a:pt x="1113116" y="1208755"/>
                  <a:pt x="1120233" y="1208755"/>
                </a:cubicBezTo>
                <a:close/>
                <a:moveTo>
                  <a:pt x="1056027" y="1208755"/>
                </a:moveTo>
                <a:cubicBezTo>
                  <a:pt x="1063146" y="1208755"/>
                  <a:pt x="1068914" y="1214524"/>
                  <a:pt x="1068914" y="1221642"/>
                </a:cubicBezTo>
                <a:cubicBezTo>
                  <a:pt x="1068914" y="1228760"/>
                  <a:pt x="1063146" y="1234529"/>
                  <a:pt x="1056027" y="1234529"/>
                </a:cubicBezTo>
                <a:cubicBezTo>
                  <a:pt x="1048910" y="1234529"/>
                  <a:pt x="1043139" y="1228760"/>
                  <a:pt x="1043139" y="1221642"/>
                </a:cubicBezTo>
                <a:cubicBezTo>
                  <a:pt x="1043139" y="1214524"/>
                  <a:pt x="1048910" y="1208755"/>
                  <a:pt x="1056027" y="1208755"/>
                </a:cubicBezTo>
                <a:close/>
                <a:moveTo>
                  <a:pt x="991824" y="1208755"/>
                </a:moveTo>
                <a:cubicBezTo>
                  <a:pt x="998940" y="1208755"/>
                  <a:pt x="1004709" y="1214524"/>
                  <a:pt x="1004709" y="1221642"/>
                </a:cubicBezTo>
                <a:cubicBezTo>
                  <a:pt x="1004709" y="1228760"/>
                  <a:pt x="998940" y="1234529"/>
                  <a:pt x="991824" y="1234529"/>
                </a:cubicBezTo>
                <a:cubicBezTo>
                  <a:pt x="984705" y="1234529"/>
                  <a:pt x="978935" y="1228760"/>
                  <a:pt x="978935" y="1221642"/>
                </a:cubicBezTo>
                <a:cubicBezTo>
                  <a:pt x="978935" y="1214524"/>
                  <a:pt x="984705" y="1208755"/>
                  <a:pt x="991824" y="1208755"/>
                </a:cubicBezTo>
                <a:close/>
                <a:moveTo>
                  <a:pt x="863296" y="1208755"/>
                </a:moveTo>
                <a:cubicBezTo>
                  <a:pt x="870496" y="1208755"/>
                  <a:pt x="876184" y="1214560"/>
                  <a:pt x="876184" y="1221642"/>
                </a:cubicBezTo>
                <a:cubicBezTo>
                  <a:pt x="876184" y="1228724"/>
                  <a:pt x="870496" y="1234529"/>
                  <a:pt x="863296" y="1234529"/>
                </a:cubicBezTo>
                <a:cubicBezTo>
                  <a:pt x="856215" y="1234529"/>
                  <a:pt x="850407" y="1228840"/>
                  <a:pt x="850407" y="1221642"/>
                </a:cubicBezTo>
                <a:cubicBezTo>
                  <a:pt x="850407" y="1214443"/>
                  <a:pt x="856098" y="1208755"/>
                  <a:pt x="863296" y="1208755"/>
                </a:cubicBezTo>
                <a:close/>
                <a:moveTo>
                  <a:pt x="218274" y="1208755"/>
                </a:moveTo>
                <a:cubicBezTo>
                  <a:pt x="225357" y="1208755"/>
                  <a:pt x="231162" y="1214560"/>
                  <a:pt x="231162" y="1221642"/>
                </a:cubicBezTo>
                <a:cubicBezTo>
                  <a:pt x="231162" y="1228724"/>
                  <a:pt x="225473" y="1234529"/>
                  <a:pt x="218274" y="1234529"/>
                </a:cubicBezTo>
                <a:cubicBezTo>
                  <a:pt x="211191" y="1234529"/>
                  <a:pt x="205386" y="1228840"/>
                  <a:pt x="205386" y="1221642"/>
                </a:cubicBezTo>
                <a:cubicBezTo>
                  <a:pt x="205386" y="1214443"/>
                  <a:pt x="211076" y="1208755"/>
                  <a:pt x="218274" y="1208755"/>
                </a:cubicBezTo>
                <a:close/>
                <a:moveTo>
                  <a:pt x="12034897" y="1195983"/>
                </a:moveTo>
                <a:cubicBezTo>
                  <a:pt x="12049061" y="1195983"/>
                  <a:pt x="12060557" y="1207478"/>
                  <a:pt x="12060557" y="1221641"/>
                </a:cubicBezTo>
                <a:cubicBezTo>
                  <a:pt x="12060557" y="1235807"/>
                  <a:pt x="12049061" y="1247301"/>
                  <a:pt x="12034897" y="1247301"/>
                </a:cubicBezTo>
                <a:cubicBezTo>
                  <a:pt x="12020731" y="1247301"/>
                  <a:pt x="12009237" y="1235807"/>
                  <a:pt x="12009237" y="1221641"/>
                </a:cubicBezTo>
                <a:cubicBezTo>
                  <a:pt x="12009237" y="1207478"/>
                  <a:pt x="12020731" y="1195983"/>
                  <a:pt x="12034897" y="1195983"/>
                </a:cubicBezTo>
                <a:close/>
                <a:moveTo>
                  <a:pt x="11970691" y="1195983"/>
                </a:moveTo>
                <a:cubicBezTo>
                  <a:pt x="11984855" y="1195983"/>
                  <a:pt x="11996349" y="1207478"/>
                  <a:pt x="11996349" y="1221641"/>
                </a:cubicBezTo>
                <a:cubicBezTo>
                  <a:pt x="11996349" y="1235807"/>
                  <a:pt x="11984855" y="1247301"/>
                  <a:pt x="11970691" y="1247301"/>
                </a:cubicBezTo>
                <a:cubicBezTo>
                  <a:pt x="11956525" y="1247301"/>
                  <a:pt x="11945033" y="1235807"/>
                  <a:pt x="11945033" y="1221641"/>
                </a:cubicBezTo>
                <a:cubicBezTo>
                  <a:pt x="11945033" y="1207478"/>
                  <a:pt x="11956525" y="1195983"/>
                  <a:pt x="11970691" y="1195983"/>
                </a:cubicBezTo>
                <a:close/>
                <a:moveTo>
                  <a:pt x="11842279" y="1195983"/>
                </a:moveTo>
                <a:cubicBezTo>
                  <a:pt x="11856445" y="1195983"/>
                  <a:pt x="11867941" y="1207478"/>
                  <a:pt x="11867941" y="1221641"/>
                </a:cubicBezTo>
                <a:cubicBezTo>
                  <a:pt x="11867941" y="1235807"/>
                  <a:pt x="11856445" y="1247301"/>
                  <a:pt x="11842279" y="1247301"/>
                </a:cubicBezTo>
                <a:cubicBezTo>
                  <a:pt x="11828117" y="1247301"/>
                  <a:pt x="11816621" y="1235807"/>
                  <a:pt x="11816621" y="1221641"/>
                </a:cubicBezTo>
                <a:cubicBezTo>
                  <a:pt x="11816621" y="1207478"/>
                  <a:pt x="11828117" y="1195983"/>
                  <a:pt x="11842279" y="1195983"/>
                </a:cubicBezTo>
                <a:close/>
                <a:moveTo>
                  <a:pt x="11775107" y="1195983"/>
                </a:moveTo>
                <a:cubicBezTo>
                  <a:pt x="11789271" y="1195983"/>
                  <a:pt x="11800767" y="1207478"/>
                  <a:pt x="11800767" y="1221641"/>
                </a:cubicBezTo>
                <a:cubicBezTo>
                  <a:pt x="11800767" y="1235807"/>
                  <a:pt x="11789271" y="1247301"/>
                  <a:pt x="11775107" y="1247301"/>
                </a:cubicBezTo>
                <a:cubicBezTo>
                  <a:pt x="11760941" y="1247301"/>
                  <a:pt x="11749449" y="1235807"/>
                  <a:pt x="11749449" y="1221641"/>
                </a:cubicBezTo>
                <a:cubicBezTo>
                  <a:pt x="11749449" y="1207478"/>
                  <a:pt x="11760941" y="1195983"/>
                  <a:pt x="11775107" y="1195983"/>
                </a:cubicBezTo>
                <a:close/>
                <a:moveTo>
                  <a:pt x="11454081" y="1195983"/>
                </a:moveTo>
                <a:cubicBezTo>
                  <a:pt x="11468253" y="1195983"/>
                  <a:pt x="11479739" y="1207471"/>
                  <a:pt x="11479739" y="1221641"/>
                </a:cubicBezTo>
                <a:cubicBezTo>
                  <a:pt x="11479739" y="1235813"/>
                  <a:pt x="11468253" y="1247301"/>
                  <a:pt x="11454081" y="1247301"/>
                </a:cubicBezTo>
                <a:cubicBezTo>
                  <a:pt x="11439909" y="1247301"/>
                  <a:pt x="11428421" y="1235813"/>
                  <a:pt x="11428421" y="1221641"/>
                </a:cubicBezTo>
                <a:cubicBezTo>
                  <a:pt x="11428421" y="1207471"/>
                  <a:pt x="11439909" y="1195983"/>
                  <a:pt x="11454081" y="1195983"/>
                </a:cubicBezTo>
                <a:close/>
                <a:moveTo>
                  <a:pt x="11325670" y="1195983"/>
                </a:moveTo>
                <a:cubicBezTo>
                  <a:pt x="11339835" y="1195983"/>
                  <a:pt x="11351329" y="1207478"/>
                  <a:pt x="11351329" y="1221641"/>
                </a:cubicBezTo>
                <a:cubicBezTo>
                  <a:pt x="11351329" y="1235807"/>
                  <a:pt x="11339835" y="1247301"/>
                  <a:pt x="11325670" y="1247301"/>
                </a:cubicBezTo>
                <a:cubicBezTo>
                  <a:pt x="11311505" y="1247301"/>
                  <a:pt x="11300012" y="1235807"/>
                  <a:pt x="11300012" y="1221641"/>
                </a:cubicBezTo>
                <a:cubicBezTo>
                  <a:pt x="11300012" y="1207478"/>
                  <a:pt x="11311505" y="1195983"/>
                  <a:pt x="11325670" y="1195983"/>
                </a:cubicBezTo>
                <a:close/>
                <a:moveTo>
                  <a:pt x="11197259" y="1195983"/>
                </a:moveTo>
                <a:cubicBezTo>
                  <a:pt x="11211424" y="1195983"/>
                  <a:pt x="11222917" y="1207478"/>
                  <a:pt x="11222917" y="1221641"/>
                </a:cubicBezTo>
                <a:cubicBezTo>
                  <a:pt x="11222917" y="1235807"/>
                  <a:pt x="11211424" y="1247301"/>
                  <a:pt x="11197259" y="1247301"/>
                </a:cubicBezTo>
                <a:cubicBezTo>
                  <a:pt x="11183094" y="1247301"/>
                  <a:pt x="11171601" y="1235807"/>
                  <a:pt x="11171601" y="1221641"/>
                </a:cubicBezTo>
                <a:cubicBezTo>
                  <a:pt x="11171601" y="1207478"/>
                  <a:pt x="11183094" y="1195983"/>
                  <a:pt x="11197259" y="1195983"/>
                </a:cubicBezTo>
                <a:close/>
                <a:moveTo>
                  <a:pt x="11133055" y="1195983"/>
                </a:moveTo>
                <a:cubicBezTo>
                  <a:pt x="11147225" y="1195983"/>
                  <a:pt x="11158713" y="1207471"/>
                  <a:pt x="11158713" y="1221641"/>
                </a:cubicBezTo>
                <a:cubicBezTo>
                  <a:pt x="11158713" y="1235813"/>
                  <a:pt x="11147225" y="1247301"/>
                  <a:pt x="11133055" y="1247301"/>
                </a:cubicBezTo>
                <a:cubicBezTo>
                  <a:pt x="11118884" y="1247301"/>
                  <a:pt x="11107396" y="1235813"/>
                  <a:pt x="11107396" y="1221641"/>
                </a:cubicBezTo>
                <a:cubicBezTo>
                  <a:pt x="11107396" y="1207471"/>
                  <a:pt x="11118884" y="1195983"/>
                  <a:pt x="11133055" y="1195983"/>
                </a:cubicBezTo>
                <a:close/>
                <a:moveTo>
                  <a:pt x="10940321" y="1195983"/>
                </a:moveTo>
                <a:cubicBezTo>
                  <a:pt x="10954604" y="1195983"/>
                  <a:pt x="10965982" y="1207478"/>
                  <a:pt x="10965982" y="1221641"/>
                </a:cubicBezTo>
                <a:cubicBezTo>
                  <a:pt x="10965982" y="1235807"/>
                  <a:pt x="10954486" y="1247301"/>
                  <a:pt x="10940321" y="1247301"/>
                </a:cubicBezTo>
                <a:cubicBezTo>
                  <a:pt x="10926156" y="1247301"/>
                  <a:pt x="10914663" y="1235807"/>
                  <a:pt x="10914663" y="1221641"/>
                </a:cubicBezTo>
                <a:cubicBezTo>
                  <a:pt x="10914663" y="1207478"/>
                  <a:pt x="10926156" y="1195983"/>
                  <a:pt x="10940321" y="1195983"/>
                </a:cubicBezTo>
                <a:close/>
                <a:moveTo>
                  <a:pt x="10683501" y="1195983"/>
                </a:moveTo>
                <a:cubicBezTo>
                  <a:pt x="10697666" y="1195983"/>
                  <a:pt x="10709159" y="1207478"/>
                  <a:pt x="10709159" y="1221641"/>
                </a:cubicBezTo>
                <a:cubicBezTo>
                  <a:pt x="10709159" y="1235807"/>
                  <a:pt x="10697666" y="1247301"/>
                  <a:pt x="10683501" y="1247301"/>
                </a:cubicBezTo>
                <a:cubicBezTo>
                  <a:pt x="10669336" y="1247301"/>
                  <a:pt x="10657843" y="1235807"/>
                  <a:pt x="10657843" y="1221641"/>
                </a:cubicBezTo>
                <a:cubicBezTo>
                  <a:pt x="10657843" y="1207478"/>
                  <a:pt x="10669336" y="1195983"/>
                  <a:pt x="10683501" y="1195983"/>
                </a:cubicBezTo>
                <a:close/>
                <a:moveTo>
                  <a:pt x="10619297" y="1195983"/>
                </a:moveTo>
                <a:cubicBezTo>
                  <a:pt x="10633462" y="1195983"/>
                  <a:pt x="10644955" y="1207478"/>
                  <a:pt x="10644955" y="1221641"/>
                </a:cubicBezTo>
                <a:cubicBezTo>
                  <a:pt x="10644955" y="1235807"/>
                  <a:pt x="10633462" y="1247301"/>
                  <a:pt x="10619297" y="1247301"/>
                </a:cubicBezTo>
                <a:cubicBezTo>
                  <a:pt x="10605132" y="1247301"/>
                  <a:pt x="10593639" y="1235807"/>
                  <a:pt x="10593639" y="1221641"/>
                </a:cubicBezTo>
                <a:cubicBezTo>
                  <a:pt x="10593639" y="1207478"/>
                  <a:pt x="10605132" y="1195983"/>
                  <a:pt x="10619297" y="1195983"/>
                </a:cubicBezTo>
                <a:close/>
                <a:moveTo>
                  <a:pt x="10555092" y="1195983"/>
                </a:moveTo>
                <a:cubicBezTo>
                  <a:pt x="10569255" y="1195983"/>
                  <a:pt x="10580751" y="1207478"/>
                  <a:pt x="10580751" y="1221641"/>
                </a:cubicBezTo>
                <a:cubicBezTo>
                  <a:pt x="10580751" y="1235807"/>
                  <a:pt x="10569255" y="1247301"/>
                  <a:pt x="10555092" y="1247301"/>
                </a:cubicBezTo>
                <a:cubicBezTo>
                  <a:pt x="10540927" y="1247301"/>
                  <a:pt x="10529432" y="1235807"/>
                  <a:pt x="10529432" y="1221641"/>
                </a:cubicBezTo>
                <a:cubicBezTo>
                  <a:pt x="10529432" y="1207478"/>
                  <a:pt x="10540927" y="1195983"/>
                  <a:pt x="10555092" y="1195983"/>
                </a:cubicBezTo>
                <a:close/>
                <a:moveTo>
                  <a:pt x="10362474" y="1195983"/>
                </a:moveTo>
                <a:cubicBezTo>
                  <a:pt x="10376647" y="1195983"/>
                  <a:pt x="10388135" y="1207471"/>
                  <a:pt x="10388135" y="1221641"/>
                </a:cubicBezTo>
                <a:cubicBezTo>
                  <a:pt x="10388135" y="1235813"/>
                  <a:pt x="10376647" y="1247301"/>
                  <a:pt x="10362474" y="1247301"/>
                </a:cubicBezTo>
                <a:cubicBezTo>
                  <a:pt x="10348304" y="1247301"/>
                  <a:pt x="10336816" y="1235813"/>
                  <a:pt x="10336816" y="1221641"/>
                </a:cubicBezTo>
                <a:cubicBezTo>
                  <a:pt x="10336816" y="1207471"/>
                  <a:pt x="10348304" y="1195983"/>
                  <a:pt x="10362474" y="1195983"/>
                </a:cubicBezTo>
                <a:close/>
                <a:moveTo>
                  <a:pt x="10298270" y="1195983"/>
                </a:moveTo>
                <a:cubicBezTo>
                  <a:pt x="10312435" y="1195983"/>
                  <a:pt x="10323928" y="1207478"/>
                  <a:pt x="10323928" y="1221641"/>
                </a:cubicBezTo>
                <a:cubicBezTo>
                  <a:pt x="10323928" y="1235807"/>
                  <a:pt x="10312435" y="1247301"/>
                  <a:pt x="10298270" y="1247301"/>
                </a:cubicBezTo>
                <a:cubicBezTo>
                  <a:pt x="10284105" y="1247301"/>
                  <a:pt x="10272611" y="1235807"/>
                  <a:pt x="10272611" y="1221641"/>
                </a:cubicBezTo>
                <a:cubicBezTo>
                  <a:pt x="10272611" y="1207478"/>
                  <a:pt x="10284105" y="1195983"/>
                  <a:pt x="10298270" y="1195983"/>
                </a:cubicBezTo>
                <a:close/>
                <a:moveTo>
                  <a:pt x="10234065" y="1195983"/>
                </a:moveTo>
                <a:cubicBezTo>
                  <a:pt x="10248228" y="1195983"/>
                  <a:pt x="10259723" y="1207478"/>
                  <a:pt x="10259723" y="1221641"/>
                </a:cubicBezTo>
                <a:cubicBezTo>
                  <a:pt x="10259723" y="1235807"/>
                  <a:pt x="10248228" y="1247301"/>
                  <a:pt x="10234065" y="1247301"/>
                </a:cubicBezTo>
                <a:cubicBezTo>
                  <a:pt x="10219900" y="1247301"/>
                  <a:pt x="10208404" y="1235807"/>
                  <a:pt x="10208404" y="1221641"/>
                </a:cubicBezTo>
                <a:cubicBezTo>
                  <a:pt x="10208404" y="1207478"/>
                  <a:pt x="10219900" y="1195983"/>
                  <a:pt x="10234065" y="1195983"/>
                </a:cubicBezTo>
                <a:close/>
                <a:moveTo>
                  <a:pt x="10105654" y="1195983"/>
                </a:moveTo>
                <a:cubicBezTo>
                  <a:pt x="10119819" y="1195983"/>
                  <a:pt x="10131312" y="1207478"/>
                  <a:pt x="10131312" y="1221641"/>
                </a:cubicBezTo>
                <a:cubicBezTo>
                  <a:pt x="10131312" y="1235807"/>
                  <a:pt x="10119819" y="1247301"/>
                  <a:pt x="10105654" y="1247301"/>
                </a:cubicBezTo>
                <a:cubicBezTo>
                  <a:pt x="10091489" y="1247301"/>
                  <a:pt x="10079996" y="1235807"/>
                  <a:pt x="10079996" y="1221641"/>
                </a:cubicBezTo>
                <a:cubicBezTo>
                  <a:pt x="10079996" y="1207478"/>
                  <a:pt x="10091489" y="1195983"/>
                  <a:pt x="10105654" y="1195983"/>
                </a:cubicBezTo>
                <a:close/>
                <a:moveTo>
                  <a:pt x="9720307" y="1195983"/>
                </a:moveTo>
                <a:cubicBezTo>
                  <a:pt x="9734470" y="1195983"/>
                  <a:pt x="9745965" y="1207478"/>
                  <a:pt x="9745965" y="1221641"/>
                </a:cubicBezTo>
                <a:cubicBezTo>
                  <a:pt x="9745965" y="1235807"/>
                  <a:pt x="9734470" y="1247301"/>
                  <a:pt x="9720307" y="1247301"/>
                </a:cubicBezTo>
                <a:cubicBezTo>
                  <a:pt x="9706142" y="1247301"/>
                  <a:pt x="9694646" y="1235807"/>
                  <a:pt x="9694646" y="1221641"/>
                </a:cubicBezTo>
                <a:cubicBezTo>
                  <a:pt x="9694646" y="1207478"/>
                  <a:pt x="9706142" y="1195983"/>
                  <a:pt x="9720307" y="1195983"/>
                </a:cubicBezTo>
                <a:close/>
                <a:moveTo>
                  <a:pt x="9591896" y="1195983"/>
                </a:moveTo>
                <a:cubicBezTo>
                  <a:pt x="9606061" y="1195983"/>
                  <a:pt x="9617554" y="1207478"/>
                  <a:pt x="9617554" y="1221641"/>
                </a:cubicBezTo>
                <a:cubicBezTo>
                  <a:pt x="9617554" y="1235807"/>
                  <a:pt x="9606061" y="1247301"/>
                  <a:pt x="9591896" y="1247301"/>
                </a:cubicBezTo>
                <a:cubicBezTo>
                  <a:pt x="9577731" y="1247301"/>
                  <a:pt x="9566238" y="1235807"/>
                  <a:pt x="9566238" y="1221641"/>
                </a:cubicBezTo>
                <a:cubicBezTo>
                  <a:pt x="9566238" y="1207478"/>
                  <a:pt x="9577731" y="1195983"/>
                  <a:pt x="9591896" y="1195983"/>
                </a:cubicBezTo>
                <a:close/>
                <a:moveTo>
                  <a:pt x="9527689" y="1195983"/>
                </a:moveTo>
                <a:cubicBezTo>
                  <a:pt x="9541854" y="1195983"/>
                  <a:pt x="9553350" y="1207478"/>
                  <a:pt x="9553350" y="1221641"/>
                </a:cubicBezTo>
                <a:cubicBezTo>
                  <a:pt x="9553350" y="1235807"/>
                  <a:pt x="9541854" y="1247301"/>
                  <a:pt x="9527689" y="1247301"/>
                </a:cubicBezTo>
                <a:cubicBezTo>
                  <a:pt x="9513524" y="1247301"/>
                  <a:pt x="9502031" y="1235807"/>
                  <a:pt x="9502031" y="1221641"/>
                </a:cubicBezTo>
                <a:cubicBezTo>
                  <a:pt x="9502031" y="1207478"/>
                  <a:pt x="9513524" y="1195983"/>
                  <a:pt x="9527689" y="1195983"/>
                </a:cubicBezTo>
                <a:close/>
                <a:moveTo>
                  <a:pt x="9463485" y="1195983"/>
                </a:moveTo>
                <a:cubicBezTo>
                  <a:pt x="9477650" y="1195983"/>
                  <a:pt x="9489143" y="1207478"/>
                  <a:pt x="9489143" y="1221641"/>
                </a:cubicBezTo>
                <a:cubicBezTo>
                  <a:pt x="9489143" y="1235807"/>
                  <a:pt x="9477650" y="1247301"/>
                  <a:pt x="9463485" y="1247301"/>
                </a:cubicBezTo>
                <a:cubicBezTo>
                  <a:pt x="9449320" y="1247301"/>
                  <a:pt x="9437826" y="1235807"/>
                  <a:pt x="9437826" y="1221641"/>
                </a:cubicBezTo>
                <a:cubicBezTo>
                  <a:pt x="9437826" y="1207478"/>
                  <a:pt x="9449320" y="1195983"/>
                  <a:pt x="9463485" y="1195983"/>
                </a:cubicBezTo>
                <a:close/>
                <a:moveTo>
                  <a:pt x="9335073" y="1195983"/>
                </a:moveTo>
                <a:cubicBezTo>
                  <a:pt x="9349246" y="1195983"/>
                  <a:pt x="9360734" y="1207471"/>
                  <a:pt x="9360734" y="1221641"/>
                </a:cubicBezTo>
                <a:cubicBezTo>
                  <a:pt x="9360734" y="1235813"/>
                  <a:pt x="9349246" y="1247301"/>
                  <a:pt x="9335073" y="1247301"/>
                </a:cubicBezTo>
                <a:cubicBezTo>
                  <a:pt x="9320903" y="1247301"/>
                  <a:pt x="9309415" y="1235813"/>
                  <a:pt x="9309415" y="1221641"/>
                </a:cubicBezTo>
                <a:cubicBezTo>
                  <a:pt x="9309415" y="1207471"/>
                  <a:pt x="9320903" y="1195983"/>
                  <a:pt x="9335073" y="1195983"/>
                </a:cubicBezTo>
                <a:close/>
                <a:moveTo>
                  <a:pt x="9078253" y="1195983"/>
                </a:moveTo>
                <a:cubicBezTo>
                  <a:pt x="9092418" y="1195983"/>
                  <a:pt x="9103911" y="1207478"/>
                  <a:pt x="9103911" y="1221641"/>
                </a:cubicBezTo>
                <a:cubicBezTo>
                  <a:pt x="9103911" y="1235807"/>
                  <a:pt x="9092418" y="1247301"/>
                  <a:pt x="9078253" y="1247301"/>
                </a:cubicBezTo>
                <a:cubicBezTo>
                  <a:pt x="9064088" y="1247301"/>
                  <a:pt x="9052595" y="1235807"/>
                  <a:pt x="9052595" y="1221641"/>
                </a:cubicBezTo>
                <a:cubicBezTo>
                  <a:pt x="9052595" y="1207478"/>
                  <a:pt x="9064088" y="1195983"/>
                  <a:pt x="9078253" y="1195983"/>
                </a:cubicBezTo>
                <a:close/>
                <a:moveTo>
                  <a:pt x="9014049" y="1195983"/>
                </a:moveTo>
                <a:cubicBezTo>
                  <a:pt x="9028214" y="1195983"/>
                  <a:pt x="9039707" y="1207478"/>
                  <a:pt x="9039707" y="1221641"/>
                </a:cubicBezTo>
                <a:cubicBezTo>
                  <a:pt x="9039707" y="1235807"/>
                  <a:pt x="9028214" y="1247301"/>
                  <a:pt x="9014049" y="1247301"/>
                </a:cubicBezTo>
                <a:cubicBezTo>
                  <a:pt x="8999884" y="1247301"/>
                  <a:pt x="8988388" y="1235807"/>
                  <a:pt x="8988388" y="1221641"/>
                </a:cubicBezTo>
                <a:cubicBezTo>
                  <a:pt x="8988388" y="1207478"/>
                  <a:pt x="8999884" y="1195983"/>
                  <a:pt x="9014049" y="1195983"/>
                </a:cubicBezTo>
                <a:close/>
                <a:moveTo>
                  <a:pt x="8564495" y="1195983"/>
                </a:moveTo>
                <a:cubicBezTo>
                  <a:pt x="8578665" y="1195983"/>
                  <a:pt x="8590153" y="1207471"/>
                  <a:pt x="8590153" y="1221641"/>
                </a:cubicBezTo>
                <a:cubicBezTo>
                  <a:pt x="8590153" y="1235813"/>
                  <a:pt x="8578665" y="1247301"/>
                  <a:pt x="8564495" y="1247301"/>
                </a:cubicBezTo>
                <a:cubicBezTo>
                  <a:pt x="8550325" y="1247301"/>
                  <a:pt x="8538837" y="1235813"/>
                  <a:pt x="8538837" y="1221641"/>
                </a:cubicBezTo>
                <a:cubicBezTo>
                  <a:pt x="8538837" y="1207471"/>
                  <a:pt x="8550325" y="1195983"/>
                  <a:pt x="8564495" y="1195983"/>
                </a:cubicBezTo>
                <a:close/>
                <a:moveTo>
                  <a:pt x="8500288" y="1195983"/>
                </a:moveTo>
                <a:cubicBezTo>
                  <a:pt x="8514453" y="1195983"/>
                  <a:pt x="8525949" y="1207478"/>
                  <a:pt x="8525949" y="1221641"/>
                </a:cubicBezTo>
                <a:cubicBezTo>
                  <a:pt x="8525949" y="1235807"/>
                  <a:pt x="8514453" y="1247301"/>
                  <a:pt x="8500288" y="1247301"/>
                </a:cubicBezTo>
                <a:cubicBezTo>
                  <a:pt x="8486126" y="1247301"/>
                  <a:pt x="8474630" y="1235807"/>
                  <a:pt x="8474630" y="1221641"/>
                </a:cubicBezTo>
                <a:cubicBezTo>
                  <a:pt x="8474630" y="1207478"/>
                  <a:pt x="8486126" y="1195983"/>
                  <a:pt x="8500288" y="1195983"/>
                </a:cubicBezTo>
                <a:close/>
                <a:moveTo>
                  <a:pt x="8115057" y="1195983"/>
                </a:moveTo>
                <a:cubicBezTo>
                  <a:pt x="8129222" y="1195983"/>
                  <a:pt x="8140717" y="1207478"/>
                  <a:pt x="8140717" y="1221641"/>
                </a:cubicBezTo>
                <a:cubicBezTo>
                  <a:pt x="8140717" y="1235807"/>
                  <a:pt x="8129222" y="1247301"/>
                  <a:pt x="8115057" y="1247301"/>
                </a:cubicBezTo>
                <a:cubicBezTo>
                  <a:pt x="8100894" y="1247301"/>
                  <a:pt x="8089398" y="1235807"/>
                  <a:pt x="8089398" y="1221641"/>
                </a:cubicBezTo>
                <a:cubicBezTo>
                  <a:pt x="8089398" y="1207478"/>
                  <a:pt x="8100894" y="1195983"/>
                  <a:pt x="8115057" y="1195983"/>
                </a:cubicBezTo>
                <a:close/>
                <a:moveTo>
                  <a:pt x="8050852" y="1195983"/>
                </a:moveTo>
                <a:cubicBezTo>
                  <a:pt x="8065017" y="1195983"/>
                  <a:pt x="8076510" y="1207478"/>
                  <a:pt x="8076510" y="1221641"/>
                </a:cubicBezTo>
                <a:cubicBezTo>
                  <a:pt x="8076510" y="1235807"/>
                  <a:pt x="8065017" y="1247301"/>
                  <a:pt x="8050852" y="1247301"/>
                </a:cubicBezTo>
                <a:cubicBezTo>
                  <a:pt x="8036687" y="1247301"/>
                  <a:pt x="8025194" y="1235807"/>
                  <a:pt x="8025194" y="1221641"/>
                </a:cubicBezTo>
                <a:cubicBezTo>
                  <a:pt x="8025194" y="1207478"/>
                  <a:pt x="8036687" y="1195983"/>
                  <a:pt x="8050852" y="1195983"/>
                </a:cubicBezTo>
                <a:close/>
                <a:moveTo>
                  <a:pt x="7986648" y="1195983"/>
                </a:moveTo>
                <a:cubicBezTo>
                  <a:pt x="8000813" y="1195983"/>
                  <a:pt x="8012306" y="1207478"/>
                  <a:pt x="8012306" y="1221641"/>
                </a:cubicBezTo>
                <a:cubicBezTo>
                  <a:pt x="8012306" y="1235807"/>
                  <a:pt x="8000813" y="1247301"/>
                  <a:pt x="7986648" y="1247301"/>
                </a:cubicBezTo>
                <a:cubicBezTo>
                  <a:pt x="7972483" y="1247301"/>
                  <a:pt x="7960990" y="1235807"/>
                  <a:pt x="7960990" y="1221641"/>
                </a:cubicBezTo>
                <a:cubicBezTo>
                  <a:pt x="7960990" y="1207478"/>
                  <a:pt x="7972483" y="1195983"/>
                  <a:pt x="7986648" y="1195983"/>
                </a:cubicBezTo>
                <a:close/>
                <a:moveTo>
                  <a:pt x="7922444" y="1195983"/>
                </a:moveTo>
                <a:cubicBezTo>
                  <a:pt x="7936606" y="1195983"/>
                  <a:pt x="7948102" y="1207478"/>
                  <a:pt x="7948102" y="1221641"/>
                </a:cubicBezTo>
                <a:cubicBezTo>
                  <a:pt x="7948102" y="1235807"/>
                  <a:pt x="7936606" y="1247301"/>
                  <a:pt x="7922444" y="1247301"/>
                </a:cubicBezTo>
                <a:cubicBezTo>
                  <a:pt x="7908279" y="1247301"/>
                  <a:pt x="7896783" y="1235807"/>
                  <a:pt x="7896783" y="1221641"/>
                </a:cubicBezTo>
                <a:cubicBezTo>
                  <a:pt x="7896783" y="1207478"/>
                  <a:pt x="7908279" y="1195983"/>
                  <a:pt x="7922444" y="1195983"/>
                </a:cubicBezTo>
                <a:close/>
                <a:moveTo>
                  <a:pt x="7858237" y="1195983"/>
                </a:moveTo>
                <a:cubicBezTo>
                  <a:pt x="7872407" y="1195983"/>
                  <a:pt x="7883895" y="1207471"/>
                  <a:pt x="7883895" y="1221641"/>
                </a:cubicBezTo>
                <a:cubicBezTo>
                  <a:pt x="7883895" y="1235813"/>
                  <a:pt x="7872407" y="1247301"/>
                  <a:pt x="7858237" y="1247301"/>
                </a:cubicBezTo>
                <a:cubicBezTo>
                  <a:pt x="7844066" y="1247301"/>
                  <a:pt x="7832578" y="1235813"/>
                  <a:pt x="7832578" y="1221641"/>
                </a:cubicBezTo>
                <a:cubicBezTo>
                  <a:pt x="7832578" y="1207471"/>
                  <a:pt x="7844066" y="1195983"/>
                  <a:pt x="7858237" y="1195983"/>
                </a:cubicBezTo>
                <a:close/>
                <a:moveTo>
                  <a:pt x="7794032" y="1195983"/>
                </a:moveTo>
                <a:cubicBezTo>
                  <a:pt x="7808203" y="1195983"/>
                  <a:pt x="7819690" y="1207471"/>
                  <a:pt x="7819690" y="1221641"/>
                </a:cubicBezTo>
                <a:cubicBezTo>
                  <a:pt x="7819690" y="1235813"/>
                  <a:pt x="7808203" y="1247301"/>
                  <a:pt x="7794032" y="1247301"/>
                </a:cubicBezTo>
                <a:cubicBezTo>
                  <a:pt x="7779862" y="1247301"/>
                  <a:pt x="7768371" y="1235813"/>
                  <a:pt x="7768371" y="1221641"/>
                </a:cubicBezTo>
                <a:cubicBezTo>
                  <a:pt x="7768371" y="1207471"/>
                  <a:pt x="7779862" y="1195983"/>
                  <a:pt x="7794032" y="1195983"/>
                </a:cubicBezTo>
                <a:close/>
                <a:moveTo>
                  <a:pt x="7729825" y="1195983"/>
                </a:moveTo>
                <a:cubicBezTo>
                  <a:pt x="7743990" y="1195983"/>
                  <a:pt x="7755486" y="1207478"/>
                  <a:pt x="7755486" y="1221641"/>
                </a:cubicBezTo>
                <a:cubicBezTo>
                  <a:pt x="7755486" y="1235807"/>
                  <a:pt x="7743990" y="1247301"/>
                  <a:pt x="7729825" y="1247301"/>
                </a:cubicBezTo>
                <a:cubicBezTo>
                  <a:pt x="7715660" y="1247301"/>
                  <a:pt x="7704167" y="1235807"/>
                  <a:pt x="7704167" y="1221641"/>
                </a:cubicBezTo>
                <a:cubicBezTo>
                  <a:pt x="7704167" y="1207478"/>
                  <a:pt x="7715660" y="1195983"/>
                  <a:pt x="7729825" y="1195983"/>
                </a:cubicBezTo>
                <a:close/>
                <a:moveTo>
                  <a:pt x="7665621" y="1195983"/>
                </a:moveTo>
                <a:cubicBezTo>
                  <a:pt x="7679786" y="1195983"/>
                  <a:pt x="7691279" y="1207478"/>
                  <a:pt x="7691279" y="1221641"/>
                </a:cubicBezTo>
                <a:cubicBezTo>
                  <a:pt x="7691279" y="1235807"/>
                  <a:pt x="7679786" y="1247301"/>
                  <a:pt x="7665621" y="1247301"/>
                </a:cubicBezTo>
                <a:cubicBezTo>
                  <a:pt x="7651456" y="1247301"/>
                  <a:pt x="7639963" y="1235807"/>
                  <a:pt x="7639963" y="1221641"/>
                </a:cubicBezTo>
                <a:cubicBezTo>
                  <a:pt x="7639963" y="1207478"/>
                  <a:pt x="7651456" y="1195983"/>
                  <a:pt x="7665621" y="1195983"/>
                </a:cubicBezTo>
                <a:close/>
                <a:moveTo>
                  <a:pt x="7601299" y="1195983"/>
                </a:moveTo>
                <a:cubicBezTo>
                  <a:pt x="7615464" y="1195983"/>
                  <a:pt x="7626959" y="1207478"/>
                  <a:pt x="7626959" y="1221641"/>
                </a:cubicBezTo>
                <a:cubicBezTo>
                  <a:pt x="7626959" y="1235807"/>
                  <a:pt x="7615464" y="1247301"/>
                  <a:pt x="7601299" y="1247301"/>
                </a:cubicBezTo>
                <a:cubicBezTo>
                  <a:pt x="7587134" y="1247301"/>
                  <a:pt x="7575640" y="1235807"/>
                  <a:pt x="7575640" y="1221641"/>
                </a:cubicBezTo>
                <a:cubicBezTo>
                  <a:pt x="7575640" y="1207478"/>
                  <a:pt x="7587134" y="1195983"/>
                  <a:pt x="7601299" y="1195983"/>
                </a:cubicBezTo>
                <a:close/>
                <a:moveTo>
                  <a:pt x="7537094" y="1195983"/>
                </a:moveTo>
                <a:cubicBezTo>
                  <a:pt x="7551259" y="1195983"/>
                  <a:pt x="7562752" y="1207478"/>
                  <a:pt x="7562752" y="1221641"/>
                </a:cubicBezTo>
                <a:cubicBezTo>
                  <a:pt x="7562752" y="1235807"/>
                  <a:pt x="7551259" y="1247301"/>
                  <a:pt x="7537094" y="1247301"/>
                </a:cubicBezTo>
                <a:cubicBezTo>
                  <a:pt x="7522929" y="1247301"/>
                  <a:pt x="7511436" y="1235807"/>
                  <a:pt x="7511436" y="1221641"/>
                </a:cubicBezTo>
                <a:cubicBezTo>
                  <a:pt x="7511436" y="1207478"/>
                  <a:pt x="7522929" y="1195983"/>
                  <a:pt x="7537094" y="1195983"/>
                </a:cubicBezTo>
                <a:close/>
                <a:moveTo>
                  <a:pt x="7472890" y="1195983"/>
                </a:moveTo>
                <a:cubicBezTo>
                  <a:pt x="7487060" y="1195983"/>
                  <a:pt x="7498548" y="1207471"/>
                  <a:pt x="7498548" y="1221641"/>
                </a:cubicBezTo>
                <a:cubicBezTo>
                  <a:pt x="7498548" y="1235813"/>
                  <a:pt x="7487060" y="1247301"/>
                  <a:pt x="7472890" y="1247301"/>
                </a:cubicBezTo>
                <a:cubicBezTo>
                  <a:pt x="7458717" y="1247301"/>
                  <a:pt x="7447229" y="1235813"/>
                  <a:pt x="7447229" y="1221641"/>
                </a:cubicBezTo>
                <a:cubicBezTo>
                  <a:pt x="7447229" y="1207471"/>
                  <a:pt x="7458717" y="1195983"/>
                  <a:pt x="7472890" y="1195983"/>
                </a:cubicBezTo>
                <a:close/>
                <a:moveTo>
                  <a:pt x="7216067" y="1195983"/>
                </a:moveTo>
                <a:cubicBezTo>
                  <a:pt x="7230232" y="1195983"/>
                  <a:pt x="7241725" y="1207478"/>
                  <a:pt x="7241725" y="1221641"/>
                </a:cubicBezTo>
                <a:cubicBezTo>
                  <a:pt x="7241725" y="1235807"/>
                  <a:pt x="7230232" y="1247301"/>
                  <a:pt x="7216067" y="1247301"/>
                </a:cubicBezTo>
                <a:cubicBezTo>
                  <a:pt x="7201902" y="1247301"/>
                  <a:pt x="7190409" y="1235807"/>
                  <a:pt x="7190409" y="1221641"/>
                </a:cubicBezTo>
                <a:cubicBezTo>
                  <a:pt x="7190409" y="1207478"/>
                  <a:pt x="7201902" y="1195983"/>
                  <a:pt x="7216067" y="1195983"/>
                </a:cubicBezTo>
                <a:close/>
                <a:moveTo>
                  <a:pt x="7151863" y="1195983"/>
                </a:moveTo>
                <a:cubicBezTo>
                  <a:pt x="7166033" y="1195983"/>
                  <a:pt x="7177521" y="1207471"/>
                  <a:pt x="7177521" y="1221641"/>
                </a:cubicBezTo>
                <a:cubicBezTo>
                  <a:pt x="7177521" y="1235813"/>
                  <a:pt x="7166033" y="1247301"/>
                  <a:pt x="7151863" y="1247301"/>
                </a:cubicBezTo>
                <a:cubicBezTo>
                  <a:pt x="7137692" y="1247301"/>
                  <a:pt x="7126205" y="1235813"/>
                  <a:pt x="7126205" y="1221641"/>
                </a:cubicBezTo>
                <a:cubicBezTo>
                  <a:pt x="7126205" y="1207471"/>
                  <a:pt x="7137692" y="1195983"/>
                  <a:pt x="7151863" y="1195983"/>
                </a:cubicBezTo>
                <a:close/>
                <a:moveTo>
                  <a:pt x="7087658" y="1195983"/>
                </a:moveTo>
                <a:cubicBezTo>
                  <a:pt x="7101829" y="1195983"/>
                  <a:pt x="7113317" y="1207471"/>
                  <a:pt x="7113317" y="1221641"/>
                </a:cubicBezTo>
                <a:cubicBezTo>
                  <a:pt x="7113317" y="1235813"/>
                  <a:pt x="7101829" y="1247301"/>
                  <a:pt x="7087658" y="1247301"/>
                </a:cubicBezTo>
                <a:cubicBezTo>
                  <a:pt x="7073485" y="1247301"/>
                  <a:pt x="7061998" y="1235813"/>
                  <a:pt x="7061998" y="1221641"/>
                </a:cubicBezTo>
                <a:cubicBezTo>
                  <a:pt x="7061998" y="1207471"/>
                  <a:pt x="7073485" y="1195983"/>
                  <a:pt x="7087658" y="1195983"/>
                </a:cubicBezTo>
                <a:close/>
                <a:moveTo>
                  <a:pt x="6895043" y="1195983"/>
                </a:moveTo>
                <a:cubicBezTo>
                  <a:pt x="6909208" y="1195983"/>
                  <a:pt x="6920701" y="1207478"/>
                  <a:pt x="6920701" y="1221641"/>
                </a:cubicBezTo>
                <a:cubicBezTo>
                  <a:pt x="6920701" y="1235807"/>
                  <a:pt x="6909208" y="1247301"/>
                  <a:pt x="6895043" y="1247301"/>
                </a:cubicBezTo>
                <a:cubicBezTo>
                  <a:pt x="6880878" y="1247301"/>
                  <a:pt x="6869382" y="1235807"/>
                  <a:pt x="6869382" y="1221641"/>
                </a:cubicBezTo>
                <a:cubicBezTo>
                  <a:pt x="6869382" y="1207478"/>
                  <a:pt x="6880878" y="1195983"/>
                  <a:pt x="6895043" y="1195983"/>
                </a:cubicBezTo>
                <a:close/>
                <a:moveTo>
                  <a:pt x="6638220" y="1195983"/>
                </a:moveTo>
                <a:cubicBezTo>
                  <a:pt x="6652385" y="1195983"/>
                  <a:pt x="6663881" y="1207478"/>
                  <a:pt x="6663881" y="1221641"/>
                </a:cubicBezTo>
                <a:cubicBezTo>
                  <a:pt x="6663881" y="1235807"/>
                  <a:pt x="6652385" y="1247301"/>
                  <a:pt x="6638220" y="1247301"/>
                </a:cubicBezTo>
                <a:cubicBezTo>
                  <a:pt x="6624055" y="1247301"/>
                  <a:pt x="6612562" y="1235807"/>
                  <a:pt x="6612562" y="1221641"/>
                </a:cubicBezTo>
                <a:cubicBezTo>
                  <a:pt x="6612562" y="1207478"/>
                  <a:pt x="6624055" y="1195983"/>
                  <a:pt x="6638220" y="1195983"/>
                </a:cubicBezTo>
                <a:close/>
                <a:moveTo>
                  <a:pt x="6317078" y="1195983"/>
                </a:moveTo>
                <a:cubicBezTo>
                  <a:pt x="6331243" y="1195983"/>
                  <a:pt x="6342736" y="1207478"/>
                  <a:pt x="6342736" y="1221641"/>
                </a:cubicBezTo>
                <a:cubicBezTo>
                  <a:pt x="6342736" y="1235807"/>
                  <a:pt x="6331243" y="1247301"/>
                  <a:pt x="6317078" y="1247301"/>
                </a:cubicBezTo>
                <a:cubicBezTo>
                  <a:pt x="6302913" y="1247301"/>
                  <a:pt x="6291420" y="1235807"/>
                  <a:pt x="6291420" y="1221641"/>
                </a:cubicBezTo>
                <a:cubicBezTo>
                  <a:pt x="6291420" y="1207478"/>
                  <a:pt x="6302913" y="1195983"/>
                  <a:pt x="6317078" y="1195983"/>
                </a:cubicBezTo>
                <a:close/>
                <a:moveTo>
                  <a:pt x="6252873" y="1195983"/>
                </a:moveTo>
                <a:cubicBezTo>
                  <a:pt x="6267036" y="1195983"/>
                  <a:pt x="6278532" y="1207478"/>
                  <a:pt x="6278532" y="1221641"/>
                </a:cubicBezTo>
                <a:cubicBezTo>
                  <a:pt x="6278532" y="1235807"/>
                  <a:pt x="6267036" y="1247301"/>
                  <a:pt x="6252873" y="1247301"/>
                </a:cubicBezTo>
                <a:cubicBezTo>
                  <a:pt x="6238708" y="1247301"/>
                  <a:pt x="6227213" y="1235807"/>
                  <a:pt x="6227213" y="1221641"/>
                </a:cubicBezTo>
                <a:cubicBezTo>
                  <a:pt x="6227213" y="1207478"/>
                  <a:pt x="6238708" y="1195983"/>
                  <a:pt x="6252873" y="1195983"/>
                </a:cubicBezTo>
                <a:close/>
                <a:moveTo>
                  <a:pt x="6124462" y="1195983"/>
                </a:moveTo>
                <a:cubicBezTo>
                  <a:pt x="6138627" y="1195983"/>
                  <a:pt x="6150123" y="1207478"/>
                  <a:pt x="6150123" y="1221641"/>
                </a:cubicBezTo>
                <a:cubicBezTo>
                  <a:pt x="6150123" y="1235807"/>
                  <a:pt x="6138627" y="1247301"/>
                  <a:pt x="6124462" y="1247301"/>
                </a:cubicBezTo>
                <a:cubicBezTo>
                  <a:pt x="6110297" y="1247301"/>
                  <a:pt x="6098804" y="1235807"/>
                  <a:pt x="6098804" y="1221641"/>
                </a:cubicBezTo>
                <a:cubicBezTo>
                  <a:pt x="6098804" y="1207478"/>
                  <a:pt x="6110297" y="1195983"/>
                  <a:pt x="6124462" y="1195983"/>
                </a:cubicBezTo>
                <a:close/>
                <a:moveTo>
                  <a:pt x="6064505" y="1195983"/>
                </a:moveTo>
                <a:cubicBezTo>
                  <a:pt x="6078666" y="1195983"/>
                  <a:pt x="6090163" y="1207478"/>
                  <a:pt x="6090163" y="1221641"/>
                </a:cubicBezTo>
                <a:cubicBezTo>
                  <a:pt x="6090163" y="1235807"/>
                  <a:pt x="6078666" y="1247301"/>
                  <a:pt x="6064505" y="1247301"/>
                </a:cubicBezTo>
                <a:cubicBezTo>
                  <a:pt x="6050336" y="1247301"/>
                  <a:pt x="6038844" y="1235807"/>
                  <a:pt x="6038844" y="1221641"/>
                </a:cubicBezTo>
                <a:cubicBezTo>
                  <a:pt x="6038844" y="1207478"/>
                  <a:pt x="6050336" y="1195983"/>
                  <a:pt x="6064505" y="1195983"/>
                </a:cubicBezTo>
                <a:close/>
                <a:moveTo>
                  <a:pt x="5743477" y="1195983"/>
                </a:moveTo>
                <a:cubicBezTo>
                  <a:pt x="5757648" y="1195983"/>
                  <a:pt x="5769136" y="1207471"/>
                  <a:pt x="5769136" y="1221641"/>
                </a:cubicBezTo>
                <a:cubicBezTo>
                  <a:pt x="5769136" y="1235813"/>
                  <a:pt x="5757648" y="1247301"/>
                  <a:pt x="5743477" y="1247301"/>
                </a:cubicBezTo>
                <a:cubicBezTo>
                  <a:pt x="5729307" y="1247301"/>
                  <a:pt x="5717818" y="1235813"/>
                  <a:pt x="5717818" y="1221641"/>
                </a:cubicBezTo>
                <a:cubicBezTo>
                  <a:pt x="5717818" y="1207471"/>
                  <a:pt x="5729307" y="1195983"/>
                  <a:pt x="5743477" y="1195983"/>
                </a:cubicBezTo>
                <a:close/>
                <a:moveTo>
                  <a:pt x="5615066" y="1195983"/>
                </a:moveTo>
                <a:cubicBezTo>
                  <a:pt x="5629231" y="1195983"/>
                  <a:pt x="5640726" y="1207478"/>
                  <a:pt x="5640726" y="1221641"/>
                </a:cubicBezTo>
                <a:cubicBezTo>
                  <a:pt x="5640726" y="1235807"/>
                  <a:pt x="5629231" y="1247301"/>
                  <a:pt x="5615066" y="1247301"/>
                </a:cubicBezTo>
                <a:cubicBezTo>
                  <a:pt x="5600901" y="1247301"/>
                  <a:pt x="5589407" y="1235807"/>
                  <a:pt x="5589407" y="1221641"/>
                </a:cubicBezTo>
                <a:cubicBezTo>
                  <a:pt x="5589407" y="1207478"/>
                  <a:pt x="5600901" y="1195983"/>
                  <a:pt x="5615066" y="1195983"/>
                </a:cubicBezTo>
                <a:close/>
                <a:moveTo>
                  <a:pt x="5486655" y="1195983"/>
                </a:moveTo>
                <a:cubicBezTo>
                  <a:pt x="5500819" y="1195983"/>
                  <a:pt x="5512316" y="1207478"/>
                  <a:pt x="5512316" y="1221641"/>
                </a:cubicBezTo>
                <a:cubicBezTo>
                  <a:pt x="5512316" y="1235807"/>
                  <a:pt x="5500819" y="1247301"/>
                  <a:pt x="5486655" y="1247301"/>
                </a:cubicBezTo>
                <a:cubicBezTo>
                  <a:pt x="5472491" y="1247301"/>
                  <a:pt x="5460997" y="1235807"/>
                  <a:pt x="5460997" y="1221641"/>
                </a:cubicBezTo>
                <a:cubicBezTo>
                  <a:pt x="5460997" y="1207478"/>
                  <a:pt x="5472491" y="1195983"/>
                  <a:pt x="5486655" y="1195983"/>
                </a:cubicBezTo>
                <a:close/>
                <a:moveTo>
                  <a:pt x="5422451" y="1195983"/>
                </a:moveTo>
                <a:cubicBezTo>
                  <a:pt x="5436621" y="1195983"/>
                  <a:pt x="5448109" y="1207471"/>
                  <a:pt x="5448109" y="1221641"/>
                </a:cubicBezTo>
                <a:cubicBezTo>
                  <a:pt x="5448109" y="1235813"/>
                  <a:pt x="5436621" y="1247301"/>
                  <a:pt x="5422451" y="1247301"/>
                </a:cubicBezTo>
                <a:cubicBezTo>
                  <a:pt x="5408280" y="1247301"/>
                  <a:pt x="5396791" y="1235813"/>
                  <a:pt x="5396791" y="1221641"/>
                </a:cubicBezTo>
                <a:cubicBezTo>
                  <a:pt x="5396791" y="1207471"/>
                  <a:pt x="5408280" y="1195983"/>
                  <a:pt x="5422451" y="1195983"/>
                </a:cubicBezTo>
                <a:close/>
                <a:moveTo>
                  <a:pt x="5229719" y="1195983"/>
                </a:moveTo>
                <a:cubicBezTo>
                  <a:pt x="5243999" y="1195983"/>
                  <a:pt x="5255377" y="1207478"/>
                  <a:pt x="5255377" y="1221641"/>
                </a:cubicBezTo>
                <a:cubicBezTo>
                  <a:pt x="5255377" y="1235807"/>
                  <a:pt x="5243883" y="1247301"/>
                  <a:pt x="5229719" y="1247301"/>
                </a:cubicBezTo>
                <a:cubicBezTo>
                  <a:pt x="5215554" y="1247301"/>
                  <a:pt x="5204058" y="1235807"/>
                  <a:pt x="5204058" y="1221641"/>
                </a:cubicBezTo>
                <a:cubicBezTo>
                  <a:pt x="5204058" y="1207478"/>
                  <a:pt x="5215554" y="1195983"/>
                  <a:pt x="5229719" y="1195983"/>
                </a:cubicBezTo>
                <a:close/>
                <a:moveTo>
                  <a:pt x="4972896" y="1195983"/>
                </a:moveTo>
                <a:cubicBezTo>
                  <a:pt x="4987063" y="1195983"/>
                  <a:pt x="4998557" y="1207478"/>
                  <a:pt x="4998557" y="1221641"/>
                </a:cubicBezTo>
                <a:cubicBezTo>
                  <a:pt x="4998557" y="1235807"/>
                  <a:pt x="4987063" y="1247301"/>
                  <a:pt x="4972896" y="1247301"/>
                </a:cubicBezTo>
                <a:cubicBezTo>
                  <a:pt x="4958732" y="1247301"/>
                  <a:pt x="4947240" y="1235807"/>
                  <a:pt x="4947240" y="1221641"/>
                </a:cubicBezTo>
                <a:cubicBezTo>
                  <a:pt x="4947240" y="1207478"/>
                  <a:pt x="4958732" y="1195983"/>
                  <a:pt x="4972896" y="1195983"/>
                </a:cubicBezTo>
                <a:close/>
                <a:moveTo>
                  <a:pt x="4908693" y="1195983"/>
                </a:moveTo>
                <a:cubicBezTo>
                  <a:pt x="4922857" y="1195983"/>
                  <a:pt x="4934352" y="1207478"/>
                  <a:pt x="4934352" y="1221641"/>
                </a:cubicBezTo>
                <a:cubicBezTo>
                  <a:pt x="4934352" y="1235807"/>
                  <a:pt x="4922857" y="1247301"/>
                  <a:pt x="4908693" y="1247301"/>
                </a:cubicBezTo>
                <a:cubicBezTo>
                  <a:pt x="4894527" y="1247301"/>
                  <a:pt x="4883033" y="1235807"/>
                  <a:pt x="4883033" y="1221641"/>
                </a:cubicBezTo>
                <a:cubicBezTo>
                  <a:pt x="4883033" y="1207478"/>
                  <a:pt x="4894527" y="1195983"/>
                  <a:pt x="4908693" y="1195983"/>
                </a:cubicBezTo>
                <a:close/>
                <a:moveTo>
                  <a:pt x="4844487" y="1195983"/>
                </a:moveTo>
                <a:cubicBezTo>
                  <a:pt x="4858650" y="1195983"/>
                  <a:pt x="4870146" y="1207478"/>
                  <a:pt x="4870146" y="1221641"/>
                </a:cubicBezTo>
                <a:cubicBezTo>
                  <a:pt x="4870146" y="1235807"/>
                  <a:pt x="4858650" y="1247301"/>
                  <a:pt x="4844487" y="1247301"/>
                </a:cubicBezTo>
                <a:cubicBezTo>
                  <a:pt x="4830322" y="1247301"/>
                  <a:pt x="4818828" y="1235807"/>
                  <a:pt x="4818828" y="1221641"/>
                </a:cubicBezTo>
                <a:cubicBezTo>
                  <a:pt x="4818828" y="1207478"/>
                  <a:pt x="4830322" y="1195983"/>
                  <a:pt x="4844487" y="1195983"/>
                </a:cubicBezTo>
                <a:close/>
                <a:moveTo>
                  <a:pt x="4651872" y="1195983"/>
                </a:moveTo>
                <a:cubicBezTo>
                  <a:pt x="4666042" y="1195983"/>
                  <a:pt x="4677531" y="1207471"/>
                  <a:pt x="4677531" y="1221641"/>
                </a:cubicBezTo>
                <a:cubicBezTo>
                  <a:pt x="4677531" y="1235813"/>
                  <a:pt x="4666042" y="1247301"/>
                  <a:pt x="4651872" y="1247301"/>
                </a:cubicBezTo>
                <a:cubicBezTo>
                  <a:pt x="4637700" y="1247301"/>
                  <a:pt x="4626213" y="1235813"/>
                  <a:pt x="4626213" y="1221641"/>
                </a:cubicBezTo>
                <a:cubicBezTo>
                  <a:pt x="4626213" y="1207471"/>
                  <a:pt x="4637700" y="1195983"/>
                  <a:pt x="4651872" y="1195983"/>
                </a:cubicBezTo>
                <a:close/>
                <a:moveTo>
                  <a:pt x="4587666" y="1195983"/>
                </a:moveTo>
                <a:cubicBezTo>
                  <a:pt x="4601830" y="1195983"/>
                  <a:pt x="4613324" y="1207478"/>
                  <a:pt x="4613324" y="1221641"/>
                </a:cubicBezTo>
                <a:cubicBezTo>
                  <a:pt x="4613324" y="1235807"/>
                  <a:pt x="4601830" y="1247301"/>
                  <a:pt x="4587666" y="1247301"/>
                </a:cubicBezTo>
                <a:cubicBezTo>
                  <a:pt x="4573501" y="1247301"/>
                  <a:pt x="4562007" y="1235807"/>
                  <a:pt x="4562007" y="1221641"/>
                </a:cubicBezTo>
                <a:cubicBezTo>
                  <a:pt x="4562007" y="1207478"/>
                  <a:pt x="4573501" y="1195983"/>
                  <a:pt x="4587666" y="1195983"/>
                </a:cubicBezTo>
                <a:close/>
                <a:moveTo>
                  <a:pt x="4523461" y="1195983"/>
                </a:moveTo>
                <a:cubicBezTo>
                  <a:pt x="4537626" y="1195983"/>
                  <a:pt x="4549121" y="1207478"/>
                  <a:pt x="4549121" y="1221641"/>
                </a:cubicBezTo>
                <a:cubicBezTo>
                  <a:pt x="4549121" y="1235807"/>
                  <a:pt x="4537626" y="1247301"/>
                  <a:pt x="4523461" y="1247301"/>
                </a:cubicBezTo>
                <a:cubicBezTo>
                  <a:pt x="4509296" y="1247301"/>
                  <a:pt x="4497802" y="1235807"/>
                  <a:pt x="4497802" y="1221641"/>
                </a:cubicBezTo>
                <a:cubicBezTo>
                  <a:pt x="4497802" y="1207478"/>
                  <a:pt x="4509296" y="1195983"/>
                  <a:pt x="4523461" y="1195983"/>
                </a:cubicBezTo>
                <a:close/>
                <a:moveTo>
                  <a:pt x="4395050" y="1195983"/>
                </a:moveTo>
                <a:cubicBezTo>
                  <a:pt x="4409214" y="1195983"/>
                  <a:pt x="4420710" y="1207478"/>
                  <a:pt x="4420710" y="1221641"/>
                </a:cubicBezTo>
                <a:cubicBezTo>
                  <a:pt x="4420710" y="1235807"/>
                  <a:pt x="4409214" y="1247301"/>
                  <a:pt x="4395050" y="1247301"/>
                </a:cubicBezTo>
                <a:cubicBezTo>
                  <a:pt x="4380886" y="1247301"/>
                  <a:pt x="4369391" y="1235807"/>
                  <a:pt x="4369391" y="1221641"/>
                </a:cubicBezTo>
                <a:cubicBezTo>
                  <a:pt x="4369391" y="1207478"/>
                  <a:pt x="4380886" y="1195983"/>
                  <a:pt x="4395050" y="1195983"/>
                </a:cubicBezTo>
                <a:close/>
                <a:moveTo>
                  <a:pt x="4009702" y="1195983"/>
                </a:moveTo>
                <a:cubicBezTo>
                  <a:pt x="4023866" y="1195983"/>
                  <a:pt x="4035362" y="1207478"/>
                  <a:pt x="4035362" y="1221641"/>
                </a:cubicBezTo>
                <a:cubicBezTo>
                  <a:pt x="4035362" y="1235807"/>
                  <a:pt x="4023866" y="1247301"/>
                  <a:pt x="4009702" y="1247301"/>
                </a:cubicBezTo>
                <a:cubicBezTo>
                  <a:pt x="3995538" y="1247301"/>
                  <a:pt x="3984043" y="1235807"/>
                  <a:pt x="3984043" y="1221641"/>
                </a:cubicBezTo>
                <a:cubicBezTo>
                  <a:pt x="3984043" y="1207478"/>
                  <a:pt x="3995538" y="1195983"/>
                  <a:pt x="4009702" y="1195983"/>
                </a:cubicBezTo>
                <a:close/>
                <a:moveTo>
                  <a:pt x="3881291" y="1195983"/>
                </a:moveTo>
                <a:cubicBezTo>
                  <a:pt x="3895456" y="1195983"/>
                  <a:pt x="3906950" y="1207478"/>
                  <a:pt x="3906950" y="1221641"/>
                </a:cubicBezTo>
                <a:cubicBezTo>
                  <a:pt x="3906950" y="1235807"/>
                  <a:pt x="3895456" y="1247301"/>
                  <a:pt x="3881291" y="1247301"/>
                </a:cubicBezTo>
                <a:cubicBezTo>
                  <a:pt x="3867127" y="1247301"/>
                  <a:pt x="3855633" y="1235807"/>
                  <a:pt x="3855633" y="1221641"/>
                </a:cubicBezTo>
                <a:cubicBezTo>
                  <a:pt x="3855633" y="1207478"/>
                  <a:pt x="3867127" y="1195983"/>
                  <a:pt x="3881291" y="1195983"/>
                </a:cubicBezTo>
                <a:close/>
                <a:moveTo>
                  <a:pt x="3817085" y="1195983"/>
                </a:moveTo>
                <a:cubicBezTo>
                  <a:pt x="3831252" y="1195983"/>
                  <a:pt x="3842745" y="1207478"/>
                  <a:pt x="3842745" y="1221641"/>
                </a:cubicBezTo>
                <a:cubicBezTo>
                  <a:pt x="3842745" y="1235807"/>
                  <a:pt x="3831252" y="1247301"/>
                  <a:pt x="3817085" y="1247301"/>
                </a:cubicBezTo>
                <a:cubicBezTo>
                  <a:pt x="3802921" y="1247301"/>
                  <a:pt x="3791427" y="1235807"/>
                  <a:pt x="3791427" y="1221641"/>
                </a:cubicBezTo>
                <a:cubicBezTo>
                  <a:pt x="3791427" y="1207478"/>
                  <a:pt x="3802921" y="1195983"/>
                  <a:pt x="3817085" y="1195983"/>
                </a:cubicBezTo>
                <a:close/>
                <a:moveTo>
                  <a:pt x="3752882" y="1195983"/>
                </a:moveTo>
                <a:cubicBezTo>
                  <a:pt x="3767045" y="1195983"/>
                  <a:pt x="3778539" y="1207478"/>
                  <a:pt x="3778539" y="1221641"/>
                </a:cubicBezTo>
                <a:cubicBezTo>
                  <a:pt x="3778539" y="1235807"/>
                  <a:pt x="3767045" y="1247301"/>
                  <a:pt x="3752882" y="1247301"/>
                </a:cubicBezTo>
                <a:cubicBezTo>
                  <a:pt x="3738717" y="1247301"/>
                  <a:pt x="3727221" y="1235807"/>
                  <a:pt x="3727221" y="1221641"/>
                </a:cubicBezTo>
                <a:cubicBezTo>
                  <a:pt x="3727221" y="1207478"/>
                  <a:pt x="3738717" y="1195983"/>
                  <a:pt x="3752882" y="1195983"/>
                </a:cubicBezTo>
                <a:close/>
                <a:moveTo>
                  <a:pt x="3624472" y="1195983"/>
                </a:moveTo>
                <a:cubicBezTo>
                  <a:pt x="3638640" y="1195983"/>
                  <a:pt x="3650129" y="1207471"/>
                  <a:pt x="3650129" y="1221641"/>
                </a:cubicBezTo>
                <a:cubicBezTo>
                  <a:pt x="3650129" y="1235813"/>
                  <a:pt x="3638640" y="1247301"/>
                  <a:pt x="3624472" y="1247301"/>
                </a:cubicBezTo>
                <a:cubicBezTo>
                  <a:pt x="3610300" y="1247301"/>
                  <a:pt x="3598810" y="1235813"/>
                  <a:pt x="3598810" y="1221641"/>
                </a:cubicBezTo>
                <a:cubicBezTo>
                  <a:pt x="3598810" y="1207471"/>
                  <a:pt x="3610300" y="1195983"/>
                  <a:pt x="3624472" y="1195983"/>
                </a:cubicBezTo>
                <a:close/>
                <a:moveTo>
                  <a:pt x="3367649" y="1195983"/>
                </a:moveTo>
                <a:cubicBezTo>
                  <a:pt x="3381813" y="1195983"/>
                  <a:pt x="3393308" y="1207478"/>
                  <a:pt x="3393308" y="1221641"/>
                </a:cubicBezTo>
                <a:cubicBezTo>
                  <a:pt x="3393308" y="1235807"/>
                  <a:pt x="3381813" y="1247301"/>
                  <a:pt x="3367649" y="1247301"/>
                </a:cubicBezTo>
                <a:cubicBezTo>
                  <a:pt x="3353484" y="1247301"/>
                  <a:pt x="3341990" y="1235807"/>
                  <a:pt x="3341990" y="1221641"/>
                </a:cubicBezTo>
                <a:cubicBezTo>
                  <a:pt x="3341990" y="1207478"/>
                  <a:pt x="3353484" y="1195983"/>
                  <a:pt x="3367649" y="1195983"/>
                </a:cubicBezTo>
                <a:close/>
                <a:moveTo>
                  <a:pt x="3303444" y="1195983"/>
                </a:moveTo>
                <a:cubicBezTo>
                  <a:pt x="3317609" y="1195983"/>
                  <a:pt x="3329102" y="1207478"/>
                  <a:pt x="3329102" y="1221641"/>
                </a:cubicBezTo>
                <a:cubicBezTo>
                  <a:pt x="3329102" y="1235807"/>
                  <a:pt x="3317609" y="1247301"/>
                  <a:pt x="3303444" y="1247301"/>
                </a:cubicBezTo>
                <a:cubicBezTo>
                  <a:pt x="3289279" y="1247301"/>
                  <a:pt x="3277785" y="1235807"/>
                  <a:pt x="3277785" y="1221641"/>
                </a:cubicBezTo>
                <a:cubicBezTo>
                  <a:pt x="3277785" y="1207478"/>
                  <a:pt x="3289279" y="1195983"/>
                  <a:pt x="3303444" y="1195983"/>
                </a:cubicBezTo>
                <a:close/>
                <a:moveTo>
                  <a:pt x="2853890" y="1195983"/>
                </a:moveTo>
                <a:cubicBezTo>
                  <a:pt x="2868062" y="1195983"/>
                  <a:pt x="2879550" y="1207471"/>
                  <a:pt x="2879550" y="1221641"/>
                </a:cubicBezTo>
                <a:cubicBezTo>
                  <a:pt x="2879550" y="1235813"/>
                  <a:pt x="2868062" y="1247301"/>
                  <a:pt x="2853890" y="1247301"/>
                </a:cubicBezTo>
                <a:cubicBezTo>
                  <a:pt x="2839720" y="1247301"/>
                  <a:pt x="2828231" y="1235813"/>
                  <a:pt x="2828231" y="1221641"/>
                </a:cubicBezTo>
                <a:cubicBezTo>
                  <a:pt x="2828231" y="1207471"/>
                  <a:pt x="2839720" y="1195983"/>
                  <a:pt x="2853890" y="1195983"/>
                </a:cubicBezTo>
                <a:close/>
                <a:moveTo>
                  <a:pt x="2789686" y="1195983"/>
                </a:moveTo>
                <a:cubicBezTo>
                  <a:pt x="2803850" y="1195983"/>
                  <a:pt x="2815344" y="1207478"/>
                  <a:pt x="2815344" y="1221641"/>
                </a:cubicBezTo>
                <a:cubicBezTo>
                  <a:pt x="2815344" y="1235807"/>
                  <a:pt x="2803850" y="1247301"/>
                  <a:pt x="2789686" y="1247301"/>
                </a:cubicBezTo>
                <a:cubicBezTo>
                  <a:pt x="2775521" y="1247301"/>
                  <a:pt x="2764027" y="1235807"/>
                  <a:pt x="2764027" y="1221641"/>
                </a:cubicBezTo>
                <a:cubicBezTo>
                  <a:pt x="2764027" y="1207478"/>
                  <a:pt x="2775521" y="1195983"/>
                  <a:pt x="2789686" y="1195983"/>
                </a:cubicBezTo>
                <a:close/>
                <a:moveTo>
                  <a:pt x="2404454" y="1195983"/>
                </a:moveTo>
                <a:cubicBezTo>
                  <a:pt x="2418619" y="1195983"/>
                  <a:pt x="2430112" y="1207478"/>
                  <a:pt x="2430112" y="1221641"/>
                </a:cubicBezTo>
                <a:cubicBezTo>
                  <a:pt x="2430112" y="1235807"/>
                  <a:pt x="2418619" y="1247301"/>
                  <a:pt x="2404454" y="1247301"/>
                </a:cubicBezTo>
                <a:cubicBezTo>
                  <a:pt x="2390289" y="1247301"/>
                  <a:pt x="2378795" y="1235807"/>
                  <a:pt x="2378795" y="1221641"/>
                </a:cubicBezTo>
                <a:cubicBezTo>
                  <a:pt x="2378795" y="1207478"/>
                  <a:pt x="2390289" y="1195983"/>
                  <a:pt x="2404454" y="1195983"/>
                </a:cubicBezTo>
                <a:close/>
                <a:moveTo>
                  <a:pt x="2340249" y="1195983"/>
                </a:moveTo>
                <a:cubicBezTo>
                  <a:pt x="2354413" y="1195983"/>
                  <a:pt x="2365908" y="1207478"/>
                  <a:pt x="2365908" y="1221641"/>
                </a:cubicBezTo>
                <a:cubicBezTo>
                  <a:pt x="2365908" y="1235807"/>
                  <a:pt x="2354413" y="1247301"/>
                  <a:pt x="2340249" y="1247301"/>
                </a:cubicBezTo>
                <a:cubicBezTo>
                  <a:pt x="2326084" y="1247301"/>
                  <a:pt x="2314590" y="1235807"/>
                  <a:pt x="2314590" y="1221641"/>
                </a:cubicBezTo>
                <a:cubicBezTo>
                  <a:pt x="2314590" y="1207478"/>
                  <a:pt x="2326084" y="1195983"/>
                  <a:pt x="2340249" y="1195983"/>
                </a:cubicBezTo>
                <a:close/>
                <a:moveTo>
                  <a:pt x="2276044" y="1195983"/>
                </a:moveTo>
                <a:cubicBezTo>
                  <a:pt x="2290208" y="1195983"/>
                  <a:pt x="2301702" y="1207478"/>
                  <a:pt x="2301702" y="1221641"/>
                </a:cubicBezTo>
                <a:cubicBezTo>
                  <a:pt x="2301702" y="1235807"/>
                  <a:pt x="2290208" y="1247301"/>
                  <a:pt x="2276044" y="1247301"/>
                </a:cubicBezTo>
                <a:cubicBezTo>
                  <a:pt x="2261879" y="1247301"/>
                  <a:pt x="2250385" y="1235807"/>
                  <a:pt x="2250385" y="1221641"/>
                </a:cubicBezTo>
                <a:cubicBezTo>
                  <a:pt x="2250385" y="1207478"/>
                  <a:pt x="2261879" y="1195983"/>
                  <a:pt x="2276044" y="1195983"/>
                </a:cubicBezTo>
                <a:close/>
                <a:moveTo>
                  <a:pt x="2211838" y="1195983"/>
                </a:moveTo>
                <a:cubicBezTo>
                  <a:pt x="2226003" y="1195983"/>
                  <a:pt x="2237497" y="1207478"/>
                  <a:pt x="2237497" y="1221641"/>
                </a:cubicBezTo>
                <a:cubicBezTo>
                  <a:pt x="2237497" y="1235807"/>
                  <a:pt x="2226003" y="1247301"/>
                  <a:pt x="2211838" y="1247301"/>
                </a:cubicBezTo>
                <a:cubicBezTo>
                  <a:pt x="2197673" y="1247301"/>
                  <a:pt x="2186178" y="1235807"/>
                  <a:pt x="2186178" y="1221641"/>
                </a:cubicBezTo>
                <a:cubicBezTo>
                  <a:pt x="2186178" y="1207478"/>
                  <a:pt x="2197673" y="1195983"/>
                  <a:pt x="2211838" y="1195983"/>
                </a:cubicBezTo>
                <a:close/>
                <a:moveTo>
                  <a:pt x="2147633" y="1195983"/>
                </a:moveTo>
                <a:cubicBezTo>
                  <a:pt x="2161804" y="1195983"/>
                  <a:pt x="2173293" y="1207471"/>
                  <a:pt x="2173293" y="1221641"/>
                </a:cubicBezTo>
                <a:cubicBezTo>
                  <a:pt x="2173293" y="1235813"/>
                  <a:pt x="2161804" y="1247301"/>
                  <a:pt x="2147633" y="1247301"/>
                </a:cubicBezTo>
                <a:cubicBezTo>
                  <a:pt x="2133462" y="1247301"/>
                  <a:pt x="2121975" y="1235813"/>
                  <a:pt x="2121975" y="1221641"/>
                </a:cubicBezTo>
                <a:cubicBezTo>
                  <a:pt x="2121975" y="1207471"/>
                  <a:pt x="2133462" y="1195983"/>
                  <a:pt x="2147633" y="1195983"/>
                </a:cubicBezTo>
                <a:close/>
                <a:moveTo>
                  <a:pt x="2083427" y="1195983"/>
                </a:moveTo>
                <a:cubicBezTo>
                  <a:pt x="2097599" y="1195983"/>
                  <a:pt x="2109087" y="1207471"/>
                  <a:pt x="2109087" y="1221641"/>
                </a:cubicBezTo>
                <a:cubicBezTo>
                  <a:pt x="2109087" y="1235813"/>
                  <a:pt x="2097599" y="1247301"/>
                  <a:pt x="2083427" y="1247301"/>
                </a:cubicBezTo>
                <a:cubicBezTo>
                  <a:pt x="2069257" y="1247301"/>
                  <a:pt x="2057768" y="1235813"/>
                  <a:pt x="2057768" y="1221641"/>
                </a:cubicBezTo>
                <a:cubicBezTo>
                  <a:pt x="2057768" y="1207471"/>
                  <a:pt x="2069257" y="1195983"/>
                  <a:pt x="2083427" y="1195983"/>
                </a:cubicBezTo>
                <a:close/>
                <a:moveTo>
                  <a:pt x="2019222" y="1195983"/>
                </a:moveTo>
                <a:cubicBezTo>
                  <a:pt x="2033387" y="1195983"/>
                  <a:pt x="2044880" y="1207478"/>
                  <a:pt x="2044880" y="1221641"/>
                </a:cubicBezTo>
                <a:cubicBezTo>
                  <a:pt x="2044880" y="1235807"/>
                  <a:pt x="2033387" y="1247301"/>
                  <a:pt x="2019222" y="1247301"/>
                </a:cubicBezTo>
                <a:cubicBezTo>
                  <a:pt x="2005058" y="1247301"/>
                  <a:pt x="1993563" y="1235807"/>
                  <a:pt x="1993563" y="1221641"/>
                </a:cubicBezTo>
                <a:cubicBezTo>
                  <a:pt x="1993563" y="1207478"/>
                  <a:pt x="2005058" y="1195983"/>
                  <a:pt x="2019222" y="1195983"/>
                </a:cubicBezTo>
                <a:close/>
                <a:moveTo>
                  <a:pt x="1955016" y="1195983"/>
                </a:moveTo>
                <a:cubicBezTo>
                  <a:pt x="1969181" y="1195983"/>
                  <a:pt x="1980676" y="1207478"/>
                  <a:pt x="1980676" y="1221641"/>
                </a:cubicBezTo>
                <a:cubicBezTo>
                  <a:pt x="1980676" y="1235807"/>
                  <a:pt x="1969181" y="1247301"/>
                  <a:pt x="1955016" y="1247301"/>
                </a:cubicBezTo>
                <a:cubicBezTo>
                  <a:pt x="1940851" y="1247301"/>
                  <a:pt x="1929358" y="1235807"/>
                  <a:pt x="1929358" y="1221641"/>
                </a:cubicBezTo>
                <a:cubicBezTo>
                  <a:pt x="1929358" y="1207478"/>
                  <a:pt x="1940851" y="1195983"/>
                  <a:pt x="1955016" y="1195983"/>
                </a:cubicBezTo>
                <a:close/>
                <a:moveTo>
                  <a:pt x="1890696" y="1195983"/>
                </a:moveTo>
                <a:cubicBezTo>
                  <a:pt x="1904860" y="1195983"/>
                  <a:pt x="1916355" y="1207478"/>
                  <a:pt x="1916355" y="1221641"/>
                </a:cubicBezTo>
                <a:cubicBezTo>
                  <a:pt x="1916355" y="1235807"/>
                  <a:pt x="1904860" y="1247301"/>
                  <a:pt x="1890696" y="1247301"/>
                </a:cubicBezTo>
                <a:cubicBezTo>
                  <a:pt x="1876531" y="1247301"/>
                  <a:pt x="1865037" y="1235807"/>
                  <a:pt x="1865037" y="1221641"/>
                </a:cubicBezTo>
                <a:cubicBezTo>
                  <a:pt x="1865037" y="1207478"/>
                  <a:pt x="1876531" y="1195983"/>
                  <a:pt x="1890696" y="1195983"/>
                </a:cubicBezTo>
                <a:close/>
                <a:moveTo>
                  <a:pt x="1826490" y="1195983"/>
                </a:moveTo>
                <a:cubicBezTo>
                  <a:pt x="1840654" y="1195983"/>
                  <a:pt x="1852149" y="1207478"/>
                  <a:pt x="1852149" y="1221641"/>
                </a:cubicBezTo>
                <a:cubicBezTo>
                  <a:pt x="1852149" y="1235807"/>
                  <a:pt x="1840654" y="1247301"/>
                  <a:pt x="1826490" y="1247301"/>
                </a:cubicBezTo>
                <a:cubicBezTo>
                  <a:pt x="1812325" y="1247301"/>
                  <a:pt x="1800830" y="1235807"/>
                  <a:pt x="1800830" y="1221641"/>
                </a:cubicBezTo>
                <a:cubicBezTo>
                  <a:pt x="1800830" y="1207478"/>
                  <a:pt x="1812325" y="1195983"/>
                  <a:pt x="1826490" y="1195983"/>
                </a:cubicBezTo>
                <a:close/>
                <a:moveTo>
                  <a:pt x="1762285" y="1195983"/>
                </a:moveTo>
                <a:cubicBezTo>
                  <a:pt x="1776456" y="1195983"/>
                  <a:pt x="1787944" y="1207471"/>
                  <a:pt x="1787944" y="1221641"/>
                </a:cubicBezTo>
                <a:cubicBezTo>
                  <a:pt x="1787944" y="1235813"/>
                  <a:pt x="1776456" y="1247301"/>
                  <a:pt x="1762285" y="1247301"/>
                </a:cubicBezTo>
                <a:cubicBezTo>
                  <a:pt x="1748114" y="1247301"/>
                  <a:pt x="1736626" y="1235813"/>
                  <a:pt x="1736626" y="1221641"/>
                </a:cubicBezTo>
                <a:cubicBezTo>
                  <a:pt x="1736626" y="1207471"/>
                  <a:pt x="1748114" y="1195983"/>
                  <a:pt x="1762285" y="1195983"/>
                </a:cubicBezTo>
                <a:close/>
                <a:moveTo>
                  <a:pt x="1505464" y="1195983"/>
                </a:moveTo>
                <a:cubicBezTo>
                  <a:pt x="1519629" y="1195983"/>
                  <a:pt x="1531123" y="1207478"/>
                  <a:pt x="1531123" y="1221641"/>
                </a:cubicBezTo>
                <a:cubicBezTo>
                  <a:pt x="1531123" y="1235807"/>
                  <a:pt x="1519629" y="1247301"/>
                  <a:pt x="1505464" y="1247301"/>
                </a:cubicBezTo>
                <a:cubicBezTo>
                  <a:pt x="1491299" y="1247301"/>
                  <a:pt x="1479806" y="1235807"/>
                  <a:pt x="1479806" y="1221641"/>
                </a:cubicBezTo>
                <a:cubicBezTo>
                  <a:pt x="1479806" y="1207478"/>
                  <a:pt x="1491299" y="1195983"/>
                  <a:pt x="1505464" y="1195983"/>
                </a:cubicBezTo>
                <a:close/>
                <a:moveTo>
                  <a:pt x="1441258" y="1195983"/>
                </a:moveTo>
                <a:cubicBezTo>
                  <a:pt x="1455430" y="1195983"/>
                  <a:pt x="1466917" y="1207471"/>
                  <a:pt x="1466917" y="1221641"/>
                </a:cubicBezTo>
                <a:cubicBezTo>
                  <a:pt x="1466917" y="1235813"/>
                  <a:pt x="1455430" y="1247301"/>
                  <a:pt x="1441258" y="1247301"/>
                </a:cubicBezTo>
                <a:cubicBezTo>
                  <a:pt x="1427087" y="1247301"/>
                  <a:pt x="1415599" y="1235813"/>
                  <a:pt x="1415599" y="1221641"/>
                </a:cubicBezTo>
                <a:cubicBezTo>
                  <a:pt x="1415599" y="1207471"/>
                  <a:pt x="1427087" y="1195983"/>
                  <a:pt x="1441258" y="1195983"/>
                </a:cubicBezTo>
                <a:close/>
                <a:moveTo>
                  <a:pt x="1377053" y="1195983"/>
                </a:moveTo>
                <a:cubicBezTo>
                  <a:pt x="1391224" y="1195983"/>
                  <a:pt x="1402712" y="1207471"/>
                  <a:pt x="1402712" y="1221641"/>
                </a:cubicBezTo>
                <a:cubicBezTo>
                  <a:pt x="1402712" y="1235813"/>
                  <a:pt x="1391224" y="1247301"/>
                  <a:pt x="1377053" y="1247301"/>
                </a:cubicBezTo>
                <a:cubicBezTo>
                  <a:pt x="1362882" y="1247301"/>
                  <a:pt x="1351395" y="1235813"/>
                  <a:pt x="1351395" y="1221641"/>
                </a:cubicBezTo>
                <a:cubicBezTo>
                  <a:pt x="1351395" y="1207471"/>
                  <a:pt x="1362882" y="1195983"/>
                  <a:pt x="1377053" y="1195983"/>
                </a:cubicBezTo>
                <a:close/>
                <a:moveTo>
                  <a:pt x="1184437" y="1195983"/>
                </a:moveTo>
                <a:cubicBezTo>
                  <a:pt x="1198602" y="1195983"/>
                  <a:pt x="1210096" y="1207478"/>
                  <a:pt x="1210096" y="1221641"/>
                </a:cubicBezTo>
                <a:cubicBezTo>
                  <a:pt x="1210096" y="1235807"/>
                  <a:pt x="1198602" y="1247301"/>
                  <a:pt x="1184437" y="1247301"/>
                </a:cubicBezTo>
                <a:cubicBezTo>
                  <a:pt x="1170273" y="1247301"/>
                  <a:pt x="1158780" y="1235807"/>
                  <a:pt x="1158780" y="1221641"/>
                </a:cubicBezTo>
                <a:cubicBezTo>
                  <a:pt x="1158780" y="1207478"/>
                  <a:pt x="1170273" y="1195983"/>
                  <a:pt x="1184437" y="1195983"/>
                </a:cubicBezTo>
                <a:close/>
                <a:moveTo>
                  <a:pt x="927616" y="1195983"/>
                </a:moveTo>
                <a:cubicBezTo>
                  <a:pt x="941781" y="1195983"/>
                  <a:pt x="953275" y="1207478"/>
                  <a:pt x="953275" y="1221641"/>
                </a:cubicBezTo>
                <a:cubicBezTo>
                  <a:pt x="953275" y="1235807"/>
                  <a:pt x="941781" y="1247301"/>
                  <a:pt x="927616" y="1247301"/>
                </a:cubicBezTo>
                <a:cubicBezTo>
                  <a:pt x="913452" y="1247301"/>
                  <a:pt x="901957" y="1235807"/>
                  <a:pt x="901957" y="1221641"/>
                </a:cubicBezTo>
                <a:cubicBezTo>
                  <a:pt x="901957" y="1207478"/>
                  <a:pt x="913452" y="1195983"/>
                  <a:pt x="927616" y="1195983"/>
                </a:cubicBezTo>
                <a:close/>
                <a:moveTo>
                  <a:pt x="606475" y="1195983"/>
                </a:moveTo>
                <a:cubicBezTo>
                  <a:pt x="620639" y="1195983"/>
                  <a:pt x="632134" y="1207478"/>
                  <a:pt x="632134" y="1221641"/>
                </a:cubicBezTo>
                <a:cubicBezTo>
                  <a:pt x="632134" y="1235807"/>
                  <a:pt x="620639" y="1247301"/>
                  <a:pt x="606475" y="1247301"/>
                </a:cubicBezTo>
                <a:cubicBezTo>
                  <a:pt x="592310" y="1247301"/>
                  <a:pt x="580815" y="1235807"/>
                  <a:pt x="580815" y="1221641"/>
                </a:cubicBezTo>
                <a:cubicBezTo>
                  <a:pt x="580815" y="1207478"/>
                  <a:pt x="592310" y="1195983"/>
                  <a:pt x="606475" y="1195983"/>
                </a:cubicBezTo>
                <a:close/>
                <a:moveTo>
                  <a:pt x="542268" y="1195983"/>
                </a:moveTo>
                <a:cubicBezTo>
                  <a:pt x="556433" y="1195983"/>
                  <a:pt x="567927" y="1207478"/>
                  <a:pt x="567927" y="1221641"/>
                </a:cubicBezTo>
                <a:cubicBezTo>
                  <a:pt x="567927" y="1235807"/>
                  <a:pt x="556433" y="1247301"/>
                  <a:pt x="542268" y="1247301"/>
                </a:cubicBezTo>
                <a:cubicBezTo>
                  <a:pt x="528104" y="1247301"/>
                  <a:pt x="516610" y="1235807"/>
                  <a:pt x="516610" y="1221641"/>
                </a:cubicBezTo>
                <a:cubicBezTo>
                  <a:pt x="516610" y="1207478"/>
                  <a:pt x="528104" y="1195983"/>
                  <a:pt x="542268" y="1195983"/>
                </a:cubicBezTo>
                <a:close/>
                <a:moveTo>
                  <a:pt x="413858" y="1195983"/>
                </a:moveTo>
                <a:cubicBezTo>
                  <a:pt x="428023" y="1195983"/>
                  <a:pt x="439517" y="1207478"/>
                  <a:pt x="439517" y="1221641"/>
                </a:cubicBezTo>
                <a:cubicBezTo>
                  <a:pt x="439517" y="1235807"/>
                  <a:pt x="428023" y="1247301"/>
                  <a:pt x="413858" y="1247301"/>
                </a:cubicBezTo>
                <a:cubicBezTo>
                  <a:pt x="399694" y="1247301"/>
                  <a:pt x="388200" y="1235807"/>
                  <a:pt x="388200" y="1221641"/>
                </a:cubicBezTo>
                <a:cubicBezTo>
                  <a:pt x="388200" y="1207478"/>
                  <a:pt x="399694" y="1195983"/>
                  <a:pt x="413858" y="1195983"/>
                </a:cubicBezTo>
                <a:close/>
                <a:moveTo>
                  <a:pt x="346686" y="1195983"/>
                </a:moveTo>
                <a:cubicBezTo>
                  <a:pt x="360849" y="1195983"/>
                  <a:pt x="372344" y="1207478"/>
                  <a:pt x="372344" y="1221641"/>
                </a:cubicBezTo>
                <a:cubicBezTo>
                  <a:pt x="372344" y="1235807"/>
                  <a:pt x="360849" y="1247301"/>
                  <a:pt x="346686" y="1247301"/>
                </a:cubicBezTo>
                <a:cubicBezTo>
                  <a:pt x="332520" y="1247301"/>
                  <a:pt x="321027" y="1235807"/>
                  <a:pt x="321027" y="1221641"/>
                </a:cubicBezTo>
                <a:cubicBezTo>
                  <a:pt x="321027" y="1207478"/>
                  <a:pt x="332520" y="1195983"/>
                  <a:pt x="346686" y="1195983"/>
                </a:cubicBezTo>
                <a:close/>
                <a:moveTo>
                  <a:pt x="25659" y="1195983"/>
                </a:moveTo>
                <a:cubicBezTo>
                  <a:pt x="39829" y="1195983"/>
                  <a:pt x="51317" y="1207471"/>
                  <a:pt x="51317" y="1221641"/>
                </a:cubicBezTo>
                <a:cubicBezTo>
                  <a:pt x="51317" y="1235813"/>
                  <a:pt x="39829" y="1247301"/>
                  <a:pt x="25659" y="1247301"/>
                </a:cubicBezTo>
                <a:cubicBezTo>
                  <a:pt x="11488" y="1247301"/>
                  <a:pt x="0" y="1235813"/>
                  <a:pt x="0" y="1221641"/>
                </a:cubicBezTo>
                <a:cubicBezTo>
                  <a:pt x="0" y="1207471"/>
                  <a:pt x="11488" y="1195983"/>
                  <a:pt x="25659" y="1195983"/>
                </a:cubicBezTo>
                <a:close/>
                <a:moveTo>
                  <a:pt x="11775107" y="1141531"/>
                </a:moveTo>
                <a:cubicBezTo>
                  <a:pt x="11782225" y="1141531"/>
                  <a:pt x="11787995" y="1147300"/>
                  <a:pt x="11787995" y="1154418"/>
                </a:cubicBezTo>
                <a:cubicBezTo>
                  <a:pt x="11787995" y="1161536"/>
                  <a:pt x="11782225" y="1167305"/>
                  <a:pt x="11775107" y="1167305"/>
                </a:cubicBezTo>
                <a:cubicBezTo>
                  <a:pt x="11767991" y="1167305"/>
                  <a:pt x="11762221" y="1161536"/>
                  <a:pt x="11762221" y="1154418"/>
                </a:cubicBezTo>
                <a:cubicBezTo>
                  <a:pt x="11762221" y="1147300"/>
                  <a:pt x="11767991" y="1141531"/>
                  <a:pt x="11775107" y="1141531"/>
                </a:cubicBezTo>
                <a:close/>
                <a:moveTo>
                  <a:pt x="11646697" y="1141531"/>
                </a:moveTo>
                <a:cubicBezTo>
                  <a:pt x="11653779" y="1141646"/>
                  <a:pt x="11659583" y="1147336"/>
                  <a:pt x="11659583" y="1154418"/>
                </a:cubicBezTo>
                <a:cubicBezTo>
                  <a:pt x="11659583" y="1161500"/>
                  <a:pt x="11653893" y="1167305"/>
                  <a:pt x="11646697" y="1167305"/>
                </a:cubicBezTo>
                <a:cubicBezTo>
                  <a:pt x="11639613" y="1167305"/>
                  <a:pt x="11633809" y="1161617"/>
                  <a:pt x="11633809" y="1154418"/>
                </a:cubicBezTo>
                <a:cubicBezTo>
                  <a:pt x="11633809" y="1147336"/>
                  <a:pt x="11639499" y="1141531"/>
                  <a:pt x="11646697" y="1141531"/>
                </a:cubicBezTo>
                <a:close/>
                <a:moveTo>
                  <a:pt x="11389875" y="1141531"/>
                </a:moveTo>
                <a:cubicBezTo>
                  <a:pt x="11396993" y="1141531"/>
                  <a:pt x="11402763" y="1147300"/>
                  <a:pt x="11402763" y="1154418"/>
                </a:cubicBezTo>
                <a:cubicBezTo>
                  <a:pt x="11402763" y="1161536"/>
                  <a:pt x="11396993" y="1167305"/>
                  <a:pt x="11389875" y="1167305"/>
                </a:cubicBezTo>
                <a:cubicBezTo>
                  <a:pt x="11382759" y="1167305"/>
                  <a:pt x="11376989" y="1161536"/>
                  <a:pt x="11376989" y="1154418"/>
                </a:cubicBezTo>
                <a:cubicBezTo>
                  <a:pt x="11376989" y="1147300"/>
                  <a:pt x="11382759" y="1141531"/>
                  <a:pt x="11389875" y="1141531"/>
                </a:cubicBezTo>
                <a:close/>
                <a:moveTo>
                  <a:pt x="11068848" y="1141531"/>
                </a:moveTo>
                <a:cubicBezTo>
                  <a:pt x="11075966" y="1141531"/>
                  <a:pt x="11081736" y="1147300"/>
                  <a:pt x="11081736" y="1154418"/>
                </a:cubicBezTo>
                <a:cubicBezTo>
                  <a:pt x="11081736" y="1161536"/>
                  <a:pt x="11075966" y="1167305"/>
                  <a:pt x="11068848" y="1167305"/>
                </a:cubicBezTo>
                <a:cubicBezTo>
                  <a:pt x="11061732" y="1167305"/>
                  <a:pt x="11055962" y="1161536"/>
                  <a:pt x="11055962" y="1154418"/>
                </a:cubicBezTo>
                <a:cubicBezTo>
                  <a:pt x="11055962" y="1147300"/>
                  <a:pt x="11061732" y="1141531"/>
                  <a:pt x="11068848" y="1141531"/>
                </a:cubicBezTo>
                <a:close/>
                <a:moveTo>
                  <a:pt x="10811912" y="1141531"/>
                </a:moveTo>
                <a:cubicBezTo>
                  <a:pt x="10819028" y="1141531"/>
                  <a:pt x="10824798" y="1147300"/>
                  <a:pt x="10824798" y="1154418"/>
                </a:cubicBezTo>
                <a:cubicBezTo>
                  <a:pt x="10824798" y="1161536"/>
                  <a:pt x="10819028" y="1167305"/>
                  <a:pt x="10811912" y="1167305"/>
                </a:cubicBezTo>
                <a:cubicBezTo>
                  <a:pt x="10804794" y="1167305"/>
                  <a:pt x="10799024" y="1161536"/>
                  <a:pt x="10799024" y="1154418"/>
                </a:cubicBezTo>
                <a:cubicBezTo>
                  <a:pt x="10799024" y="1147300"/>
                  <a:pt x="10804794" y="1141531"/>
                  <a:pt x="10811912" y="1141531"/>
                </a:cubicBezTo>
                <a:close/>
                <a:moveTo>
                  <a:pt x="10747708" y="1141531"/>
                </a:moveTo>
                <a:cubicBezTo>
                  <a:pt x="10754824" y="1141531"/>
                  <a:pt x="10760593" y="1147300"/>
                  <a:pt x="10760593" y="1154418"/>
                </a:cubicBezTo>
                <a:cubicBezTo>
                  <a:pt x="10760593" y="1161536"/>
                  <a:pt x="10754824" y="1167305"/>
                  <a:pt x="10747708" y="1167305"/>
                </a:cubicBezTo>
                <a:cubicBezTo>
                  <a:pt x="10740589" y="1167305"/>
                  <a:pt x="10734820" y="1161536"/>
                  <a:pt x="10734820" y="1154418"/>
                </a:cubicBezTo>
                <a:cubicBezTo>
                  <a:pt x="10734820" y="1147300"/>
                  <a:pt x="10740589" y="1141531"/>
                  <a:pt x="10747708" y="1141531"/>
                </a:cubicBezTo>
                <a:close/>
                <a:moveTo>
                  <a:pt x="10490885" y="1141531"/>
                </a:moveTo>
                <a:cubicBezTo>
                  <a:pt x="10498004" y="1141531"/>
                  <a:pt x="10503773" y="1147300"/>
                  <a:pt x="10503773" y="1154418"/>
                </a:cubicBezTo>
                <a:cubicBezTo>
                  <a:pt x="10503773" y="1161536"/>
                  <a:pt x="10498004" y="1167305"/>
                  <a:pt x="10490885" y="1167305"/>
                </a:cubicBezTo>
                <a:cubicBezTo>
                  <a:pt x="10483769" y="1167305"/>
                  <a:pt x="10477997" y="1161536"/>
                  <a:pt x="10477997" y="1154418"/>
                </a:cubicBezTo>
                <a:cubicBezTo>
                  <a:pt x="10477997" y="1147300"/>
                  <a:pt x="10483769" y="1141531"/>
                  <a:pt x="10490885" y="1141531"/>
                </a:cubicBezTo>
                <a:close/>
                <a:moveTo>
                  <a:pt x="9912920" y="1141531"/>
                </a:moveTo>
                <a:cubicBezTo>
                  <a:pt x="9920039" y="1141531"/>
                  <a:pt x="9925808" y="1147300"/>
                  <a:pt x="9925808" y="1154418"/>
                </a:cubicBezTo>
                <a:cubicBezTo>
                  <a:pt x="9925808" y="1161536"/>
                  <a:pt x="9920039" y="1167305"/>
                  <a:pt x="9912920" y="1167305"/>
                </a:cubicBezTo>
                <a:cubicBezTo>
                  <a:pt x="9905804" y="1167305"/>
                  <a:pt x="9900035" y="1161536"/>
                  <a:pt x="9900035" y="1154418"/>
                </a:cubicBezTo>
                <a:cubicBezTo>
                  <a:pt x="9900035" y="1147300"/>
                  <a:pt x="9905804" y="1141531"/>
                  <a:pt x="9912920" y="1141531"/>
                </a:cubicBezTo>
                <a:close/>
                <a:moveTo>
                  <a:pt x="9527689" y="1141531"/>
                </a:moveTo>
                <a:cubicBezTo>
                  <a:pt x="9534773" y="1141646"/>
                  <a:pt x="9540577" y="1147336"/>
                  <a:pt x="9540577" y="1154418"/>
                </a:cubicBezTo>
                <a:cubicBezTo>
                  <a:pt x="9540577" y="1161500"/>
                  <a:pt x="9534888" y="1167305"/>
                  <a:pt x="9527689" y="1167305"/>
                </a:cubicBezTo>
                <a:cubicBezTo>
                  <a:pt x="9520608" y="1167305"/>
                  <a:pt x="9514804" y="1161617"/>
                  <a:pt x="9514804" y="1154418"/>
                </a:cubicBezTo>
                <a:cubicBezTo>
                  <a:pt x="9514804" y="1147336"/>
                  <a:pt x="9520493" y="1141531"/>
                  <a:pt x="9527689" y="1141531"/>
                </a:cubicBezTo>
                <a:close/>
                <a:moveTo>
                  <a:pt x="8821315" y="1141531"/>
                </a:moveTo>
                <a:cubicBezTo>
                  <a:pt x="8828434" y="1141531"/>
                  <a:pt x="8834203" y="1147300"/>
                  <a:pt x="8834203" y="1154418"/>
                </a:cubicBezTo>
                <a:cubicBezTo>
                  <a:pt x="8834203" y="1161536"/>
                  <a:pt x="8828434" y="1167305"/>
                  <a:pt x="8821315" y="1167305"/>
                </a:cubicBezTo>
                <a:cubicBezTo>
                  <a:pt x="8814199" y="1167305"/>
                  <a:pt x="8808427" y="1161536"/>
                  <a:pt x="8808427" y="1154418"/>
                </a:cubicBezTo>
                <a:cubicBezTo>
                  <a:pt x="8808427" y="1147300"/>
                  <a:pt x="8814199" y="1141531"/>
                  <a:pt x="8821315" y="1141531"/>
                </a:cubicBezTo>
                <a:close/>
                <a:moveTo>
                  <a:pt x="8692906" y="1141531"/>
                </a:moveTo>
                <a:cubicBezTo>
                  <a:pt x="8699988" y="1141646"/>
                  <a:pt x="8705792" y="1147336"/>
                  <a:pt x="8705792" y="1154418"/>
                </a:cubicBezTo>
                <a:cubicBezTo>
                  <a:pt x="8705792" y="1161500"/>
                  <a:pt x="8700103" y="1167305"/>
                  <a:pt x="8692906" y="1167305"/>
                </a:cubicBezTo>
                <a:cubicBezTo>
                  <a:pt x="8685823" y="1167305"/>
                  <a:pt x="8680018" y="1161617"/>
                  <a:pt x="8680018" y="1154418"/>
                </a:cubicBezTo>
                <a:cubicBezTo>
                  <a:pt x="8680018" y="1147336"/>
                  <a:pt x="8685708" y="1141531"/>
                  <a:pt x="8692906" y="1141531"/>
                </a:cubicBezTo>
                <a:close/>
                <a:moveTo>
                  <a:pt x="8307675" y="1141531"/>
                </a:moveTo>
                <a:cubicBezTo>
                  <a:pt x="8314791" y="1141531"/>
                  <a:pt x="8320560" y="1147300"/>
                  <a:pt x="8320560" y="1154418"/>
                </a:cubicBezTo>
                <a:cubicBezTo>
                  <a:pt x="8320560" y="1161536"/>
                  <a:pt x="8314791" y="1167305"/>
                  <a:pt x="8307675" y="1167305"/>
                </a:cubicBezTo>
                <a:cubicBezTo>
                  <a:pt x="8300556" y="1167305"/>
                  <a:pt x="8294787" y="1161536"/>
                  <a:pt x="8294787" y="1154418"/>
                </a:cubicBezTo>
                <a:cubicBezTo>
                  <a:pt x="8294787" y="1147300"/>
                  <a:pt x="8300556" y="1141531"/>
                  <a:pt x="8307675" y="1141531"/>
                </a:cubicBezTo>
                <a:close/>
                <a:moveTo>
                  <a:pt x="7280274" y="1141531"/>
                </a:moveTo>
                <a:cubicBezTo>
                  <a:pt x="7287355" y="1141646"/>
                  <a:pt x="7293160" y="1147336"/>
                  <a:pt x="7293160" y="1154418"/>
                </a:cubicBezTo>
                <a:cubicBezTo>
                  <a:pt x="7293160" y="1161500"/>
                  <a:pt x="7287470" y="1167305"/>
                  <a:pt x="7280274" y="1167305"/>
                </a:cubicBezTo>
                <a:cubicBezTo>
                  <a:pt x="7273190" y="1167305"/>
                  <a:pt x="7267386" y="1161617"/>
                  <a:pt x="7267386" y="1154418"/>
                </a:cubicBezTo>
                <a:cubicBezTo>
                  <a:pt x="7267386" y="1147336"/>
                  <a:pt x="7273075" y="1141531"/>
                  <a:pt x="7280274" y="1141531"/>
                </a:cubicBezTo>
                <a:close/>
                <a:moveTo>
                  <a:pt x="7087658" y="1141531"/>
                </a:moveTo>
                <a:cubicBezTo>
                  <a:pt x="7094777" y="1141531"/>
                  <a:pt x="7100544" y="1147300"/>
                  <a:pt x="7100544" y="1154418"/>
                </a:cubicBezTo>
                <a:cubicBezTo>
                  <a:pt x="7100544" y="1161536"/>
                  <a:pt x="7094777" y="1167305"/>
                  <a:pt x="7087658" y="1167305"/>
                </a:cubicBezTo>
                <a:cubicBezTo>
                  <a:pt x="7080540" y="1167305"/>
                  <a:pt x="7074770" y="1161536"/>
                  <a:pt x="7074770" y="1154418"/>
                </a:cubicBezTo>
                <a:cubicBezTo>
                  <a:pt x="7074770" y="1147300"/>
                  <a:pt x="7080540" y="1141531"/>
                  <a:pt x="7087658" y="1141531"/>
                </a:cubicBezTo>
                <a:close/>
                <a:moveTo>
                  <a:pt x="6766631" y="1141531"/>
                </a:moveTo>
                <a:cubicBezTo>
                  <a:pt x="6773750" y="1141531"/>
                  <a:pt x="6779519" y="1147300"/>
                  <a:pt x="6779519" y="1154418"/>
                </a:cubicBezTo>
                <a:cubicBezTo>
                  <a:pt x="6779519" y="1161536"/>
                  <a:pt x="6773750" y="1167305"/>
                  <a:pt x="6766631" y="1167305"/>
                </a:cubicBezTo>
                <a:cubicBezTo>
                  <a:pt x="6759513" y="1167305"/>
                  <a:pt x="6753743" y="1161536"/>
                  <a:pt x="6753743" y="1154418"/>
                </a:cubicBezTo>
                <a:cubicBezTo>
                  <a:pt x="6753743" y="1147300"/>
                  <a:pt x="6759513" y="1141531"/>
                  <a:pt x="6766631" y="1141531"/>
                </a:cubicBezTo>
                <a:close/>
                <a:moveTo>
                  <a:pt x="6702427" y="1141531"/>
                </a:moveTo>
                <a:cubicBezTo>
                  <a:pt x="6709543" y="1141531"/>
                  <a:pt x="6715312" y="1147300"/>
                  <a:pt x="6715312" y="1154418"/>
                </a:cubicBezTo>
                <a:cubicBezTo>
                  <a:pt x="6715312" y="1161536"/>
                  <a:pt x="6709543" y="1167305"/>
                  <a:pt x="6702427" y="1167305"/>
                </a:cubicBezTo>
                <a:cubicBezTo>
                  <a:pt x="6695308" y="1167305"/>
                  <a:pt x="6689539" y="1161536"/>
                  <a:pt x="6689539" y="1154418"/>
                </a:cubicBezTo>
                <a:cubicBezTo>
                  <a:pt x="6689539" y="1147300"/>
                  <a:pt x="6695308" y="1141531"/>
                  <a:pt x="6702427" y="1141531"/>
                </a:cubicBezTo>
                <a:close/>
                <a:moveTo>
                  <a:pt x="6573900" y="1141531"/>
                </a:moveTo>
                <a:cubicBezTo>
                  <a:pt x="6581099" y="1141646"/>
                  <a:pt x="6586788" y="1147336"/>
                  <a:pt x="6586788" y="1154418"/>
                </a:cubicBezTo>
                <a:cubicBezTo>
                  <a:pt x="6586788" y="1161500"/>
                  <a:pt x="6581099" y="1167305"/>
                  <a:pt x="6573900" y="1167305"/>
                </a:cubicBezTo>
                <a:cubicBezTo>
                  <a:pt x="6566819" y="1167305"/>
                  <a:pt x="6561013" y="1161617"/>
                  <a:pt x="6561013" y="1154418"/>
                </a:cubicBezTo>
                <a:cubicBezTo>
                  <a:pt x="6561013" y="1147336"/>
                  <a:pt x="6566702" y="1141531"/>
                  <a:pt x="6573900" y="1141531"/>
                </a:cubicBezTo>
                <a:close/>
                <a:moveTo>
                  <a:pt x="6064505" y="1141531"/>
                </a:moveTo>
                <a:cubicBezTo>
                  <a:pt x="6071623" y="1141531"/>
                  <a:pt x="6077390" y="1147300"/>
                  <a:pt x="6077390" y="1154418"/>
                </a:cubicBezTo>
                <a:cubicBezTo>
                  <a:pt x="6077390" y="1161536"/>
                  <a:pt x="6071621" y="1167305"/>
                  <a:pt x="6064505" y="1167305"/>
                </a:cubicBezTo>
                <a:cubicBezTo>
                  <a:pt x="6057386" y="1167305"/>
                  <a:pt x="6051617" y="1161536"/>
                  <a:pt x="6051617" y="1154418"/>
                </a:cubicBezTo>
                <a:cubicBezTo>
                  <a:pt x="6051617" y="1147300"/>
                  <a:pt x="6057386" y="1141531"/>
                  <a:pt x="6064505" y="1141531"/>
                </a:cubicBezTo>
                <a:close/>
                <a:moveTo>
                  <a:pt x="5936092" y="1141531"/>
                </a:moveTo>
                <a:cubicBezTo>
                  <a:pt x="5943173" y="1141646"/>
                  <a:pt x="5948981" y="1147336"/>
                  <a:pt x="5948981" y="1154418"/>
                </a:cubicBezTo>
                <a:cubicBezTo>
                  <a:pt x="5948981" y="1161500"/>
                  <a:pt x="5943292" y="1167305"/>
                  <a:pt x="5936092" y="1167305"/>
                </a:cubicBezTo>
                <a:cubicBezTo>
                  <a:pt x="5929009" y="1167305"/>
                  <a:pt x="5923204" y="1161617"/>
                  <a:pt x="5923204" y="1154418"/>
                </a:cubicBezTo>
                <a:cubicBezTo>
                  <a:pt x="5923204" y="1147336"/>
                  <a:pt x="5928894" y="1141531"/>
                  <a:pt x="5936092" y="1141531"/>
                </a:cubicBezTo>
                <a:close/>
                <a:moveTo>
                  <a:pt x="5679272" y="1141531"/>
                </a:moveTo>
                <a:cubicBezTo>
                  <a:pt x="5686389" y="1141531"/>
                  <a:pt x="5692160" y="1147300"/>
                  <a:pt x="5692160" y="1154418"/>
                </a:cubicBezTo>
                <a:cubicBezTo>
                  <a:pt x="5692160" y="1161536"/>
                  <a:pt x="5686389" y="1167305"/>
                  <a:pt x="5679272" y="1167305"/>
                </a:cubicBezTo>
                <a:cubicBezTo>
                  <a:pt x="5672154" y="1167305"/>
                  <a:pt x="5666385" y="1161536"/>
                  <a:pt x="5666385" y="1154418"/>
                </a:cubicBezTo>
                <a:cubicBezTo>
                  <a:pt x="5666385" y="1147300"/>
                  <a:pt x="5672154" y="1141531"/>
                  <a:pt x="5679272" y="1141531"/>
                </a:cubicBezTo>
                <a:close/>
                <a:moveTo>
                  <a:pt x="5358245" y="1141531"/>
                </a:moveTo>
                <a:cubicBezTo>
                  <a:pt x="5365362" y="1141531"/>
                  <a:pt x="5371133" y="1147300"/>
                  <a:pt x="5371133" y="1154418"/>
                </a:cubicBezTo>
                <a:cubicBezTo>
                  <a:pt x="5371133" y="1161536"/>
                  <a:pt x="5365362" y="1167305"/>
                  <a:pt x="5358245" y="1167305"/>
                </a:cubicBezTo>
                <a:cubicBezTo>
                  <a:pt x="5351129" y="1167305"/>
                  <a:pt x="5345357" y="1161536"/>
                  <a:pt x="5345357" y="1154418"/>
                </a:cubicBezTo>
                <a:cubicBezTo>
                  <a:pt x="5345357" y="1147300"/>
                  <a:pt x="5351129" y="1141531"/>
                  <a:pt x="5358245" y="1141531"/>
                </a:cubicBezTo>
                <a:close/>
                <a:moveTo>
                  <a:pt x="5101308" y="1141531"/>
                </a:moveTo>
                <a:cubicBezTo>
                  <a:pt x="5108427" y="1141531"/>
                  <a:pt x="5114194" y="1147300"/>
                  <a:pt x="5114194" y="1154418"/>
                </a:cubicBezTo>
                <a:cubicBezTo>
                  <a:pt x="5114194" y="1161536"/>
                  <a:pt x="5108426" y="1167305"/>
                  <a:pt x="5101308" y="1167305"/>
                </a:cubicBezTo>
                <a:cubicBezTo>
                  <a:pt x="5094190" y="1167305"/>
                  <a:pt x="5088421" y="1161536"/>
                  <a:pt x="5088421" y="1154418"/>
                </a:cubicBezTo>
                <a:cubicBezTo>
                  <a:pt x="5088421" y="1147300"/>
                  <a:pt x="5094191" y="1141531"/>
                  <a:pt x="5101308" y="1141531"/>
                </a:cubicBezTo>
                <a:close/>
                <a:moveTo>
                  <a:pt x="5037104" y="1141531"/>
                </a:moveTo>
                <a:cubicBezTo>
                  <a:pt x="5044220" y="1141531"/>
                  <a:pt x="5049991" y="1147300"/>
                  <a:pt x="5049991" y="1154418"/>
                </a:cubicBezTo>
                <a:cubicBezTo>
                  <a:pt x="5049991" y="1161536"/>
                  <a:pt x="5044220" y="1167305"/>
                  <a:pt x="5037104" y="1167305"/>
                </a:cubicBezTo>
                <a:cubicBezTo>
                  <a:pt x="5029986" y="1167305"/>
                  <a:pt x="5024216" y="1161536"/>
                  <a:pt x="5024216" y="1154418"/>
                </a:cubicBezTo>
                <a:cubicBezTo>
                  <a:pt x="5024216" y="1147300"/>
                  <a:pt x="5029986" y="1141531"/>
                  <a:pt x="5037104" y="1141531"/>
                </a:cubicBezTo>
                <a:close/>
                <a:moveTo>
                  <a:pt x="4780282" y="1141531"/>
                </a:moveTo>
                <a:cubicBezTo>
                  <a:pt x="4787399" y="1141531"/>
                  <a:pt x="4793170" y="1147300"/>
                  <a:pt x="4793170" y="1154418"/>
                </a:cubicBezTo>
                <a:cubicBezTo>
                  <a:pt x="4793170" y="1161536"/>
                  <a:pt x="4787399" y="1167305"/>
                  <a:pt x="4780282" y="1167305"/>
                </a:cubicBezTo>
                <a:cubicBezTo>
                  <a:pt x="4773164" y="1167305"/>
                  <a:pt x="4767394" y="1161536"/>
                  <a:pt x="4767394" y="1154418"/>
                </a:cubicBezTo>
                <a:cubicBezTo>
                  <a:pt x="4767394" y="1147300"/>
                  <a:pt x="4773164" y="1141531"/>
                  <a:pt x="4780282" y="1141531"/>
                </a:cubicBezTo>
                <a:close/>
                <a:moveTo>
                  <a:pt x="4202317" y="1141531"/>
                </a:moveTo>
                <a:cubicBezTo>
                  <a:pt x="4209435" y="1141531"/>
                  <a:pt x="4215205" y="1147300"/>
                  <a:pt x="4215205" y="1154418"/>
                </a:cubicBezTo>
                <a:cubicBezTo>
                  <a:pt x="4215205" y="1161536"/>
                  <a:pt x="4209435" y="1167305"/>
                  <a:pt x="4202317" y="1167305"/>
                </a:cubicBezTo>
                <a:cubicBezTo>
                  <a:pt x="4195200" y="1167305"/>
                  <a:pt x="4189431" y="1161536"/>
                  <a:pt x="4189431" y="1154418"/>
                </a:cubicBezTo>
                <a:cubicBezTo>
                  <a:pt x="4189431" y="1147300"/>
                  <a:pt x="4195201" y="1141531"/>
                  <a:pt x="4202317" y="1141531"/>
                </a:cubicBezTo>
                <a:close/>
                <a:moveTo>
                  <a:pt x="3817086" y="1141531"/>
                </a:moveTo>
                <a:cubicBezTo>
                  <a:pt x="3824168" y="1141646"/>
                  <a:pt x="3829973" y="1147336"/>
                  <a:pt x="3829973" y="1154418"/>
                </a:cubicBezTo>
                <a:cubicBezTo>
                  <a:pt x="3829973" y="1161500"/>
                  <a:pt x="3824286" y="1167305"/>
                  <a:pt x="3817086" y="1167305"/>
                </a:cubicBezTo>
                <a:cubicBezTo>
                  <a:pt x="3810004" y="1167305"/>
                  <a:pt x="3804199" y="1161617"/>
                  <a:pt x="3804199" y="1154418"/>
                </a:cubicBezTo>
                <a:cubicBezTo>
                  <a:pt x="3804199" y="1147336"/>
                  <a:pt x="3809887" y="1141531"/>
                  <a:pt x="3817086" y="1141531"/>
                </a:cubicBezTo>
                <a:close/>
                <a:moveTo>
                  <a:pt x="3110712" y="1141531"/>
                </a:moveTo>
                <a:cubicBezTo>
                  <a:pt x="3117829" y="1141531"/>
                  <a:pt x="3123600" y="1147300"/>
                  <a:pt x="3123600" y="1154418"/>
                </a:cubicBezTo>
                <a:cubicBezTo>
                  <a:pt x="3123600" y="1161536"/>
                  <a:pt x="3117829" y="1167305"/>
                  <a:pt x="3110712" y="1167305"/>
                </a:cubicBezTo>
                <a:cubicBezTo>
                  <a:pt x="3103595" y="1167305"/>
                  <a:pt x="3097824" y="1161536"/>
                  <a:pt x="3097824" y="1154418"/>
                </a:cubicBezTo>
                <a:cubicBezTo>
                  <a:pt x="3097824" y="1147300"/>
                  <a:pt x="3103595" y="1141531"/>
                  <a:pt x="3110712" y="1141531"/>
                </a:cubicBezTo>
                <a:close/>
                <a:moveTo>
                  <a:pt x="2982301" y="1141531"/>
                </a:moveTo>
                <a:cubicBezTo>
                  <a:pt x="2989384" y="1141646"/>
                  <a:pt x="2995190" y="1147336"/>
                  <a:pt x="2995190" y="1154418"/>
                </a:cubicBezTo>
                <a:cubicBezTo>
                  <a:pt x="2995190" y="1161500"/>
                  <a:pt x="2989500" y="1167305"/>
                  <a:pt x="2982301" y="1167305"/>
                </a:cubicBezTo>
                <a:cubicBezTo>
                  <a:pt x="2975219" y="1167305"/>
                  <a:pt x="2969414" y="1161617"/>
                  <a:pt x="2969414" y="1154418"/>
                </a:cubicBezTo>
                <a:cubicBezTo>
                  <a:pt x="2969414" y="1147336"/>
                  <a:pt x="2975103" y="1141531"/>
                  <a:pt x="2982301" y="1141531"/>
                </a:cubicBezTo>
                <a:close/>
                <a:moveTo>
                  <a:pt x="2597069" y="1141531"/>
                </a:moveTo>
                <a:cubicBezTo>
                  <a:pt x="2604187" y="1141531"/>
                  <a:pt x="2609957" y="1147300"/>
                  <a:pt x="2609957" y="1154418"/>
                </a:cubicBezTo>
                <a:cubicBezTo>
                  <a:pt x="2609957" y="1161536"/>
                  <a:pt x="2604187" y="1167305"/>
                  <a:pt x="2597069" y="1167305"/>
                </a:cubicBezTo>
                <a:cubicBezTo>
                  <a:pt x="2589952" y="1167305"/>
                  <a:pt x="2584182" y="1161536"/>
                  <a:pt x="2584182" y="1154418"/>
                </a:cubicBezTo>
                <a:cubicBezTo>
                  <a:pt x="2584182" y="1147300"/>
                  <a:pt x="2589952" y="1141531"/>
                  <a:pt x="2597069" y="1141531"/>
                </a:cubicBezTo>
                <a:close/>
                <a:moveTo>
                  <a:pt x="1569669" y="1141531"/>
                </a:moveTo>
                <a:cubicBezTo>
                  <a:pt x="1576752" y="1141646"/>
                  <a:pt x="1582557" y="1147336"/>
                  <a:pt x="1582557" y="1154418"/>
                </a:cubicBezTo>
                <a:cubicBezTo>
                  <a:pt x="1582557" y="1161500"/>
                  <a:pt x="1576867" y="1167305"/>
                  <a:pt x="1569669" y="1167305"/>
                </a:cubicBezTo>
                <a:cubicBezTo>
                  <a:pt x="1562587" y="1167305"/>
                  <a:pt x="1556782" y="1161617"/>
                  <a:pt x="1556782" y="1154418"/>
                </a:cubicBezTo>
                <a:cubicBezTo>
                  <a:pt x="1556782" y="1147336"/>
                  <a:pt x="1562471" y="1141531"/>
                  <a:pt x="1569669" y="1141531"/>
                </a:cubicBezTo>
                <a:close/>
                <a:moveTo>
                  <a:pt x="1377055" y="1141531"/>
                </a:moveTo>
                <a:cubicBezTo>
                  <a:pt x="1384171" y="1141531"/>
                  <a:pt x="1389941" y="1147300"/>
                  <a:pt x="1389941" y="1154418"/>
                </a:cubicBezTo>
                <a:cubicBezTo>
                  <a:pt x="1389941" y="1161536"/>
                  <a:pt x="1384171" y="1167305"/>
                  <a:pt x="1377055" y="1167305"/>
                </a:cubicBezTo>
                <a:cubicBezTo>
                  <a:pt x="1369937" y="1167305"/>
                  <a:pt x="1364167" y="1161536"/>
                  <a:pt x="1364167" y="1154418"/>
                </a:cubicBezTo>
                <a:cubicBezTo>
                  <a:pt x="1364167" y="1147300"/>
                  <a:pt x="1369937" y="1141531"/>
                  <a:pt x="1377055" y="1141531"/>
                </a:cubicBezTo>
                <a:close/>
                <a:moveTo>
                  <a:pt x="1056027" y="1141531"/>
                </a:moveTo>
                <a:cubicBezTo>
                  <a:pt x="1063146" y="1141531"/>
                  <a:pt x="1068914" y="1147300"/>
                  <a:pt x="1068914" y="1154418"/>
                </a:cubicBezTo>
                <a:cubicBezTo>
                  <a:pt x="1068914" y="1161536"/>
                  <a:pt x="1063146" y="1167305"/>
                  <a:pt x="1056027" y="1167305"/>
                </a:cubicBezTo>
                <a:cubicBezTo>
                  <a:pt x="1048910" y="1167305"/>
                  <a:pt x="1043139" y="1161536"/>
                  <a:pt x="1043139" y="1154418"/>
                </a:cubicBezTo>
                <a:cubicBezTo>
                  <a:pt x="1043139" y="1147300"/>
                  <a:pt x="1048910" y="1141531"/>
                  <a:pt x="1056027" y="1141531"/>
                </a:cubicBezTo>
                <a:close/>
                <a:moveTo>
                  <a:pt x="991824" y="1141531"/>
                </a:moveTo>
                <a:cubicBezTo>
                  <a:pt x="998940" y="1141531"/>
                  <a:pt x="1004709" y="1147300"/>
                  <a:pt x="1004709" y="1154418"/>
                </a:cubicBezTo>
                <a:cubicBezTo>
                  <a:pt x="1004709" y="1161536"/>
                  <a:pt x="998940" y="1167305"/>
                  <a:pt x="991824" y="1167305"/>
                </a:cubicBezTo>
                <a:cubicBezTo>
                  <a:pt x="984705" y="1167305"/>
                  <a:pt x="978935" y="1161536"/>
                  <a:pt x="978935" y="1154418"/>
                </a:cubicBezTo>
                <a:cubicBezTo>
                  <a:pt x="978935" y="1147300"/>
                  <a:pt x="984705" y="1141531"/>
                  <a:pt x="991824" y="1141531"/>
                </a:cubicBezTo>
                <a:close/>
                <a:moveTo>
                  <a:pt x="863296" y="1141531"/>
                </a:moveTo>
                <a:cubicBezTo>
                  <a:pt x="870496" y="1141646"/>
                  <a:pt x="876184" y="1147336"/>
                  <a:pt x="876184" y="1154418"/>
                </a:cubicBezTo>
                <a:cubicBezTo>
                  <a:pt x="876184" y="1161500"/>
                  <a:pt x="870496" y="1167305"/>
                  <a:pt x="863296" y="1167305"/>
                </a:cubicBezTo>
                <a:cubicBezTo>
                  <a:pt x="856215" y="1167305"/>
                  <a:pt x="850407" y="1161617"/>
                  <a:pt x="850407" y="1154418"/>
                </a:cubicBezTo>
                <a:cubicBezTo>
                  <a:pt x="850407" y="1147336"/>
                  <a:pt x="856098" y="1141531"/>
                  <a:pt x="863296" y="1141531"/>
                </a:cubicBezTo>
                <a:close/>
                <a:moveTo>
                  <a:pt x="346686" y="1141531"/>
                </a:moveTo>
                <a:cubicBezTo>
                  <a:pt x="353804" y="1141531"/>
                  <a:pt x="359572" y="1147300"/>
                  <a:pt x="359572" y="1154418"/>
                </a:cubicBezTo>
                <a:cubicBezTo>
                  <a:pt x="359572" y="1161536"/>
                  <a:pt x="353802" y="1167305"/>
                  <a:pt x="346686" y="1167305"/>
                </a:cubicBezTo>
                <a:cubicBezTo>
                  <a:pt x="339567" y="1167305"/>
                  <a:pt x="333799" y="1161536"/>
                  <a:pt x="333799" y="1154418"/>
                </a:cubicBezTo>
                <a:cubicBezTo>
                  <a:pt x="333799" y="1147300"/>
                  <a:pt x="339567" y="1141531"/>
                  <a:pt x="346686" y="1141531"/>
                </a:cubicBezTo>
                <a:close/>
                <a:moveTo>
                  <a:pt x="218274" y="1141531"/>
                </a:moveTo>
                <a:cubicBezTo>
                  <a:pt x="225357" y="1141646"/>
                  <a:pt x="231162" y="1147336"/>
                  <a:pt x="231162" y="1154418"/>
                </a:cubicBezTo>
                <a:cubicBezTo>
                  <a:pt x="231162" y="1161500"/>
                  <a:pt x="225473" y="1167305"/>
                  <a:pt x="218274" y="1167305"/>
                </a:cubicBezTo>
                <a:cubicBezTo>
                  <a:pt x="211191" y="1167305"/>
                  <a:pt x="205386" y="1161617"/>
                  <a:pt x="205386" y="1154418"/>
                </a:cubicBezTo>
                <a:cubicBezTo>
                  <a:pt x="205386" y="1147336"/>
                  <a:pt x="211076" y="1141531"/>
                  <a:pt x="218274" y="1141531"/>
                </a:cubicBezTo>
                <a:close/>
                <a:moveTo>
                  <a:pt x="12034897" y="1128760"/>
                </a:moveTo>
                <a:cubicBezTo>
                  <a:pt x="12049061" y="1128760"/>
                  <a:pt x="12060557" y="1140253"/>
                  <a:pt x="12060557" y="1154418"/>
                </a:cubicBezTo>
                <a:cubicBezTo>
                  <a:pt x="12060557" y="1168583"/>
                  <a:pt x="12049061" y="1180077"/>
                  <a:pt x="12034897" y="1180077"/>
                </a:cubicBezTo>
                <a:cubicBezTo>
                  <a:pt x="12020731" y="1180077"/>
                  <a:pt x="12009237" y="1168583"/>
                  <a:pt x="12009237" y="1154418"/>
                </a:cubicBezTo>
                <a:cubicBezTo>
                  <a:pt x="12009237" y="1140253"/>
                  <a:pt x="12020731" y="1128760"/>
                  <a:pt x="12034897" y="1128760"/>
                </a:cubicBezTo>
                <a:close/>
                <a:moveTo>
                  <a:pt x="11970691" y="1128760"/>
                </a:moveTo>
                <a:cubicBezTo>
                  <a:pt x="11984855" y="1128760"/>
                  <a:pt x="11996349" y="1140253"/>
                  <a:pt x="11996349" y="1154418"/>
                </a:cubicBezTo>
                <a:cubicBezTo>
                  <a:pt x="11996349" y="1168583"/>
                  <a:pt x="11984855" y="1180077"/>
                  <a:pt x="11970691" y="1180077"/>
                </a:cubicBezTo>
                <a:cubicBezTo>
                  <a:pt x="11956525" y="1180077"/>
                  <a:pt x="11945033" y="1168583"/>
                  <a:pt x="11945033" y="1154418"/>
                </a:cubicBezTo>
                <a:cubicBezTo>
                  <a:pt x="11945033" y="1140253"/>
                  <a:pt x="11956525" y="1128760"/>
                  <a:pt x="11970691" y="1128760"/>
                </a:cubicBezTo>
                <a:close/>
                <a:moveTo>
                  <a:pt x="11842279" y="1128760"/>
                </a:moveTo>
                <a:cubicBezTo>
                  <a:pt x="11856445" y="1128760"/>
                  <a:pt x="11867941" y="1140253"/>
                  <a:pt x="11867941" y="1154418"/>
                </a:cubicBezTo>
                <a:cubicBezTo>
                  <a:pt x="11867941" y="1168583"/>
                  <a:pt x="11856445" y="1180077"/>
                  <a:pt x="11842279" y="1180077"/>
                </a:cubicBezTo>
                <a:cubicBezTo>
                  <a:pt x="11828117" y="1180077"/>
                  <a:pt x="11816621" y="1168583"/>
                  <a:pt x="11816621" y="1154418"/>
                </a:cubicBezTo>
                <a:cubicBezTo>
                  <a:pt x="11816621" y="1140253"/>
                  <a:pt x="11828117" y="1128760"/>
                  <a:pt x="11842279" y="1128760"/>
                </a:cubicBezTo>
                <a:close/>
                <a:moveTo>
                  <a:pt x="11454081" y="1128760"/>
                </a:moveTo>
                <a:cubicBezTo>
                  <a:pt x="11468253" y="1128760"/>
                  <a:pt x="11479739" y="1140247"/>
                  <a:pt x="11479739" y="1154418"/>
                </a:cubicBezTo>
                <a:cubicBezTo>
                  <a:pt x="11479739" y="1168589"/>
                  <a:pt x="11468253" y="1180077"/>
                  <a:pt x="11454081" y="1180077"/>
                </a:cubicBezTo>
                <a:cubicBezTo>
                  <a:pt x="11439909" y="1180077"/>
                  <a:pt x="11428421" y="1168589"/>
                  <a:pt x="11428421" y="1154418"/>
                </a:cubicBezTo>
                <a:cubicBezTo>
                  <a:pt x="11428421" y="1140247"/>
                  <a:pt x="11439909" y="1128760"/>
                  <a:pt x="11454081" y="1128760"/>
                </a:cubicBezTo>
                <a:close/>
                <a:moveTo>
                  <a:pt x="11325670" y="1128760"/>
                </a:moveTo>
                <a:cubicBezTo>
                  <a:pt x="11339835" y="1128760"/>
                  <a:pt x="11351329" y="1140253"/>
                  <a:pt x="11351329" y="1154418"/>
                </a:cubicBezTo>
                <a:cubicBezTo>
                  <a:pt x="11351329" y="1168583"/>
                  <a:pt x="11339835" y="1180077"/>
                  <a:pt x="11325670" y="1180077"/>
                </a:cubicBezTo>
                <a:cubicBezTo>
                  <a:pt x="11311505" y="1180077"/>
                  <a:pt x="11300012" y="1168583"/>
                  <a:pt x="11300012" y="1154418"/>
                </a:cubicBezTo>
                <a:cubicBezTo>
                  <a:pt x="11300012" y="1140253"/>
                  <a:pt x="11311505" y="1128760"/>
                  <a:pt x="11325670" y="1128760"/>
                </a:cubicBezTo>
                <a:close/>
                <a:moveTo>
                  <a:pt x="11197259" y="1128760"/>
                </a:moveTo>
                <a:cubicBezTo>
                  <a:pt x="11211424" y="1128760"/>
                  <a:pt x="11222917" y="1140253"/>
                  <a:pt x="11222917" y="1154418"/>
                </a:cubicBezTo>
                <a:cubicBezTo>
                  <a:pt x="11222917" y="1168583"/>
                  <a:pt x="11211424" y="1180077"/>
                  <a:pt x="11197259" y="1180077"/>
                </a:cubicBezTo>
                <a:cubicBezTo>
                  <a:pt x="11183094" y="1180077"/>
                  <a:pt x="11171601" y="1168583"/>
                  <a:pt x="11171601" y="1154418"/>
                </a:cubicBezTo>
                <a:cubicBezTo>
                  <a:pt x="11171601" y="1140253"/>
                  <a:pt x="11183094" y="1128760"/>
                  <a:pt x="11197259" y="1128760"/>
                </a:cubicBezTo>
                <a:close/>
                <a:moveTo>
                  <a:pt x="11133055" y="1128760"/>
                </a:moveTo>
                <a:cubicBezTo>
                  <a:pt x="11147225" y="1128760"/>
                  <a:pt x="11158713" y="1140247"/>
                  <a:pt x="11158713" y="1154418"/>
                </a:cubicBezTo>
                <a:cubicBezTo>
                  <a:pt x="11158713" y="1168589"/>
                  <a:pt x="11147225" y="1180077"/>
                  <a:pt x="11133055" y="1180077"/>
                </a:cubicBezTo>
                <a:cubicBezTo>
                  <a:pt x="11118884" y="1180077"/>
                  <a:pt x="11107396" y="1168589"/>
                  <a:pt x="11107396" y="1154418"/>
                </a:cubicBezTo>
                <a:cubicBezTo>
                  <a:pt x="11107396" y="1140247"/>
                  <a:pt x="11118884" y="1128760"/>
                  <a:pt x="11133055" y="1128760"/>
                </a:cubicBezTo>
                <a:close/>
                <a:moveTo>
                  <a:pt x="10940321" y="1128760"/>
                </a:moveTo>
                <a:cubicBezTo>
                  <a:pt x="10954604" y="1128760"/>
                  <a:pt x="10965982" y="1140253"/>
                  <a:pt x="10965982" y="1154418"/>
                </a:cubicBezTo>
                <a:cubicBezTo>
                  <a:pt x="10965982" y="1168583"/>
                  <a:pt x="10954486" y="1180077"/>
                  <a:pt x="10940321" y="1180077"/>
                </a:cubicBezTo>
                <a:cubicBezTo>
                  <a:pt x="10926156" y="1180077"/>
                  <a:pt x="10914663" y="1168583"/>
                  <a:pt x="10914663" y="1154418"/>
                </a:cubicBezTo>
                <a:cubicBezTo>
                  <a:pt x="10914663" y="1140253"/>
                  <a:pt x="10926156" y="1128760"/>
                  <a:pt x="10940321" y="1128760"/>
                </a:cubicBezTo>
                <a:close/>
                <a:moveTo>
                  <a:pt x="10683501" y="1128760"/>
                </a:moveTo>
                <a:cubicBezTo>
                  <a:pt x="10697666" y="1128760"/>
                  <a:pt x="10709159" y="1140253"/>
                  <a:pt x="10709159" y="1154418"/>
                </a:cubicBezTo>
                <a:cubicBezTo>
                  <a:pt x="10709159" y="1168583"/>
                  <a:pt x="10697666" y="1180077"/>
                  <a:pt x="10683501" y="1180077"/>
                </a:cubicBezTo>
                <a:cubicBezTo>
                  <a:pt x="10669336" y="1180077"/>
                  <a:pt x="10657843" y="1168583"/>
                  <a:pt x="10657843" y="1154418"/>
                </a:cubicBezTo>
                <a:cubicBezTo>
                  <a:pt x="10657843" y="1140253"/>
                  <a:pt x="10669336" y="1128760"/>
                  <a:pt x="10683501" y="1128760"/>
                </a:cubicBezTo>
                <a:close/>
                <a:moveTo>
                  <a:pt x="10619297" y="1128760"/>
                </a:moveTo>
                <a:cubicBezTo>
                  <a:pt x="10633462" y="1128760"/>
                  <a:pt x="10644955" y="1140253"/>
                  <a:pt x="10644955" y="1154418"/>
                </a:cubicBezTo>
                <a:cubicBezTo>
                  <a:pt x="10644955" y="1168583"/>
                  <a:pt x="10633462" y="1180077"/>
                  <a:pt x="10619297" y="1180077"/>
                </a:cubicBezTo>
                <a:cubicBezTo>
                  <a:pt x="10605132" y="1180077"/>
                  <a:pt x="10593639" y="1168583"/>
                  <a:pt x="10593639" y="1154418"/>
                </a:cubicBezTo>
                <a:cubicBezTo>
                  <a:pt x="10593639" y="1140253"/>
                  <a:pt x="10605132" y="1128760"/>
                  <a:pt x="10619297" y="1128760"/>
                </a:cubicBezTo>
                <a:close/>
                <a:moveTo>
                  <a:pt x="10555092" y="1128760"/>
                </a:moveTo>
                <a:cubicBezTo>
                  <a:pt x="10569255" y="1128760"/>
                  <a:pt x="10580751" y="1140253"/>
                  <a:pt x="10580751" y="1154418"/>
                </a:cubicBezTo>
                <a:cubicBezTo>
                  <a:pt x="10580751" y="1168583"/>
                  <a:pt x="10569255" y="1180077"/>
                  <a:pt x="10555092" y="1180077"/>
                </a:cubicBezTo>
                <a:cubicBezTo>
                  <a:pt x="10540927" y="1180077"/>
                  <a:pt x="10529432" y="1168583"/>
                  <a:pt x="10529432" y="1154418"/>
                </a:cubicBezTo>
                <a:cubicBezTo>
                  <a:pt x="10529432" y="1140253"/>
                  <a:pt x="10540927" y="1128760"/>
                  <a:pt x="10555092" y="1128760"/>
                </a:cubicBezTo>
                <a:close/>
                <a:moveTo>
                  <a:pt x="10362474" y="1128760"/>
                </a:moveTo>
                <a:cubicBezTo>
                  <a:pt x="10376647" y="1128760"/>
                  <a:pt x="10388135" y="1140247"/>
                  <a:pt x="10388135" y="1154418"/>
                </a:cubicBezTo>
                <a:cubicBezTo>
                  <a:pt x="10388135" y="1168589"/>
                  <a:pt x="10376647" y="1180077"/>
                  <a:pt x="10362474" y="1180077"/>
                </a:cubicBezTo>
                <a:cubicBezTo>
                  <a:pt x="10348304" y="1180077"/>
                  <a:pt x="10336816" y="1168589"/>
                  <a:pt x="10336816" y="1154418"/>
                </a:cubicBezTo>
                <a:cubicBezTo>
                  <a:pt x="10336816" y="1140247"/>
                  <a:pt x="10348304" y="1128760"/>
                  <a:pt x="10362474" y="1128760"/>
                </a:cubicBezTo>
                <a:close/>
                <a:moveTo>
                  <a:pt x="10298270" y="1128760"/>
                </a:moveTo>
                <a:cubicBezTo>
                  <a:pt x="10312435" y="1128760"/>
                  <a:pt x="10323928" y="1140253"/>
                  <a:pt x="10323928" y="1154418"/>
                </a:cubicBezTo>
                <a:cubicBezTo>
                  <a:pt x="10323928" y="1168583"/>
                  <a:pt x="10312435" y="1180077"/>
                  <a:pt x="10298270" y="1180077"/>
                </a:cubicBezTo>
                <a:cubicBezTo>
                  <a:pt x="10284105" y="1180077"/>
                  <a:pt x="10272611" y="1168583"/>
                  <a:pt x="10272611" y="1154418"/>
                </a:cubicBezTo>
                <a:cubicBezTo>
                  <a:pt x="10272611" y="1140253"/>
                  <a:pt x="10284105" y="1128760"/>
                  <a:pt x="10298270" y="1128760"/>
                </a:cubicBezTo>
                <a:close/>
                <a:moveTo>
                  <a:pt x="10234065" y="1128760"/>
                </a:moveTo>
                <a:cubicBezTo>
                  <a:pt x="10248228" y="1128760"/>
                  <a:pt x="10259723" y="1140253"/>
                  <a:pt x="10259723" y="1154418"/>
                </a:cubicBezTo>
                <a:cubicBezTo>
                  <a:pt x="10259723" y="1168583"/>
                  <a:pt x="10248228" y="1180077"/>
                  <a:pt x="10234065" y="1180077"/>
                </a:cubicBezTo>
                <a:cubicBezTo>
                  <a:pt x="10219900" y="1180077"/>
                  <a:pt x="10208404" y="1168583"/>
                  <a:pt x="10208404" y="1154418"/>
                </a:cubicBezTo>
                <a:cubicBezTo>
                  <a:pt x="10208404" y="1140253"/>
                  <a:pt x="10219900" y="1128760"/>
                  <a:pt x="10234065" y="1128760"/>
                </a:cubicBezTo>
                <a:close/>
                <a:moveTo>
                  <a:pt x="10105654" y="1128760"/>
                </a:moveTo>
                <a:cubicBezTo>
                  <a:pt x="10119819" y="1128760"/>
                  <a:pt x="10131312" y="1140253"/>
                  <a:pt x="10131312" y="1154418"/>
                </a:cubicBezTo>
                <a:cubicBezTo>
                  <a:pt x="10131312" y="1168583"/>
                  <a:pt x="10119819" y="1180077"/>
                  <a:pt x="10105654" y="1180077"/>
                </a:cubicBezTo>
                <a:cubicBezTo>
                  <a:pt x="10091489" y="1180077"/>
                  <a:pt x="10079996" y="1168583"/>
                  <a:pt x="10079996" y="1154418"/>
                </a:cubicBezTo>
                <a:cubicBezTo>
                  <a:pt x="10079996" y="1140253"/>
                  <a:pt x="10091489" y="1128760"/>
                  <a:pt x="10105654" y="1128760"/>
                </a:cubicBezTo>
                <a:close/>
                <a:moveTo>
                  <a:pt x="9720307" y="1128760"/>
                </a:moveTo>
                <a:cubicBezTo>
                  <a:pt x="9734470" y="1128760"/>
                  <a:pt x="9745965" y="1140253"/>
                  <a:pt x="9745965" y="1154418"/>
                </a:cubicBezTo>
                <a:cubicBezTo>
                  <a:pt x="9745965" y="1168583"/>
                  <a:pt x="9734470" y="1180077"/>
                  <a:pt x="9720307" y="1180077"/>
                </a:cubicBezTo>
                <a:cubicBezTo>
                  <a:pt x="9706142" y="1180077"/>
                  <a:pt x="9694646" y="1168583"/>
                  <a:pt x="9694646" y="1154418"/>
                </a:cubicBezTo>
                <a:cubicBezTo>
                  <a:pt x="9694646" y="1140253"/>
                  <a:pt x="9706142" y="1128760"/>
                  <a:pt x="9720307" y="1128760"/>
                </a:cubicBezTo>
                <a:close/>
                <a:moveTo>
                  <a:pt x="9463485" y="1128760"/>
                </a:moveTo>
                <a:cubicBezTo>
                  <a:pt x="9477650" y="1128760"/>
                  <a:pt x="9489143" y="1140253"/>
                  <a:pt x="9489143" y="1154418"/>
                </a:cubicBezTo>
                <a:cubicBezTo>
                  <a:pt x="9489143" y="1168583"/>
                  <a:pt x="9477650" y="1180077"/>
                  <a:pt x="9463485" y="1180077"/>
                </a:cubicBezTo>
                <a:cubicBezTo>
                  <a:pt x="9449320" y="1180077"/>
                  <a:pt x="9437826" y="1168583"/>
                  <a:pt x="9437826" y="1154418"/>
                </a:cubicBezTo>
                <a:cubicBezTo>
                  <a:pt x="9437826" y="1140253"/>
                  <a:pt x="9449320" y="1128760"/>
                  <a:pt x="9463485" y="1128760"/>
                </a:cubicBezTo>
                <a:close/>
                <a:moveTo>
                  <a:pt x="9335073" y="1128760"/>
                </a:moveTo>
                <a:cubicBezTo>
                  <a:pt x="9349246" y="1128760"/>
                  <a:pt x="9360734" y="1140247"/>
                  <a:pt x="9360734" y="1154418"/>
                </a:cubicBezTo>
                <a:cubicBezTo>
                  <a:pt x="9360734" y="1168589"/>
                  <a:pt x="9349246" y="1180077"/>
                  <a:pt x="9335073" y="1180077"/>
                </a:cubicBezTo>
                <a:cubicBezTo>
                  <a:pt x="9320903" y="1180077"/>
                  <a:pt x="9309415" y="1168589"/>
                  <a:pt x="9309415" y="1154418"/>
                </a:cubicBezTo>
                <a:cubicBezTo>
                  <a:pt x="9309415" y="1140247"/>
                  <a:pt x="9320903" y="1128760"/>
                  <a:pt x="9335073" y="1128760"/>
                </a:cubicBezTo>
                <a:close/>
                <a:moveTo>
                  <a:pt x="9078253" y="1128760"/>
                </a:moveTo>
                <a:cubicBezTo>
                  <a:pt x="9092418" y="1128760"/>
                  <a:pt x="9103911" y="1140253"/>
                  <a:pt x="9103911" y="1154418"/>
                </a:cubicBezTo>
                <a:cubicBezTo>
                  <a:pt x="9103911" y="1168583"/>
                  <a:pt x="9092418" y="1180077"/>
                  <a:pt x="9078253" y="1180077"/>
                </a:cubicBezTo>
                <a:cubicBezTo>
                  <a:pt x="9064088" y="1180077"/>
                  <a:pt x="9052595" y="1168583"/>
                  <a:pt x="9052595" y="1154418"/>
                </a:cubicBezTo>
                <a:cubicBezTo>
                  <a:pt x="9052595" y="1140253"/>
                  <a:pt x="9064088" y="1128760"/>
                  <a:pt x="9078253" y="1128760"/>
                </a:cubicBezTo>
                <a:close/>
                <a:moveTo>
                  <a:pt x="9014049" y="1128760"/>
                </a:moveTo>
                <a:cubicBezTo>
                  <a:pt x="9028214" y="1128760"/>
                  <a:pt x="9039707" y="1140253"/>
                  <a:pt x="9039707" y="1154418"/>
                </a:cubicBezTo>
                <a:cubicBezTo>
                  <a:pt x="9039707" y="1168583"/>
                  <a:pt x="9028214" y="1180077"/>
                  <a:pt x="9014049" y="1180077"/>
                </a:cubicBezTo>
                <a:cubicBezTo>
                  <a:pt x="8999884" y="1180077"/>
                  <a:pt x="8988388" y="1168583"/>
                  <a:pt x="8988388" y="1154418"/>
                </a:cubicBezTo>
                <a:cubicBezTo>
                  <a:pt x="8988388" y="1140253"/>
                  <a:pt x="8999884" y="1128760"/>
                  <a:pt x="9014049" y="1128760"/>
                </a:cubicBezTo>
                <a:close/>
                <a:moveTo>
                  <a:pt x="8564495" y="1128760"/>
                </a:moveTo>
                <a:cubicBezTo>
                  <a:pt x="8578665" y="1128760"/>
                  <a:pt x="8590153" y="1140247"/>
                  <a:pt x="8590153" y="1154418"/>
                </a:cubicBezTo>
                <a:cubicBezTo>
                  <a:pt x="8590153" y="1168589"/>
                  <a:pt x="8578665" y="1180077"/>
                  <a:pt x="8564495" y="1180077"/>
                </a:cubicBezTo>
                <a:cubicBezTo>
                  <a:pt x="8550325" y="1180077"/>
                  <a:pt x="8538837" y="1168589"/>
                  <a:pt x="8538837" y="1154418"/>
                </a:cubicBezTo>
                <a:cubicBezTo>
                  <a:pt x="8538837" y="1140247"/>
                  <a:pt x="8550325" y="1128760"/>
                  <a:pt x="8564495" y="1128760"/>
                </a:cubicBezTo>
                <a:close/>
                <a:moveTo>
                  <a:pt x="8500288" y="1128760"/>
                </a:moveTo>
                <a:cubicBezTo>
                  <a:pt x="8514453" y="1128760"/>
                  <a:pt x="8525949" y="1140253"/>
                  <a:pt x="8525949" y="1154418"/>
                </a:cubicBezTo>
                <a:cubicBezTo>
                  <a:pt x="8525949" y="1168583"/>
                  <a:pt x="8514453" y="1180077"/>
                  <a:pt x="8500288" y="1180077"/>
                </a:cubicBezTo>
                <a:cubicBezTo>
                  <a:pt x="8486126" y="1180077"/>
                  <a:pt x="8474630" y="1168583"/>
                  <a:pt x="8474630" y="1154418"/>
                </a:cubicBezTo>
                <a:cubicBezTo>
                  <a:pt x="8474630" y="1140253"/>
                  <a:pt x="8486126" y="1128760"/>
                  <a:pt x="8500288" y="1128760"/>
                </a:cubicBezTo>
                <a:close/>
                <a:moveTo>
                  <a:pt x="8050852" y="1128760"/>
                </a:moveTo>
                <a:cubicBezTo>
                  <a:pt x="8065017" y="1128760"/>
                  <a:pt x="8076510" y="1140253"/>
                  <a:pt x="8076510" y="1154418"/>
                </a:cubicBezTo>
                <a:cubicBezTo>
                  <a:pt x="8076510" y="1168583"/>
                  <a:pt x="8065017" y="1180077"/>
                  <a:pt x="8050852" y="1180077"/>
                </a:cubicBezTo>
                <a:cubicBezTo>
                  <a:pt x="8036687" y="1180077"/>
                  <a:pt x="8025194" y="1168583"/>
                  <a:pt x="8025194" y="1154418"/>
                </a:cubicBezTo>
                <a:cubicBezTo>
                  <a:pt x="8025194" y="1140253"/>
                  <a:pt x="8036687" y="1128760"/>
                  <a:pt x="8050852" y="1128760"/>
                </a:cubicBezTo>
                <a:close/>
                <a:moveTo>
                  <a:pt x="7986648" y="1128760"/>
                </a:moveTo>
                <a:cubicBezTo>
                  <a:pt x="8000813" y="1128760"/>
                  <a:pt x="8012306" y="1140253"/>
                  <a:pt x="8012306" y="1154418"/>
                </a:cubicBezTo>
                <a:cubicBezTo>
                  <a:pt x="8012306" y="1168583"/>
                  <a:pt x="8000813" y="1180077"/>
                  <a:pt x="7986648" y="1180077"/>
                </a:cubicBezTo>
                <a:cubicBezTo>
                  <a:pt x="7972483" y="1180077"/>
                  <a:pt x="7960990" y="1168583"/>
                  <a:pt x="7960990" y="1154418"/>
                </a:cubicBezTo>
                <a:cubicBezTo>
                  <a:pt x="7960990" y="1140253"/>
                  <a:pt x="7972483" y="1128760"/>
                  <a:pt x="7986648" y="1128760"/>
                </a:cubicBezTo>
                <a:close/>
                <a:moveTo>
                  <a:pt x="7858237" y="1128760"/>
                </a:moveTo>
                <a:cubicBezTo>
                  <a:pt x="7872407" y="1128760"/>
                  <a:pt x="7883895" y="1140247"/>
                  <a:pt x="7883895" y="1154418"/>
                </a:cubicBezTo>
                <a:cubicBezTo>
                  <a:pt x="7883895" y="1168589"/>
                  <a:pt x="7872407" y="1180077"/>
                  <a:pt x="7858237" y="1180077"/>
                </a:cubicBezTo>
                <a:cubicBezTo>
                  <a:pt x="7844066" y="1180077"/>
                  <a:pt x="7832578" y="1168589"/>
                  <a:pt x="7832578" y="1154418"/>
                </a:cubicBezTo>
                <a:cubicBezTo>
                  <a:pt x="7832578" y="1140247"/>
                  <a:pt x="7844066" y="1128760"/>
                  <a:pt x="7858237" y="1128760"/>
                </a:cubicBezTo>
                <a:close/>
                <a:moveTo>
                  <a:pt x="7794032" y="1128760"/>
                </a:moveTo>
                <a:cubicBezTo>
                  <a:pt x="7808203" y="1128760"/>
                  <a:pt x="7819690" y="1140247"/>
                  <a:pt x="7819690" y="1154418"/>
                </a:cubicBezTo>
                <a:cubicBezTo>
                  <a:pt x="7819690" y="1168589"/>
                  <a:pt x="7808203" y="1180077"/>
                  <a:pt x="7794032" y="1180077"/>
                </a:cubicBezTo>
                <a:cubicBezTo>
                  <a:pt x="7779862" y="1180077"/>
                  <a:pt x="7768371" y="1168589"/>
                  <a:pt x="7768371" y="1154418"/>
                </a:cubicBezTo>
                <a:cubicBezTo>
                  <a:pt x="7768371" y="1140247"/>
                  <a:pt x="7779862" y="1128760"/>
                  <a:pt x="7794032" y="1128760"/>
                </a:cubicBezTo>
                <a:close/>
                <a:moveTo>
                  <a:pt x="7729825" y="1128760"/>
                </a:moveTo>
                <a:cubicBezTo>
                  <a:pt x="7743990" y="1128760"/>
                  <a:pt x="7755486" y="1140253"/>
                  <a:pt x="7755486" y="1154418"/>
                </a:cubicBezTo>
                <a:cubicBezTo>
                  <a:pt x="7755486" y="1168583"/>
                  <a:pt x="7743990" y="1180077"/>
                  <a:pt x="7729825" y="1180077"/>
                </a:cubicBezTo>
                <a:cubicBezTo>
                  <a:pt x="7715660" y="1180077"/>
                  <a:pt x="7704167" y="1168583"/>
                  <a:pt x="7704167" y="1154418"/>
                </a:cubicBezTo>
                <a:cubicBezTo>
                  <a:pt x="7704167" y="1140253"/>
                  <a:pt x="7715660" y="1128760"/>
                  <a:pt x="7729825" y="1128760"/>
                </a:cubicBezTo>
                <a:close/>
                <a:moveTo>
                  <a:pt x="7665621" y="1128760"/>
                </a:moveTo>
                <a:cubicBezTo>
                  <a:pt x="7679786" y="1128760"/>
                  <a:pt x="7691279" y="1140253"/>
                  <a:pt x="7691279" y="1154418"/>
                </a:cubicBezTo>
                <a:cubicBezTo>
                  <a:pt x="7691279" y="1168583"/>
                  <a:pt x="7679786" y="1180077"/>
                  <a:pt x="7665621" y="1180077"/>
                </a:cubicBezTo>
                <a:cubicBezTo>
                  <a:pt x="7651456" y="1180077"/>
                  <a:pt x="7639963" y="1168583"/>
                  <a:pt x="7639963" y="1154418"/>
                </a:cubicBezTo>
                <a:cubicBezTo>
                  <a:pt x="7639963" y="1140253"/>
                  <a:pt x="7651456" y="1128760"/>
                  <a:pt x="7665621" y="1128760"/>
                </a:cubicBezTo>
                <a:close/>
                <a:moveTo>
                  <a:pt x="7601299" y="1128760"/>
                </a:moveTo>
                <a:cubicBezTo>
                  <a:pt x="7615464" y="1128760"/>
                  <a:pt x="7626959" y="1140253"/>
                  <a:pt x="7626959" y="1154418"/>
                </a:cubicBezTo>
                <a:cubicBezTo>
                  <a:pt x="7626959" y="1168583"/>
                  <a:pt x="7615464" y="1180077"/>
                  <a:pt x="7601299" y="1180077"/>
                </a:cubicBezTo>
                <a:cubicBezTo>
                  <a:pt x="7587134" y="1180077"/>
                  <a:pt x="7575640" y="1168583"/>
                  <a:pt x="7575640" y="1154418"/>
                </a:cubicBezTo>
                <a:cubicBezTo>
                  <a:pt x="7575640" y="1140253"/>
                  <a:pt x="7587134" y="1128760"/>
                  <a:pt x="7601299" y="1128760"/>
                </a:cubicBezTo>
                <a:close/>
                <a:moveTo>
                  <a:pt x="7537094" y="1128760"/>
                </a:moveTo>
                <a:cubicBezTo>
                  <a:pt x="7551259" y="1128760"/>
                  <a:pt x="7562752" y="1140253"/>
                  <a:pt x="7562752" y="1154418"/>
                </a:cubicBezTo>
                <a:cubicBezTo>
                  <a:pt x="7562752" y="1168583"/>
                  <a:pt x="7551259" y="1180077"/>
                  <a:pt x="7537094" y="1180077"/>
                </a:cubicBezTo>
                <a:cubicBezTo>
                  <a:pt x="7522929" y="1180077"/>
                  <a:pt x="7511436" y="1168583"/>
                  <a:pt x="7511436" y="1154418"/>
                </a:cubicBezTo>
                <a:cubicBezTo>
                  <a:pt x="7511436" y="1140253"/>
                  <a:pt x="7522929" y="1128760"/>
                  <a:pt x="7537094" y="1128760"/>
                </a:cubicBezTo>
                <a:close/>
                <a:moveTo>
                  <a:pt x="7472890" y="1128760"/>
                </a:moveTo>
                <a:cubicBezTo>
                  <a:pt x="7487060" y="1128760"/>
                  <a:pt x="7498548" y="1140247"/>
                  <a:pt x="7498548" y="1154418"/>
                </a:cubicBezTo>
                <a:cubicBezTo>
                  <a:pt x="7498548" y="1168589"/>
                  <a:pt x="7487060" y="1180077"/>
                  <a:pt x="7472890" y="1180077"/>
                </a:cubicBezTo>
                <a:cubicBezTo>
                  <a:pt x="7458717" y="1180077"/>
                  <a:pt x="7447229" y="1168589"/>
                  <a:pt x="7447229" y="1154418"/>
                </a:cubicBezTo>
                <a:cubicBezTo>
                  <a:pt x="7447229" y="1140247"/>
                  <a:pt x="7458717" y="1128760"/>
                  <a:pt x="7472890" y="1128760"/>
                </a:cubicBezTo>
                <a:close/>
                <a:moveTo>
                  <a:pt x="7216067" y="1128760"/>
                </a:moveTo>
                <a:cubicBezTo>
                  <a:pt x="7230232" y="1128760"/>
                  <a:pt x="7241725" y="1140253"/>
                  <a:pt x="7241725" y="1154418"/>
                </a:cubicBezTo>
                <a:cubicBezTo>
                  <a:pt x="7241725" y="1168583"/>
                  <a:pt x="7230232" y="1180077"/>
                  <a:pt x="7216067" y="1180077"/>
                </a:cubicBezTo>
                <a:cubicBezTo>
                  <a:pt x="7201902" y="1180077"/>
                  <a:pt x="7190409" y="1168583"/>
                  <a:pt x="7190409" y="1154418"/>
                </a:cubicBezTo>
                <a:cubicBezTo>
                  <a:pt x="7190409" y="1140253"/>
                  <a:pt x="7201902" y="1128760"/>
                  <a:pt x="7216067" y="1128760"/>
                </a:cubicBezTo>
                <a:close/>
                <a:moveTo>
                  <a:pt x="7151863" y="1128760"/>
                </a:moveTo>
                <a:cubicBezTo>
                  <a:pt x="7166033" y="1128760"/>
                  <a:pt x="7177521" y="1140247"/>
                  <a:pt x="7177521" y="1154418"/>
                </a:cubicBezTo>
                <a:cubicBezTo>
                  <a:pt x="7177521" y="1168589"/>
                  <a:pt x="7166033" y="1180077"/>
                  <a:pt x="7151863" y="1180077"/>
                </a:cubicBezTo>
                <a:cubicBezTo>
                  <a:pt x="7137692" y="1180077"/>
                  <a:pt x="7126205" y="1168589"/>
                  <a:pt x="7126205" y="1154418"/>
                </a:cubicBezTo>
                <a:cubicBezTo>
                  <a:pt x="7126205" y="1140247"/>
                  <a:pt x="7137692" y="1128760"/>
                  <a:pt x="7151863" y="1128760"/>
                </a:cubicBezTo>
                <a:close/>
                <a:moveTo>
                  <a:pt x="6895043" y="1128760"/>
                </a:moveTo>
                <a:cubicBezTo>
                  <a:pt x="6909208" y="1128760"/>
                  <a:pt x="6920701" y="1140253"/>
                  <a:pt x="6920701" y="1154418"/>
                </a:cubicBezTo>
                <a:cubicBezTo>
                  <a:pt x="6920701" y="1168583"/>
                  <a:pt x="6909208" y="1180077"/>
                  <a:pt x="6895043" y="1180077"/>
                </a:cubicBezTo>
                <a:cubicBezTo>
                  <a:pt x="6880878" y="1180077"/>
                  <a:pt x="6869382" y="1168583"/>
                  <a:pt x="6869382" y="1154418"/>
                </a:cubicBezTo>
                <a:cubicBezTo>
                  <a:pt x="6869382" y="1140253"/>
                  <a:pt x="6880878" y="1128760"/>
                  <a:pt x="6895043" y="1128760"/>
                </a:cubicBezTo>
                <a:close/>
                <a:moveTo>
                  <a:pt x="6638220" y="1128760"/>
                </a:moveTo>
                <a:cubicBezTo>
                  <a:pt x="6652385" y="1128760"/>
                  <a:pt x="6663881" y="1140253"/>
                  <a:pt x="6663881" y="1154418"/>
                </a:cubicBezTo>
                <a:cubicBezTo>
                  <a:pt x="6663881" y="1168583"/>
                  <a:pt x="6652385" y="1180077"/>
                  <a:pt x="6638220" y="1180077"/>
                </a:cubicBezTo>
                <a:cubicBezTo>
                  <a:pt x="6624055" y="1180077"/>
                  <a:pt x="6612562" y="1168583"/>
                  <a:pt x="6612562" y="1154418"/>
                </a:cubicBezTo>
                <a:cubicBezTo>
                  <a:pt x="6612562" y="1140253"/>
                  <a:pt x="6624055" y="1128760"/>
                  <a:pt x="6638220" y="1128760"/>
                </a:cubicBezTo>
                <a:close/>
                <a:moveTo>
                  <a:pt x="6317078" y="1128760"/>
                </a:moveTo>
                <a:cubicBezTo>
                  <a:pt x="6331243" y="1128760"/>
                  <a:pt x="6342736" y="1140253"/>
                  <a:pt x="6342736" y="1154418"/>
                </a:cubicBezTo>
                <a:cubicBezTo>
                  <a:pt x="6342736" y="1168583"/>
                  <a:pt x="6331243" y="1180077"/>
                  <a:pt x="6317078" y="1180077"/>
                </a:cubicBezTo>
                <a:cubicBezTo>
                  <a:pt x="6302913" y="1180077"/>
                  <a:pt x="6291420" y="1168583"/>
                  <a:pt x="6291420" y="1154418"/>
                </a:cubicBezTo>
                <a:cubicBezTo>
                  <a:pt x="6291420" y="1140253"/>
                  <a:pt x="6302913" y="1128760"/>
                  <a:pt x="6317078" y="1128760"/>
                </a:cubicBezTo>
                <a:close/>
                <a:moveTo>
                  <a:pt x="6252873" y="1128760"/>
                </a:moveTo>
                <a:cubicBezTo>
                  <a:pt x="6267036" y="1128760"/>
                  <a:pt x="6278532" y="1140253"/>
                  <a:pt x="6278532" y="1154418"/>
                </a:cubicBezTo>
                <a:cubicBezTo>
                  <a:pt x="6278532" y="1168583"/>
                  <a:pt x="6267036" y="1180077"/>
                  <a:pt x="6252873" y="1180077"/>
                </a:cubicBezTo>
                <a:cubicBezTo>
                  <a:pt x="6238708" y="1180077"/>
                  <a:pt x="6227213" y="1168583"/>
                  <a:pt x="6227213" y="1154418"/>
                </a:cubicBezTo>
                <a:cubicBezTo>
                  <a:pt x="6227213" y="1140253"/>
                  <a:pt x="6238708" y="1128760"/>
                  <a:pt x="6252873" y="1128760"/>
                </a:cubicBezTo>
                <a:close/>
                <a:moveTo>
                  <a:pt x="6124462" y="1128760"/>
                </a:moveTo>
                <a:cubicBezTo>
                  <a:pt x="6138627" y="1128760"/>
                  <a:pt x="6150123" y="1140253"/>
                  <a:pt x="6150123" y="1154418"/>
                </a:cubicBezTo>
                <a:cubicBezTo>
                  <a:pt x="6150123" y="1168583"/>
                  <a:pt x="6138627" y="1180077"/>
                  <a:pt x="6124462" y="1180077"/>
                </a:cubicBezTo>
                <a:cubicBezTo>
                  <a:pt x="6110297" y="1180077"/>
                  <a:pt x="6098804" y="1168583"/>
                  <a:pt x="6098804" y="1154418"/>
                </a:cubicBezTo>
                <a:cubicBezTo>
                  <a:pt x="6098804" y="1140253"/>
                  <a:pt x="6110297" y="1128760"/>
                  <a:pt x="6124462" y="1128760"/>
                </a:cubicBezTo>
                <a:close/>
                <a:moveTo>
                  <a:pt x="5743477" y="1128760"/>
                </a:moveTo>
                <a:cubicBezTo>
                  <a:pt x="5757648" y="1128760"/>
                  <a:pt x="5769136" y="1140247"/>
                  <a:pt x="5769136" y="1154418"/>
                </a:cubicBezTo>
                <a:cubicBezTo>
                  <a:pt x="5769136" y="1168589"/>
                  <a:pt x="5757648" y="1180077"/>
                  <a:pt x="5743477" y="1180077"/>
                </a:cubicBezTo>
                <a:cubicBezTo>
                  <a:pt x="5729307" y="1180077"/>
                  <a:pt x="5717818" y="1168589"/>
                  <a:pt x="5717818" y="1154418"/>
                </a:cubicBezTo>
                <a:cubicBezTo>
                  <a:pt x="5717818" y="1140247"/>
                  <a:pt x="5729307" y="1128760"/>
                  <a:pt x="5743477" y="1128760"/>
                </a:cubicBezTo>
                <a:close/>
                <a:moveTo>
                  <a:pt x="5615066" y="1128760"/>
                </a:moveTo>
                <a:cubicBezTo>
                  <a:pt x="5629231" y="1128760"/>
                  <a:pt x="5640726" y="1140253"/>
                  <a:pt x="5640726" y="1154418"/>
                </a:cubicBezTo>
                <a:cubicBezTo>
                  <a:pt x="5640726" y="1168583"/>
                  <a:pt x="5629231" y="1180077"/>
                  <a:pt x="5615066" y="1180077"/>
                </a:cubicBezTo>
                <a:cubicBezTo>
                  <a:pt x="5600901" y="1180077"/>
                  <a:pt x="5589407" y="1168583"/>
                  <a:pt x="5589407" y="1154418"/>
                </a:cubicBezTo>
                <a:cubicBezTo>
                  <a:pt x="5589407" y="1140253"/>
                  <a:pt x="5600901" y="1128760"/>
                  <a:pt x="5615066" y="1128760"/>
                </a:cubicBezTo>
                <a:close/>
                <a:moveTo>
                  <a:pt x="5486655" y="1128760"/>
                </a:moveTo>
                <a:cubicBezTo>
                  <a:pt x="5500819" y="1128760"/>
                  <a:pt x="5512316" y="1140253"/>
                  <a:pt x="5512316" y="1154418"/>
                </a:cubicBezTo>
                <a:cubicBezTo>
                  <a:pt x="5512316" y="1168583"/>
                  <a:pt x="5500819" y="1180077"/>
                  <a:pt x="5486655" y="1180077"/>
                </a:cubicBezTo>
                <a:cubicBezTo>
                  <a:pt x="5472491" y="1180077"/>
                  <a:pt x="5460997" y="1168583"/>
                  <a:pt x="5460997" y="1154418"/>
                </a:cubicBezTo>
                <a:cubicBezTo>
                  <a:pt x="5460997" y="1140253"/>
                  <a:pt x="5472491" y="1128760"/>
                  <a:pt x="5486655" y="1128760"/>
                </a:cubicBezTo>
                <a:close/>
                <a:moveTo>
                  <a:pt x="5422451" y="1128760"/>
                </a:moveTo>
                <a:cubicBezTo>
                  <a:pt x="5436621" y="1128760"/>
                  <a:pt x="5448109" y="1140247"/>
                  <a:pt x="5448109" y="1154418"/>
                </a:cubicBezTo>
                <a:cubicBezTo>
                  <a:pt x="5448109" y="1168589"/>
                  <a:pt x="5436621" y="1180077"/>
                  <a:pt x="5422451" y="1180077"/>
                </a:cubicBezTo>
                <a:cubicBezTo>
                  <a:pt x="5408280" y="1180077"/>
                  <a:pt x="5396791" y="1168589"/>
                  <a:pt x="5396791" y="1154418"/>
                </a:cubicBezTo>
                <a:cubicBezTo>
                  <a:pt x="5396791" y="1140247"/>
                  <a:pt x="5408280" y="1128760"/>
                  <a:pt x="5422451" y="1128760"/>
                </a:cubicBezTo>
                <a:close/>
                <a:moveTo>
                  <a:pt x="5229719" y="1128760"/>
                </a:moveTo>
                <a:cubicBezTo>
                  <a:pt x="5243999" y="1128760"/>
                  <a:pt x="5255377" y="1140253"/>
                  <a:pt x="5255377" y="1154418"/>
                </a:cubicBezTo>
                <a:cubicBezTo>
                  <a:pt x="5255377" y="1168583"/>
                  <a:pt x="5243883" y="1180077"/>
                  <a:pt x="5229719" y="1180077"/>
                </a:cubicBezTo>
                <a:cubicBezTo>
                  <a:pt x="5215554" y="1180077"/>
                  <a:pt x="5204058" y="1168583"/>
                  <a:pt x="5204058" y="1154418"/>
                </a:cubicBezTo>
                <a:cubicBezTo>
                  <a:pt x="5204058" y="1140253"/>
                  <a:pt x="5215554" y="1128760"/>
                  <a:pt x="5229719" y="1128760"/>
                </a:cubicBezTo>
                <a:close/>
                <a:moveTo>
                  <a:pt x="4972896" y="1128760"/>
                </a:moveTo>
                <a:cubicBezTo>
                  <a:pt x="4987063" y="1128760"/>
                  <a:pt x="4998557" y="1140253"/>
                  <a:pt x="4998557" y="1154418"/>
                </a:cubicBezTo>
                <a:cubicBezTo>
                  <a:pt x="4998557" y="1168583"/>
                  <a:pt x="4987063" y="1180077"/>
                  <a:pt x="4972896" y="1180077"/>
                </a:cubicBezTo>
                <a:cubicBezTo>
                  <a:pt x="4958732" y="1180077"/>
                  <a:pt x="4947240" y="1168583"/>
                  <a:pt x="4947240" y="1154418"/>
                </a:cubicBezTo>
                <a:cubicBezTo>
                  <a:pt x="4947240" y="1140253"/>
                  <a:pt x="4958732" y="1128760"/>
                  <a:pt x="4972896" y="1128760"/>
                </a:cubicBezTo>
                <a:close/>
                <a:moveTo>
                  <a:pt x="4908693" y="1128760"/>
                </a:moveTo>
                <a:cubicBezTo>
                  <a:pt x="4922857" y="1128760"/>
                  <a:pt x="4934352" y="1140253"/>
                  <a:pt x="4934352" y="1154418"/>
                </a:cubicBezTo>
                <a:cubicBezTo>
                  <a:pt x="4934352" y="1168583"/>
                  <a:pt x="4922857" y="1180077"/>
                  <a:pt x="4908693" y="1180077"/>
                </a:cubicBezTo>
                <a:cubicBezTo>
                  <a:pt x="4894527" y="1180077"/>
                  <a:pt x="4883033" y="1168583"/>
                  <a:pt x="4883033" y="1154418"/>
                </a:cubicBezTo>
                <a:cubicBezTo>
                  <a:pt x="4883033" y="1140253"/>
                  <a:pt x="4894527" y="1128760"/>
                  <a:pt x="4908693" y="1128760"/>
                </a:cubicBezTo>
                <a:close/>
                <a:moveTo>
                  <a:pt x="4844487" y="1128760"/>
                </a:moveTo>
                <a:cubicBezTo>
                  <a:pt x="4858650" y="1128760"/>
                  <a:pt x="4870146" y="1140253"/>
                  <a:pt x="4870146" y="1154418"/>
                </a:cubicBezTo>
                <a:cubicBezTo>
                  <a:pt x="4870146" y="1168583"/>
                  <a:pt x="4858650" y="1180077"/>
                  <a:pt x="4844487" y="1180077"/>
                </a:cubicBezTo>
                <a:cubicBezTo>
                  <a:pt x="4830322" y="1180077"/>
                  <a:pt x="4818828" y="1168583"/>
                  <a:pt x="4818828" y="1154418"/>
                </a:cubicBezTo>
                <a:cubicBezTo>
                  <a:pt x="4818828" y="1140253"/>
                  <a:pt x="4830322" y="1128760"/>
                  <a:pt x="4844487" y="1128760"/>
                </a:cubicBezTo>
                <a:close/>
                <a:moveTo>
                  <a:pt x="4651872" y="1128760"/>
                </a:moveTo>
                <a:cubicBezTo>
                  <a:pt x="4666042" y="1128760"/>
                  <a:pt x="4677531" y="1140247"/>
                  <a:pt x="4677531" y="1154418"/>
                </a:cubicBezTo>
                <a:cubicBezTo>
                  <a:pt x="4677531" y="1168589"/>
                  <a:pt x="4666042" y="1180077"/>
                  <a:pt x="4651872" y="1180077"/>
                </a:cubicBezTo>
                <a:cubicBezTo>
                  <a:pt x="4637700" y="1180077"/>
                  <a:pt x="4626213" y="1168589"/>
                  <a:pt x="4626213" y="1154418"/>
                </a:cubicBezTo>
                <a:cubicBezTo>
                  <a:pt x="4626213" y="1140247"/>
                  <a:pt x="4637700" y="1128760"/>
                  <a:pt x="4651872" y="1128760"/>
                </a:cubicBezTo>
                <a:close/>
                <a:moveTo>
                  <a:pt x="4587666" y="1128760"/>
                </a:moveTo>
                <a:cubicBezTo>
                  <a:pt x="4601830" y="1128760"/>
                  <a:pt x="4613324" y="1140253"/>
                  <a:pt x="4613324" y="1154418"/>
                </a:cubicBezTo>
                <a:cubicBezTo>
                  <a:pt x="4613324" y="1168583"/>
                  <a:pt x="4601830" y="1180077"/>
                  <a:pt x="4587666" y="1180077"/>
                </a:cubicBezTo>
                <a:cubicBezTo>
                  <a:pt x="4573501" y="1180077"/>
                  <a:pt x="4562007" y="1168583"/>
                  <a:pt x="4562007" y="1154418"/>
                </a:cubicBezTo>
                <a:cubicBezTo>
                  <a:pt x="4562007" y="1140253"/>
                  <a:pt x="4573501" y="1128760"/>
                  <a:pt x="4587666" y="1128760"/>
                </a:cubicBezTo>
                <a:close/>
                <a:moveTo>
                  <a:pt x="4523461" y="1128760"/>
                </a:moveTo>
                <a:cubicBezTo>
                  <a:pt x="4537626" y="1128760"/>
                  <a:pt x="4549121" y="1140253"/>
                  <a:pt x="4549121" y="1154418"/>
                </a:cubicBezTo>
                <a:cubicBezTo>
                  <a:pt x="4549121" y="1168583"/>
                  <a:pt x="4537626" y="1180077"/>
                  <a:pt x="4523461" y="1180077"/>
                </a:cubicBezTo>
                <a:cubicBezTo>
                  <a:pt x="4509296" y="1180077"/>
                  <a:pt x="4497802" y="1168583"/>
                  <a:pt x="4497802" y="1154418"/>
                </a:cubicBezTo>
                <a:cubicBezTo>
                  <a:pt x="4497802" y="1140253"/>
                  <a:pt x="4509296" y="1128760"/>
                  <a:pt x="4523461" y="1128760"/>
                </a:cubicBezTo>
                <a:close/>
                <a:moveTo>
                  <a:pt x="4395050" y="1128760"/>
                </a:moveTo>
                <a:cubicBezTo>
                  <a:pt x="4409214" y="1128760"/>
                  <a:pt x="4420710" y="1140253"/>
                  <a:pt x="4420710" y="1154418"/>
                </a:cubicBezTo>
                <a:cubicBezTo>
                  <a:pt x="4420710" y="1168583"/>
                  <a:pt x="4409214" y="1180077"/>
                  <a:pt x="4395050" y="1180077"/>
                </a:cubicBezTo>
                <a:cubicBezTo>
                  <a:pt x="4380886" y="1180077"/>
                  <a:pt x="4369391" y="1168583"/>
                  <a:pt x="4369391" y="1154418"/>
                </a:cubicBezTo>
                <a:cubicBezTo>
                  <a:pt x="4369391" y="1140253"/>
                  <a:pt x="4380886" y="1128760"/>
                  <a:pt x="4395050" y="1128760"/>
                </a:cubicBezTo>
                <a:close/>
                <a:moveTo>
                  <a:pt x="4009702" y="1128760"/>
                </a:moveTo>
                <a:cubicBezTo>
                  <a:pt x="4023866" y="1128760"/>
                  <a:pt x="4035362" y="1140253"/>
                  <a:pt x="4035362" y="1154418"/>
                </a:cubicBezTo>
                <a:cubicBezTo>
                  <a:pt x="4035362" y="1168583"/>
                  <a:pt x="4023866" y="1180077"/>
                  <a:pt x="4009702" y="1180077"/>
                </a:cubicBezTo>
                <a:cubicBezTo>
                  <a:pt x="3995538" y="1180077"/>
                  <a:pt x="3984043" y="1168583"/>
                  <a:pt x="3984043" y="1154418"/>
                </a:cubicBezTo>
                <a:cubicBezTo>
                  <a:pt x="3984043" y="1140253"/>
                  <a:pt x="3995538" y="1128760"/>
                  <a:pt x="4009702" y="1128760"/>
                </a:cubicBezTo>
                <a:close/>
                <a:moveTo>
                  <a:pt x="3752882" y="1128760"/>
                </a:moveTo>
                <a:cubicBezTo>
                  <a:pt x="3767045" y="1128760"/>
                  <a:pt x="3778539" y="1140253"/>
                  <a:pt x="3778539" y="1154418"/>
                </a:cubicBezTo>
                <a:cubicBezTo>
                  <a:pt x="3778539" y="1168583"/>
                  <a:pt x="3767045" y="1180077"/>
                  <a:pt x="3752882" y="1180077"/>
                </a:cubicBezTo>
                <a:cubicBezTo>
                  <a:pt x="3738717" y="1180077"/>
                  <a:pt x="3727221" y="1168583"/>
                  <a:pt x="3727221" y="1154418"/>
                </a:cubicBezTo>
                <a:cubicBezTo>
                  <a:pt x="3727221" y="1140253"/>
                  <a:pt x="3738717" y="1128760"/>
                  <a:pt x="3752882" y="1128760"/>
                </a:cubicBezTo>
                <a:close/>
                <a:moveTo>
                  <a:pt x="3624472" y="1128760"/>
                </a:moveTo>
                <a:cubicBezTo>
                  <a:pt x="3638640" y="1128760"/>
                  <a:pt x="3650129" y="1140247"/>
                  <a:pt x="3650129" y="1154418"/>
                </a:cubicBezTo>
                <a:cubicBezTo>
                  <a:pt x="3650129" y="1168589"/>
                  <a:pt x="3638640" y="1180077"/>
                  <a:pt x="3624472" y="1180077"/>
                </a:cubicBezTo>
                <a:cubicBezTo>
                  <a:pt x="3610300" y="1180077"/>
                  <a:pt x="3598810" y="1168589"/>
                  <a:pt x="3598810" y="1154418"/>
                </a:cubicBezTo>
                <a:cubicBezTo>
                  <a:pt x="3598810" y="1140247"/>
                  <a:pt x="3610300" y="1128760"/>
                  <a:pt x="3624472" y="1128760"/>
                </a:cubicBezTo>
                <a:close/>
                <a:moveTo>
                  <a:pt x="3367649" y="1128760"/>
                </a:moveTo>
                <a:cubicBezTo>
                  <a:pt x="3381813" y="1128760"/>
                  <a:pt x="3393308" y="1140253"/>
                  <a:pt x="3393308" y="1154418"/>
                </a:cubicBezTo>
                <a:cubicBezTo>
                  <a:pt x="3393308" y="1168583"/>
                  <a:pt x="3381813" y="1180077"/>
                  <a:pt x="3367649" y="1180077"/>
                </a:cubicBezTo>
                <a:cubicBezTo>
                  <a:pt x="3353484" y="1180077"/>
                  <a:pt x="3341990" y="1168583"/>
                  <a:pt x="3341990" y="1154418"/>
                </a:cubicBezTo>
                <a:cubicBezTo>
                  <a:pt x="3341990" y="1140253"/>
                  <a:pt x="3353484" y="1128760"/>
                  <a:pt x="3367649" y="1128760"/>
                </a:cubicBezTo>
                <a:close/>
                <a:moveTo>
                  <a:pt x="3303444" y="1128760"/>
                </a:moveTo>
                <a:cubicBezTo>
                  <a:pt x="3317609" y="1128760"/>
                  <a:pt x="3329102" y="1140253"/>
                  <a:pt x="3329102" y="1154418"/>
                </a:cubicBezTo>
                <a:cubicBezTo>
                  <a:pt x="3329102" y="1168583"/>
                  <a:pt x="3317609" y="1180077"/>
                  <a:pt x="3303444" y="1180077"/>
                </a:cubicBezTo>
                <a:cubicBezTo>
                  <a:pt x="3289279" y="1180077"/>
                  <a:pt x="3277785" y="1168583"/>
                  <a:pt x="3277785" y="1154418"/>
                </a:cubicBezTo>
                <a:cubicBezTo>
                  <a:pt x="3277785" y="1140253"/>
                  <a:pt x="3289279" y="1128760"/>
                  <a:pt x="3303444" y="1128760"/>
                </a:cubicBezTo>
                <a:close/>
                <a:moveTo>
                  <a:pt x="2853890" y="1128760"/>
                </a:moveTo>
                <a:cubicBezTo>
                  <a:pt x="2868062" y="1128760"/>
                  <a:pt x="2879550" y="1140247"/>
                  <a:pt x="2879550" y="1154418"/>
                </a:cubicBezTo>
                <a:cubicBezTo>
                  <a:pt x="2879550" y="1168589"/>
                  <a:pt x="2868062" y="1180077"/>
                  <a:pt x="2853890" y="1180077"/>
                </a:cubicBezTo>
                <a:cubicBezTo>
                  <a:pt x="2839720" y="1180077"/>
                  <a:pt x="2828231" y="1168589"/>
                  <a:pt x="2828231" y="1154418"/>
                </a:cubicBezTo>
                <a:cubicBezTo>
                  <a:pt x="2828231" y="1140247"/>
                  <a:pt x="2839720" y="1128760"/>
                  <a:pt x="2853890" y="1128760"/>
                </a:cubicBezTo>
                <a:close/>
                <a:moveTo>
                  <a:pt x="2789686" y="1128760"/>
                </a:moveTo>
                <a:cubicBezTo>
                  <a:pt x="2803850" y="1128760"/>
                  <a:pt x="2815344" y="1140253"/>
                  <a:pt x="2815344" y="1154418"/>
                </a:cubicBezTo>
                <a:cubicBezTo>
                  <a:pt x="2815344" y="1168583"/>
                  <a:pt x="2803850" y="1180077"/>
                  <a:pt x="2789686" y="1180077"/>
                </a:cubicBezTo>
                <a:cubicBezTo>
                  <a:pt x="2775521" y="1180077"/>
                  <a:pt x="2764027" y="1168583"/>
                  <a:pt x="2764027" y="1154418"/>
                </a:cubicBezTo>
                <a:cubicBezTo>
                  <a:pt x="2764027" y="1140253"/>
                  <a:pt x="2775521" y="1128760"/>
                  <a:pt x="2789686" y="1128760"/>
                </a:cubicBezTo>
                <a:close/>
                <a:moveTo>
                  <a:pt x="2340249" y="1128760"/>
                </a:moveTo>
                <a:cubicBezTo>
                  <a:pt x="2354413" y="1128760"/>
                  <a:pt x="2365908" y="1140253"/>
                  <a:pt x="2365908" y="1154418"/>
                </a:cubicBezTo>
                <a:cubicBezTo>
                  <a:pt x="2365908" y="1168583"/>
                  <a:pt x="2354413" y="1180077"/>
                  <a:pt x="2340249" y="1180077"/>
                </a:cubicBezTo>
                <a:cubicBezTo>
                  <a:pt x="2326084" y="1180077"/>
                  <a:pt x="2314590" y="1168583"/>
                  <a:pt x="2314590" y="1154418"/>
                </a:cubicBezTo>
                <a:cubicBezTo>
                  <a:pt x="2314590" y="1140253"/>
                  <a:pt x="2326084" y="1128760"/>
                  <a:pt x="2340249" y="1128760"/>
                </a:cubicBezTo>
                <a:close/>
                <a:moveTo>
                  <a:pt x="2276044" y="1128760"/>
                </a:moveTo>
                <a:cubicBezTo>
                  <a:pt x="2290208" y="1128760"/>
                  <a:pt x="2301702" y="1140253"/>
                  <a:pt x="2301702" y="1154418"/>
                </a:cubicBezTo>
                <a:cubicBezTo>
                  <a:pt x="2301702" y="1168583"/>
                  <a:pt x="2290208" y="1180077"/>
                  <a:pt x="2276044" y="1180077"/>
                </a:cubicBezTo>
                <a:cubicBezTo>
                  <a:pt x="2261879" y="1180077"/>
                  <a:pt x="2250385" y="1168583"/>
                  <a:pt x="2250385" y="1154418"/>
                </a:cubicBezTo>
                <a:cubicBezTo>
                  <a:pt x="2250385" y="1140253"/>
                  <a:pt x="2261879" y="1128760"/>
                  <a:pt x="2276044" y="1128760"/>
                </a:cubicBezTo>
                <a:close/>
                <a:moveTo>
                  <a:pt x="2147633" y="1128760"/>
                </a:moveTo>
                <a:cubicBezTo>
                  <a:pt x="2161804" y="1128760"/>
                  <a:pt x="2173293" y="1140247"/>
                  <a:pt x="2173293" y="1154418"/>
                </a:cubicBezTo>
                <a:cubicBezTo>
                  <a:pt x="2173293" y="1168589"/>
                  <a:pt x="2161804" y="1180077"/>
                  <a:pt x="2147633" y="1180077"/>
                </a:cubicBezTo>
                <a:cubicBezTo>
                  <a:pt x="2133462" y="1180077"/>
                  <a:pt x="2121975" y="1168589"/>
                  <a:pt x="2121975" y="1154418"/>
                </a:cubicBezTo>
                <a:cubicBezTo>
                  <a:pt x="2121975" y="1140247"/>
                  <a:pt x="2133462" y="1128760"/>
                  <a:pt x="2147633" y="1128760"/>
                </a:cubicBezTo>
                <a:close/>
                <a:moveTo>
                  <a:pt x="2083427" y="1128760"/>
                </a:moveTo>
                <a:cubicBezTo>
                  <a:pt x="2097599" y="1128760"/>
                  <a:pt x="2109087" y="1140247"/>
                  <a:pt x="2109087" y="1154418"/>
                </a:cubicBezTo>
                <a:cubicBezTo>
                  <a:pt x="2109087" y="1168589"/>
                  <a:pt x="2097599" y="1180077"/>
                  <a:pt x="2083427" y="1180077"/>
                </a:cubicBezTo>
                <a:cubicBezTo>
                  <a:pt x="2069257" y="1180077"/>
                  <a:pt x="2057768" y="1168589"/>
                  <a:pt x="2057768" y="1154418"/>
                </a:cubicBezTo>
                <a:cubicBezTo>
                  <a:pt x="2057768" y="1140247"/>
                  <a:pt x="2069257" y="1128760"/>
                  <a:pt x="2083427" y="1128760"/>
                </a:cubicBezTo>
                <a:close/>
                <a:moveTo>
                  <a:pt x="2019222" y="1128760"/>
                </a:moveTo>
                <a:cubicBezTo>
                  <a:pt x="2033387" y="1128760"/>
                  <a:pt x="2044880" y="1140253"/>
                  <a:pt x="2044880" y="1154418"/>
                </a:cubicBezTo>
                <a:cubicBezTo>
                  <a:pt x="2044880" y="1168583"/>
                  <a:pt x="2033387" y="1180077"/>
                  <a:pt x="2019222" y="1180077"/>
                </a:cubicBezTo>
                <a:cubicBezTo>
                  <a:pt x="2005058" y="1180077"/>
                  <a:pt x="1993563" y="1168583"/>
                  <a:pt x="1993563" y="1154418"/>
                </a:cubicBezTo>
                <a:cubicBezTo>
                  <a:pt x="1993563" y="1140253"/>
                  <a:pt x="2005058" y="1128760"/>
                  <a:pt x="2019222" y="1128760"/>
                </a:cubicBezTo>
                <a:close/>
                <a:moveTo>
                  <a:pt x="1955016" y="1128760"/>
                </a:moveTo>
                <a:cubicBezTo>
                  <a:pt x="1969181" y="1128760"/>
                  <a:pt x="1980676" y="1140253"/>
                  <a:pt x="1980676" y="1154418"/>
                </a:cubicBezTo>
                <a:cubicBezTo>
                  <a:pt x="1980676" y="1168583"/>
                  <a:pt x="1969181" y="1180077"/>
                  <a:pt x="1955016" y="1180077"/>
                </a:cubicBezTo>
                <a:cubicBezTo>
                  <a:pt x="1940851" y="1180077"/>
                  <a:pt x="1929358" y="1168583"/>
                  <a:pt x="1929358" y="1154418"/>
                </a:cubicBezTo>
                <a:cubicBezTo>
                  <a:pt x="1929358" y="1140253"/>
                  <a:pt x="1940851" y="1128760"/>
                  <a:pt x="1955016" y="1128760"/>
                </a:cubicBezTo>
                <a:close/>
                <a:moveTo>
                  <a:pt x="1890696" y="1128760"/>
                </a:moveTo>
                <a:cubicBezTo>
                  <a:pt x="1904860" y="1128760"/>
                  <a:pt x="1916355" y="1140253"/>
                  <a:pt x="1916355" y="1154418"/>
                </a:cubicBezTo>
                <a:cubicBezTo>
                  <a:pt x="1916355" y="1168583"/>
                  <a:pt x="1904860" y="1180077"/>
                  <a:pt x="1890696" y="1180077"/>
                </a:cubicBezTo>
                <a:cubicBezTo>
                  <a:pt x="1876531" y="1180077"/>
                  <a:pt x="1865037" y="1168583"/>
                  <a:pt x="1865037" y="1154418"/>
                </a:cubicBezTo>
                <a:cubicBezTo>
                  <a:pt x="1865037" y="1140253"/>
                  <a:pt x="1876531" y="1128760"/>
                  <a:pt x="1890696" y="1128760"/>
                </a:cubicBezTo>
                <a:close/>
                <a:moveTo>
                  <a:pt x="1826490" y="1128760"/>
                </a:moveTo>
                <a:cubicBezTo>
                  <a:pt x="1840654" y="1128760"/>
                  <a:pt x="1852149" y="1140253"/>
                  <a:pt x="1852149" y="1154418"/>
                </a:cubicBezTo>
                <a:cubicBezTo>
                  <a:pt x="1852149" y="1168583"/>
                  <a:pt x="1840654" y="1180077"/>
                  <a:pt x="1826490" y="1180077"/>
                </a:cubicBezTo>
                <a:cubicBezTo>
                  <a:pt x="1812325" y="1180077"/>
                  <a:pt x="1800830" y="1168583"/>
                  <a:pt x="1800830" y="1154418"/>
                </a:cubicBezTo>
                <a:cubicBezTo>
                  <a:pt x="1800830" y="1140253"/>
                  <a:pt x="1812325" y="1128760"/>
                  <a:pt x="1826490" y="1128760"/>
                </a:cubicBezTo>
                <a:close/>
                <a:moveTo>
                  <a:pt x="1762285" y="1128760"/>
                </a:moveTo>
                <a:cubicBezTo>
                  <a:pt x="1776456" y="1128760"/>
                  <a:pt x="1787944" y="1140247"/>
                  <a:pt x="1787944" y="1154418"/>
                </a:cubicBezTo>
                <a:cubicBezTo>
                  <a:pt x="1787944" y="1168589"/>
                  <a:pt x="1776456" y="1180077"/>
                  <a:pt x="1762285" y="1180077"/>
                </a:cubicBezTo>
                <a:cubicBezTo>
                  <a:pt x="1748114" y="1180077"/>
                  <a:pt x="1736626" y="1168589"/>
                  <a:pt x="1736626" y="1154418"/>
                </a:cubicBezTo>
                <a:cubicBezTo>
                  <a:pt x="1736626" y="1140247"/>
                  <a:pt x="1748114" y="1128760"/>
                  <a:pt x="1762285" y="1128760"/>
                </a:cubicBezTo>
                <a:close/>
                <a:moveTo>
                  <a:pt x="1505464" y="1128760"/>
                </a:moveTo>
                <a:cubicBezTo>
                  <a:pt x="1519629" y="1128760"/>
                  <a:pt x="1531123" y="1140253"/>
                  <a:pt x="1531123" y="1154418"/>
                </a:cubicBezTo>
                <a:cubicBezTo>
                  <a:pt x="1531123" y="1168583"/>
                  <a:pt x="1519629" y="1180077"/>
                  <a:pt x="1505464" y="1180077"/>
                </a:cubicBezTo>
                <a:cubicBezTo>
                  <a:pt x="1491299" y="1180077"/>
                  <a:pt x="1479806" y="1168583"/>
                  <a:pt x="1479806" y="1154418"/>
                </a:cubicBezTo>
                <a:cubicBezTo>
                  <a:pt x="1479806" y="1140253"/>
                  <a:pt x="1491299" y="1128760"/>
                  <a:pt x="1505464" y="1128760"/>
                </a:cubicBezTo>
                <a:close/>
                <a:moveTo>
                  <a:pt x="1441258" y="1128760"/>
                </a:moveTo>
                <a:cubicBezTo>
                  <a:pt x="1455430" y="1128760"/>
                  <a:pt x="1466917" y="1140247"/>
                  <a:pt x="1466917" y="1154418"/>
                </a:cubicBezTo>
                <a:cubicBezTo>
                  <a:pt x="1466917" y="1168589"/>
                  <a:pt x="1455430" y="1180077"/>
                  <a:pt x="1441258" y="1180077"/>
                </a:cubicBezTo>
                <a:cubicBezTo>
                  <a:pt x="1427087" y="1180077"/>
                  <a:pt x="1415599" y="1168589"/>
                  <a:pt x="1415599" y="1154418"/>
                </a:cubicBezTo>
                <a:cubicBezTo>
                  <a:pt x="1415599" y="1140247"/>
                  <a:pt x="1427087" y="1128760"/>
                  <a:pt x="1441258" y="1128760"/>
                </a:cubicBezTo>
                <a:close/>
                <a:moveTo>
                  <a:pt x="1184437" y="1128760"/>
                </a:moveTo>
                <a:cubicBezTo>
                  <a:pt x="1198602" y="1128760"/>
                  <a:pt x="1210096" y="1140253"/>
                  <a:pt x="1210096" y="1154418"/>
                </a:cubicBezTo>
                <a:cubicBezTo>
                  <a:pt x="1210096" y="1168583"/>
                  <a:pt x="1198602" y="1180077"/>
                  <a:pt x="1184437" y="1180077"/>
                </a:cubicBezTo>
                <a:cubicBezTo>
                  <a:pt x="1170273" y="1180077"/>
                  <a:pt x="1158780" y="1168583"/>
                  <a:pt x="1158780" y="1154418"/>
                </a:cubicBezTo>
                <a:cubicBezTo>
                  <a:pt x="1158780" y="1140253"/>
                  <a:pt x="1170273" y="1128760"/>
                  <a:pt x="1184437" y="1128760"/>
                </a:cubicBezTo>
                <a:close/>
                <a:moveTo>
                  <a:pt x="927616" y="1128760"/>
                </a:moveTo>
                <a:cubicBezTo>
                  <a:pt x="941781" y="1128760"/>
                  <a:pt x="953275" y="1140253"/>
                  <a:pt x="953275" y="1154418"/>
                </a:cubicBezTo>
                <a:cubicBezTo>
                  <a:pt x="953275" y="1168583"/>
                  <a:pt x="941781" y="1180077"/>
                  <a:pt x="927616" y="1180077"/>
                </a:cubicBezTo>
                <a:cubicBezTo>
                  <a:pt x="913452" y="1180077"/>
                  <a:pt x="901957" y="1168583"/>
                  <a:pt x="901957" y="1154418"/>
                </a:cubicBezTo>
                <a:cubicBezTo>
                  <a:pt x="901957" y="1140253"/>
                  <a:pt x="913452" y="1128760"/>
                  <a:pt x="927616" y="1128760"/>
                </a:cubicBezTo>
                <a:close/>
                <a:moveTo>
                  <a:pt x="606475" y="1128760"/>
                </a:moveTo>
                <a:cubicBezTo>
                  <a:pt x="620639" y="1128760"/>
                  <a:pt x="632134" y="1140253"/>
                  <a:pt x="632134" y="1154418"/>
                </a:cubicBezTo>
                <a:cubicBezTo>
                  <a:pt x="632134" y="1168583"/>
                  <a:pt x="620639" y="1180077"/>
                  <a:pt x="606475" y="1180077"/>
                </a:cubicBezTo>
                <a:cubicBezTo>
                  <a:pt x="592310" y="1180077"/>
                  <a:pt x="580815" y="1168583"/>
                  <a:pt x="580815" y="1154418"/>
                </a:cubicBezTo>
                <a:cubicBezTo>
                  <a:pt x="580815" y="1140253"/>
                  <a:pt x="592310" y="1128760"/>
                  <a:pt x="606475" y="1128760"/>
                </a:cubicBezTo>
                <a:close/>
                <a:moveTo>
                  <a:pt x="542268" y="1128760"/>
                </a:moveTo>
                <a:cubicBezTo>
                  <a:pt x="556433" y="1128760"/>
                  <a:pt x="567927" y="1140253"/>
                  <a:pt x="567927" y="1154418"/>
                </a:cubicBezTo>
                <a:cubicBezTo>
                  <a:pt x="567927" y="1168583"/>
                  <a:pt x="556433" y="1180077"/>
                  <a:pt x="542268" y="1180077"/>
                </a:cubicBezTo>
                <a:cubicBezTo>
                  <a:pt x="528104" y="1180077"/>
                  <a:pt x="516610" y="1168583"/>
                  <a:pt x="516610" y="1154418"/>
                </a:cubicBezTo>
                <a:cubicBezTo>
                  <a:pt x="516610" y="1140253"/>
                  <a:pt x="528104" y="1128760"/>
                  <a:pt x="542268" y="1128760"/>
                </a:cubicBezTo>
                <a:close/>
                <a:moveTo>
                  <a:pt x="413858" y="1128760"/>
                </a:moveTo>
                <a:cubicBezTo>
                  <a:pt x="428023" y="1128760"/>
                  <a:pt x="439517" y="1140253"/>
                  <a:pt x="439517" y="1154418"/>
                </a:cubicBezTo>
                <a:cubicBezTo>
                  <a:pt x="439517" y="1168583"/>
                  <a:pt x="428023" y="1180077"/>
                  <a:pt x="413858" y="1180077"/>
                </a:cubicBezTo>
                <a:cubicBezTo>
                  <a:pt x="399694" y="1180077"/>
                  <a:pt x="388200" y="1168583"/>
                  <a:pt x="388200" y="1154418"/>
                </a:cubicBezTo>
                <a:cubicBezTo>
                  <a:pt x="388200" y="1140253"/>
                  <a:pt x="399694" y="1128760"/>
                  <a:pt x="413858" y="1128760"/>
                </a:cubicBezTo>
                <a:close/>
                <a:moveTo>
                  <a:pt x="25659" y="1128760"/>
                </a:moveTo>
                <a:cubicBezTo>
                  <a:pt x="39829" y="1128760"/>
                  <a:pt x="51317" y="1140247"/>
                  <a:pt x="51317" y="1154418"/>
                </a:cubicBezTo>
                <a:cubicBezTo>
                  <a:pt x="51317" y="1168589"/>
                  <a:pt x="39829" y="1180077"/>
                  <a:pt x="25659" y="1180077"/>
                </a:cubicBezTo>
                <a:cubicBezTo>
                  <a:pt x="11488" y="1180077"/>
                  <a:pt x="0" y="1168589"/>
                  <a:pt x="0" y="1154418"/>
                </a:cubicBezTo>
                <a:cubicBezTo>
                  <a:pt x="0" y="1140247"/>
                  <a:pt x="11488" y="1128760"/>
                  <a:pt x="25659" y="1128760"/>
                </a:cubicBezTo>
                <a:close/>
                <a:moveTo>
                  <a:pt x="11775107" y="1074423"/>
                </a:moveTo>
                <a:cubicBezTo>
                  <a:pt x="11782225" y="1074423"/>
                  <a:pt x="11787995" y="1080193"/>
                  <a:pt x="11787995" y="1087310"/>
                </a:cubicBezTo>
                <a:cubicBezTo>
                  <a:pt x="11787995" y="1094428"/>
                  <a:pt x="11782225" y="1100198"/>
                  <a:pt x="11775107" y="1100198"/>
                </a:cubicBezTo>
                <a:cubicBezTo>
                  <a:pt x="11767991" y="1100198"/>
                  <a:pt x="11762221" y="1094428"/>
                  <a:pt x="11762221" y="1087310"/>
                </a:cubicBezTo>
                <a:cubicBezTo>
                  <a:pt x="11762221" y="1080193"/>
                  <a:pt x="11767991" y="1074423"/>
                  <a:pt x="11775107" y="1074423"/>
                </a:cubicBezTo>
                <a:close/>
                <a:moveTo>
                  <a:pt x="11646697" y="1074423"/>
                </a:moveTo>
                <a:cubicBezTo>
                  <a:pt x="11653779" y="1074539"/>
                  <a:pt x="11659583" y="1080227"/>
                  <a:pt x="11659583" y="1087310"/>
                </a:cubicBezTo>
                <a:cubicBezTo>
                  <a:pt x="11659583" y="1094393"/>
                  <a:pt x="11653893" y="1100198"/>
                  <a:pt x="11646697" y="1100198"/>
                </a:cubicBezTo>
                <a:cubicBezTo>
                  <a:pt x="11639613" y="1100198"/>
                  <a:pt x="11633809" y="1094508"/>
                  <a:pt x="11633809" y="1087310"/>
                </a:cubicBezTo>
                <a:cubicBezTo>
                  <a:pt x="11633809" y="1080227"/>
                  <a:pt x="11639499" y="1074423"/>
                  <a:pt x="11646697" y="1074423"/>
                </a:cubicBezTo>
                <a:close/>
                <a:moveTo>
                  <a:pt x="11389875" y="1074423"/>
                </a:moveTo>
                <a:cubicBezTo>
                  <a:pt x="11396993" y="1074423"/>
                  <a:pt x="11402763" y="1080193"/>
                  <a:pt x="11402763" y="1087310"/>
                </a:cubicBezTo>
                <a:cubicBezTo>
                  <a:pt x="11402763" y="1094428"/>
                  <a:pt x="11396993" y="1100198"/>
                  <a:pt x="11389875" y="1100198"/>
                </a:cubicBezTo>
                <a:cubicBezTo>
                  <a:pt x="11382759" y="1100198"/>
                  <a:pt x="11376989" y="1094428"/>
                  <a:pt x="11376989" y="1087310"/>
                </a:cubicBezTo>
                <a:cubicBezTo>
                  <a:pt x="11376989" y="1080193"/>
                  <a:pt x="11382759" y="1074423"/>
                  <a:pt x="11389875" y="1074423"/>
                </a:cubicBezTo>
                <a:close/>
                <a:moveTo>
                  <a:pt x="11068848" y="1074423"/>
                </a:moveTo>
                <a:cubicBezTo>
                  <a:pt x="11075966" y="1074423"/>
                  <a:pt x="11081736" y="1080193"/>
                  <a:pt x="11081736" y="1087310"/>
                </a:cubicBezTo>
                <a:cubicBezTo>
                  <a:pt x="11081736" y="1094428"/>
                  <a:pt x="11075966" y="1100198"/>
                  <a:pt x="11068848" y="1100198"/>
                </a:cubicBezTo>
                <a:cubicBezTo>
                  <a:pt x="11061732" y="1100198"/>
                  <a:pt x="11055962" y="1094428"/>
                  <a:pt x="11055962" y="1087310"/>
                </a:cubicBezTo>
                <a:cubicBezTo>
                  <a:pt x="11055962" y="1080193"/>
                  <a:pt x="11061732" y="1074423"/>
                  <a:pt x="11068848" y="1074423"/>
                </a:cubicBezTo>
                <a:close/>
                <a:moveTo>
                  <a:pt x="10811912" y="1074423"/>
                </a:moveTo>
                <a:cubicBezTo>
                  <a:pt x="10819028" y="1074423"/>
                  <a:pt x="10824798" y="1080193"/>
                  <a:pt x="10824798" y="1087310"/>
                </a:cubicBezTo>
                <a:cubicBezTo>
                  <a:pt x="10824798" y="1094428"/>
                  <a:pt x="10819028" y="1100198"/>
                  <a:pt x="10811912" y="1100198"/>
                </a:cubicBezTo>
                <a:cubicBezTo>
                  <a:pt x="10804794" y="1100198"/>
                  <a:pt x="10799024" y="1094428"/>
                  <a:pt x="10799024" y="1087310"/>
                </a:cubicBezTo>
                <a:cubicBezTo>
                  <a:pt x="10799024" y="1080193"/>
                  <a:pt x="10804794" y="1074423"/>
                  <a:pt x="10811912" y="1074423"/>
                </a:cubicBezTo>
                <a:close/>
                <a:moveTo>
                  <a:pt x="10747708" y="1074423"/>
                </a:moveTo>
                <a:cubicBezTo>
                  <a:pt x="10754824" y="1074423"/>
                  <a:pt x="10760593" y="1080193"/>
                  <a:pt x="10760593" y="1087310"/>
                </a:cubicBezTo>
                <a:cubicBezTo>
                  <a:pt x="10760593" y="1094428"/>
                  <a:pt x="10754824" y="1100198"/>
                  <a:pt x="10747708" y="1100198"/>
                </a:cubicBezTo>
                <a:cubicBezTo>
                  <a:pt x="10740589" y="1100198"/>
                  <a:pt x="10734820" y="1094428"/>
                  <a:pt x="10734820" y="1087310"/>
                </a:cubicBezTo>
                <a:cubicBezTo>
                  <a:pt x="10734820" y="1080193"/>
                  <a:pt x="10740589" y="1074423"/>
                  <a:pt x="10747708" y="1074423"/>
                </a:cubicBezTo>
                <a:close/>
                <a:moveTo>
                  <a:pt x="10490885" y="1074423"/>
                </a:moveTo>
                <a:cubicBezTo>
                  <a:pt x="10498004" y="1074423"/>
                  <a:pt x="10503773" y="1080193"/>
                  <a:pt x="10503773" y="1087310"/>
                </a:cubicBezTo>
                <a:cubicBezTo>
                  <a:pt x="10503773" y="1094428"/>
                  <a:pt x="10498004" y="1100198"/>
                  <a:pt x="10490885" y="1100198"/>
                </a:cubicBezTo>
                <a:cubicBezTo>
                  <a:pt x="10483769" y="1100198"/>
                  <a:pt x="10477997" y="1094428"/>
                  <a:pt x="10477997" y="1087310"/>
                </a:cubicBezTo>
                <a:cubicBezTo>
                  <a:pt x="10477997" y="1080193"/>
                  <a:pt x="10483769" y="1074423"/>
                  <a:pt x="10490885" y="1074423"/>
                </a:cubicBezTo>
                <a:close/>
                <a:moveTo>
                  <a:pt x="9527689" y="1074423"/>
                </a:moveTo>
                <a:cubicBezTo>
                  <a:pt x="9534773" y="1074539"/>
                  <a:pt x="9540577" y="1080227"/>
                  <a:pt x="9540577" y="1087310"/>
                </a:cubicBezTo>
                <a:cubicBezTo>
                  <a:pt x="9540577" y="1094393"/>
                  <a:pt x="9534888" y="1100198"/>
                  <a:pt x="9527689" y="1100198"/>
                </a:cubicBezTo>
                <a:cubicBezTo>
                  <a:pt x="9520608" y="1100198"/>
                  <a:pt x="9514804" y="1094508"/>
                  <a:pt x="9514804" y="1087310"/>
                </a:cubicBezTo>
                <a:cubicBezTo>
                  <a:pt x="9514804" y="1080227"/>
                  <a:pt x="9520493" y="1074423"/>
                  <a:pt x="9527689" y="1074423"/>
                </a:cubicBezTo>
                <a:close/>
                <a:moveTo>
                  <a:pt x="8821315" y="1074423"/>
                </a:moveTo>
                <a:cubicBezTo>
                  <a:pt x="8828434" y="1074423"/>
                  <a:pt x="8834203" y="1080193"/>
                  <a:pt x="8834203" y="1087310"/>
                </a:cubicBezTo>
                <a:cubicBezTo>
                  <a:pt x="8834203" y="1094428"/>
                  <a:pt x="8828434" y="1100198"/>
                  <a:pt x="8821315" y="1100198"/>
                </a:cubicBezTo>
                <a:cubicBezTo>
                  <a:pt x="8814199" y="1100198"/>
                  <a:pt x="8808427" y="1094428"/>
                  <a:pt x="8808427" y="1087310"/>
                </a:cubicBezTo>
                <a:cubicBezTo>
                  <a:pt x="8808427" y="1080193"/>
                  <a:pt x="8814199" y="1074423"/>
                  <a:pt x="8821315" y="1074423"/>
                </a:cubicBezTo>
                <a:close/>
                <a:moveTo>
                  <a:pt x="8692906" y="1074423"/>
                </a:moveTo>
                <a:cubicBezTo>
                  <a:pt x="8699988" y="1074539"/>
                  <a:pt x="8705792" y="1080227"/>
                  <a:pt x="8705792" y="1087310"/>
                </a:cubicBezTo>
                <a:cubicBezTo>
                  <a:pt x="8705792" y="1094393"/>
                  <a:pt x="8700103" y="1100198"/>
                  <a:pt x="8692906" y="1100198"/>
                </a:cubicBezTo>
                <a:cubicBezTo>
                  <a:pt x="8685823" y="1100198"/>
                  <a:pt x="8680018" y="1094508"/>
                  <a:pt x="8680018" y="1087310"/>
                </a:cubicBezTo>
                <a:cubicBezTo>
                  <a:pt x="8680018" y="1080227"/>
                  <a:pt x="8685708" y="1074423"/>
                  <a:pt x="8692906" y="1074423"/>
                </a:cubicBezTo>
                <a:close/>
                <a:moveTo>
                  <a:pt x="7087658" y="1074423"/>
                </a:moveTo>
                <a:cubicBezTo>
                  <a:pt x="7094777" y="1074423"/>
                  <a:pt x="7100544" y="1080193"/>
                  <a:pt x="7100544" y="1087310"/>
                </a:cubicBezTo>
                <a:cubicBezTo>
                  <a:pt x="7100544" y="1094428"/>
                  <a:pt x="7094777" y="1100198"/>
                  <a:pt x="7087658" y="1100198"/>
                </a:cubicBezTo>
                <a:cubicBezTo>
                  <a:pt x="7080540" y="1100198"/>
                  <a:pt x="7074770" y="1094428"/>
                  <a:pt x="7074770" y="1087310"/>
                </a:cubicBezTo>
                <a:cubicBezTo>
                  <a:pt x="7074770" y="1080193"/>
                  <a:pt x="7080540" y="1074423"/>
                  <a:pt x="7087658" y="1074423"/>
                </a:cubicBezTo>
                <a:close/>
                <a:moveTo>
                  <a:pt x="6766631" y="1074423"/>
                </a:moveTo>
                <a:cubicBezTo>
                  <a:pt x="6773750" y="1074423"/>
                  <a:pt x="6779519" y="1080193"/>
                  <a:pt x="6779519" y="1087310"/>
                </a:cubicBezTo>
                <a:cubicBezTo>
                  <a:pt x="6779519" y="1094428"/>
                  <a:pt x="6773750" y="1100198"/>
                  <a:pt x="6766631" y="1100198"/>
                </a:cubicBezTo>
                <a:cubicBezTo>
                  <a:pt x="6759513" y="1100198"/>
                  <a:pt x="6753743" y="1094428"/>
                  <a:pt x="6753743" y="1087310"/>
                </a:cubicBezTo>
                <a:cubicBezTo>
                  <a:pt x="6753743" y="1080193"/>
                  <a:pt x="6759513" y="1074423"/>
                  <a:pt x="6766631" y="1074423"/>
                </a:cubicBezTo>
                <a:close/>
                <a:moveTo>
                  <a:pt x="6702427" y="1074423"/>
                </a:moveTo>
                <a:cubicBezTo>
                  <a:pt x="6709543" y="1074423"/>
                  <a:pt x="6715312" y="1080193"/>
                  <a:pt x="6715312" y="1087310"/>
                </a:cubicBezTo>
                <a:cubicBezTo>
                  <a:pt x="6715312" y="1094428"/>
                  <a:pt x="6709543" y="1100198"/>
                  <a:pt x="6702427" y="1100198"/>
                </a:cubicBezTo>
                <a:cubicBezTo>
                  <a:pt x="6695308" y="1100198"/>
                  <a:pt x="6689539" y="1094428"/>
                  <a:pt x="6689539" y="1087310"/>
                </a:cubicBezTo>
                <a:cubicBezTo>
                  <a:pt x="6689539" y="1080193"/>
                  <a:pt x="6695308" y="1074423"/>
                  <a:pt x="6702427" y="1074423"/>
                </a:cubicBezTo>
                <a:close/>
                <a:moveTo>
                  <a:pt x="6573900" y="1074423"/>
                </a:moveTo>
                <a:cubicBezTo>
                  <a:pt x="6581099" y="1074539"/>
                  <a:pt x="6586788" y="1080227"/>
                  <a:pt x="6586788" y="1087310"/>
                </a:cubicBezTo>
                <a:cubicBezTo>
                  <a:pt x="6586788" y="1094393"/>
                  <a:pt x="6581099" y="1100198"/>
                  <a:pt x="6573900" y="1100198"/>
                </a:cubicBezTo>
                <a:cubicBezTo>
                  <a:pt x="6566819" y="1100198"/>
                  <a:pt x="6561013" y="1094508"/>
                  <a:pt x="6561013" y="1087310"/>
                </a:cubicBezTo>
                <a:cubicBezTo>
                  <a:pt x="6561013" y="1080227"/>
                  <a:pt x="6566702" y="1074423"/>
                  <a:pt x="6573900" y="1074423"/>
                </a:cubicBezTo>
                <a:close/>
                <a:moveTo>
                  <a:pt x="6064505" y="1074423"/>
                </a:moveTo>
                <a:cubicBezTo>
                  <a:pt x="6071623" y="1074423"/>
                  <a:pt x="6077390" y="1080193"/>
                  <a:pt x="6077390" y="1087310"/>
                </a:cubicBezTo>
                <a:cubicBezTo>
                  <a:pt x="6077390" y="1094428"/>
                  <a:pt x="6071621" y="1100198"/>
                  <a:pt x="6064505" y="1100198"/>
                </a:cubicBezTo>
                <a:cubicBezTo>
                  <a:pt x="6057386" y="1100198"/>
                  <a:pt x="6051617" y="1094428"/>
                  <a:pt x="6051617" y="1087310"/>
                </a:cubicBezTo>
                <a:cubicBezTo>
                  <a:pt x="6051617" y="1080193"/>
                  <a:pt x="6057386" y="1074423"/>
                  <a:pt x="6064505" y="1074423"/>
                </a:cubicBezTo>
                <a:close/>
                <a:moveTo>
                  <a:pt x="5936092" y="1074423"/>
                </a:moveTo>
                <a:cubicBezTo>
                  <a:pt x="5943173" y="1074539"/>
                  <a:pt x="5948981" y="1080227"/>
                  <a:pt x="5948981" y="1087310"/>
                </a:cubicBezTo>
                <a:cubicBezTo>
                  <a:pt x="5948981" y="1094393"/>
                  <a:pt x="5943292" y="1100198"/>
                  <a:pt x="5936092" y="1100198"/>
                </a:cubicBezTo>
                <a:cubicBezTo>
                  <a:pt x="5929009" y="1100198"/>
                  <a:pt x="5923204" y="1094508"/>
                  <a:pt x="5923204" y="1087310"/>
                </a:cubicBezTo>
                <a:cubicBezTo>
                  <a:pt x="5923204" y="1080227"/>
                  <a:pt x="5928894" y="1074423"/>
                  <a:pt x="5936092" y="1074423"/>
                </a:cubicBezTo>
                <a:close/>
                <a:moveTo>
                  <a:pt x="5679272" y="1074423"/>
                </a:moveTo>
                <a:cubicBezTo>
                  <a:pt x="5686389" y="1074423"/>
                  <a:pt x="5692160" y="1080193"/>
                  <a:pt x="5692160" y="1087310"/>
                </a:cubicBezTo>
                <a:cubicBezTo>
                  <a:pt x="5692160" y="1094428"/>
                  <a:pt x="5686389" y="1100198"/>
                  <a:pt x="5679272" y="1100198"/>
                </a:cubicBezTo>
                <a:cubicBezTo>
                  <a:pt x="5672154" y="1100198"/>
                  <a:pt x="5666385" y="1094428"/>
                  <a:pt x="5666385" y="1087310"/>
                </a:cubicBezTo>
                <a:cubicBezTo>
                  <a:pt x="5666385" y="1080193"/>
                  <a:pt x="5672154" y="1074423"/>
                  <a:pt x="5679272" y="1074423"/>
                </a:cubicBezTo>
                <a:close/>
                <a:moveTo>
                  <a:pt x="5358245" y="1074423"/>
                </a:moveTo>
                <a:cubicBezTo>
                  <a:pt x="5365362" y="1074423"/>
                  <a:pt x="5371133" y="1080193"/>
                  <a:pt x="5371133" y="1087310"/>
                </a:cubicBezTo>
                <a:cubicBezTo>
                  <a:pt x="5371133" y="1094428"/>
                  <a:pt x="5365362" y="1100198"/>
                  <a:pt x="5358245" y="1100198"/>
                </a:cubicBezTo>
                <a:cubicBezTo>
                  <a:pt x="5351129" y="1100198"/>
                  <a:pt x="5345357" y="1094428"/>
                  <a:pt x="5345357" y="1087310"/>
                </a:cubicBezTo>
                <a:cubicBezTo>
                  <a:pt x="5345357" y="1080193"/>
                  <a:pt x="5351129" y="1074423"/>
                  <a:pt x="5358245" y="1074423"/>
                </a:cubicBezTo>
                <a:close/>
                <a:moveTo>
                  <a:pt x="5101308" y="1074423"/>
                </a:moveTo>
                <a:cubicBezTo>
                  <a:pt x="5108427" y="1074423"/>
                  <a:pt x="5114194" y="1080193"/>
                  <a:pt x="5114194" y="1087310"/>
                </a:cubicBezTo>
                <a:cubicBezTo>
                  <a:pt x="5114194" y="1094428"/>
                  <a:pt x="5108426" y="1100198"/>
                  <a:pt x="5101308" y="1100198"/>
                </a:cubicBezTo>
                <a:cubicBezTo>
                  <a:pt x="5094190" y="1100198"/>
                  <a:pt x="5088421" y="1094428"/>
                  <a:pt x="5088421" y="1087310"/>
                </a:cubicBezTo>
                <a:cubicBezTo>
                  <a:pt x="5088421" y="1080193"/>
                  <a:pt x="5094191" y="1074423"/>
                  <a:pt x="5101308" y="1074423"/>
                </a:cubicBezTo>
                <a:close/>
                <a:moveTo>
                  <a:pt x="5037104" y="1074423"/>
                </a:moveTo>
                <a:cubicBezTo>
                  <a:pt x="5044220" y="1074423"/>
                  <a:pt x="5049991" y="1080193"/>
                  <a:pt x="5049991" y="1087310"/>
                </a:cubicBezTo>
                <a:cubicBezTo>
                  <a:pt x="5049991" y="1094428"/>
                  <a:pt x="5044220" y="1100198"/>
                  <a:pt x="5037104" y="1100198"/>
                </a:cubicBezTo>
                <a:cubicBezTo>
                  <a:pt x="5029986" y="1100198"/>
                  <a:pt x="5024216" y="1094428"/>
                  <a:pt x="5024216" y="1087310"/>
                </a:cubicBezTo>
                <a:cubicBezTo>
                  <a:pt x="5024216" y="1080193"/>
                  <a:pt x="5029986" y="1074423"/>
                  <a:pt x="5037104" y="1074423"/>
                </a:cubicBezTo>
                <a:close/>
                <a:moveTo>
                  <a:pt x="4780282" y="1074423"/>
                </a:moveTo>
                <a:cubicBezTo>
                  <a:pt x="4787399" y="1074423"/>
                  <a:pt x="4793170" y="1080193"/>
                  <a:pt x="4793170" y="1087310"/>
                </a:cubicBezTo>
                <a:cubicBezTo>
                  <a:pt x="4793170" y="1094428"/>
                  <a:pt x="4787399" y="1100198"/>
                  <a:pt x="4780282" y="1100198"/>
                </a:cubicBezTo>
                <a:cubicBezTo>
                  <a:pt x="4773164" y="1100198"/>
                  <a:pt x="4767394" y="1094428"/>
                  <a:pt x="4767394" y="1087310"/>
                </a:cubicBezTo>
                <a:cubicBezTo>
                  <a:pt x="4767394" y="1080193"/>
                  <a:pt x="4773164" y="1074423"/>
                  <a:pt x="4780282" y="1074423"/>
                </a:cubicBezTo>
                <a:close/>
                <a:moveTo>
                  <a:pt x="3817086" y="1074423"/>
                </a:moveTo>
                <a:cubicBezTo>
                  <a:pt x="3824168" y="1074539"/>
                  <a:pt x="3829973" y="1080227"/>
                  <a:pt x="3829973" y="1087310"/>
                </a:cubicBezTo>
                <a:cubicBezTo>
                  <a:pt x="3829973" y="1094393"/>
                  <a:pt x="3824286" y="1100198"/>
                  <a:pt x="3817086" y="1100198"/>
                </a:cubicBezTo>
                <a:cubicBezTo>
                  <a:pt x="3810004" y="1100198"/>
                  <a:pt x="3804199" y="1094508"/>
                  <a:pt x="3804199" y="1087310"/>
                </a:cubicBezTo>
                <a:cubicBezTo>
                  <a:pt x="3804199" y="1080227"/>
                  <a:pt x="3809887" y="1074423"/>
                  <a:pt x="3817086" y="1074423"/>
                </a:cubicBezTo>
                <a:close/>
                <a:moveTo>
                  <a:pt x="3110712" y="1074423"/>
                </a:moveTo>
                <a:cubicBezTo>
                  <a:pt x="3117829" y="1074423"/>
                  <a:pt x="3123600" y="1080193"/>
                  <a:pt x="3123600" y="1087310"/>
                </a:cubicBezTo>
                <a:cubicBezTo>
                  <a:pt x="3123600" y="1094428"/>
                  <a:pt x="3117829" y="1100198"/>
                  <a:pt x="3110712" y="1100198"/>
                </a:cubicBezTo>
                <a:cubicBezTo>
                  <a:pt x="3103595" y="1100198"/>
                  <a:pt x="3097824" y="1094428"/>
                  <a:pt x="3097824" y="1087310"/>
                </a:cubicBezTo>
                <a:cubicBezTo>
                  <a:pt x="3097824" y="1080193"/>
                  <a:pt x="3103595" y="1074423"/>
                  <a:pt x="3110712" y="1074423"/>
                </a:cubicBezTo>
                <a:close/>
                <a:moveTo>
                  <a:pt x="2982301" y="1074423"/>
                </a:moveTo>
                <a:cubicBezTo>
                  <a:pt x="2989384" y="1074539"/>
                  <a:pt x="2995190" y="1080227"/>
                  <a:pt x="2995190" y="1087310"/>
                </a:cubicBezTo>
                <a:cubicBezTo>
                  <a:pt x="2995190" y="1094393"/>
                  <a:pt x="2989500" y="1100198"/>
                  <a:pt x="2982301" y="1100198"/>
                </a:cubicBezTo>
                <a:cubicBezTo>
                  <a:pt x="2975219" y="1100198"/>
                  <a:pt x="2969414" y="1094508"/>
                  <a:pt x="2969414" y="1087310"/>
                </a:cubicBezTo>
                <a:cubicBezTo>
                  <a:pt x="2969414" y="1080227"/>
                  <a:pt x="2975103" y="1074423"/>
                  <a:pt x="2982301" y="1074423"/>
                </a:cubicBezTo>
                <a:close/>
                <a:moveTo>
                  <a:pt x="1377055" y="1074423"/>
                </a:moveTo>
                <a:cubicBezTo>
                  <a:pt x="1384171" y="1074423"/>
                  <a:pt x="1389941" y="1080193"/>
                  <a:pt x="1389941" y="1087310"/>
                </a:cubicBezTo>
                <a:cubicBezTo>
                  <a:pt x="1389941" y="1094428"/>
                  <a:pt x="1384171" y="1100198"/>
                  <a:pt x="1377055" y="1100198"/>
                </a:cubicBezTo>
                <a:cubicBezTo>
                  <a:pt x="1369937" y="1100198"/>
                  <a:pt x="1364167" y="1094428"/>
                  <a:pt x="1364167" y="1087310"/>
                </a:cubicBezTo>
                <a:cubicBezTo>
                  <a:pt x="1364167" y="1080193"/>
                  <a:pt x="1369937" y="1074423"/>
                  <a:pt x="1377055" y="1074423"/>
                </a:cubicBezTo>
                <a:close/>
                <a:moveTo>
                  <a:pt x="1056027" y="1074423"/>
                </a:moveTo>
                <a:cubicBezTo>
                  <a:pt x="1063146" y="1074423"/>
                  <a:pt x="1068914" y="1080193"/>
                  <a:pt x="1068914" y="1087310"/>
                </a:cubicBezTo>
                <a:cubicBezTo>
                  <a:pt x="1068914" y="1094428"/>
                  <a:pt x="1063146" y="1100198"/>
                  <a:pt x="1056027" y="1100198"/>
                </a:cubicBezTo>
                <a:cubicBezTo>
                  <a:pt x="1048910" y="1100198"/>
                  <a:pt x="1043139" y="1094428"/>
                  <a:pt x="1043139" y="1087310"/>
                </a:cubicBezTo>
                <a:cubicBezTo>
                  <a:pt x="1043139" y="1080193"/>
                  <a:pt x="1048910" y="1074423"/>
                  <a:pt x="1056027" y="1074423"/>
                </a:cubicBezTo>
                <a:close/>
                <a:moveTo>
                  <a:pt x="991824" y="1074423"/>
                </a:moveTo>
                <a:cubicBezTo>
                  <a:pt x="998940" y="1074423"/>
                  <a:pt x="1004709" y="1080193"/>
                  <a:pt x="1004709" y="1087310"/>
                </a:cubicBezTo>
                <a:cubicBezTo>
                  <a:pt x="1004709" y="1094428"/>
                  <a:pt x="998940" y="1100198"/>
                  <a:pt x="991824" y="1100198"/>
                </a:cubicBezTo>
                <a:cubicBezTo>
                  <a:pt x="984705" y="1100198"/>
                  <a:pt x="978935" y="1094428"/>
                  <a:pt x="978935" y="1087310"/>
                </a:cubicBezTo>
                <a:cubicBezTo>
                  <a:pt x="978935" y="1080193"/>
                  <a:pt x="984705" y="1074423"/>
                  <a:pt x="991824" y="1074423"/>
                </a:cubicBezTo>
                <a:close/>
                <a:moveTo>
                  <a:pt x="863296" y="1074423"/>
                </a:moveTo>
                <a:cubicBezTo>
                  <a:pt x="870496" y="1074539"/>
                  <a:pt x="876184" y="1080227"/>
                  <a:pt x="876184" y="1087310"/>
                </a:cubicBezTo>
                <a:cubicBezTo>
                  <a:pt x="876184" y="1094393"/>
                  <a:pt x="870496" y="1100198"/>
                  <a:pt x="863296" y="1100198"/>
                </a:cubicBezTo>
                <a:cubicBezTo>
                  <a:pt x="856215" y="1100198"/>
                  <a:pt x="850407" y="1094508"/>
                  <a:pt x="850407" y="1087310"/>
                </a:cubicBezTo>
                <a:cubicBezTo>
                  <a:pt x="850407" y="1080227"/>
                  <a:pt x="856098" y="1074423"/>
                  <a:pt x="863296" y="1074423"/>
                </a:cubicBezTo>
                <a:close/>
                <a:moveTo>
                  <a:pt x="346686" y="1074423"/>
                </a:moveTo>
                <a:cubicBezTo>
                  <a:pt x="353804" y="1074423"/>
                  <a:pt x="359572" y="1080193"/>
                  <a:pt x="359572" y="1087310"/>
                </a:cubicBezTo>
                <a:cubicBezTo>
                  <a:pt x="359572" y="1094428"/>
                  <a:pt x="353802" y="1100198"/>
                  <a:pt x="346686" y="1100198"/>
                </a:cubicBezTo>
                <a:cubicBezTo>
                  <a:pt x="339567" y="1100198"/>
                  <a:pt x="333799" y="1094428"/>
                  <a:pt x="333799" y="1087310"/>
                </a:cubicBezTo>
                <a:cubicBezTo>
                  <a:pt x="333799" y="1080193"/>
                  <a:pt x="339567" y="1074423"/>
                  <a:pt x="346686" y="1074423"/>
                </a:cubicBezTo>
                <a:close/>
                <a:moveTo>
                  <a:pt x="218274" y="1074423"/>
                </a:moveTo>
                <a:cubicBezTo>
                  <a:pt x="225357" y="1074539"/>
                  <a:pt x="231162" y="1080227"/>
                  <a:pt x="231162" y="1087310"/>
                </a:cubicBezTo>
                <a:cubicBezTo>
                  <a:pt x="231162" y="1094393"/>
                  <a:pt x="225473" y="1100198"/>
                  <a:pt x="218274" y="1100198"/>
                </a:cubicBezTo>
                <a:cubicBezTo>
                  <a:pt x="211191" y="1100198"/>
                  <a:pt x="205386" y="1094508"/>
                  <a:pt x="205386" y="1087310"/>
                </a:cubicBezTo>
                <a:cubicBezTo>
                  <a:pt x="205386" y="1080227"/>
                  <a:pt x="211076" y="1074423"/>
                  <a:pt x="218274" y="1074423"/>
                </a:cubicBezTo>
                <a:close/>
                <a:moveTo>
                  <a:pt x="12034897" y="1061651"/>
                </a:moveTo>
                <a:cubicBezTo>
                  <a:pt x="12049061" y="1061651"/>
                  <a:pt x="12060557" y="1073146"/>
                  <a:pt x="12060557" y="1087310"/>
                </a:cubicBezTo>
                <a:cubicBezTo>
                  <a:pt x="12060557" y="1101475"/>
                  <a:pt x="12049061" y="1112969"/>
                  <a:pt x="12034897" y="1112969"/>
                </a:cubicBezTo>
                <a:cubicBezTo>
                  <a:pt x="12020731" y="1112969"/>
                  <a:pt x="12009237" y="1101475"/>
                  <a:pt x="12009237" y="1087310"/>
                </a:cubicBezTo>
                <a:cubicBezTo>
                  <a:pt x="12009237" y="1073146"/>
                  <a:pt x="12020731" y="1061651"/>
                  <a:pt x="12034897" y="1061651"/>
                </a:cubicBezTo>
                <a:close/>
                <a:moveTo>
                  <a:pt x="11970691" y="1061651"/>
                </a:moveTo>
                <a:cubicBezTo>
                  <a:pt x="11984855" y="1061651"/>
                  <a:pt x="11996349" y="1073146"/>
                  <a:pt x="11996349" y="1087310"/>
                </a:cubicBezTo>
                <a:cubicBezTo>
                  <a:pt x="11996349" y="1101475"/>
                  <a:pt x="11984855" y="1112969"/>
                  <a:pt x="11970691" y="1112969"/>
                </a:cubicBezTo>
                <a:cubicBezTo>
                  <a:pt x="11956525" y="1112969"/>
                  <a:pt x="11945033" y="1101475"/>
                  <a:pt x="11945033" y="1087310"/>
                </a:cubicBezTo>
                <a:cubicBezTo>
                  <a:pt x="11945033" y="1073146"/>
                  <a:pt x="11956525" y="1061651"/>
                  <a:pt x="11970691" y="1061651"/>
                </a:cubicBezTo>
                <a:close/>
                <a:moveTo>
                  <a:pt x="11842279" y="1061651"/>
                </a:moveTo>
                <a:cubicBezTo>
                  <a:pt x="11856445" y="1061651"/>
                  <a:pt x="11867941" y="1073146"/>
                  <a:pt x="11867941" y="1087310"/>
                </a:cubicBezTo>
                <a:cubicBezTo>
                  <a:pt x="11867941" y="1101475"/>
                  <a:pt x="11856445" y="1112969"/>
                  <a:pt x="11842279" y="1112969"/>
                </a:cubicBezTo>
                <a:cubicBezTo>
                  <a:pt x="11828117" y="1112969"/>
                  <a:pt x="11816621" y="1101475"/>
                  <a:pt x="11816621" y="1087310"/>
                </a:cubicBezTo>
                <a:cubicBezTo>
                  <a:pt x="11816621" y="1073146"/>
                  <a:pt x="11828117" y="1061651"/>
                  <a:pt x="11842279" y="1061651"/>
                </a:cubicBezTo>
                <a:close/>
                <a:moveTo>
                  <a:pt x="11454081" y="1061651"/>
                </a:moveTo>
                <a:cubicBezTo>
                  <a:pt x="11468253" y="1061651"/>
                  <a:pt x="11479739" y="1073140"/>
                  <a:pt x="11479739" y="1087310"/>
                </a:cubicBezTo>
                <a:cubicBezTo>
                  <a:pt x="11479739" y="1101482"/>
                  <a:pt x="11468253" y="1112969"/>
                  <a:pt x="11454081" y="1112969"/>
                </a:cubicBezTo>
                <a:cubicBezTo>
                  <a:pt x="11439909" y="1112969"/>
                  <a:pt x="11428421" y="1101482"/>
                  <a:pt x="11428421" y="1087310"/>
                </a:cubicBezTo>
                <a:cubicBezTo>
                  <a:pt x="11428421" y="1073140"/>
                  <a:pt x="11439909" y="1061651"/>
                  <a:pt x="11454081" y="1061651"/>
                </a:cubicBezTo>
                <a:close/>
                <a:moveTo>
                  <a:pt x="11325670" y="1061651"/>
                </a:moveTo>
                <a:cubicBezTo>
                  <a:pt x="11339835" y="1061651"/>
                  <a:pt x="11351329" y="1073146"/>
                  <a:pt x="11351329" y="1087310"/>
                </a:cubicBezTo>
                <a:cubicBezTo>
                  <a:pt x="11351329" y="1101475"/>
                  <a:pt x="11339835" y="1112969"/>
                  <a:pt x="11325670" y="1112969"/>
                </a:cubicBezTo>
                <a:cubicBezTo>
                  <a:pt x="11311505" y="1112969"/>
                  <a:pt x="11300012" y="1101475"/>
                  <a:pt x="11300012" y="1087310"/>
                </a:cubicBezTo>
                <a:cubicBezTo>
                  <a:pt x="11300012" y="1073146"/>
                  <a:pt x="11311505" y="1061651"/>
                  <a:pt x="11325670" y="1061651"/>
                </a:cubicBezTo>
                <a:close/>
                <a:moveTo>
                  <a:pt x="11197259" y="1061651"/>
                </a:moveTo>
                <a:cubicBezTo>
                  <a:pt x="11211424" y="1061651"/>
                  <a:pt x="11222917" y="1073146"/>
                  <a:pt x="11222917" y="1087310"/>
                </a:cubicBezTo>
                <a:cubicBezTo>
                  <a:pt x="11222917" y="1101475"/>
                  <a:pt x="11211424" y="1112969"/>
                  <a:pt x="11197259" y="1112969"/>
                </a:cubicBezTo>
                <a:cubicBezTo>
                  <a:pt x="11183094" y="1112969"/>
                  <a:pt x="11171601" y="1101475"/>
                  <a:pt x="11171601" y="1087310"/>
                </a:cubicBezTo>
                <a:cubicBezTo>
                  <a:pt x="11171601" y="1073146"/>
                  <a:pt x="11183094" y="1061651"/>
                  <a:pt x="11197259" y="1061651"/>
                </a:cubicBezTo>
                <a:close/>
                <a:moveTo>
                  <a:pt x="11133055" y="1061651"/>
                </a:moveTo>
                <a:cubicBezTo>
                  <a:pt x="11147225" y="1061651"/>
                  <a:pt x="11158713" y="1073140"/>
                  <a:pt x="11158713" y="1087310"/>
                </a:cubicBezTo>
                <a:cubicBezTo>
                  <a:pt x="11158713" y="1101482"/>
                  <a:pt x="11147225" y="1112969"/>
                  <a:pt x="11133055" y="1112969"/>
                </a:cubicBezTo>
                <a:cubicBezTo>
                  <a:pt x="11118884" y="1112969"/>
                  <a:pt x="11107396" y="1101482"/>
                  <a:pt x="11107396" y="1087310"/>
                </a:cubicBezTo>
                <a:cubicBezTo>
                  <a:pt x="11107396" y="1073140"/>
                  <a:pt x="11118884" y="1061651"/>
                  <a:pt x="11133055" y="1061651"/>
                </a:cubicBezTo>
                <a:close/>
                <a:moveTo>
                  <a:pt x="10940321" y="1061651"/>
                </a:moveTo>
                <a:cubicBezTo>
                  <a:pt x="10954604" y="1061651"/>
                  <a:pt x="10965982" y="1073146"/>
                  <a:pt x="10965982" y="1087310"/>
                </a:cubicBezTo>
                <a:cubicBezTo>
                  <a:pt x="10965982" y="1101475"/>
                  <a:pt x="10954486" y="1112969"/>
                  <a:pt x="10940321" y="1112969"/>
                </a:cubicBezTo>
                <a:cubicBezTo>
                  <a:pt x="10926156" y="1112969"/>
                  <a:pt x="10914663" y="1101475"/>
                  <a:pt x="10914663" y="1087310"/>
                </a:cubicBezTo>
                <a:cubicBezTo>
                  <a:pt x="10914663" y="1073146"/>
                  <a:pt x="10926156" y="1061651"/>
                  <a:pt x="10940321" y="1061651"/>
                </a:cubicBezTo>
                <a:close/>
                <a:moveTo>
                  <a:pt x="10683501" y="1061651"/>
                </a:moveTo>
                <a:cubicBezTo>
                  <a:pt x="10697666" y="1061651"/>
                  <a:pt x="10709159" y="1073146"/>
                  <a:pt x="10709159" y="1087310"/>
                </a:cubicBezTo>
                <a:cubicBezTo>
                  <a:pt x="10709159" y="1101475"/>
                  <a:pt x="10697666" y="1112969"/>
                  <a:pt x="10683501" y="1112969"/>
                </a:cubicBezTo>
                <a:cubicBezTo>
                  <a:pt x="10669336" y="1112969"/>
                  <a:pt x="10657843" y="1101475"/>
                  <a:pt x="10657843" y="1087310"/>
                </a:cubicBezTo>
                <a:cubicBezTo>
                  <a:pt x="10657843" y="1073146"/>
                  <a:pt x="10669336" y="1061651"/>
                  <a:pt x="10683501" y="1061651"/>
                </a:cubicBezTo>
                <a:close/>
                <a:moveTo>
                  <a:pt x="10619297" y="1061651"/>
                </a:moveTo>
                <a:cubicBezTo>
                  <a:pt x="10633462" y="1061651"/>
                  <a:pt x="10644955" y="1073146"/>
                  <a:pt x="10644955" y="1087310"/>
                </a:cubicBezTo>
                <a:cubicBezTo>
                  <a:pt x="10644955" y="1101475"/>
                  <a:pt x="10633462" y="1112969"/>
                  <a:pt x="10619297" y="1112969"/>
                </a:cubicBezTo>
                <a:cubicBezTo>
                  <a:pt x="10605132" y="1112969"/>
                  <a:pt x="10593639" y="1101475"/>
                  <a:pt x="10593639" y="1087310"/>
                </a:cubicBezTo>
                <a:cubicBezTo>
                  <a:pt x="10593639" y="1073146"/>
                  <a:pt x="10605132" y="1061651"/>
                  <a:pt x="10619297" y="1061651"/>
                </a:cubicBezTo>
                <a:close/>
                <a:moveTo>
                  <a:pt x="10555092" y="1061651"/>
                </a:moveTo>
                <a:cubicBezTo>
                  <a:pt x="10569255" y="1061651"/>
                  <a:pt x="10580751" y="1073146"/>
                  <a:pt x="10580751" y="1087310"/>
                </a:cubicBezTo>
                <a:cubicBezTo>
                  <a:pt x="10580751" y="1101475"/>
                  <a:pt x="10569255" y="1112969"/>
                  <a:pt x="10555092" y="1112969"/>
                </a:cubicBezTo>
                <a:cubicBezTo>
                  <a:pt x="10540927" y="1112969"/>
                  <a:pt x="10529432" y="1101475"/>
                  <a:pt x="10529432" y="1087310"/>
                </a:cubicBezTo>
                <a:cubicBezTo>
                  <a:pt x="10529432" y="1073146"/>
                  <a:pt x="10540927" y="1061651"/>
                  <a:pt x="10555092" y="1061651"/>
                </a:cubicBezTo>
                <a:close/>
                <a:moveTo>
                  <a:pt x="10362474" y="1061651"/>
                </a:moveTo>
                <a:cubicBezTo>
                  <a:pt x="10376647" y="1061651"/>
                  <a:pt x="10388135" y="1073140"/>
                  <a:pt x="10388135" y="1087310"/>
                </a:cubicBezTo>
                <a:cubicBezTo>
                  <a:pt x="10388135" y="1101482"/>
                  <a:pt x="10376647" y="1112969"/>
                  <a:pt x="10362474" y="1112969"/>
                </a:cubicBezTo>
                <a:cubicBezTo>
                  <a:pt x="10348304" y="1112969"/>
                  <a:pt x="10336816" y="1101482"/>
                  <a:pt x="10336816" y="1087310"/>
                </a:cubicBezTo>
                <a:cubicBezTo>
                  <a:pt x="10336816" y="1073140"/>
                  <a:pt x="10348304" y="1061651"/>
                  <a:pt x="10362474" y="1061651"/>
                </a:cubicBezTo>
                <a:close/>
                <a:moveTo>
                  <a:pt x="10298270" y="1061651"/>
                </a:moveTo>
                <a:cubicBezTo>
                  <a:pt x="10312435" y="1061651"/>
                  <a:pt x="10323928" y="1073146"/>
                  <a:pt x="10323928" y="1087310"/>
                </a:cubicBezTo>
                <a:cubicBezTo>
                  <a:pt x="10323928" y="1101475"/>
                  <a:pt x="10312435" y="1112969"/>
                  <a:pt x="10298270" y="1112969"/>
                </a:cubicBezTo>
                <a:cubicBezTo>
                  <a:pt x="10284105" y="1112969"/>
                  <a:pt x="10272611" y="1101475"/>
                  <a:pt x="10272611" y="1087310"/>
                </a:cubicBezTo>
                <a:cubicBezTo>
                  <a:pt x="10272611" y="1073146"/>
                  <a:pt x="10284105" y="1061651"/>
                  <a:pt x="10298270" y="1061651"/>
                </a:cubicBezTo>
                <a:close/>
                <a:moveTo>
                  <a:pt x="10234065" y="1061651"/>
                </a:moveTo>
                <a:cubicBezTo>
                  <a:pt x="10248228" y="1061651"/>
                  <a:pt x="10259723" y="1073146"/>
                  <a:pt x="10259723" y="1087310"/>
                </a:cubicBezTo>
                <a:cubicBezTo>
                  <a:pt x="10259723" y="1101475"/>
                  <a:pt x="10248228" y="1112969"/>
                  <a:pt x="10234065" y="1112969"/>
                </a:cubicBezTo>
                <a:cubicBezTo>
                  <a:pt x="10219900" y="1112969"/>
                  <a:pt x="10208404" y="1101475"/>
                  <a:pt x="10208404" y="1087310"/>
                </a:cubicBezTo>
                <a:cubicBezTo>
                  <a:pt x="10208404" y="1073146"/>
                  <a:pt x="10219900" y="1061651"/>
                  <a:pt x="10234065" y="1061651"/>
                </a:cubicBezTo>
                <a:close/>
                <a:moveTo>
                  <a:pt x="10105654" y="1061651"/>
                </a:moveTo>
                <a:cubicBezTo>
                  <a:pt x="10119819" y="1061651"/>
                  <a:pt x="10131312" y="1073146"/>
                  <a:pt x="10131312" y="1087310"/>
                </a:cubicBezTo>
                <a:cubicBezTo>
                  <a:pt x="10131312" y="1101475"/>
                  <a:pt x="10119819" y="1112969"/>
                  <a:pt x="10105654" y="1112969"/>
                </a:cubicBezTo>
                <a:cubicBezTo>
                  <a:pt x="10091489" y="1112969"/>
                  <a:pt x="10079996" y="1101475"/>
                  <a:pt x="10079996" y="1087310"/>
                </a:cubicBezTo>
                <a:cubicBezTo>
                  <a:pt x="10079996" y="1073146"/>
                  <a:pt x="10091489" y="1061651"/>
                  <a:pt x="10105654" y="1061651"/>
                </a:cubicBezTo>
                <a:close/>
                <a:moveTo>
                  <a:pt x="9720307" y="1061651"/>
                </a:moveTo>
                <a:cubicBezTo>
                  <a:pt x="9734470" y="1061651"/>
                  <a:pt x="9745965" y="1073146"/>
                  <a:pt x="9745965" y="1087310"/>
                </a:cubicBezTo>
                <a:cubicBezTo>
                  <a:pt x="9745965" y="1101475"/>
                  <a:pt x="9734470" y="1112969"/>
                  <a:pt x="9720307" y="1112969"/>
                </a:cubicBezTo>
                <a:cubicBezTo>
                  <a:pt x="9706142" y="1112969"/>
                  <a:pt x="9694646" y="1101475"/>
                  <a:pt x="9694646" y="1087310"/>
                </a:cubicBezTo>
                <a:cubicBezTo>
                  <a:pt x="9694646" y="1073146"/>
                  <a:pt x="9706142" y="1061651"/>
                  <a:pt x="9720307" y="1061651"/>
                </a:cubicBezTo>
                <a:close/>
                <a:moveTo>
                  <a:pt x="9463485" y="1061651"/>
                </a:moveTo>
                <a:cubicBezTo>
                  <a:pt x="9477650" y="1061651"/>
                  <a:pt x="9489143" y="1073146"/>
                  <a:pt x="9489143" y="1087310"/>
                </a:cubicBezTo>
                <a:cubicBezTo>
                  <a:pt x="9489143" y="1101475"/>
                  <a:pt x="9477650" y="1112969"/>
                  <a:pt x="9463485" y="1112969"/>
                </a:cubicBezTo>
                <a:cubicBezTo>
                  <a:pt x="9449320" y="1112969"/>
                  <a:pt x="9437826" y="1101475"/>
                  <a:pt x="9437826" y="1087310"/>
                </a:cubicBezTo>
                <a:cubicBezTo>
                  <a:pt x="9437826" y="1073146"/>
                  <a:pt x="9449320" y="1061651"/>
                  <a:pt x="9463485" y="1061651"/>
                </a:cubicBezTo>
                <a:close/>
                <a:moveTo>
                  <a:pt x="9078253" y="1061651"/>
                </a:moveTo>
                <a:cubicBezTo>
                  <a:pt x="9092418" y="1061651"/>
                  <a:pt x="9103911" y="1073146"/>
                  <a:pt x="9103911" y="1087310"/>
                </a:cubicBezTo>
                <a:cubicBezTo>
                  <a:pt x="9103911" y="1101475"/>
                  <a:pt x="9092418" y="1112969"/>
                  <a:pt x="9078253" y="1112969"/>
                </a:cubicBezTo>
                <a:cubicBezTo>
                  <a:pt x="9064088" y="1112969"/>
                  <a:pt x="9052595" y="1101475"/>
                  <a:pt x="9052595" y="1087310"/>
                </a:cubicBezTo>
                <a:cubicBezTo>
                  <a:pt x="9052595" y="1073146"/>
                  <a:pt x="9064088" y="1061651"/>
                  <a:pt x="9078253" y="1061651"/>
                </a:cubicBezTo>
                <a:close/>
                <a:moveTo>
                  <a:pt x="8564495" y="1061651"/>
                </a:moveTo>
                <a:cubicBezTo>
                  <a:pt x="8578665" y="1061651"/>
                  <a:pt x="8590153" y="1073140"/>
                  <a:pt x="8590153" y="1087310"/>
                </a:cubicBezTo>
                <a:cubicBezTo>
                  <a:pt x="8590153" y="1101482"/>
                  <a:pt x="8578665" y="1112969"/>
                  <a:pt x="8564495" y="1112969"/>
                </a:cubicBezTo>
                <a:cubicBezTo>
                  <a:pt x="8550325" y="1112969"/>
                  <a:pt x="8538837" y="1101482"/>
                  <a:pt x="8538837" y="1087310"/>
                </a:cubicBezTo>
                <a:cubicBezTo>
                  <a:pt x="8538837" y="1073140"/>
                  <a:pt x="8550325" y="1061651"/>
                  <a:pt x="8564495" y="1061651"/>
                </a:cubicBezTo>
                <a:close/>
                <a:moveTo>
                  <a:pt x="8050852" y="1061651"/>
                </a:moveTo>
                <a:cubicBezTo>
                  <a:pt x="8065017" y="1061651"/>
                  <a:pt x="8076510" y="1073146"/>
                  <a:pt x="8076510" y="1087310"/>
                </a:cubicBezTo>
                <a:cubicBezTo>
                  <a:pt x="8076510" y="1101475"/>
                  <a:pt x="8065017" y="1112969"/>
                  <a:pt x="8050852" y="1112969"/>
                </a:cubicBezTo>
                <a:cubicBezTo>
                  <a:pt x="8036687" y="1112969"/>
                  <a:pt x="8025194" y="1101475"/>
                  <a:pt x="8025194" y="1087310"/>
                </a:cubicBezTo>
                <a:cubicBezTo>
                  <a:pt x="8025194" y="1073146"/>
                  <a:pt x="8036687" y="1061651"/>
                  <a:pt x="8050852" y="1061651"/>
                </a:cubicBezTo>
                <a:close/>
                <a:moveTo>
                  <a:pt x="7986648" y="1061651"/>
                </a:moveTo>
                <a:cubicBezTo>
                  <a:pt x="8000813" y="1061651"/>
                  <a:pt x="8012306" y="1073146"/>
                  <a:pt x="8012306" y="1087310"/>
                </a:cubicBezTo>
                <a:cubicBezTo>
                  <a:pt x="8012306" y="1101475"/>
                  <a:pt x="8000813" y="1112969"/>
                  <a:pt x="7986648" y="1112969"/>
                </a:cubicBezTo>
                <a:cubicBezTo>
                  <a:pt x="7972483" y="1112969"/>
                  <a:pt x="7960990" y="1101475"/>
                  <a:pt x="7960990" y="1087310"/>
                </a:cubicBezTo>
                <a:cubicBezTo>
                  <a:pt x="7960990" y="1073146"/>
                  <a:pt x="7972483" y="1061651"/>
                  <a:pt x="7986648" y="1061651"/>
                </a:cubicBezTo>
                <a:close/>
                <a:moveTo>
                  <a:pt x="7858237" y="1061651"/>
                </a:moveTo>
                <a:cubicBezTo>
                  <a:pt x="7872407" y="1061651"/>
                  <a:pt x="7883895" y="1073140"/>
                  <a:pt x="7883895" y="1087310"/>
                </a:cubicBezTo>
                <a:cubicBezTo>
                  <a:pt x="7883895" y="1101482"/>
                  <a:pt x="7872407" y="1112969"/>
                  <a:pt x="7858237" y="1112969"/>
                </a:cubicBezTo>
                <a:cubicBezTo>
                  <a:pt x="7844066" y="1112969"/>
                  <a:pt x="7832578" y="1101482"/>
                  <a:pt x="7832578" y="1087310"/>
                </a:cubicBezTo>
                <a:cubicBezTo>
                  <a:pt x="7832578" y="1073140"/>
                  <a:pt x="7844066" y="1061651"/>
                  <a:pt x="7858237" y="1061651"/>
                </a:cubicBezTo>
                <a:close/>
                <a:moveTo>
                  <a:pt x="7794032" y="1061651"/>
                </a:moveTo>
                <a:cubicBezTo>
                  <a:pt x="7808203" y="1061651"/>
                  <a:pt x="7819690" y="1073140"/>
                  <a:pt x="7819690" y="1087310"/>
                </a:cubicBezTo>
                <a:cubicBezTo>
                  <a:pt x="7819690" y="1101482"/>
                  <a:pt x="7808203" y="1112969"/>
                  <a:pt x="7794032" y="1112969"/>
                </a:cubicBezTo>
                <a:cubicBezTo>
                  <a:pt x="7779862" y="1112969"/>
                  <a:pt x="7768371" y="1101482"/>
                  <a:pt x="7768371" y="1087310"/>
                </a:cubicBezTo>
                <a:cubicBezTo>
                  <a:pt x="7768371" y="1073140"/>
                  <a:pt x="7779862" y="1061651"/>
                  <a:pt x="7794032" y="1061651"/>
                </a:cubicBezTo>
                <a:close/>
                <a:moveTo>
                  <a:pt x="7729825" y="1061651"/>
                </a:moveTo>
                <a:cubicBezTo>
                  <a:pt x="7743990" y="1061651"/>
                  <a:pt x="7755486" y="1073146"/>
                  <a:pt x="7755486" y="1087310"/>
                </a:cubicBezTo>
                <a:cubicBezTo>
                  <a:pt x="7755486" y="1101475"/>
                  <a:pt x="7743990" y="1112969"/>
                  <a:pt x="7729825" y="1112969"/>
                </a:cubicBezTo>
                <a:cubicBezTo>
                  <a:pt x="7715660" y="1112969"/>
                  <a:pt x="7704167" y="1101475"/>
                  <a:pt x="7704167" y="1087310"/>
                </a:cubicBezTo>
                <a:cubicBezTo>
                  <a:pt x="7704167" y="1073146"/>
                  <a:pt x="7715660" y="1061651"/>
                  <a:pt x="7729825" y="1061651"/>
                </a:cubicBezTo>
                <a:close/>
                <a:moveTo>
                  <a:pt x="7665621" y="1061651"/>
                </a:moveTo>
                <a:cubicBezTo>
                  <a:pt x="7679786" y="1061651"/>
                  <a:pt x="7691279" y="1073146"/>
                  <a:pt x="7691279" y="1087310"/>
                </a:cubicBezTo>
                <a:cubicBezTo>
                  <a:pt x="7691279" y="1101475"/>
                  <a:pt x="7679786" y="1112969"/>
                  <a:pt x="7665621" y="1112969"/>
                </a:cubicBezTo>
                <a:cubicBezTo>
                  <a:pt x="7651456" y="1112969"/>
                  <a:pt x="7639963" y="1101475"/>
                  <a:pt x="7639963" y="1087310"/>
                </a:cubicBezTo>
                <a:cubicBezTo>
                  <a:pt x="7639963" y="1073146"/>
                  <a:pt x="7651456" y="1061651"/>
                  <a:pt x="7665621" y="1061651"/>
                </a:cubicBezTo>
                <a:close/>
                <a:moveTo>
                  <a:pt x="7601299" y="1061651"/>
                </a:moveTo>
                <a:cubicBezTo>
                  <a:pt x="7615464" y="1061651"/>
                  <a:pt x="7626959" y="1073146"/>
                  <a:pt x="7626959" y="1087310"/>
                </a:cubicBezTo>
                <a:cubicBezTo>
                  <a:pt x="7626959" y="1101475"/>
                  <a:pt x="7615464" y="1112969"/>
                  <a:pt x="7601299" y="1112969"/>
                </a:cubicBezTo>
                <a:cubicBezTo>
                  <a:pt x="7587134" y="1112969"/>
                  <a:pt x="7575640" y="1101475"/>
                  <a:pt x="7575640" y="1087310"/>
                </a:cubicBezTo>
                <a:cubicBezTo>
                  <a:pt x="7575640" y="1073146"/>
                  <a:pt x="7587134" y="1061651"/>
                  <a:pt x="7601299" y="1061651"/>
                </a:cubicBezTo>
                <a:close/>
                <a:moveTo>
                  <a:pt x="7537094" y="1061651"/>
                </a:moveTo>
                <a:cubicBezTo>
                  <a:pt x="7551259" y="1061651"/>
                  <a:pt x="7562752" y="1073146"/>
                  <a:pt x="7562752" y="1087310"/>
                </a:cubicBezTo>
                <a:cubicBezTo>
                  <a:pt x="7562752" y="1101475"/>
                  <a:pt x="7551259" y="1112969"/>
                  <a:pt x="7537094" y="1112969"/>
                </a:cubicBezTo>
                <a:cubicBezTo>
                  <a:pt x="7522929" y="1112969"/>
                  <a:pt x="7511436" y="1101475"/>
                  <a:pt x="7511436" y="1087310"/>
                </a:cubicBezTo>
                <a:cubicBezTo>
                  <a:pt x="7511436" y="1073146"/>
                  <a:pt x="7522929" y="1061651"/>
                  <a:pt x="7537094" y="1061651"/>
                </a:cubicBezTo>
                <a:close/>
                <a:moveTo>
                  <a:pt x="7472890" y="1061651"/>
                </a:moveTo>
                <a:cubicBezTo>
                  <a:pt x="7487060" y="1061651"/>
                  <a:pt x="7498548" y="1073140"/>
                  <a:pt x="7498548" y="1087310"/>
                </a:cubicBezTo>
                <a:cubicBezTo>
                  <a:pt x="7498548" y="1101482"/>
                  <a:pt x="7487060" y="1112969"/>
                  <a:pt x="7472890" y="1112969"/>
                </a:cubicBezTo>
                <a:cubicBezTo>
                  <a:pt x="7458717" y="1112969"/>
                  <a:pt x="7447229" y="1101482"/>
                  <a:pt x="7447229" y="1087310"/>
                </a:cubicBezTo>
                <a:cubicBezTo>
                  <a:pt x="7447229" y="1073140"/>
                  <a:pt x="7458717" y="1061651"/>
                  <a:pt x="7472890" y="1061651"/>
                </a:cubicBezTo>
                <a:close/>
                <a:moveTo>
                  <a:pt x="7216067" y="1061651"/>
                </a:moveTo>
                <a:cubicBezTo>
                  <a:pt x="7230232" y="1061651"/>
                  <a:pt x="7241725" y="1073146"/>
                  <a:pt x="7241725" y="1087310"/>
                </a:cubicBezTo>
                <a:cubicBezTo>
                  <a:pt x="7241725" y="1101475"/>
                  <a:pt x="7230232" y="1112969"/>
                  <a:pt x="7216067" y="1112969"/>
                </a:cubicBezTo>
                <a:cubicBezTo>
                  <a:pt x="7201902" y="1112969"/>
                  <a:pt x="7190409" y="1101475"/>
                  <a:pt x="7190409" y="1087310"/>
                </a:cubicBezTo>
                <a:cubicBezTo>
                  <a:pt x="7190409" y="1073146"/>
                  <a:pt x="7201902" y="1061651"/>
                  <a:pt x="7216067" y="1061651"/>
                </a:cubicBezTo>
                <a:close/>
                <a:moveTo>
                  <a:pt x="7151863" y="1061651"/>
                </a:moveTo>
                <a:cubicBezTo>
                  <a:pt x="7166033" y="1061651"/>
                  <a:pt x="7177521" y="1073140"/>
                  <a:pt x="7177521" y="1087310"/>
                </a:cubicBezTo>
                <a:cubicBezTo>
                  <a:pt x="7177521" y="1101482"/>
                  <a:pt x="7166033" y="1112969"/>
                  <a:pt x="7151863" y="1112969"/>
                </a:cubicBezTo>
                <a:cubicBezTo>
                  <a:pt x="7137692" y="1112969"/>
                  <a:pt x="7126205" y="1101482"/>
                  <a:pt x="7126205" y="1087310"/>
                </a:cubicBezTo>
                <a:cubicBezTo>
                  <a:pt x="7126205" y="1073140"/>
                  <a:pt x="7137692" y="1061651"/>
                  <a:pt x="7151863" y="1061651"/>
                </a:cubicBezTo>
                <a:close/>
                <a:moveTo>
                  <a:pt x="6895043" y="1061651"/>
                </a:moveTo>
                <a:cubicBezTo>
                  <a:pt x="6909208" y="1061651"/>
                  <a:pt x="6920701" y="1073146"/>
                  <a:pt x="6920701" y="1087310"/>
                </a:cubicBezTo>
                <a:cubicBezTo>
                  <a:pt x="6920701" y="1101475"/>
                  <a:pt x="6909208" y="1112969"/>
                  <a:pt x="6895043" y="1112969"/>
                </a:cubicBezTo>
                <a:cubicBezTo>
                  <a:pt x="6880878" y="1112969"/>
                  <a:pt x="6869382" y="1101475"/>
                  <a:pt x="6869382" y="1087310"/>
                </a:cubicBezTo>
                <a:cubicBezTo>
                  <a:pt x="6869382" y="1073146"/>
                  <a:pt x="6880878" y="1061651"/>
                  <a:pt x="6895043" y="1061651"/>
                </a:cubicBezTo>
                <a:close/>
                <a:moveTo>
                  <a:pt x="6638220" y="1061651"/>
                </a:moveTo>
                <a:cubicBezTo>
                  <a:pt x="6652385" y="1061651"/>
                  <a:pt x="6663881" y="1073146"/>
                  <a:pt x="6663881" y="1087310"/>
                </a:cubicBezTo>
                <a:cubicBezTo>
                  <a:pt x="6663881" y="1101475"/>
                  <a:pt x="6652385" y="1112969"/>
                  <a:pt x="6638220" y="1112969"/>
                </a:cubicBezTo>
                <a:cubicBezTo>
                  <a:pt x="6624055" y="1112969"/>
                  <a:pt x="6612562" y="1101475"/>
                  <a:pt x="6612562" y="1087310"/>
                </a:cubicBezTo>
                <a:cubicBezTo>
                  <a:pt x="6612562" y="1073146"/>
                  <a:pt x="6624055" y="1061651"/>
                  <a:pt x="6638220" y="1061651"/>
                </a:cubicBezTo>
                <a:close/>
                <a:moveTo>
                  <a:pt x="6317078" y="1061651"/>
                </a:moveTo>
                <a:cubicBezTo>
                  <a:pt x="6331243" y="1061651"/>
                  <a:pt x="6342736" y="1073146"/>
                  <a:pt x="6342736" y="1087310"/>
                </a:cubicBezTo>
                <a:cubicBezTo>
                  <a:pt x="6342736" y="1101475"/>
                  <a:pt x="6331243" y="1112969"/>
                  <a:pt x="6317078" y="1112969"/>
                </a:cubicBezTo>
                <a:cubicBezTo>
                  <a:pt x="6302913" y="1112969"/>
                  <a:pt x="6291420" y="1101475"/>
                  <a:pt x="6291420" y="1087310"/>
                </a:cubicBezTo>
                <a:cubicBezTo>
                  <a:pt x="6291420" y="1073146"/>
                  <a:pt x="6302913" y="1061651"/>
                  <a:pt x="6317078" y="1061651"/>
                </a:cubicBezTo>
                <a:close/>
                <a:moveTo>
                  <a:pt x="6252873" y="1061651"/>
                </a:moveTo>
                <a:cubicBezTo>
                  <a:pt x="6267036" y="1061651"/>
                  <a:pt x="6278532" y="1073146"/>
                  <a:pt x="6278532" y="1087310"/>
                </a:cubicBezTo>
                <a:cubicBezTo>
                  <a:pt x="6278532" y="1101475"/>
                  <a:pt x="6267036" y="1112969"/>
                  <a:pt x="6252873" y="1112969"/>
                </a:cubicBezTo>
                <a:cubicBezTo>
                  <a:pt x="6238708" y="1112969"/>
                  <a:pt x="6227213" y="1101475"/>
                  <a:pt x="6227213" y="1087310"/>
                </a:cubicBezTo>
                <a:cubicBezTo>
                  <a:pt x="6227213" y="1073146"/>
                  <a:pt x="6238708" y="1061651"/>
                  <a:pt x="6252873" y="1061651"/>
                </a:cubicBezTo>
                <a:close/>
                <a:moveTo>
                  <a:pt x="6124462" y="1061651"/>
                </a:moveTo>
                <a:cubicBezTo>
                  <a:pt x="6138627" y="1061651"/>
                  <a:pt x="6150123" y="1073146"/>
                  <a:pt x="6150123" y="1087310"/>
                </a:cubicBezTo>
                <a:cubicBezTo>
                  <a:pt x="6150123" y="1101475"/>
                  <a:pt x="6138627" y="1112969"/>
                  <a:pt x="6124462" y="1112969"/>
                </a:cubicBezTo>
                <a:cubicBezTo>
                  <a:pt x="6110297" y="1112969"/>
                  <a:pt x="6098804" y="1101475"/>
                  <a:pt x="6098804" y="1087310"/>
                </a:cubicBezTo>
                <a:cubicBezTo>
                  <a:pt x="6098804" y="1073146"/>
                  <a:pt x="6110297" y="1061651"/>
                  <a:pt x="6124462" y="1061651"/>
                </a:cubicBezTo>
                <a:close/>
                <a:moveTo>
                  <a:pt x="5743477" y="1061651"/>
                </a:moveTo>
                <a:cubicBezTo>
                  <a:pt x="5757648" y="1061651"/>
                  <a:pt x="5769136" y="1073140"/>
                  <a:pt x="5769136" y="1087310"/>
                </a:cubicBezTo>
                <a:cubicBezTo>
                  <a:pt x="5769136" y="1101482"/>
                  <a:pt x="5757648" y="1112969"/>
                  <a:pt x="5743477" y="1112969"/>
                </a:cubicBezTo>
                <a:cubicBezTo>
                  <a:pt x="5729307" y="1112969"/>
                  <a:pt x="5717818" y="1101482"/>
                  <a:pt x="5717818" y="1087310"/>
                </a:cubicBezTo>
                <a:cubicBezTo>
                  <a:pt x="5717818" y="1073140"/>
                  <a:pt x="5729307" y="1061651"/>
                  <a:pt x="5743477" y="1061651"/>
                </a:cubicBezTo>
                <a:close/>
                <a:moveTo>
                  <a:pt x="5615066" y="1061651"/>
                </a:moveTo>
                <a:cubicBezTo>
                  <a:pt x="5629231" y="1061651"/>
                  <a:pt x="5640726" y="1073146"/>
                  <a:pt x="5640726" y="1087310"/>
                </a:cubicBezTo>
                <a:cubicBezTo>
                  <a:pt x="5640726" y="1101475"/>
                  <a:pt x="5629231" y="1112969"/>
                  <a:pt x="5615066" y="1112969"/>
                </a:cubicBezTo>
                <a:cubicBezTo>
                  <a:pt x="5600901" y="1112969"/>
                  <a:pt x="5589407" y="1101475"/>
                  <a:pt x="5589407" y="1087310"/>
                </a:cubicBezTo>
                <a:cubicBezTo>
                  <a:pt x="5589407" y="1073146"/>
                  <a:pt x="5600901" y="1061651"/>
                  <a:pt x="5615066" y="1061651"/>
                </a:cubicBezTo>
                <a:close/>
                <a:moveTo>
                  <a:pt x="5486655" y="1061651"/>
                </a:moveTo>
                <a:cubicBezTo>
                  <a:pt x="5500819" y="1061651"/>
                  <a:pt x="5512316" y="1073146"/>
                  <a:pt x="5512316" y="1087310"/>
                </a:cubicBezTo>
                <a:cubicBezTo>
                  <a:pt x="5512316" y="1101475"/>
                  <a:pt x="5500819" y="1112969"/>
                  <a:pt x="5486655" y="1112969"/>
                </a:cubicBezTo>
                <a:cubicBezTo>
                  <a:pt x="5472491" y="1112969"/>
                  <a:pt x="5460997" y="1101475"/>
                  <a:pt x="5460997" y="1087310"/>
                </a:cubicBezTo>
                <a:cubicBezTo>
                  <a:pt x="5460997" y="1073146"/>
                  <a:pt x="5472491" y="1061651"/>
                  <a:pt x="5486655" y="1061651"/>
                </a:cubicBezTo>
                <a:close/>
                <a:moveTo>
                  <a:pt x="5422451" y="1061651"/>
                </a:moveTo>
                <a:cubicBezTo>
                  <a:pt x="5436621" y="1061651"/>
                  <a:pt x="5448109" y="1073140"/>
                  <a:pt x="5448109" y="1087310"/>
                </a:cubicBezTo>
                <a:cubicBezTo>
                  <a:pt x="5448109" y="1101482"/>
                  <a:pt x="5436621" y="1112969"/>
                  <a:pt x="5422451" y="1112969"/>
                </a:cubicBezTo>
                <a:cubicBezTo>
                  <a:pt x="5408280" y="1112969"/>
                  <a:pt x="5396791" y="1101482"/>
                  <a:pt x="5396791" y="1087310"/>
                </a:cubicBezTo>
                <a:cubicBezTo>
                  <a:pt x="5396791" y="1073140"/>
                  <a:pt x="5408280" y="1061651"/>
                  <a:pt x="5422451" y="1061651"/>
                </a:cubicBezTo>
                <a:close/>
                <a:moveTo>
                  <a:pt x="5229719" y="1061651"/>
                </a:moveTo>
                <a:cubicBezTo>
                  <a:pt x="5243999" y="1061651"/>
                  <a:pt x="5255377" y="1073146"/>
                  <a:pt x="5255377" y="1087310"/>
                </a:cubicBezTo>
                <a:cubicBezTo>
                  <a:pt x="5255377" y="1101475"/>
                  <a:pt x="5243883" y="1112969"/>
                  <a:pt x="5229719" y="1112969"/>
                </a:cubicBezTo>
                <a:cubicBezTo>
                  <a:pt x="5215554" y="1112969"/>
                  <a:pt x="5204058" y="1101475"/>
                  <a:pt x="5204058" y="1087310"/>
                </a:cubicBezTo>
                <a:cubicBezTo>
                  <a:pt x="5204058" y="1073146"/>
                  <a:pt x="5215554" y="1061651"/>
                  <a:pt x="5229719" y="1061651"/>
                </a:cubicBezTo>
                <a:close/>
                <a:moveTo>
                  <a:pt x="4972896" y="1061651"/>
                </a:moveTo>
                <a:cubicBezTo>
                  <a:pt x="4987063" y="1061651"/>
                  <a:pt x="4998557" y="1073146"/>
                  <a:pt x="4998557" y="1087310"/>
                </a:cubicBezTo>
                <a:cubicBezTo>
                  <a:pt x="4998557" y="1101475"/>
                  <a:pt x="4987063" y="1112969"/>
                  <a:pt x="4972896" y="1112969"/>
                </a:cubicBezTo>
                <a:cubicBezTo>
                  <a:pt x="4958732" y="1112969"/>
                  <a:pt x="4947240" y="1101475"/>
                  <a:pt x="4947240" y="1087310"/>
                </a:cubicBezTo>
                <a:cubicBezTo>
                  <a:pt x="4947240" y="1073146"/>
                  <a:pt x="4958732" y="1061651"/>
                  <a:pt x="4972896" y="1061651"/>
                </a:cubicBezTo>
                <a:close/>
                <a:moveTo>
                  <a:pt x="4908693" y="1061651"/>
                </a:moveTo>
                <a:cubicBezTo>
                  <a:pt x="4922857" y="1061651"/>
                  <a:pt x="4934352" y="1073146"/>
                  <a:pt x="4934352" y="1087310"/>
                </a:cubicBezTo>
                <a:cubicBezTo>
                  <a:pt x="4934352" y="1101475"/>
                  <a:pt x="4922857" y="1112969"/>
                  <a:pt x="4908693" y="1112969"/>
                </a:cubicBezTo>
                <a:cubicBezTo>
                  <a:pt x="4894527" y="1112969"/>
                  <a:pt x="4883033" y="1101475"/>
                  <a:pt x="4883033" y="1087310"/>
                </a:cubicBezTo>
                <a:cubicBezTo>
                  <a:pt x="4883033" y="1073146"/>
                  <a:pt x="4894527" y="1061651"/>
                  <a:pt x="4908693" y="1061651"/>
                </a:cubicBezTo>
                <a:close/>
                <a:moveTo>
                  <a:pt x="4844487" y="1061651"/>
                </a:moveTo>
                <a:cubicBezTo>
                  <a:pt x="4858650" y="1061651"/>
                  <a:pt x="4870146" y="1073146"/>
                  <a:pt x="4870146" y="1087310"/>
                </a:cubicBezTo>
                <a:cubicBezTo>
                  <a:pt x="4870146" y="1101475"/>
                  <a:pt x="4858650" y="1112969"/>
                  <a:pt x="4844487" y="1112969"/>
                </a:cubicBezTo>
                <a:cubicBezTo>
                  <a:pt x="4830322" y="1112969"/>
                  <a:pt x="4818828" y="1101475"/>
                  <a:pt x="4818828" y="1087310"/>
                </a:cubicBezTo>
                <a:cubicBezTo>
                  <a:pt x="4818828" y="1073146"/>
                  <a:pt x="4830322" y="1061651"/>
                  <a:pt x="4844487" y="1061651"/>
                </a:cubicBezTo>
                <a:close/>
                <a:moveTo>
                  <a:pt x="4651872" y="1061651"/>
                </a:moveTo>
                <a:cubicBezTo>
                  <a:pt x="4666042" y="1061651"/>
                  <a:pt x="4677531" y="1073140"/>
                  <a:pt x="4677531" y="1087310"/>
                </a:cubicBezTo>
                <a:cubicBezTo>
                  <a:pt x="4677531" y="1101482"/>
                  <a:pt x="4666042" y="1112969"/>
                  <a:pt x="4651872" y="1112969"/>
                </a:cubicBezTo>
                <a:cubicBezTo>
                  <a:pt x="4637700" y="1112969"/>
                  <a:pt x="4626213" y="1101482"/>
                  <a:pt x="4626213" y="1087310"/>
                </a:cubicBezTo>
                <a:cubicBezTo>
                  <a:pt x="4626213" y="1073140"/>
                  <a:pt x="4637700" y="1061651"/>
                  <a:pt x="4651872" y="1061651"/>
                </a:cubicBezTo>
                <a:close/>
                <a:moveTo>
                  <a:pt x="4587666" y="1061651"/>
                </a:moveTo>
                <a:cubicBezTo>
                  <a:pt x="4601830" y="1061651"/>
                  <a:pt x="4613324" y="1073146"/>
                  <a:pt x="4613324" y="1087310"/>
                </a:cubicBezTo>
                <a:cubicBezTo>
                  <a:pt x="4613324" y="1101475"/>
                  <a:pt x="4601830" y="1112969"/>
                  <a:pt x="4587666" y="1112969"/>
                </a:cubicBezTo>
                <a:cubicBezTo>
                  <a:pt x="4573501" y="1112969"/>
                  <a:pt x="4562007" y="1101475"/>
                  <a:pt x="4562007" y="1087310"/>
                </a:cubicBezTo>
                <a:cubicBezTo>
                  <a:pt x="4562007" y="1073146"/>
                  <a:pt x="4573501" y="1061651"/>
                  <a:pt x="4587666" y="1061651"/>
                </a:cubicBezTo>
                <a:close/>
                <a:moveTo>
                  <a:pt x="4523461" y="1061651"/>
                </a:moveTo>
                <a:cubicBezTo>
                  <a:pt x="4537626" y="1061651"/>
                  <a:pt x="4549121" y="1073146"/>
                  <a:pt x="4549121" y="1087310"/>
                </a:cubicBezTo>
                <a:cubicBezTo>
                  <a:pt x="4549121" y="1101475"/>
                  <a:pt x="4537626" y="1112969"/>
                  <a:pt x="4523461" y="1112969"/>
                </a:cubicBezTo>
                <a:cubicBezTo>
                  <a:pt x="4509296" y="1112969"/>
                  <a:pt x="4497802" y="1101475"/>
                  <a:pt x="4497802" y="1087310"/>
                </a:cubicBezTo>
                <a:cubicBezTo>
                  <a:pt x="4497802" y="1073146"/>
                  <a:pt x="4509296" y="1061651"/>
                  <a:pt x="4523461" y="1061651"/>
                </a:cubicBezTo>
                <a:close/>
                <a:moveTo>
                  <a:pt x="4395050" y="1061651"/>
                </a:moveTo>
                <a:cubicBezTo>
                  <a:pt x="4409214" y="1061651"/>
                  <a:pt x="4420710" y="1073146"/>
                  <a:pt x="4420710" y="1087310"/>
                </a:cubicBezTo>
                <a:cubicBezTo>
                  <a:pt x="4420710" y="1101475"/>
                  <a:pt x="4409214" y="1112969"/>
                  <a:pt x="4395050" y="1112969"/>
                </a:cubicBezTo>
                <a:cubicBezTo>
                  <a:pt x="4380886" y="1112969"/>
                  <a:pt x="4369391" y="1101475"/>
                  <a:pt x="4369391" y="1087310"/>
                </a:cubicBezTo>
                <a:cubicBezTo>
                  <a:pt x="4369391" y="1073146"/>
                  <a:pt x="4380886" y="1061651"/>
                  <a:pt x="4395050" y="1061651"/>
                </a:cubicBezTo>
                <a:close/>
                <a:moveTo>
                  <a:pt x="4009702" y="1061651"/>
                </a:moveTo>
                <a:cubicBezTo>
                  <a:pt x="4023866" y="1061651"/>
                  <a:pt x="4035362" y="1073146"/>
                  <a:pt x="4035362" y="1087310"/>
                </a:cubicBezTo>
                <a:cubicBezTo>
                  <a:pt x="4035362" y="1101475"/>
                  <a:pt x="4023866" y="1112969"/>
                  <a:pt x="4009702" y="1112969"/>
                </a:cubicBezTo>
                <a:cubicBezTo>
                  <a:pt x="3995538" y="1112969"/>
                  <a:pt x="3984043" y="1101475"/>
                  <a:pt x="3984043" y="1087310"/>
                </a:cubicBezTo>
                <a:cubicBezTo>
                  <a:pt x="3984043" y="1073146"/>
                  <a:pt x="3995538" y="1061651"/>
                  <a:pt x="4009702" y="1061651"/>
                </a:cubicBezTo>
                <a:close/>
                <a:moveTo>
                  <a:pt x="3752882" y="1061651"/>
                </a:moveTo>
                <a:cubicBezTo>
                  <a:pt x="3767045" y="1061651"/>
                  <a:pt x="3778539" y="1073146"/>
                  <a:pt x="3778539" y="1087310"/>
                </a:cubicBezTo>
                <a:cubicBezTo>
                  <a:pt x="3778539" y="1101475"/>
                  <a:pt x="3767045" y="1112969"/>
                  <a:pt x="3752882" y="1112969"/>
                </a:cubicBezTo>
                <a:cubicBezTo>
                  <a:pt x="3738717" y="1112969"/>
                  <a:pt x="3727221" y="1101475"/>
                  <a:pt x="3727221" y="1087310"/>
                </a:cubicBezTo>
                <a:cubicBezTo>
                  <a:pt x="3727221" y="1073146"/>
                  <a:pt x="3738717" y="1061651"/>
                  <a:pt x="3752882" y="1061651"/>
                </a:cubicBezTo>
                <a:close/>
                <a:moveTo>
                  <a:pt x="3367649" y="1061651"/>
                </a:moveTo>
                <a:cubicBezTo>
                  <a:pt x="3381813" y="1061651"/>
                  <a:pt x="3393308" y="1073146"/>
                  <a:pt x="3393308" y="1087310"/>
                </a:cubicBezTo>
                <a:cubicBezTo>
                  <a:pt x="3393308" y="1101475"/>
                  <a:pt x="3381813" y="1112969"/>
                  <a:pt x="3367649" y="1112969"/>
                </a:cubicBezTo>
                <a:cubicBezTo>
                  <a:pt x="3353484" y="1112969"/>
                  <a:pt x="3341990" y="1101475"/>
                  <a:pt x="3341990" y="1087310"/>
                </a:cubicBezTo>
                <a:cubicBezTo>
                  <a:pt x="3341990" y="1073146"/>
                  <a:pt x="3353484" y="1061651"/>
                  <a:pt x="3367649" y="1061651"/>
                </a:cubicBezTo>
                <a:close/>
                <a:moveTo>
                  <a:pt x="2853890" y="1061651"/>
                </a:moveTo>
                <a:cubicBezTo>
                  <a:pt x="2868062" y="1061651"/>
                  <a:pt x="2879550" y="1073140"/>
                  <a:pt x="2879550" y="1087310"/>
                </a:cubicBezTo>
                <a:cubicBezTo>
                  <a:pt x="2879550" y="1101482"/>
                  <a:pt x="2868062" y="1112969"/>
                  <a:pt x="2853890" y="1112969"/>
                </a:cubicBezTo>
                <a:cubicBezTo>
                  <a:pt x="2839720" y="1112969"/>
                  <a:pt x="2828231" y="1101482"/>
                  <a:pt x="2828231" y="1087310"/>
                </a:cubicBezTo>
                <a:cubicBezTo>
                  <a:pt x="2828231" y="1073140"/>
                  <a:pt x="2839720" y="1061651"/>
                  <a:pt x="2853890" y="1061651"/>
                </a:cubicBezTo>
                <a:close/>
                <a:moveTo>
                  <a:pt x="2340249" y="1061651"/>
                </a:moveTo>
                <a:cubicBezTo>
                  <a:pt x="2354413" y="1061651"/>
                  <a:pt x="2365908" y="1073146"/>
                  <a:pt x="2365908" y="1087310"/>
                </a:cubicBezTo>
                <a:cubicBezTo>
                  <a:pt x="2365908" y="1101475"/>
                  <a:pt x="2354413" y="1112969"/>
                  <a:pt x="2340249" y="1112969"/>
                </a:cubicBezTo>
                <a:cubicBezTo>
                  <a:pt x="2326084" y="1112969"/>
                  <a:pt x="2314590" y="1101475"/>
                  <a:pt x="2314590" y="1087310"/>
                </a:cubicBezTo>
                <a:cubicBezTo>
                  <a:pt x="2314590" y="1073146"/>
                  <a:pt x="2326084" y="1061651"/>
                  <a:pt x="2340249" y="1061651"/>
                </a:cubicBezTo>
                <a:close/>
                <a:moveTo>
                  <a:pt x="2276044" y="1061651"/>
                </a:moveTo>
                <a:cubicBezTo>
                  <a:pt x="2290208" y="1061651"/>
                  <a:pt x="2301702" y="1073146"/>
                  <a:pt x="2301702" y="1087310"/>
                </a:cubicBezTo>
                <a:cubicBezTo>
                  <a:pt x="2301702" y="1101475"/>
                  <a:pt x="2290208" y="1112969"/>
                  <a:pt x="2276044" y="1112969"/>
                </a:cubicBezTo>
                <a:cubicBezTo>
                  <a:pt x="2261879" y="1112969"/>
                  <a:pt x="2250385" y="1101475"/>
                  <a:pt x="2250385" y="1087310"/>
                </a:cubicBezTo>
                <a:cubicBezTo>
                  <a:pt x="2250385" y="1073146"/>
                  <a:pt x="2261879" y="1061651"/>
                  <a:pt x="2276044" y="1061651"/>
                </a:cubicBezTo>
                <a:close/>
                <a:moveTo>
                  <a:pt x="2147633" y="1061651"/>
                </a:moveTo>
                <a:cubicBezTo>
                  <a:pt x="2161804" y="1061651"/>
                  <a:pt x="2173293" y="1073140"/>
                  <a:pt x="2173293" y="1087310"/>
                </a:cubicBezTo>
                <a:cubicBezTo>
                  <a:pt x="2173293" y="1101482"/>
                  <a:pt x="2161804" y="1112969"/>
                  <a:pt x="2147633" y="1112969"/>
                </a:cubicBezTo>
                <a:cubicBezTo>
                  <a:pt x="2133462" y="1112969"/>
                  <a:pt x="2121975" y="1101482"/>
                  <a:pt x="2121975" y="1087310"/>
                </a:cubicBezTo>
                <a:cubicBezTo>
                  <a:pt x="2121975" y="1073140"/>
                  <a:pt x="2133462" y="1061651"/>
                  <a:pt x="2147633" y="1061651"/>
                </a:cubicBezTo>
                <a:close/>
                <a:moveTo>
                  <a:pt x="2083427" y="1061651"/>
                </a:moveTo>
                <a:cubicBezTo>
                  <a:pt x="2097599" y="1061651"/>
                  <a:pt x="2109087" y="1073140"/>
                  <a:pt x="2109087" y="1087310"/>
                </a:cubicBezTo>
                <a:cubicBezTo>
                  <a:pt x="2109087" y="1101482"/>
                  <a:pt x="2097599" y="1112969"/>
                  <a:pt x="2083427" y="1112969"/>
                </a:cubicBezTo>
                <a:cubicBezTo>
                  <a:pt x="2069257" y="1112969"/>
                  <a:pt x="2057768" y="1101482"/>
                  <a:pt x="2057768" y="1087310"/>
                </a:cubicBezTo>
                <a:cubicBezTo>
                  <a:pt x="2057768" y="1073140"/>
                  <a:pt x="2069257" y="1061651"/>
                  <a:pt x="2083427" y="1061651"/>
                </a:cubicBezTo>
                <a:close/>
                <a:moveTo>
                  <a:pt x="2019222" y="1061651"/>
                </a:moveTo>
                <a:cubicBezTo>
                  <a:pt x="2033387" y="1061651"/>
                  <a:pt x="2044880" y="1073146"/>
                  <a:pt x="2044880" y="1087310"/>
                </a:cubicBezTo>
                <a:cubicBezTo>
                  <a:pt x="2044880" y="1101475"/>
                  <a:pt x="2033387" y="1112969"/>
                  <a:pt x="2019222" y="1112969"/>
                </a:cubicBezTo>
                <a:cubicBezTo>
                  <a:pt x="2005058" y="1112969"/>
                  <a:pt x="1993563" y="1101475"/>
                  <a:pt x="1993563" y="1087310"/>
                </a:cubicBezTo>
                <a:cubicBezTo>
                  <a:pt x="1993563" y="1073146"/>
                  <a:pt x="2005058" y="1061651"/>
                  <a:pt x="2019222" y="1061651"/>
                </a:cubicBezTo>
                <a:close/>
                <a:moveTo>
                  <a:pt x="1955016" y="1061651"/>
                </a:moveTo>
                <a:cubicBezTo>
                  <a:pt x="1969181" y="1061651"/>
                  <a:pt x="1980676" y="1073146"/>
                  <a:pt x="1980676" y="1087310"/>
                </a:cubicBezTo>
                <a:cubicBezTo>
                  <a:pt x="1980676" y="1101475"/>
                  <a:pt x="1969181" y="1112969"/>
                  <a:pt x="1955016" y="1112969"/>
                </a:cubicBezTo>
                <a:cubicBezTo>
                  <a:pt x="1940851" y="1112969"/>
                  <a:pt x="1929358" y="1101475"/>
                  <a:pt x="1929358" y="1087310"/>
                </a:cubicBezTo>
                <a:cubicBezTo>
                  <a:pt x="1929358" y="1073146"/>
                  <a:pt x="1940851" y="1061651"/>
                  <a:pt x="1955016" y="1061651"/>
                </a:cubicBezTo>
                <a:close/>
                <a:moveTo>
                  <a:pt x="1890696" y="1061651"/>
                </a:moveTo>
                <a:cubicBezTo>
                  <a:pt x="1904860" y="1061651"/>
                  <a:pt x="1916355" y="1073146"/>
                  <a:pt x="1916355" y="1087310"/>
                </a:cubicBezTo>
                <a:cubicBezTo>
                  <a:pt x="1916355" y="1101475"/>
                  <a:pt x="1904860" y="1112969"/>
                  <a:pt x="1890696" y="1112969"/>
                </a:cubicBezTo>
                <a:cubicBezTo>
                  <a:pt x="1876531" y="1112969"/>
                  <a:pt x="1865037" y="1101475"/>
                  <a:pt x="1865037" y="1087310"/>
                </a:cubicBezTo>
                <a:cubicBezTo>
                  <a:pt x="1865037" y="1073146"/>
                  <a:pt x="1876531" y="1061651"/>
                  <a:pt x="1890696" y="1061651"/>
                </a:cubicBezTo>
                <a:close/>
                <a:moveTo>
                  <a:pt x="1826490" y="1061651"/>
                </a:moveTo>
                <a:cubicBezTo>
                  <a:pt x="1840654" y="1061651"/>
                  <a:pt x="1852149" y="1073146"/>
                  <a:pt x="1852149" y="1087310"/>
                </a:cubicBezTo>
                <a:cubicBezTo>
                  <a:pt x="1852149" y="1101475"/>
                  <a:pt x="1840654" y="1112969"/>
                  <a:pt x="1826490" y="1112969"/>
                </a:cubicBezTo>
                <a:cubicBezTo>
                  <a:pt x="1812325" y="1112969"/>
                  <a:pt x="1800830" y="1101475"/>
                  <a:pt x="1800830" y="1087310"/>
                </a:cubicBezTo>
                <a:cubicBezTo>
                  <a:pt x="1800830" y="1073146"/>
                  <a:pt x="1812325" y="1061651"/>
                  <a:pt x="1826490" y="1061651"/>
                </a:cubicBezTo>
                <a:close/>
                <a:moveTo>
                  <a:pt x="1762285" y="1061651"/>
                </a:moveTo>
                <a:cubicBezTo>
                  <a:pt x="1776456" y="1061651"/>
                  <a:pt x="1787944" y="1073140"/>
                  <a:pt x="1787944" y="1087310"/>
                </a:cubicBezTo>
                <a:cubicBezTo>
                  <a:pt x="1787944" y="1101482"/>
                  <a:pt x="1776456" y="1112969"/>
                  <a:pt x="1762285" y="1112969"/>
                </a:cubicBezTo>
                <a:cubicBezTo>
                  <a:pt x="1748114" y="1112969"/>
                  <a:pt x="1736626" y="1101482"/>
                  <a:pt x="1736626" y="1087310"/>
                </a:cubicBezTo>
                <a:cubicBezTo>
                  <a:pt x="1736626" y="1073140"/>
                  <a:pt x="1748114" y="1061651"/>
                  <a:pt x="1762285" y="1061651"/>
                </a:cubicBezTo>
                <a:close/>
                <a:moveTo>
                  <a:pt x="1505464" y="1061651"/>
                </a:moveTo>
                <a:cubicBezTo>
                  <a:pt x="1519629" y="1061651"/>
                  <a:pt x="1531123" y="1073146"/>
                  <a:pt x="1531123" y="1087310"/>
                </a:cubicBezTo>
                <a:cubicBezTo>
                  <a:pt x="1531123" y="1101475"/>
                  <a:pt x="1519629" y="1112969"/>
                  <a:pt x="1505464" y="1112969"/>
                </a:cubicBezTo>
                <a:cubicBezTo>
                  <a:pt x="1491299" y="1112969"/>
                  <a:pt x="1479806" y="1101475"/>
                  <a:pt x="1479806" y="1087310"/>
                </a:cubicBezTo>
                <a:cubicBezTo>
                  <a:pt x="1479806" y="1073146"/>
                  <a:pt x="1491299" y="1061651"/>
                  <a:pt x="1505464" y="1061651"/>
                </a:cubicBezTo>
                <a:close/>
                <a:moveTo>
                  <a:pt x="1441258" y="1061651"/>
                </a:moveTo>
                <a:cubicBezTo>
                  <a:pt x="1455430" y="1061651"/>
                  <a:pt x="1466917" y="1073140"/>
                  <a:pt x="1466917" y="1087310"/>
                </a:cubicBezTo>
                <a:cubicBezTo>
                  <a:pt x="1466917" y="1101482"/>
                  <a:pt x="1455430" y="1112969"/>
                  <a:pt x="1441258" y="1112969"/>
                </a:cubicBezTo>
                <a:cubicBezTo>
                  <a:pt x="1427087" y="1112969"/>
                  <a:pt x="1415599" y="1101482"/>
                  <a:pt x="1415599" y="1087310"/>
                </a:cubicBezTo>
                <a:cubicBezTo>
                  <a:pt x="1415599" y="1073140"/>
                  <a:pt x="1427087" y="1061651"/>
                  <a:pt x="1441258" y="1061651"/>
                </a:cubicBezTo>
                <a:close/>
                <a:moveTo>
                  <a:pt x="1184437" y="1061651"/>
                </a:moveTo>
                <a:cubicBezTo>
                  <a:pt x="1198602" y="1061651"/>
                  <a:pt x="1210096" y="1073146"/>
                  <a:pt x="1210096" y="1087310"/>
                </a:cubicBezTo>
                <a:cubicBezTo>
                  <a:pt x="1210096" y="1101475"/>
                  <a:pt x="1198602" y="1112969"/>
                  <a:pt x="1184437" y="1112969"/>
                </a:cubicBezTo>
                <a:cubicBezTo>
                  <a:pt x="1170273" y="1112969"/>
                  <a:pt x="1158780" y="1101475"/>
                  <a:pt x="1158780" y="1087310"/>
                </a:cubicBezTo>
                <a:cubicBezTo>
                  <a:pt x="1158780" y="1073146"/>
                  <a:pt x="1170273" y="1061651"/>
                  <a:pt x="1184437" y="1061651"/>
                </a:cubicBezTo>
                <a:close/>
                <a:moveTo>
                  <a:pt x="927616" y="1061651"/>
                </a:moveTo>
                <a:cubicBezTo>
                  <a:pt x="941781" y="1061651"/>
                  <a:pt x="953275" y="1073146"/>
                  <a:pt x="953275" y="1087310"/>
                </a:cubicBezTo>
                <a:cubicBezTo>
                  <a:pt x="953275" y="1101475"/>
                  <a:pt x="941781" y="1112969"/>
                  <a:pt x="927616" y="1112969"/>
                </a:cubicBezTo>
                <a:cubicBezTo>
                  <a:pt x="913452" y="1112969"/>
                  <a:pt x="901957" y="1101475"/>
                  <a:pt x="901957" y="1087310"/>
                </a:cubicBezTo>
                <a:cubicBezTo>
                  <a:pt x="901957" y="1073146"/>
                  <a:pt x="913452" y="1061651"/>
                  <a:pt x="927616" y="1061651"/>
                </a:cubicBezTo>
                <a:close/>
                <a:moveTo>
                  <a:pt x="606475" y="1061651"/>
                </a:moveTo>
                <a:cubicBezTo>
                  <a:pt x="620639" y="1061651"/>
                  <a:pt x="632134" y="1073146"/>
                  <a:pt x="632134" y="1087310"/>
                </a:cubicBezTo>
                <a:cubicBezTo>
                  <a:pt x="632134" y="1101475"/>
                  <a:pt x="620639" y="1112969"/>
                  <a:pt x="606475" y="1112969"/>
                </a:cubicBezTo>
                <a:cubicBezTo>
                  <a:pt x="592310" y="1112969"/>
                  <a:pt x="580815" y="1101475"/>
                  <a:pt x="580815" y="1087310"/>
                </a:cubicBezTo>
                <a:cubicBezTo>
                  <a:pt x="580815" y="1073146"/>
                  <a:pt x="592310" y="1061651"/>
                  <a:pt x="606475" y="1061651"/>
                </a:cubicBezTo>
                <a:close/>
                <a:moveTo>
                  <a:pt x="542268" y="1061651"/>
                </a:moveTo>
                <a:cubicBezTo>
                  <a:pt x="556433" y="1061651"/>
                  <a:pt x="567927" y="1073146"/>
                  <a:pt x="567927" y="1087310"/>
                </a:cubicBezTo>
                <a:cubicBezTo>
                  <a:pt x="567927" y="1101475"/>
                  <a:pt x="556433" y="1112969"/>
                  <a:pt x="542268" y="1112969"/>
                </a:cubicBezTo>
                <a:cubicBezTo>
                  <a:pt x="528104" y="1112969"/>
                  <a:pt x="516610" y="1101475"/>
                  <a:pt x="516610" y="1087310"/>
                </a:cubicBezTo>
                <a:cubicBezTo>
                  <a:pt x="516610" y="1073146"/>
                  <a:pt x="528104" y="1061651"/>
                  <a:pt x="542268" y="1061651"/>
                </a:cubicBezTo>
                <a:close/>
                <a:moveTo>
                  <a:pt x="413858" y="1061651"/>
                </a:moveTo>
                <a:cubicBezTo>
                  <a:pt x="428023" y="1061651"/>
                  <a:pt x="439517" y="1073146"/>
                  <a:pt x="439517" y="1087310"/>
                </a:cubicBezTo>
                <a:cubicBezTo>
                  <a:pt x="439517" y="1101475"/>
                  <a:pt x="428023" y="1112969"/>
                  <a:pt x="413858" y="1112969"/>
                </a:cubicBezTo>
                <a:cubicBezTo>
                  <a:pt x="399694" y="1112969"/>
                  <a:pt x="388200" y="1101475"/>
                  <a:pt x="388200" y="1087310"/>
                </a:cubicBezTo>
                <a:cubicBezTo>
                  <a:pt x="388200" y="1073146"/>
                  <a:pt x="399694" y="1061651"/>
                  <a:pt x="413858" y="1061651"/>
                </a:cubicBezTo>
                <a:close/>
                <a:moveTo>
                  <a:pt x="25659" y="1061651"/>
                </a:moveTo>
                <a:cubicBezTo>
                  <a:pt x="39829" y="1061651"/>
                  <a:pt x="51317" y="1073140"/>
                  <a:pt x="51317" y="1087310"/>
                </a:cubicBezTo>
                <a:cubicBezTo>
                  <a:pt x="51317" y="1101482"/>
                  <a:pt x="39829" y="1112969"/>
                  <a:pt x="25659" y="1112969"/>
                </a:cubicBezTo>
                <a:cubicBezTo>
                  <a:pt x="11488" y="1112969"/>
                  <a:pt x="0" y="1101482"/>
                  <a:pt x="0" y="1087310"/>
                </a:cubicBezTo>
                <a:cubicBezTo>
                  <a:pt x="0" y="1073140"/>
                  <a:pt x="11488" y="1061651"/>
                  <a:pt x="25659" y="1061651"/>
                </a:cubicBezTo>
                <a:close/>
                <a:moveTo>
                  <a:pt x="11775107" y="1007315"/>
                </a:moveTo>
                <a:cubicBezTo>
                  <a:pt x="11782225" y="1007315"/>
                  <a:pt x="11787995" y="1013085"/>
                  <a:pt x="11787995" y="1020202"/>
                </a:cubicBezTo>
                <a:cubicBezTo>
                  <a:pt x="11787995" y="1027320"/>
                  <a:pt x="11782225" y="1033089"/>
                  <a:pt x="11775107" y="1033089"/>
                </a:cubicBezTo>
                <a:cubicBezTo>
                  <a:pt x="11767991" y="1033089"/>
                  <a:pt x="11762221" y="1027320"/>
                  <a:pt x="11762221" y="1020202"/>
                </a:cubicBezTo>
                <a:cubicBezTo>
                  <a:pt x="11762221" y="1013085"/>
                  <a:pt x="11767991" y="1007315"/>
                  <a:pt x="11775107" y="1007315"/>
                </a:cubicBezTo>
                <a:close/>
                <a:moveTo>
                  <a:pt x="11646697" y="1007315"/>
                </a:moveTo>
                <a:cubicBezTo>
                  <a:pt x="11653779" y="1007315"/>
                  <a:pt x="11659583" y="1013120"/>
                  <a:pt x="11659583" y="1020202"/>
                </a:cubicBezTo>
                <a:cubicBezTo>
                  <a:pt x="11659583" y="1027285"/>
                  <a:pt x="11653893" y="1033089"/>
                  <a:pt x="11646697" y="1033089"/>
                </a:cubicBezTo>
                <a:cubicBezTo>
                  <a:pt x="11639613" y="1033089"/>
                  <a:pt x="11633809" y="1027400"/>
                  <a:pt x="11633809" y="1020202"/>
                </a:cubicBezTo>
                <a:cubicBezTo>
                  <a:pt x="11633809" y="1013120"/>
                  <a:pt x="11639499" y="1007315"/>
                  <a:pt x="11646697" y="1007315"/>
                </a:cubicBezTo>
                <a:close/>
                <a:moveTo>
                  <a:pt x="11454081" y="1007315"/>
                </a:moveTo>
                <a:cubicBezTo>
                  <a:pt x="11461197" y="1007315"/>
                  <a:pt x="11466969" y="1013085"/>
                  <a:pt x="11466969" y="1020202"/>
                </a:cubicBezTo>
                <a:cubicBezTo>
                  <a:pt x="11466969" y="1027320"/>
                  <a:pt x="11461197" y="1033089"/>
                  <a:pt x="11454081" y="1033089"/>
                </a:cubicBezTo>
                <a:cubicBezTo>
                  <a:pt x="11446963" y="1033089"/>
                  <a:pt x="11441194" y="1027320"/>
                  <a:pt x="11441194" y="1020202"/>
                </a:cubicBezTo>
                <a:cubicBezTo>
                  <a:pt x="11441194" y="1013085"/>
                  <a:pt x="11446963" y="1007315"/>
                  <a:pt x="11454081" y="1007315"/>
                </a:cubicBezTo>
                <a:close/>
                <a:moveTo>
                  <a:pt x="11389875" y="1007315"/>
                </a:moveTo>
                <a:cubicBezTo>
                  <a:pt x="11396993" y="1007315"/>
                  <a:pt x="11402763" y="1013085"/>
                  <a:pt x="11402763" y="1020202"/>
                </a:cubicBezTo>
                <a:cubicBezTo>
                  <a:pt x="11402763" y="1027320"/>
                  <a:pt x="11396993" y="1033089"/>
                  <a:pt x="11389875" y="1033089"/>
                </a:cubicBezTo>
                <a:cubicBezTo>
                  <a:pt x="11382759" y="1033089"/>
                  <a:pt x="11376989" y="1027320"/>
                  <a:pt x="11376989" y="1020202"/>
                </a:cubicBezTo>
                <a:cubicBezTo>
                  <a:pt x="11376989" y="1013085"/>
                  <a:pt x="11382759" y="1007315"/>
                  <a:pt x="11389875" y="1007315"/>
                </a:cubicBezTo>
                <a:close/>
                <a:moveTo>
                  <a:pt x="10747708" y="1007315"/>
                </a:moveTo>
                <a:cubicBezTo>
                  <a:pt x="10754824" y="1007315"/>
                  <a:pt x="10760593" y="1013085"/>
                  <a:pt x="10760593" y="1020202"/>
                </a:cubicBezTo>
                <a:cubicBezTo>
                  <a:pt x="10760593" y="1027320"/>
                  <a:pt x="10754824" y="1033089"/>
                  <a:pt x="10747708" y="1033089"/>
                </a:cubicBezTo>
                <a:cubicBezTo>
                  <a:pt x="10740589" y="1033089"/>
                  <a:pt x="10734820" y="1027320"/>
                  <a:pt x="10734820" y="1020202"/>
                </a:cubicBezTo>
                <a:cubicBezTo>
                  <a:pt x="10734820" y="1013085"/>
                  <a:pt x="10740589" y="1007315"/>
                  <a:pt x="10747708" y="1007315"/>
                </a:cubicBezTo>
                <a:close/>
                <a:moveTo>
                  <a:pt x="10490885" y="1007315"/>
                </a:moveTo>
                <a:cubicBezTo>
                  <a:pt x="10498004" y="1007315"/>
                  <a:pt x="10503773" y="1013085"/>
                  <a:pt x="10503773" y="1020202"/>
                </a:cubicBezTo>
                <a:cubicBezTo>
                  <a:pt x="10503773" y="1027320"/>
                  <a:pt x="10498004" y="1033089"/>
                  <a:pt x="10490885" y="1033089"/>
                </a:cubicBezTo>
                <a:cubicBezTo>
                  <a:pt x="10483769" y="1033089"/>
                  <a:pt x="10477997" y="1027320"/>
                  <a:pt x="10477997" y="1020202"/>
                </a:cubicBezTo>
                <a:cubicBezTo>
                  <a:pt x="10477997" y="1013085"/>
                  <a:pt x="10483769" y="1007315"/>
                  <a:pt x="10490885" y="1007315"/>
                </a:cubicBezTo>
                <a:close/>
                <a:moveTo>
                  <a:pt x="10298270" y="1007315"/>
                </a:moveTo>
                <a:cubicBezTo>
                  <a:pt x="10305388" y="1007315"/>
                  <a:pt x="10311158" y="1013085"/>
                  <a:pt x="10311158" y="1020202"/>
                </a:cubicBezTo>
                <a:cubicBezTo>
                  <a:pt x="10311158" y="1027320"/>
                  <a:pt x="10305388" y="1033089"/>
                  <a:pt x="10298270" y="1033089"/>
                </a:cubicBezTo>
                <a:cubicBezTo>
                  <a:pt x="10291154" y="1033089"/>
                  <a:pt x="10285382" y="1027320"/>
                  <a:pt x="10285382" y="1020202"/>
                </a:cubicBezTo>
                <a:cubicBezTo>
                  <a:pt x="10285382" y="1013085"/>
                  <a:pt x="10291154" y="1007315"/>
                  <a:pt x="10298270" y="1007315"/>
                </a:cubicBezTo>
                <a:close/>
                <a:moveTo>
                  <a:pt x="9527689" y="1007315"/>
                </a:moveTo>
                <a:cubicBezTo>
                  <a:pt x="9534773" y="1007315"/>
                  <a:pt x="9540577" y="1013120"/>
                  <a:pt x="9540577" y="1020202"/>
                </a:cubicBezTo>
                <a:cubicBezTo>
                  <a:pt x="9540577" y="1027285"/>
                  <a:pt x="9534888" y="1033089"/>
                  <a:pt x="9527689" y="1033089"/>
                </a:cubicBezTo>
                <a:cubicBezTo>
                  <a:pt x="9520608" y="1033089"/>
                  <a:pt x="9514804" y="1027400"/>
                  <a:pt x="9514804" y="1020202"/>
                </a:cubicBezTo>
                <a:cubicBezTo>
                  <a:pt x="9514804" y="1013120"/>
                  <a:pt x="9520493" y="1007315"/>
                  <a:pt x="9527689" y="1007315"/>
                </a:cubicBezTo>
                <a:close/>
                <a:moveTo>
                  <a:pt x="8692906" y="1007315"/>
                </a:moveTo>
                <a:cubicBezTo>
                  <a:pt x="8699988" y="1007315"/>
                  <a:pt x="8705792" y="1013120"/>
                  <a:pt x="8705792" y="1020202"/>
                </a:cubicBezTo>
                <a:cubicBezTo>
                  <a:pt x="8705792" y="1027285"/>
                  <a:pt x="8700103" y="1033089"/>
                  <a:pt x="8692906" y="1033089"/>
                </a:cubicBezTo>
                <a:cubicBezTo>
                  <a:pt x="8685823" y="1033089"/>
                  <a:pt x="8680018" y="1027400"/>
                  <a:pt x="8680018" y="1020202"/>
                </a:cubicBezTo>
                <a:cubicBezTo>
                  <a:pt x="8680018" y="1013120"/>
                  <a:pt x="8685708" y="1007315"/>
                  <a:pt x="8692906" y="1007315"/>
                </a:cubicBezTo>
                <a:close/>
                <a:moveTo>
                  <a:pt x="7087658" y="1007315"/>
                </a:moveTo>
                <a:cubicBezTo>
                  <a:pt x="7094777" y="1007315"/>
                  <a:pt x="7100544" y="1013085"/>
                  <a:pt x="7100544" y="1020202"/>
                </a:cubicBezTo>
                <a:cubicBezTo>
                  <a:pt x="7100544" y="1027320"/>
                  <a:pt x="7094777" y="1033089"/>
                  <a:pt x="7087658" y="1033089"/>
                </a:cubicBezTo>
                <a:cubicBezTo>
                  <a:pt x="7080540" y="1033089"/>
                  <a:pt x="7074770" y="1027320"/>
                  <a:pt x="7074770" y="1020202"/>
                </a:cubicBezTo>
                <a:cubicBezTo>
                  <a:pt x="7074770" y="1013085"/>
                  <a:pt x="7080540" y="1007315"/>
                  <a:pt x="7087658" y="1007315"/>
                </a:cubicBezTo>
                <a:close/>
                <a:moveTo>
                  <a:pt x="6702427" y="1007315"/>
                </a:moveTo>
                <a:cubicBezTo>
                  <a:pt x="6709543" y="1007315"/>
                  <a:pt x="6715312" y="1013085"/>
                  <a:pt x="6715312" y="1020202"/>
                </a:cubicBezTo>
                <a:cubicBezTo>
                  <a:pt x="6715312" y="1027320"/>
                  <a:pt x="6709543" y="1033089"/>
                  <a:pt x="6702427" y="1033089"/>
                </a:cubicBezTo>
                <a:cubicBezTo>
                  <a:pt x="6695308" y="1033089"/>
                  <a:pt x="6689539" y="1027320"/>
                  <a:pt x="6689539" y="1020202"/>
                </a:cubicBezTo>
                <a:cubicBezTo>
                  <a:pt x="6689539" y="1013085"/>
                  <a:pt x="6695308" y="1007315"/>
                  <a:pt x="6702427" y="1007315"/>
                </a:cubicBezTo>
                <a:close/>
                <a:moveTo>
                  <a:pt x="6638220" y="1007315"/>
                </a:moveTo>
                <a:cubicBezTo>
                  <a:pt x="6645339" y="1007315"/>
                  <a:pt x="6651108" y="1013085"/>
                  <a:pt x="6651108" y="1020202"/>
                </a:cubicBezTo>
                <a:cubicBezTo>
                  <a:pt x="6651108" y="1027320"/>
                  <a:pt x="6645339" y="1033089"/>
                  <a:pt x="6638220" y="1033089"/>
                </a:cubicBezTo>
                <a:cubicBezTo>
                  <a:pt x="6631104" y="1033089"/>
                  <a:pt x="6625335" y="1027320"/>
                  <a:pt x="6625335" y="1020202"/>
                </a:cubicBezTo>
                <a:cubicBezTo>
                  <a:pt x="6625335" y="1013085"/>
                  <a:pt x="6631104" y="1007315"/>
                  <a:pt x="6638220" y="1007315"/>
                </a:cubicBezTo>
                <a:close/>
                <a:moveTo>
                  <a:pt x="6064505" y="1007315"/>
                </a:moveTo>
                <a:cubicBezTo>
                  <a:pt x="6071623" y="1007315"/>
                  <a:pt x="6077390" y="1013085"/>
                  <a:pt x="6077390" y="1020202"/>
                </a:cubicBezTo>
                <a:cubicBezTo>
                  <a:pt x="6077390" y="1027320"/>
                  <a:pt x="6071621" y="1033089"/>
                  <a:pt x="6064505" y="1033089"/>
                </a:cubicBezTo>
                <a:cubicBezTo>
                  <a:pt x="6057386" y="1033089"/>
                  <a:pt x="6051617" y="1027320"/>
                  <a:pt x="6051617" y="1020202"/>
                </a:cubicBezTo>
                <a:cubicBezTo>
                  <a:pt x="6051617" y="1013085"/>
                  <a:pt x="6057386" y="1007315"/>
                  <a:pt x="6064505" y="1007315"/>
                </a:cubicBezTo>
                <a:close/>
                <a:moveTo>
                  <a:pt x="5936092" y="1007315"/>
                </a:moveTo>
                <a:cubicBezTo>
                  <a:pt x="5943173" y="1007315"/>
                  <a:pt x="5948981" y="1013120"/>
                  <a:pt x="5948981" y="1020202"/>
                </a:cubicBezTo>
                <a:cubicBezTo>
                  <a:pt x="5948981" y="1027285"/>
                  <a:pt x="5943292" y="1033089"/>
                  <a:pt x="5936092" y="1033089"/>
                </a:cubicBezTo>
                <a:cubicBezTo>
                  <a:pt x="5929009" y="1033089"/>
                  <a:pt x="5923204" y="1027400"/>
                  <a:pt x="5923204" y="1020202"/>
                </a:cubicBezTo>
                <a:cubicBezTo>
                  <a:pt x="5923204" y="1013120"/>
                  <a:pt x="5928894" y="1007315"/>
                  <a:pt x="5936092" y="1007315"/>
                </a:cubicBezTo>
                <a:close/>
                <a:moveTo>
                  <a:pt x="5743477" y="1007315"/>
                </a:moveTo>
                <a:cubicBezTo>
                  <a:pt x="5750594" y="1007315"/>
                  <a:pt x="5756364" y="1013085"/>
                  <a:pt x="5756364" y="1020202"/>
                </a:cubicBezTo>
                <a:cubicBezTo>
                  <a:pt x="5756364" y="1027320"/>
                  <a:pt x="5750594" y="1033089"/>
                  <a:pt x="5743477" y="1033089"/>
                </a:cubicBezTo>
                <a:cubicBezTo>
                  <a:pt x="5736359" y="1033089"/>
                  <a:pt x="5730590" y="1027320"/>
                  <a:pt x="5730590" y="1020202"/>
                </a:cubicBezTo>
                <a:cubicBezTo>
                  <a:pt x="5730590" y="1013085"/>
                  <a:pt x="5736359" y="1007315"/>
                  <a:pt x="5743477" y="1007315"/>
                </a:cubicBezTo>
                <a:close/>
                <a:moveTo>
                  <a:pt x="5679272" y="1007315"/>
                </a:moveTo>
                <a:cubicBezTo>
                  <a:pt x="5686389" y="1007315"/>
                  <a:pt x="5692160" y="1013085"/>
                  <a:pt x="5692160" y="1020202"/>
                </a:cubicBezTo>
                <a:cubicBezTo>
                  <a:pt x="5692160" y="1027320"/>
                  <a:pt x="5686389" y="1033089"/>
                  <a:pt x="5679272" y="1033089"/>
                </a:cubicBezTo>
                <a:cubicBezTo>
                  <a:pt x="5672154" y="1033089"/>
                  <a:pt x="5666385" y="1027320"/>
                  <a:pt x="5666385" y="1020202"/>
                </a:cubicBezTo>
                <a:cubicBezTo>
                  <a:pt x="5666385" y="1013085"/>
                  <a:pt x="5672154" y="1007315"/>
                  <a:pt x="5679272" y="1007315"/>
                </a:cubicBezTo>
                <a:close/>
                <a:moveTo>
                  <a:pt x="5037104" y="1007315"/>
                </a:moveTo>
                <a:cubicBezTo>
                  <a:pt x="5044220" y="1007315"/>
                  <a:pt x="5049991" y="1013085"/>
                  <a:pt x="5049991" y="1020202"/>
                </a:cubicBezTo>
                <a:cubicBezTo>
                  <a:pt x="5049991" y="1027320"/>
                  <a:pt x="5044220" y="1033089"/>
                  <a:pt x="5037104" y="1033089"/>
                </a:cubicBezTo>
                <a:cubicBezTo>
                  <a:pt x="5029986" y="1033089"/>
                  <a:pt x="5024216" y="1027320"/>
                  <a:pt x="5024216" y="1020202"/>
                </a:cubicBezTo>
                <a:cubicBezTo>
                  <a:pt x="5024216" y="1013085"/>
                  <a:pt x="5029986" y="1007315"/>
                  <a:pt x="5037104" y="1007315"/>
                </a:cubicBezTo>
                <a:close/>
                <a:moveTo>
                  <a:pt x="4780282" y="1007315"/>
                </a:moveTo>
                <a:cubicBezTo>
                  <a:pt x="4787399" y="1007315"/>
                  <a:pt x="4793170" y="1013085"/>
                  <a:pt x="4793170" y="1020202"/>
                </a:cubicBezTo>
                <a:cubicBezTo>
                  <a:pt x="4793170" y="1027320"/>
                  <a:pt x="4787399" y="1033089"/>
                  <a:pt x="4780282" y="1033089"/>
                </a:cubicBezTo>
                <a:cubicBezTo>
                  <a:pt x="4773164" y="1033089"/>
                  <a:pt x="4767394" y="1027320"/>
                  <a:pt x="4767394" y="1020202"/>
                </a:cubicBezTo>
                <a:cubicBezTo>
                  <a:pt x="4767394" y="1013085"/>
                  <a:pt x="4773164" y="1007315"/>
                  <a:pt x="4780282" y="1007315"/>
                </a:cubicBezTo>
                <a:close/>
                <a:moveTo>
                  <a:pt x="4587666" y="1007315"/>
                </a:moveTo>
                <a:cubicBezTo>
                  <a:pt x="4594784" y="1007315"/>
                  <a:pt x="4600553" y="1013085"/>
                  <a:pt x="4600553" y="1020202"/>
                </a:cubicBezTo>
                <a:cubicBezTo>
                  <a:pt x="4600553" y="1027320"/>
                  <a:pt x="4594784" y="1033089"/>
                  <a:pt x="4587666" y="1033089"/>
                </a:cubicBezTo>
                <a:cubicBezTo>
                  <a:pt x="4580549" y="1033089"/>
                  <a:pt x="4574778" y="1027320"/>
                  <a:pt x="4574778" y="1020202"/>
                </a:cubicBezTo>
                <a:cubicBezTo>
                  <a:pt x="4574778" y="1013085"/>
                  <a:pt x="4580549" y="1007315"/>
                  <a:pt x="4587666" y="1007315"/>
                </a:cubicBezTo>
                <a:close/>
                <a:moveTo>
                  <a:pt x="3817086" y="1007315"/>
                </a:moveTo>
                <a:cubicBezTo>
                  <a:pt x="3824168" y="1007315"/>
                  <a:pt x="3829973" y="1013120"/>
                  <a:pt x="3829973" y="1020202"/>
                </a:cubicBezTo>
                <a:cubicBezTo>
                  <a:pt x="3829973" y="1027285"/>
                  <a:pt x="3824286" y="1033089"/>
                  <a:pt x="3817086" y="1033089"/>
                </a:cubicBezTo>
                <a:cubicBezTo>
                  <a:pt x="3810004" y="1033089"/>
                  <a:pt x="3804199" y="1027400"/>
                  <a:pt x="3804199" y="1020202"/>
                </a:cubicBezTo>
                <a:cubicBezTo>
                  <a:pt x="3804199" y="1013120"/>
                  <a:pt x="3809887" y="1007315"/>
                  <a:pt x="3817086" y="1007315"/>
                </a:cubicBezTo>
                <a:close/>
                <a:moveTo>
                  <a:pt x="2982301" y="1007315"/>
                </a:moveTo>
                <a:cubicBezTo>
                  <a:pt x="2989384" y="1007315"/>
                  <a:pt x="2995190" y="1013120"/>
                  <a:pt x="2995190" y="1020202"/>
                </a:cubicBezTo>
                <a:cubicBezTo>
                  <a:pt x="2995190" y="1027285"/>
                  <a:pt x="2989500" y="1033089"/>
                  <a:pt x="2982301" y="1033089"/>
                </a:cubicBezTo>
                <a:cubicBezTo>
                  <a:pt x="2975219" y="1033089"/>
                  <a:pt x="2969414" y="1027400"/>
                  <a:pt x="2969414" y="1020202"/>
                </a:cubicBezTo>
                <a:cubicBezTo>
                  <a:pt x="2969414" y="1013120"/>
                  <a:pt x="2975103" y="1007315"/>
                  <a:pt x="2982301" y="1007315"/>
                </a:cubicBezTo>
                <a:close/>
                <a:moveTo>
                  <a:pt x="1377055" y="1007315"/>
                </a:moveTo>
                <a:cubicBezTo>
                  <a:pt x="1384171" y="1007315"/>
                  <a:pt x="1389941" y="1013085"/>
                  <a:pt x="1389941" y="1020202"/>
                </a:cubicBezTo>
                <a:cubicBezTo>
                  <a:pt x="1389941" y="1027320"/>
                  <a:pt x="1384171" y="1033089"/>
                  <a:pt x="1377055" y="1033089"/>
                </a:cubicBezTo>
                <a:cubicBezTo>
                  <a:pt x="1369937" y="1033089"/>
                  <a:pt x="1364167" y="1027320"/>
                  <a:pt x="1364167" y="1020202"/>
                </a:cubicBezTo>
                <a:cubicBezTo>
                  <a:pt x="1364167" y="1013085"/>
                  <a:pt x="1369937" y="1007315"/>
                  <a:pt x="1377055" y="1007315"/>
                </a:cubicBezTo>
                <a:close/>
                <a:moveTo>
                  <a:pt x="991824" y="1007315"/>
                </a:moveTo>
                <a:cubicBezTo>
                  <a:pt x="998940" y="1007315"/>
                  <a:pt x="1004709" y="1013085"/>
                  <a:pt x="1004709" y="1020202"/>
                </a:cubicBezTo>
                <a:cubicBezTo>
                  <a:pt x="1004709" y="1027320"/>
                  <a:pt x="998940" y="1033089"/>
                  <a:pt x="991824" y="1033089"/>
                </a:cubicBezTo>
                <a:cubicBezTo>
                  <a:pt x="984705" y="1033089"/>
                  <a:pt x="978935" y="1027320"/>
                  <a:pt x="978935" y="1020202"/>
                </a:cubicBezTo>
                <a:cubicBezTo>
                  <a:pt x="978935" y="1013085"/>
                  <a:pt x="984705" y="1007315"/>
                  <a:pt x="991824" y="1007315"/>
                </a:cubicBezTo>
                <a:close/>
                <a:moveTo>
                  <a:pt x="927616" y="1007315"/>
                </a:moveTo>
                <a:cubicBezTo>
                  <a:pt x="934736" y="1007315"/>
                  <a:pt x="940503" y="1013085"/>
                  <a:pt x="940503" y="1020202"/>
                </a:cubicBezTo>
                <a:cubicBezTo>
                  <a:pt x="940503" y="1027320"/>
                  <a:pt x="934736" y="1033089"/>
                  <a:pt x="927616" y="1033089"/>
                </a:cubicBezTo>
                <a:cubicBezTo>
                  <a:pt x="920499" y="1033089"/>
                  <a:pt x="914731" y="1027320"/>
                  <a:pt x="914731" y="1020202"/>
                </a:cubicBezTo>
                <a:cubicBezTo>
                  <a:pt x="914731" y="1013085"/>
                  <a:pt x="920499" y="1007315"/>
                  <a:pt x="927616" y="1007315"/>
                </a:cubicBezTo>
                <a:close/>
                <a:moveTo>
                  <a:pt x="346686" y="1007315"/>
                </a:moveTo>
                <a:cubicBezTo>
                  <a:pt x="353804" y="1007315"/>
                  <a:pt x="359572" y="1013085"/>
                  <a:pt x="359572" y="1020202"/>
                </a:cubicBezTo>
                <a:cubicBezTo>
                  <a:pt x="359572" y="1027320"/>
                  <a:pt x="353802" y="1033089"/>
                  <a:pt x="346686" y="1033089"/>
                </a:cubicBezTo>
                <a:cubicBezTo>
                  <a:pt x="339567" y="1033089"/>
                  <a:pt x="333799" y="1027320"/>
                  <a:pt x="333799" y="1020202"/>
                </a:cubicBezTo>
                <a:cubicBezTo>
                  <a:pt x="333799" y="1013085"/>
                  <a:pt x="339567" y="1007315"/>
                  <a:pt x="346686" y="1007315"/>
                </a:cubicBezTo>
                <a:close/>
                <a:moveTo>
                  <a:pt x="218274" y="1007315"/>
                </a:moveTo>
                <a:cubicBezTo>
                  <a:pt x="225357" y="1007315"/>
                  <a:pt x="231162" y="1013120"/>
                  <a:pt x="231162" y="1020202"/>
                </a:cubicBezTo>
                <a:cubicBezTo>
                  <a:pt x="231162" y="1027285"/>
                  <a:pt x="225473" y="1033089"/>
                  <a:pt x="218274" y="1033089"/>
                </a:cubicBezTo>
                <a:cubicBezTo>
                  <a:pt x="211191" y="1033089"/>
                  <a:pt x="205386" y="1027400"/>
                  <a:pt x="205386" y="1020202"/>
                </a:cubicBezTo>
                <a:cubicBezTo>
                  <a:pt x="205386" y="1013120"/>
                  <a:pt x="211076" y="1007315"/>
                  <a:pt x="218274" y="1007315"/>
                </a:cubicBezTo>
                <a:close/>
                <a:moveTo>
                  <a:pt x="25659" y="1007315"/>
                </a:moveTo>
                <a:cubicBezTo>
                  <a:pt x="32776" y="1007315"/>
                  <a:pt x="38547" y="1013085"/>
                  <a:pt x="38547" y="1020202"/>
                </a:cubicBezTo>
                <a:cubicBezTo>
                  <a:pt x="38547" y="1027320"/>
                  <a:pt x="32776" y="1033089"/>
                  <a:pt x="25659" y="1033089"/>
                </a:cubicBezTo>
                <a:cubicBezTo>
                  <a:pt x="18542" y="1033089"/>
                  <a:pt x="12771" y="1027320"/>
                  <a:pt x="12771" y="1020202"/>
                </a:cubicBezTo>
                <a:cubicBezTo>
                  <a:pt x="12771" y="1013085"/>
                  <a:pt x="18542" y="1007315"/>
                  <a:pt x="25659" y="1007315"/>
                </a:cubicBezTo>
                <a:close/>
                <a:moveTo>
                  <a:pt x="11970691" y="994543"/>
                </a:moveTo>
                <a:cubicBezTo>
                  <a:pt x="11984855" y="994543"/>
                  <a:pt x="11996349" y="1006038"/>
                  <a:pt x="11996349" y="1020202"/>
                </a:cubicBezTo>
                <a:cubicBezTo>
                  <a:pt x="11996349" y="1034367"/>
                  <a:pt x="11984855" y="1045862"/>
                  <a:pt x="11970691" y="1045862"/>
                </a:cubicBezTo>
                <a:cubicBezTo>
                  <a:pt x="11956525" y="1045862"/>
                  <a:pt x="11945033" y="1034367"/>
                  <a:pt x="11945033" y="1020202"/>
                </a:cubicBezTo>
                <a:cubicBezTo>
                  <a:pt x="11945033" y="1006038"/>
                  <a:pt x="11956525" y="994543"/>
                  <a:pt x="11970691" y="994543"/>
                </a:cubicBezTo>
                <a:close/>
                <a:moveTo>
                  <a:pt x="11842279" y="994543"/>
                </a:moveTo>
                <a:cubicBezTo>
                  <a:pt x="11856445" y="994543"/>
                  <a:pt x="11867941" y="1006038"/>
                  <a:pt x="11867941" y="1020202"/>
                </a:cubicBezTo>
                <a:cubicBezTo>
                  <a:pt x="11867941" y="1034367"/>
                  <a:pt x="11856445" y="1045862"/>
                  <a:pt x="11842279" y="1045862"/>
                </a:cubicBezTo>
                <a:cubicBezTo>
                  <a:pt x="11828117" y="1045862"/>
                  <a:pt x="11816621" y="1034367"/>
                  <a:pt x="11816621" y="1020202"/>
                </a:cubicBezTo>
                <a:cubicBezTo>
                  <a:pt x="11816621" y="1006038"/>
                  <a:pt x="11828117" y="994543"/>
                  <a:pt x="11842279" y="994543"/>
                </a:cubicBezTo>
                <a:close/>
                <a:moveTo>
                  <a:pt x="11325670" y="994543"/>
                </a:moveTo>
                <a:cubicBezTo>
                  <a:pt x="11339835" y="994543"/>
                  <a:pt x="11351329" y="1006038"/>
                  <a:pt x="11351329" y="1020202"/>
                </a:cubicBezTo>
                <a:cubicBezTo>
                  <a:pt x="11351329" y="1034367"/>
                  <a:pt x="11339835" y="1045862"/>
                  <a:pt x="11325670" y="1045862"/>
                </a:cubicBezTo>
                <a:cubicBezTo>
                  <a:pt x="11311505" y="1045862"/>
                  <a:pt x="11300012" y="1034367"/>
                  <a:pt x="11300012" y="1020202"/>
                </a:cubicBezTo>
                <a:cubicBezTo>
                  <a:pt x="11300012" y="1006038"/>
                  <a:pt x="11311505" y="994543"/>
                  <a:pt x="11325670" y="994543"/>
                </a:cubicBezTo>
                <a:close/>
                <a:moveTo>
                  <a:pt x="11197259" y="994543"/>
                </a:moveTo>
                <a:cubicBezTo>
                  <a:pt x="11211424" y="994543"/>
                  <a:pt x="11222917" y="1006038"/>
                  <a:pt x="11222917" y="1020202"/>
                </a:cubicBezTo>
                <a:cubicBezTo>
                  <a:pt x="11222917" y="1034367"/>
                  <a:pt x="11211424" y="1045862"/>
                  <a:pt x="11197259" y="1045862"/>
                </a:cubicBezTo>
                <a:cubicBezTo>
                  <a:pt x="11183094" y="1045862"/>
                  <a:pt x="11171601" y="1034367"/>
                  <a:pt x="11171601" y="1020202"/>
                </a:cubicBezTo>
                <a:cubicBezTo>
                  <a:pt x="11171601" y="1006038"/>
                  <a:pt x="11183094" y="994543"/>
                  <a:pt x="11197259" y="994543"/>
                </a:cubicBezTo>
                <a:close/>
                <a:moveTo>
                  <a:pt x="11133055" y="994543"/>
                </a:moveTo>
                <a:cubicBezTo>
                  <a:pt x="11147225" y="994543"/>
                  <a:pt x="11158713" y="1006031"/>
                  <a:pt x="11158713" y="1020202"/>
                </a:cubicBezTo>
                <a:cubicBezTo>
                  <a:pt x="11158713" y="1034373"/>
                  <a:pt x="11147225" y="1045862"/>
                  <a:pt x="11133055" y="1045862"/>
                </a:cubicBezTo>
                <a:cubicBezTo>
                  <a:pt x="11118884" y="1045862"/>
                  <a:pt x="11107396" y="1034373"/>
                  <a:pt x="11107396" y="1020202"/>
                </a:cubicBezTo>
                <a:cubicBezTo>
                  <a:pt x="11107396" y="1006031"/>
                  <a:pt x="11118884" y="994543"/>
                  <a:pt x="11133055" y="994543"/>
                </a:cubicBezTo>
                <a:close/>
                <a:moveTo>
                  <a:pt x="10940321" y="994543"/>
                </a:moveTo>
                <a:cubicBezTo>
                  <a:pt x="10954604" y="994543"/>
                  <a:pt x="10965982" y="1006038"/>
                  <a:pt x="10965982" y="1020202"/>
                </a:cubicBezTo>
                <a:cubicBezTo>
                  <a:pt x="10965982" y="1034367"/>
                  <a:pt x="10954486" y="1045862"/>
                  <a:pt x="10940321" y="1045862"/>
                </a:cubicBezTo>
                <a:cubicBezTo>
                  <a:pt x="10926156" y="1045862"/>
                  <a:pt x="10914663" y="1034367"/>
                  <a:pt x="10914663" y="1020202"/>
                </a:cubicBezTo>
                <a:cubicBezTo>
                  <a:pt x="10914663" y="1006038"/>
                  <a:pt x="10926156" y="994543"/>
                  <a:pt x="10940321" y="994543"/>
                </a:cubicBezTo>
                <a:close/>
                <a:moveTo>
                  <a:pt x="10683501" y="994543"/>
                </a:moveTo>
                <a:cubicBezTo>
                  <a:pt x="10697666" y="994543"/>
                  <a:pt x="10709159" y="1006038"/>
                  <a:pt x="10709159" y="1020202"/>
                </a:cubicBezTo>
                <a:cubicBezTo>
                  <a:pt x="10709159" y="1034367"/>
                  <a:pt x="10697666" y="1045862"/>
                  <a:pt x="10683501" y="1045862"/>
                </a:cubicBezTo>
                <a:cubicBezTo>
                  <a:pt x="10669336" y="1045862"/>
                  <a:pt x="10657843" y="1034367"/>
                  <a:pt x="10657843" y="1020202"/>
                </a:cubicBezTo>
                <a:cubicBezTo>
                  <a:pt x="10657843" y="1006038"/>
                  <a:pt x="10669336" y="994543"/>
                  <a:pt x="10683501" y="994543"/>
                </a:cubicBezTo>
                <a:close/>
                <a:moveTo>
                  <a:pt x="10619297" y="994543"/>
                </a:moveTo>
                <a:cubicBezTo>
                  <a:pt x="10633462" y="994543"/>
                  <a:pt x="10644955" y="1006038"/>
                  <a:pt x="10644955" y="1020202"/>
                </a:cubicBezTo>
                <a:cubicBezTo>
                  <a:pt x="10644955" y="1034367"/>
                  <a:pt x="10633462" y="1045862"/>
                  <a:pt x="10619297" y="1045862"/>
                </a:cubicBezTo>
                <a:cubicBezTo>
                  <a:pt x="10605132" y="1045862"/>
                  <a:pt x="10593639" y="1034367"/>
                  <a:pt x="10593639" y="1020202"/>
                </a:cubicBezTo>
                <a:cubicBezTo>
                  <a:pt x="10593639" y="1006038"/>
                  <a:pt x="10605132" y="994543"/>
                  <a:pt x="10619297" y="994543"/>
                </a:cubicBezTo>
                <a:close/>
                <a:moveTo>
                  <a:pt x="10555092" y="994543"/>
                </a:moveTo>
                <a:cubicBezTo>
                  <a:pt x="10569255" y="994543"/>
                  <a:pt x="10580751" y="1006038"/>
                  <a:pt x="10580751" y="1020202"/>
                </a:cubicBezTo>
                <a:cubicBezTo>
                  <a:pt x="10580751" y="1034367"/>
                  <a:pt x="10569255" y="1045862"/>
                  <a:pt x="10555092" y="1045862"/>
                </a:cubicBezTo>
                <a:cubicBezTo>
                  <a:pt x="10540927" y="1045862"/>
                  <a:pt x="10529432" y="1034367"/>
                  <a:pt x="10529432" y="1020202"/>
                </a:cubicBezTo>
                <a:cubicBezTo>
                  <a:pt x="10529432" y="1006038"/>
                  <a:pt x="10540927" y="994543"/>
                  <a:pt x="10555092" y="994543"/>
                </a:cubicBezTo>
                <a:close/>
                <a:moveTo>
                  <a:pt x="10362474" y="994543"/>
                </a:moveTo>
                <a:cubicBezTo>
                  <a:pt x="10376647" y="994543"/>
                  <a:pt x="10388135" y="1006031"/>
                  <a:pt x="10388135" y="1020202"/>
                </a:cubicBezTo>
                <a:cubicBezTo>
                  <a:pt x="10388135" y="1034373"/>
                  <a:pt x="10376647" y="1045862"/>
                  <a:pt x="10362474" y="1045862"/>
                </a:cubicBezTo>
                <a:cubicBezTo>
                  <a:pt x="10348304" y="1045862"/>
                  <a:pt x="10336816" y="1034373"/>
                  <a:pt x="10336816" y="1020202"/>
                </a:cubicBezTo>
                <a:cubicBezTo>
                  <a:pt x="10336816" y="1006031"/>
                  <a:pt x="10348304" y="994543"/>
                  <a:pt x="10362474" y="994543"/>
                </a:cubicBezTo>
                <a:close/>
                <a:moveTo>
                  <a:pt x="10234065" y="994543"/>
                </a:moveTo>
                <a:cubicBezTo>
                  <a:pt x="10248228" y="994543"/>
                  <a:pt x="10259723" y="1006038"/>
                  <a:pt x="10259723" y="1020202"/>
                </a:cubicBezTo>
                <a:cubicBezTo>
                  <a:pt x="10259723" y="1034367"/>
                  <a:pt x="10248228" y="1045862"/>
                  <a:pt x="10234065" y="1045862"/>
                </a:cubicBezTo>
                <a:cubicBezTo>
                  <a:pt x="10219900" y="1045862"/>
                  <a:pt x="10208404" y="1034367"/>
                  <a:pt x="10208404" y="1020202"/>
                </a:cubicBezTo>
                <a:cubicBezTo>
                  <a:pt x="10208404" y="1006038"/>
                  <a:pt x="10219900" y="994543"/>
                  <a:pt x="10234065" y="994543"/>
                </a:cubicBezTo>
                <a:close/>
                <a:moveTo>
                  <a:pt x="10105654" y="994543"/>
                </a:moveTo>
                <a:cubicBezTo>
                  <a:pt x="10119819" y="994543"/>
                  <a:pt x="10131312" y="1006038"/>
                  <a:pt x="10131312" y="1020202"/>
                </a:cubicBezTo>
                <a:cubicBezTo>
                  <a:pt x="10131312" y="1034367"/>
                  <a:pt x="10119819" y="1045862"/>
                  <a:pt x="10105654" y="1045862"/>
                </a:cubicBezTo>
                <a:cubicBezTo>
                  <a:pt x="10091489" y="1045862"/>
                  <a:pt x="10079996" y="1034367"/>
                  <a:pt x="10079996" y="1020202"/>
                </a:cubicBezTo>
                <a:cubicBezTo>
                  <a:pt x="10079996" y="1006038"/>
                  <a:pt x="10091489" y="994543"/>
                  <a:pt x="10105654" y="994543"/>
                </a:cubicBezTo>
                <a:close/>
                <a:moveTo>
                  <a:pt x="9720307" y="994543"/>
                </a:moveTo>
                <a:cubicBezTo>
                  <a:pt x="9734470" y="994543"/>
                  <a:pt x="9745965" y="1006038"/>
                  <a:pt x="9745965" y="1020202"/>
                </a:cubicBezTo>
                <a:cubicBezTo>
                  <a:pt x="9745965" y="1034367"/>
                  <a:pt x="9734470" y="1045862"/>
                  <a:pt x="9720307" y="1045862"/>
                </a:cubicBezTo>
                <a:cubicBezTo>
                  <a:pt x="9706142" y="1045862"/>
                  <a:pt x="9694646" y="1034367"/>
                  <a:pt x="9694646" y="1020202"/>
                </a:cubicBezTo>
                <a:cubicBezTo>
                  <a:pt x="9694646" y="1006038"/>
                  <a:pt x="9706142" y="994543"/>
                  <a:pt x="9720307" y="994543"/>
                </a:cubicBezTo>
                <a:close/>
                <a:moveTo>
                  <a:pt x="9463485" y="994543"/>
                </a:moveTo>
                <a:cubicBezTo>
                  <a:pt x="9477650" y="994543"/>
                  <a:pt x="9489143" y="1006038"/>
                  <a:pt x="9489143" y="1020202"/>
                </a:cubicBezTo>
                <a:cubicBezTo>
                  <a:pt x="9489143" y="1034367"/>
                  <a:pt x="9477650" y="1045862"/>
                  <a:pt x="9463485" y="1045862"/>
                </a:cubicBezTo>
                <a:cubicBezTo>
                  <a:pt x="9449320" y="1045862"/>
                  <a:pt x="9437826" y="1034367"/>
                  <a:pt x="9437826" y="1020202"/>
                </a:cubicBezTo>
                <a:cubicBezTo>
                  <a:pt x="9437826" y="1006038"/>
                  <a:pt x="9449320" y="994543"/>
                  <a:pt x="9463485" y="994543"/>
                </a:cubicBezTo>
                <a:close/>
                <a:moveTo>
                  <a:pt x="9078253" y="994543"/>
                </a:moveTo>
                <a:cubicBezTo>
                  <a:pt x="9092418" y="994543"/>
                  <a:pt x="9103911" y="1006038"/>
                  <a:pt x="9103911" y="1020202"/>
                </a:cubicBezTo>
                <a:cubicBezTo>
                  <a:pt x="9103911" y="1034367"/>
                  <a:pt x="9092418" y="1045862"/>
                  <a:pt x="9078253" y="1045862"/>
                </a:cubicBezTo>
                <a:cubicBezTo>
                  <a:pt x="9064088" y="1045862"/>
                  <a:pt x="9052595" y="1034367"/>
                  <a:pt x="9052595" y="1020202"/>
                </a:cubicBezTo>
                <a:cubicBezTo>
                  <a:pt x="9052595" y="1006038"/>
                  <a:pt x="9064088" y="994543"/>
                  <a:pt x="9078253" y="994543"/>
                </a:cubicBezTo>
                <a:close/>
                <a:moveTo>
                  <a:pt x="8564495" y="994543"/>
                </a:moveTo>
                <a:cubicBezTo>
                  <a:pt x="8578665" y="994543"/>
                  <a:pt x="8590153" y="1006031"/>
                  <a:pt x="8590153" y="1020202"/>
                </a:cubicBezTo>
                <a:cubicBezTo>
                  <a:pt x="8590153" y="1034373"/>
                  <a:pt x="8578665" y="1045862"/>
                  <a:pt x="8564495" y="1045862"/>
                </a:cubicBezTo>
                <a:cubicBezTo>
                  <a:pt x="8550325" y="1045862"/>
                  <a:pt x="8538837" y="1034373"/>
                  <a:pt x="8538837" y="1020202"/>
                </a:cubicBezTo>
                <a:cubicBezTo>
                  <a:pt x="8538837" y="1006031"/>
                  <a:pt x="8550325" y="994543"/>
                  <a:pt x="8564495" y="994543"/>
                </a:cubicBezTo>
                <a:close/>
                <a:moveTo>
                  <a:pt x="8050852" y="994543"/>
                </a:moveTo>
                <a:cubicBezTo>
                  <a:pt x="8065017" y="994543"/>
                  <a:pt x="8076510" y="1006038"/>
                  <a:pt x="8076510" y="1020202"/>
                </a:cubicBezTo>
                <a:cubicBezTo>
                  <a:pt x="8076510" y="1034367"/>
                  <a:pt x="8065017" y="1045862"/>
                  <a:pt x="8050852" y="1045862"/>
                </a:cubicBezTo>
                <a:cubicBezTo>
                  <a:pt x="8036687" y="1045862"/>
                  <a:pt x="8025194" y="1034367"/>
                  <a:pt x="8025194" y="1020202"/>
                </a:cubicBezTo>
                <a:cubicBezTo>
                  <a:pt x="8025194" y="1006038"/>
                  <a:pt x="8036687" y="994543"/>
                  <a:pt x="8050852" y="994543"/>
                </a:cubicBezTo>
                <a:close/>
                <a:moveTo>
                  <a:pt x="7986648" y="994543"/>
                </a:moveTo>
                <a:cubicBezTo>
                  <a:pt x="8000813" y="994543"/>
                  <a:pt x="8012306" y="1006038"/>
                  <a:pt x="8012306" y="1020202"/>
                </a:cubicBezTo>
                <a:cubicBezTo>
                  <a:pt x="8012306" y="1034367"/>
                  <a:pt x="8000813" y="1045862"/>
                  <a:pt x="7986648" y="1045862"/>
                </a:cubicBezTo>
                <a:cubicBezTo>
                  <a:pt x="7972483" y="1045862"/>
                  <a:pt x="7960990" y="1034367"/>
                  <a:pt x="7960990" y="1020202"/>
                </a:cubicBezTo>
                <a:cubicBezTo>
                  <a:pt x="7960990" y="1006038"/>
                  <a:pt x="7972483" y="994543"/>
                  <a:pt x="7986648" y="994543"/>
                </a:cubicBezTo>
                <a:close/>
                <a:moveTo>
                  <a:pt x="7858237" y="994543"/>
                </a:moveTo>
                <a:cubicBezTo>
                  <a:pt x="7872407" y="994543"/>
                  <a:pt x="7883895" y="1006031"/>
                  <a:pt x="7883895" y="1020202"/>
                </a:cubicBezTo>
                <a:cubicBezTo>
                  <a:pt x="7883895" y="1034373"/>
                  <a:pt x="7872407" y="1045862"/>
                  <a:pt x="7858237" y="1045862"/>
                </a:cubicBezTo>
                <a:cubicBezTo>
                  <a:pt x="7844066" y="1045862"/>
                  <a:pt x="7832578" y="1034373"/>
                  <a:pt x="7832578" y="1020202"/>
                </a:cubicBezTo>
                <a:cubicBezTo>
                  <a:pt x="7832578" y="1006031"/>
                  <a:pt x="7844066" y="994543"/>
                  <a:pt x="7858237" y="994543"/>
                </a:cubicBezTo>
                <a:close/>
                <a:moveTo>
                  <a:pt x="7794032" y="994543"/>
                </a:moveTo>
                <a:cubicBezTo>
                  <a:pt x="7808203" y="994543"/>
                  <a:pt x="7819690" y="1006031"/>
                  <a:pt x="7819690" y="1020202"/>
                </a:cubicBezTo>
                <a:cubicBezTo>
                  <a:pt x="7819690" y="1034373"/>
                  <a:pt x="7808203" y="1045862"/>
                  <a:pt x="7794032" y="1045862"/>
                </a:cubicBezTo>
                <a:cubicBezTo>
                  <a:pt x="7779862" y="1045862"/>
                  <a:pt x="7768371" y="1034373"/>
                  <a:pt x="7768371" y="1020202"/>
                </a:cubicBezTo>
                <a:cubicBezTo>
                  <a:pt x="7768371" y="1006031"/>
                  <a:pt x="7779862" y="994543"/>
                  <a:pt x="7794032" y="994543"/>
                </a:cubicBezTo>
                <a:close/>
                <a:moveTo>
                  <a:pt x="7729825" y="994543"/>
                </a:moveTo>
                <a:cubicBezTo>
                  <a:pt x="7743990" y="994543"/>
                  <a:pt x="7755486" y="1006038"/>
                  <a:pt x="7755486" y="1020202"/>
                </a:cubicBezTo>
                <a:cubicBezTo>
                  <a:pt x="7755486" y="1034367"/>
                  <a:pt x="7743990" y="1045862"/>
                  <a:pt x="7729825" y="1045862"/>
                </a:cubicBezTo>
                <a:cubicBezTo>
                  <a:pt x="7715660" y="1045862"/>
                  <a:pt x="7704167" y="1034367"/>
                  <a:pt x="7704167" y="1020202"/>
                </a:cubicBezTo>
                <a:cubicBezTo>
                  <a:pt x="7704167" y="1006038"/>
                  <a:pt x="7715660" y="994543"/>
                  <a:pt x="7729825" y="994543"/>
                </a:cubicBezTo>
                <a:close/>
                <a:moveTo>
                  <a:pt x="7665621" y="994543"/>
                </a:moveTo>
                <a:cubicBezTo>
                  <a:pt x="7679786" y="994543"/>
                  <a:pt x="7691279" y="1006038"/>
                  <a:pt x="7691279" y="1020202"/>
                </a:cubicBezTo>
                <a:cubicBezTo>
                  <a:pt x="7691279" y="1034367"/>
                  <a:pt x="7679786" y="1045862"/>
                  <a:pt x="7665621" y="1045862"/>
                </a:cubicBezTo>
                <a:cubicBezTo>
                  <a:pt x="7651456" y="1045862"/>
                  <a:pt x="7639963" y="1034367"/>
                  <a:pt x="7639963" y="1020202"/>
                </a:cubicBezTo>
                <a:cubicBezTo>
                  <a:pt x="7639963" y="1006038"/>
                  <a:pt x="7651456" y="994543"/>
                  <a:pt x="7665621" y="994543"/>
                </a:cubicBezTo>
                <a:close/>
                <a:moveTo>
                  <a:pt x="7601299" y="994543"/>
                </a:moveTo>
                <a:cubicBezTo>
                  <a:pt x="7615464" y="994543"/>
                  <a:pt x="7626959" y="1006038"/>
                  <a:pt x="7626959" y="1020202"/>
                </a:cubicBezTo>
                <a:cubicBezTo>
                  <a:pt x="7626959" y="1034367"/>
                  <a:pt x="7615464" y="1045862"/>
                  <a:pt x="7601299" y="1045862"/>
                </a:cubicBezTo>
                <a:cubicBezTo>
                  <a:pt x="7587134" y="1045862"/>
                  <a:pt x="7575640" y="1034367"/>
                  <a:pt x="7575640" y="1020202"/>
                </a:cubicBezTo>
                <a:cubicBezTo>
                  <a:pt x="7575640" y="1006038"/>
                  <a:pt x="7587134" y="994543"/>
                  <a:pt x="7601299" y="994543"/>
                </a:cubicBezTo>
                <a:close/>
                <a:moveTo>
                  <a:pt x="7537094" y="994543"/>
                </a:moveTo>
                <a:cubicBezTo>
                  <a:pt x="7551259" y="994543"/>
                  <a:pt x="7562752" y="1006038"/>
                  <a:pt x="7562752" y="1020202"/>
                </a:cubicBezTo>
                <a:cubicBezTo>
                  <a:pt x="7562752" y="1034367"/>
                  <a:pt x="7551259" y="1045862"/>
                  <a:pt x="7537094" y="1045862"/>
                </a:cubicBezTo>
                <a:cubicBezTo>
                  <a:pt x="7522929" y="1045862"/>
                  <a:pt x="7511436" y="1034367"/>
                  <a:pt x="7511436" y="1020202"/>
                </a:cubicBezTo>
                <a:cubicBezTo>
                  <a:pt x="7511436" y="1006038"/>
                  <a:pt x="7522929" y="994543"/>
                  <a:pt x="7537094" y="994543"/>
                </a:cubicBezTo>
                <a:close/>
                <a:moveTo>
                  <a:pt x="7472890" y="994543"/>
                </a:moveTo>
                <a:cubicBezTo>
                  <a:pt x="7487060" y="994543"/>
                  <a:pt x="7498548" y="1006031"/>
                  <a:pt x="7498548" y="1020202"/>
                </a:cubicBezTo>
                <a:cubicBezTo>
                  <a:pt x="7498548" y="1034373"/>
                  <a:pt x="7487060" y="1045862"/>
                  <a:pt x="7472890" y="1045862"/>
                </a:cubicBezTo>
                <a:cubicBezTo>
                  <a:pt x="7458717" y="1045862"/>
                  <a:pt x="7447229" y="1034373"/>
                  <a:pt x="7447229" y="1020202"/>
                </a:cubicBezTo>
                <a:cubicBezTo>
                  <a:pt x="7447229" y="1006031"/>
                  <a:pt x="7458717" y="994543"/>
                  <a:pt x="7472890" y="994543"/>
                </a:cubicBezTo>
                <a:close/>
                <a:moveTo>
                  <a:pt x="7216067" y="994543"/>
                </a:moveTo>
                <a:cubicBezTo>
                  <a:pt x="7230232" y="994543"/>
                  <a:pt x="7241725" y="1006038"/>
                  <a:pt x="7241725" y="1020202"/>
                </a:cubicBezTo>
                <a:cubicBezTo>
                  <a:pt x="7241725" y="1034367"/>
                  <a:pt x="7230232" y="1045862"/>
                  <a:pt x="7216067" y="1045862"/>
                </a:cubicBezTo>
                <a:cubicBezTo>
                  <a:pt x="7201902" y="1045862"/>
                  <a:pt x="7190409" y="1034367"/>
                  <a:pt x="7190409" y="1020202"/>
                </a:cubicBezTo>
                <a:cubicBezTo>
                  <a:pt x="7190409" y="1006038"/>
                  <a:pt x="7201902" y="994543"/>
                  <a:pt x="7216067" y="994543"/>
                </a:cubicBezTo>
                <a:close/>
                <a:moveTo>
                  <a:pt x="7151863" y="994543"/>
                </a:moveTo>
                <a:cubicBezTo>
                  <a:pt x="7166033" y="994543"/>
                  <a:pt x="7177521" y="1006031"/>
                  <a:pt x="7177521" y="1020202"/>
                </a:cubicBezTo>
                <a:cubicBezTo>
                  <a:pt x="7177521" y="1034373"/>
                  <a:pt x="7166033" y="1045862"/>
                  <a:pt x="7151863" y="1045862"/>
                </a:cubicBezTo>
                <a:cubicBezTo>
                  <a:pt x="7137692" y="1045862"/>
                  <a:pt x="7126205" y="1034373"/>
                  <a:pt x="7126205" y="1020202"/>
                </a:cubicBezTo>
                <a:cubicBezTo>
                  <a:pt x="7126205" y="1006031"/>
                  <a:pt x="7137692" y="994543"/>
                  <a:pt x="7151863" y="994543"/>
                </a:cubicBezTo>
                <a:close/>
                <a:moveTo>
                  <a:pt x="6895043" y="994543"/>
                </a:moveTo>
                <a:cubicBezTo>
                  <a:pt x="6909208" y="994543"/>
                  <a:pt x="6920701" y="1006038"/>
                  <a:pt x="6920701" y="1020202"/>
                </a:cubicBezTo>
                <a:cubicBezTo>
                  <a:pt x="6920701" y="1034367"/>
                  <a:pt x="6909208" y="1045862"/>
                  <a:pt x="6895043" y="1045862"/>
                </a:cubicBezTo>
                <a:cubicBezTo>
                  <a:pt x="6880878" y="1045862"/>
                  <a:pt x="6869382" y="1034367"/>
                  <a:pt x="6869382" y="1020202"/>
                </a:cubicBezTo>
                <a:cubicBezTo>
                  <a:pt x="6869382" y="1006038"/>
                  <a:pt x="6880878" y="994543"/>
                  <a:pt x="6895043" y="994543"/>
                </a:cubicBezTo>
                <a:close/>
                <a:moveTo>
                  <a:pt x="6252873" y="994543"/>
                </a:moveTo>
                <a:cubicBezTo>
                  <a:pt x="6267036" y="994543"/>
                  <a:pt x="6278532" y="1006038"/>
                  <a:pt x="6278532" y="1020202"/>
                </a:cubicBezTo>
                <a:cubicBezTo>
                  <a:pt x="6278532" y="1034367"/>
                  <a:pt x="6267036" y="1045862"/>
                  <a:pt x="6252873" y="1045862"/>
                </a:cubicBezTo>
                <a:cubicBezTo>
                  <a:pt x="6238708" y="1045862"/>
                  <a:pt x="6227213" y="1034367"/>
                  <a:pt x="6227213" y="1020202"/>
                </a:cubicBezTo>
                <a:cubicBezTo>
                  <a:pt x="6227213" y="1006038"/>
                  <a:pt x="6238708" y="994543"/>
                  <a:pt x="6252873" y="994543"/>
                </a:cubicBezTo>
                <a:close/>
                <a:moveTo>
                  <a:pt x="6124462" y="994543"/>
                </a:moveTo>
                <a:cubicBezTo>
                  <a:pt x="6138627" y="994543"/>
                  <a:pt x="6150123" y="1006038"/>
                  <a:pt x="6150123" y="1020202"/>
                </a:cubicBezTo>
                <a:cubicBezTo>
                  <a:pt x="6150123" y="1034367"/>
                  <a:pt x="6138627" y="1045862"/>
                  <a:pt x="6124462" y="1045862"/>
                </a:cubicBezTo>
                <a:cubicBezTo>
                  <a:pt x="6110297" y="1045862"/>
                  <a:pt x="6098804" y="1034367"/>
                  <a:pt x="6098804" y="1020202"/>
                </a:cubicBezTo>
                <a:cubicBezTo>
                  <a:pt x="6098804" y="1006038"/>
                  <a:pt x="6110297" y="994543"/>
                  <a:pt x="6124462" y="994543"/>
                </a:cubicBezTo>
                <a:close/>
                <a:moveTo>
                  <a:pt x="5615066" y="994543"/>
                </a:moveTo>
                <a:cubicBezTo>
                  <a:pt x="5629231" y="994543"/>
                  <a:pt x="5640726" y="1006038"/>
                  <a:pt x="5640726" y="1020202"/>
                </a:cubicBezTo>
                <a:cubicBezTo>
                  <a:pt x="5640726" y="1034367"/>
                  <a:pt x="5629231" y="1045862"/>
                  <a:pt x="5615066" y="1045862"/>
                </a:cubicBezTo>
                <a:cubicBezTo>
                  <a:pt x="5600901" y="1045862"/>
                  <a:pt x="5589407" y="1034367"/>
                  <a:pt x="5589407" y="1020202"/>
                </a:cubicBezTo>
                <a:cubicBezTo>
                  <a:pt x="5589407" y="1006038"/>
                  <a:pt x="5600901" y="994543"/>
                  <a:pt x="5615066" y="994543"/>
                </a:cubicBezTo>
                <a:close/>
                <a:moveTo>
                  <a:pt x="5486655" y="994543"/>
                </a:moveTo>
                <a:cubicBezTo>
                  <a:pt x="5500819" y="994543"/>
                  <a:pt x="5512316" y="1006038"/>
                  <a:pt x="5512316" y="1020202"/>
                </a:cubicBezTo>
                <a:cubicBezTo>
                  <a:pt x="5512316" y="1034367"/>
                  <a:pt x="5500819" y="1045862"/>
                  <a:pt x="5486655" y="1045862"/>
                </a:cubicBezTo>
                <a:cubicBezTo>
                  <a:pt x="5472491" y="1045862"/>
                  <a:pt x="5460997" y="1034367"/>
                  <a:pt x="5460997" y="1020202"/>
                </a:cubicBezTo>
                <a:cubicBezTo>
                  <a:pt x="5460997" y="1006038"/>
                  <a:pt x="5472491" y="994543"/>
                  <a:pt x="5486655" y="994543"/>
                </a:cubicBezTo>
                <a:close/>
                <a:moveTo>
                  <a:pt x="5422451" y="994543"/>
                </a:moveTo>
                <a:cubicBezTo>
                  <a:pt x="5436621" y="994543"/>
                  <a:pt x="5448109" y="1006031"/>
                  <a:pt x="5448109" y="1020202"/>
                </a:cubicBezTo>
                <a:cubicBezTo>
                  <a:pt x="5448109" y="1034373"/>
                  <a:pt x="5436621" y="1045862"/>
                  <a:pt x="5422451" y="1045862"/>
                </a:cubicBezTo>
                <a:cubicBezTo>
                  <a:pt x="5408280" y="1045862"/>
                  <a:pt x="5396791" y="1034373"/>
                  <a:pt x="5396791" y="1020202"/>
                </a:cubicBezTo>
                <a:cubicBezTo>
                  <a:pt x="5396791" y="1006031"/>
                  <a:pt x="5408280" y="994543"/>
                  <a:pt x="5422451" y="994543"/>
                </a:cubicBezTo>
                <a:close/>
                <a:moveTo>
                  <a:pt x="5229719" y="994543"/>
                </a:moveTo>
                <a:cubicBezTo>
                  <a:pt x="5243999" y="994543"/>
                  <a:pt x="5255377" y="1006038"/>
                  <a:pt x="5255377" y="1020202"/>
                </a:cubicBezTo>
                <a:cubicBezTo>
                  <a:pt x="5255377" y="1034367"/>
                  <a:pt x="5243883" y="1045862"/>
                  <a:pt x="5229719" y="1045862"/>
                </a:cubicBezTo>
                <a:cubicBezTo>
                  <a:pt x="5215554" y="1045862"/>
                  <a:pt x="5204058" y="1034367"/>
                  <a:pt x="5204058" y="1020202"/>
                </a:cubicBezTo>
                <a:cubicBezTo>
                  <a:pt x="5204058" y="1006038"/>
                  <a:pt x="5215554" y="994543"/>
                  <a:pt x="5229719" y="994543"/>
                </a:cubicBezTo>
                <a:close/>
                <a:moveTo>
                  <a:pt x="4972896" y="994543"/>
                </a:moveTo>
                <a:cubicBezTo>
                  <a:pt x="4987063" y="994543"/>
                  <a:pt x="4998557" y="1006038"/>
                  <a:pt x="4998557" y="1020202"/>
                </a:cubicBezTo>
                <a:cubicBezTo>
                  <a:pt x="4998557" y="1034367"/>
                  <a:pt x="4987063" y="1045862"/>
                  <a:pt x="4972896" y="1045862"/>
                </a:cubicBezTo>
                <a:cubicBezTo>
                  <a:pt x="4958732" y="1045862"/>
                  <a:pt x="4947240" y="1034367"/>
                  <a:pt x="4947240" y="1020202"/>
                </a:cubicBezTo>
                <a:cubicBezTo>
                  <a:pt x="4947240" y="1006038"/>
                  <a:pt x="4958732" y="994543"/>
                  <a:pt x="4972896" y="994543"/>
                </a:cubicBezTo>
                <a:close/>
                <a:moveTo>
                  <a:pt x="4908693" y="994543"/>
                </a:moveTo>
                <a:cubicBezTo>
                  <a:pt x="4922857" y="994543"/>
                  <a:pt x="4934352" y="1006038"/>
                  <a:pt x="4934352" y="1020202"/>
                </a:cubicBezTo>
                <a:cubicBezTo>
                  <a:pt x="4934352" y="1034367"/>
                  <a:pt x="4922857" y="1045862"/>
                  <a:pt x="4908693" y="1045862"/>
                </a:cubicBezTo>
                <a:cubicBezTo>
                  <a:pt x="4894527" y="1045862"/>
                  <a:pt x="4883033" y="1034367"/>
                  <a:pt x="4883033" y="1020202"/>
                </a:cubicBezTo>
                <a:cubicBezTo>
                  <a:pt x="4883033" y="1006038"/>
                  <a:pt x="4894527" y="994543"/>
                  <a:pt x="4908693" y="994543"/>
                </a:cubicBezTo>
                <a:close/>
                <a:moveTo>
                  <a:pt x="4844487" y="994543"/>
                </a:moveTo>
                <a:cubicBezTo>
                  <a:pt x="4858650" y="994543"/>
                  <a:pt x="4870146" y="1006038"/>
                  <a:pt x="4870146" y="1020202"/>
                </a:cubicBezTo>
                <a:cubicBezTo>
                  <a:pt x="4870146" y="1034367"/>
                  <a:pt x="4858650" y="1045862"/>
                  <a:pt x="4844487" y="1045862"/>
                </a:cubicBezTo>
                <a:cubicBezTo>
                  <a:pt x="4830322" y="1045862"/>
                  <a:pt x="4818828" y="1034367"/>
                  <a:pt x="4818828" y="1020202"/>
                </a:cubicBezTo>
                <a:cubicBezTo>
                  <a:pt x="4818828" y="1006038"/>
                  <a:pt x="4830322" y="994543"/>
                  <a:pt x="4844487" y="994543"/>
                </a:cubicBezTo>
                <a:close/>
                <a:moveTo>
                  <a:pt x="4651872" y="994543"/>
                </a:moveTo>
                <a:cubicBezTo>
                  <a:pt x="4666042" y="994543"/>
                  <a:pt x="4677531" y="1006031"/>
                  <a:pt x="4677531" y="1020202"/>
                </a:cubicBezTo>
                <a:cubicBezTo>
                  <a:pt x="4677531" y="1034373"/>
                  <a:pt x="4666042" y="1045862"/>
                  <a:pt x="4651872" y="1045862"/>
                </a:cubicBezTo>
                <a:cubicBezTo>
                  <a:pt x="4637700" y="1045862"/>
                  <a:pt x="4626213" y="1034373"/>
                  <a:pt x="4626213" y="1020202"/>
                </a:cubicBezTo>
                <a:cubicBezTo>
                  <a:pt x="4626213" y="1006031"/>
                  <a:pt x="4637700" y="994543"/>
                  <a:pt x="4651872" y="994543"/>
                </a:cubicBezTo>
                <a:close/>
                <a:moveTo>
                  <a:pt x="4523461" y="994543"/>
                </a:moveTo>
                <a:cubicBezTo>
                  <a:pt x="4537626" y="994543"/>
                  <a:pt x="4549121" y="1006038"/>
                  <a:pt x="4549121" y="1020202"/>
                </a:cubicBezTo>
                <a:cubicBezTo>
                  <a:pt x="4549121" y="1034367"/>
                  <a:pt x="4537626" y="1045862"/>
                  <a:pt x="4523461" y="1045862"/>
                </a:cubicBezTo>
                <a:cubicBezTo>
                  <a:pt x="4509296" y="1045862"/>
                  <a:pt x="4497802" y="1034367"/>
                  <a:pt x="4497802" y="1020202"/>
                </a:cubicBezTo>
                <a:cubicBezTo>
                  <a:pt x="4497802" y="1006038"/>
                  <a:pt x="4509296" y="994543"/>
                  <a:pt x="4523461" y="994543"/>
                </a:cubicBezTo>
                <a:close/>
                <a:moveTo>
                  <a:pt x="4395050" y="994543"/>
                </a:moveTo>
                <a:cubicBezTo>
                  <a:pt x="4409214" y="994543"/>
                  <a:pt x="4420710" y="1006038"/>
                  <a:pt x="4420710" y="1020202"/>
                </a:cubicBezTo>
                <a:cubicBezTo>
                  <a:pt x="4420710" y="1034367"/>
                  <a:pt x="4409214" y="1045862"/>
                  <a:pt x="4395050" y="1045862"/>
                </a:cubicBezTo>
                <a:cubicBezTo>
                  <a:pt x="4380886" y="1045862"/>
                  <a:pt x="4369391" y="1034367"/>
                  <a:pt x="4369391" y="1020202"/>
                </a:cubicBezTo>
                <a:cubicBezTo>
                  <a:pt x="4369391" y="1006038"/>
                  <a:pt x="4380886" y="994543"/>
                  <a:pt x="4395050" y="994543"/>
                </a:cubicBezTo>
                <a:close/>
                <a:moveTo>
                  <a:pt x="4009702" y="994543"/>
                </a:moveTo>
                <a:cubicBezTo>
                  <a:pt x="4023866" y="994543"/>
                  <a:pt x="4035362" y="1006038"/>
                  <a:pt x="4035362" y="1020202"/>
                </a:cubicBezTo>
                <a:cubicBezTo>
                  <a:pt x="4035362" y="1034367"/>
                  <a:pt x="4023866" y="1045862"/>
                  <a:pt x="4009702" y="1045862"/>
                </a:cubicBezTo>
                <a:cubicBezTo>
                  <a:pt x="3995538" y="1045862"/>
                  <a:pt x="3984043" y="1034367"/>
                  <a:pt x="3984043" y="1020202"/>
                </a:cubicBezTo>
                <a:cubicBezTo>
                  <a:pt x="3984043" y="1006038"/>
                  <a:pt x="3995538" y="994543"/>
                  <a:pt x="4009702" y="994543"/>
                </a:cubicBezTo>
                <a:close/>
                <a:moveTo>
                  <a:pt x="3752882" y="994543"/>
                </a:moveTo>
                <a:cubicBezTo>
                  <a:pt x="3767045" y="994543"/>
                  <a:pt x="3778539" y="1006038"/>
                  <a:pt x="3778539" y="1020202"/>
                </a:cubicBezTo>
                <a:cubicBezTo>
                  <a:pt x="3778539" y="1034367"/>
                  <a:pt x="3767045" y="1045862"/>
                  <a:pt x="3752882" y="1045862"/>
                </a:cubicBezTo>
                <a:cubicBezTo>
                  <a:pt x="3738717" y="1045862"/>
                  <a:pt x="3727221" y="1034367"/>
                  <a:pt x="3727221" y="1020202"/>
                </a:cubicBezTo>
                <a:cubicBezTo>
                  <a:pt x="3727221" y="1006038"/>
                  <a:pt x="3738717" y="994543"/>
                  <a:pt x="3752882" y="994543"/>
                </a:cubicBezTo>
                <a:close/>
                <a:moveTo>
                  <a:pt x="3367649" y="994543"/>
                </a:moveTo>
                <a:cubicBezTo>
                  <a:pt x="3381813" y="994543"/>
                  <a:pt x="3393308" y="1006038"/>
                  <a:pt x="3393308" y="1020202"/>
                </a:cubicBezTo>
                <a:cubicBezTo>
                  <a:pt x="3393308" y="1034367"/>
                  <a:pt x="3381813" y="1045862"/>
                  <a:pt x="3367649" y="1045862"/>
                </a:cubicBezTo>
                <a:cubicBezTo>
                  <a:pt x="3353484" y="1045862"/>
                  <a:pt x="3341990" y="1034367"/>
                  <a:pt x="3341990" y="1020202"/>
                </a:cubicBezTo>
                <a:cubicBezTo>
                  <a:pt x="3341990" y="1006038"/>
                  <a:pt x="3353484" y="994543"/>
                  <a:pt x="3367649" y="994543"/>
                </a:cubicBezTo>
                <a:close/>
                <a:moveTo>
                  <a:pt x="2853890" y="994543"/>
                </a:moveTo>
                <a:cubicBezTo>
                  <a:pt x="2868062" y="994543"/>
                  <a:pt x="2879550" y="1006031"/>
                  <a:pt x="2879550" y="1020202"/>
                </a:cubicBezTo>
                <a:cubicBezTo>
                  <a:pt x="2879550" y="1034373"/>
                  <a:pt x="2868062" y="1045862"/>
                  <a:pt x="2853890" y="1045862"/>
                </a:cubicBezTo>
                <a:cubicBezTo>
                  <a:pt x="2839720" y="1045862"/>
                  <a:pt x="2828231" y="1034373"/>
                  <a:pt x="2828231" y="1020202"/>
                </a:cubicBezTo>
                <a:cubicBezTo>
                  <a:pt x="2828231" y="1006031"/>
                  <a:pt x="2839720" y="994543"/>
                  <a:pt x="2853890" y="994543"/>
                </a:cubicBezTo>
                <a:close/>
                <a:moveTo>
                  <a:pt x="2340249" y="994543"/>
                </a:moveTo>
                <a:cubicBezTo>
                  <a:pt x="2354413" y="994543"/>
                  <a:pt x="2365908" y="1006038"/>
                  <a:pt x="2365908" y="1020202"/>
                </a:cubicBezTo>
                <a:cubicBezTo>
                  <a:pt x="2365908" y="1034367"/>
                  <a:pt x="2354413" y="1045862"/>
                  <a:pt x="2340249" y="1045862"/>
                </a:cubicBezTo>
                <a:cubicBezTo>
                  <a:pt x="2326084" y="1045862"/>
                  <a:pt x="2314590" y="1034367"/>
                  <a:pt x="2314590" y="1020202"/>
                </a:cubicBezTo>
                <a:cubicBezTo>
                  <a:pt x="2314590" y="1006038"/>
                  <a:pt x="2326084" y="994543"/>
                  <a:pt x="2340249" y="994543"/>
                </a:cubicBezTo>
                <a:close/>
                <a:moveTo>
                  <a:pt x="2276044" y="994543"/>
                </a:moveTo>
                <a:cubicBezTo>
                  <a:pt x="2290208" y="994543"/>
                  <a:pt x="2301702" y="1006038"/>
                  <a:pt x="2301702" y="1020202"/>
                </a:cubicBezTo>
                <a:cubicBezTo>
                  <a:pt x="2301702" y="1034367"/>
                  <a:pt x="2290208" y="1045862"/>
                  <a:pt x="2276044" y="1045862"/>
                </a:cubicBezTo>
                <a:cubicBezTo>
                  <a:pt x="2261879" y="1045862"/>
                  <a:pt x="2250385" y="1034367"/>
                  <a:pt x="2250385" y="1020202"/>
                </a:cubicBezTo>
                <a:cubicBezTo>
                  <a:pt x="2250385" y="1006038"/>
                  <a:pt x="2261879" y="994543"/>
                  <a:pt x="2276044" y="994543"/>
                </a:cubicBezTo>
                <a:close/>
                <a:moveTo>
                  <a:pt x="2147633" y="994543"/>
                </a:moveTo>
                <a:cubicBezTo>
                  <a:pt x="2161804" y="994543"/>
                  <a:pt x="2173293" y="1006031"/>
                  <a:pt x="2173293" y="1020202"/>
                </a:cubicBezTo>
                <a:cubicBezTo>
                  <a:pt x="2173293" y="1034373"/>
                  <a:pt x="2161804" y="1045862"/>
                  <a:pt x="2147633" y="1045862"/>
                </a:cubicBezTo>
                <a:cubicBezTo>
                  <a:pt x="2133462" y="1045862"/>
                  <a:pt x="2121975" y="1034373"/>
                  <a:pt x="2121975" y="1020202"/>
                </a:cubicBezTo>
                <a:cubicBezTo>
                  <a:pt x="2121975" y="1006031"/>
                  <a:pt x="2133462" y="994543"/>
                  <a:pt x="2147633" y="994543"/>
                </a:cubicBezTo>
                <a:close/>
                <a:moveTo>
                  <a:pt x="2083427" y="994543"/>
                </a:moveTo>
                <a:cubicBezTo>
                  <a:pt x="2097599" y="994543"/>
                  <a:pt x="2109087" y="1006031"/>
                  <a:pt x="2109087" y="1020202"/>
                </a:cubicBezTo>
                <a:cubicBezTo>
                  <a:pt x="2109087" y="1034373"/>
                  <a:pt x="2097599" y="1045862"/>
                  <a:pt x="2083427" y="1045862"/>
                </a:cubicBezTo>
                <a:cubicBezTo>
                  <a:pt x="2069257" y="1045862"/>
                  <a:pt x="2057768" y="1034373"/>
                  <a:pt x="2057768" y="1020202"/>
                </a:cubicBezTo>
                <a:cubicBezTo>
                  <a:pt x="2057768" y="1006031"/>
                  <a:pt x="2069257" y="994543"/>
                  <a:pt x="2083427" y="994543"/>
                </a:cubicBezTo>
                <a:close/>
                <a:moveTo>
                  <a:pt x="2019222" y="994543"/>
                </a:moveTo>
                <a:cubicBezTo>
                  <a:pt x="2033387" y="994543"/>
                  <a:pt x="2044880" y="1006038"/>
                  <a:pt x="2044880" y="1020202"/>
                </a:cubicBezTo>
                <a:cubicBezTo>
                  <a:pt x="2044880" y="1034367"/>
                  <a:pt x="2033387" y="1045862"/>
                  <a:pt x="2019222" y="1045862"/>
                </a:cubicBezTo>
                <a:cubicBezTo>
                  <a:pt x="2005058" y="1045862"/>
                  <a:pt x="1993563" y="1034367"/>
                  <a:pt x="1993563" y="1020202"/>
                </a:cubicBezTo>
                <a:cubicBezTo>
                  <a:pt x="1993563" y="1006038"/>
                  <a:pt x="2005058" y="994543"/>
                  <a:pt x="2019222" y="994543"/>
                </a:cubicBezTo>
                <a:close/>
                <a:moveTo>
                  <a:pt x="1955016" y="994543"/>
                </a:moveTo>
                <a:cubicBezTo>
                  <a:pt x="1969181" y="994543"/>
                  <a:pt x="1980676" y="1006038"/>
                  <a:pt x="1980676" y="1020202"/>
                </a:cubicBezTo>
                <a:cubicBezTo>
                  <a:pt x="1980676" y="1034367"/>
                  <a:pt x="1969181" y="1045862"/>
                  <a:pt x="1955016" y="1045862"/>
                </a:cubicBezTo>
                <a:cubicBezTo>
                  <a:pt x="1940851" y="1045862"/>
                  <a:pt x="1929358" y="1034367"/>
                  <a:pt x="1929358" y="1020202"/>
                </a:cubicBezTo>
                <a:cubicBezTo>
                  <a:pt x="1929358" y="1006038"/>
                  <a:pt x="1940851" y="994543"/>
                  <a:pt x="1955016" y="994543"/>
                </a:cubicBezTo>
                <a:close/>
                <a:moveTo>
                  <a:pt x="1890696" y="994543"/>
                </a:moveTo>
                <a:cubicBezTo>
                  <a:pt x="1904860" y="994543"/>
                  <a:pt x="1916355" y="1006038"/>
                  <a:pt x="1916355" y="1020202"/>
                </a:cubicBezTo>
                <a:cubicBezTo>
                  <a:pt x="1916355" y="1034367"/>
                  <a:pt x="1904860" y="1045862"/>
                  <a:pt x="1890696" y="1045862"/>
                </a:cubicBezTo>
                <a:cubicBezTo>
                  <a:pt x="1876531" y="1045862"/>
                  <a:pt x="1865037" y="1034367"/>
                  <a:pt x="1865037" y="1020202"/>
                </a:cubicBezTo>
                <a:cubicBezTo>
                  <a:pt x="1865037" y="1006038"/>
                  <a:pt x="1876531" y="994543"/>
                  <a:pt x="1890696" y="994543"/>
                </a:cubicBezTo>
                <a:close/>
                <a:moveTo>
                  <a:pt x="1826490" y="994543"/>
                </a:moveTo>
                <a:cubicBezTo>
                  <a:pt x="1840654" y="994543"/>
                  <a:pt x="1852149" y="1006038"/>
                  <a:pt x="1852149" y="1020202"/>
                </a:cubicBezTo>
                <a:cubicBezTo>
                  <a:pt x="1852149" y="1034367"/>
                  <a:pt x="1840654" y="1045862"/>
                  <a:pt x="1826490" y="1045862"/>
                </a:cubicBezTo>
                <a:cubicBezTo>
                  <a:pt x="1812325" y="1045862"/>
                  <a:pt x="1800830" y="1034367"/>
                  <a:pt x="1800830" y="1020202"/>
                </a:cubicBezTo>
                <a:cubicBezTo>
                  <a:pt x="1800830" y="1006038"/>
                  <a:pt x="1812325" y="994543"/>
                  <a:pt x="1826490" y="994543"/>
                </a:cubicBezTo>
                <a:close/>
                <a:moveTo>
                  <a:pt x="1762285" y="994543"/>
                </a:moveTo>
                <a:cubicBezTo>
                  <a:pt x="1776456" y="994543"/>
                  <a:pt x="1787944" y="1006031"/>
                  <a:pt x="1787944" y="1020202"/>
                </a:cubicBezTo>
                <a:cubicBezTo>
                  <a:pt x="1787944" y="1034373"/>
                  <a:pt x="1776456" y="1045862"/>
                  <a:pt x="1762285" y="1045862"/>
                </a:cubicBezTo>
                <a:cubicBezTo>
                  <a:pt x="1748114" y="1045862"/>
                  <a:pt x="1736626" y="1034373"/>
                  <a:pt x="1736626" y="1020202"/>
                </a:cubicBezTo>
                <a:cubicBezTo>
                  <a:pt x="1736626" y="1006031"/>
                  <a:pt x="1748114" y="994543"/>
                  <a:pt x="1762285" y="994543"/>
                </a:cubicBezTo>
                <a:close/>
                <a:moveTo>
                  <a:pt x="1505464" y="994543"/>
                </a:moveTo>
                <a:cubicBezTo>
                  <a:pt x="1519629" y="994543"/>
                  <a:pt x="1531123" y="1006038"/>
                  <a:pt x="1531123" y="1020202"/>
                </a:cubicBezTo>
                <a:cubicBezTo>
                  <a:pt x="1531123" y="1034367"/>
                  <a:pt x="1519629" y="1045862"/>
                  <a:pt x="1505464" y="1045862"/>
                </a:cubicBezTo>
                <a:cubicBezTo>
                  <a:pt x="1491299" y="1045862"/>
                  <a:pt x="1479806" y="1034367"/>
                  <a:pt x="1479806" y="1020202"/>
                </a:cubicBezTo>
                <a:cubicBezTo>
                  <a:pt x="1479806" y="1006038"/>
                  <a:pt x="1491299" y="994543"/>
                  <a:pt x="1505464" y="994543"/>
                </a:cubicBezTo>
                <a:close/>
                <a:moveTo>
                  <a:pt x="1441258" y="994543"/>
                </a:moveTo>
                <a:cubicBezTo>
                  <a:pt x="1455430" y="994543"/>
                  <a:pt x="1466917" y="1006031"/>
                  <a:pt x="1466917" y="1020202"/>
                </a:cubicBezTo>
                <a:cubicBezTo>
                  <a:pt x="1466917" y="1034373"/>
                  <a:pt x="1455430" y="1045862"/>
                  <a:pt x="1441258" y="1045862"/>
                </a:cubicBezTo>
                <a:cubicBezTo>
                  <a:pt x="1427087" y="1045862"/>
                  <a:pt x="1415599" y="1034373"/>
                  <a:pt x="1415599" y="1020202"/>
                </a:cubicBezTo>
                <a:cubicBezTo>
                  <a:pt x="1415599" y="1006031"/>
                  <a:pt x="1427087" y="994543"/>
                  <a:pt x="1441258" y="994543"/>
                </a:cubicBezTo>
                <a:close/>
                <a:moveTo>
                  <a:pt x="1184437" y="994543"/>
                </a:moveTo>
                <a:cubicBezTo>
                  <a:pt x="1198602" y="994543"/>
                  <a:pt x="1210096" y="1006038"/>
                  <a:pt x="1210096" y="1020202"/>
                </a:cubicBezTo>
                <a:cubicBezTo>
                  <a:pt x="1210096" y="1034367"/>
                  <a:pt x="1198602" y="1045862"/>
                  <a:pt x="1184437" y="1045862"/>
                </a:cubicBezTo>
                <a:cubicBezTo>
                  <a:pt x="1170273" y="1045862"/>
                  <a:pt x="1158780" y="1034367"/>
                  <a:pt x="1158780" y="1020202"/>
                </a:cubicBezTo>
                <a:cubicBezTo>
                  <a:pt x="1158780" y="1006038"/>
                  <a:pt x="1170273" y="994543"/>
                  <a:pt x="1184437" y="994543"/>
                </a:cubicBezTo>
                <a:close/>
                <a:moveTo>
                  <a:pt x="542268" y="994543"/>
                </a:moveTo>
                <a:cubicBezTo>
                  <a:pt x="556433" y="994543"/>
                  <a:pt x="567927" y="1006038"/>
                  <a:pt x="567927" y="1020202"/>
                </a:cubicBezTo>
                <a:cubicBezTo>
                  <a:pt x="567927" y="1034367"/>
                  <a:pt x="556433" y="1045862"/>
                  <a:pt x="542268" y="1045862"/>
                </a:cubicBezTo>
                <a:cubicBezTo>
                  <a:pt x="528104" y="1045862"/>
                  <a:pt x="516610" y="1034367"/>
                  <a:pt x="516610" y="1020202"/>
                </a:cubicBezTo>
                <a:cubicBezTo>
                  <a:pt x="516610" y="1006038"/>
                  <a:pt x="528104" y="994543"/>
                  <a:pt x="542268" y="994543"/>
                </a:cubicBezTo>
                <a:close/>
                <a:moveTo>
                  <a:pt x="413858" y="994543"/>
                </a:moveTo>
                <a:cubicBezTo>
                  <a:pt x="428023" y="994543"/>
                  <a:pt x="439517" y="1006038"/>
                  <a:pt x="439517" y="1020202"/>
                </a:cubicBezTo>
                <a:cubicBezTo>
                  <a:pt x="439517" y="1034367"/>
                  <a:pt x="428023" y="1045862"/>
                  <a:pt x="413858" y="1045862"/>
                </a:cubicBezTo>
                <a:cubicBezTo>
                  <a:pt x="399694" y="1045862"/>
                  <a:pt x="388200" y="1034367"/>
                  <a:pt x="388200" y="1020202"/>
                </a:cubicBezTo>
                <a:cubicBezTo>
                  <a:pt x="388200" y="1006038"/>
                  <a:pt x="399694" y="994543"/>
                  <a:pt x="413858" y="994543"/>
                </a:cubicBezTo>
                <a:close/>
                <a:moveTo>
                  <a:pt x="11775107" y="940091"/>
                </a:moveTo>
                <a:cubicBezTo>
                  <a:pt x="11782225" y="940091"/>
                  <a:pt x="11787995" y="945861"/>
                  <a:pt x="11787995" y="952979"/>
                </a:cubicBezTo>
                <a:cubicBezTo>
                  <a:pt x="11787995" y="960096"/>
                  <a:pt x="11782225" y="965866"/>
                  <a:pt x="11775107" y="965866"/>
                </a:cubicBezTo>
                <a:cubicBezTo>
                  <a:pt x="11767991" y="965866"/>
                  <a:pt x="11762221" y="960096"/>
                  <a:pt x="11762221" y="952979"/>
                </a:cubicBezTo>
                <a:cubicBezTo>
                  <a:pt x="11762221" y="945861"/>
                  <a:pt x="11767991" y="940091"/>
                  <a:pt x="11775107" y="940091"/>
                </a:cubicBezTo>
                <a:close/>
                <a:moveTo>
                  <a:pt x="11454081" y="940091"/>
                </a:moveTo>
                <a:cubicBezTo>
                  <a:pt x="11461197" y="940091"/>
                  <a:pt x="11466969" y="945861"/>
                  <a:pt x="11466969" y="952979"/>
                </a:cubicBezTo>
                <a:cubicBezTo>
                  <a:pt x="11466969" y="960096"/>
                  <a:pt x="11461197" y="965866"/>
                  <a:pt x="11454081" y="965866"/>
                </a:cubicBezTo>
                <a:cubicBezTo>
                  <a:pt x="11446963" y="965866"/>
                  <a:pt x="11441194" y="960096"/>
                  <a:pt x="11441194" y="952979"/>
                </a:cubicBezTo>
                <a:cubicBezTo>
                  <a:pt x="11441194" y="945861"/>
                  <a:pt x="11446963" y="940091"/>
                  <a:pt x="11454081" y="940091"/>
                </a:cubicBezTo>
                <a:close/>
                <a:moveTo>
                  <a:pt x="11133055" y="940091"/>
                </a:moveTo>
                <a:cubicBezTo>
                  <a:pt x="11140171" y="940091"/>
                  <a:pt x="11145943" y="945861"/>
                  <a:pt x="11145943" y="952979"/>
                </a:cubicBezTo>
                <a:cubicBezTo>
                  <a:pt x="11145943" y="960096"/>
                  <a:pt x="11140171" y="965866"/>
                  <a:pt x="11133055" y="965866"/>
                </a:cubicBezTo>
                <a:cubicBezTo>
                  <a:pt x="11125936" y="965866"/>
                  <a:pt x="11120167" y="960096"/>
                  <a:pt x="11120167" y="952979"/>
                </a:cubicBezTo>
                <a:cubicBezTo>
                  <a:pt x="11120167" y="945861"/>
                  <a:pt x="11125936" y="940091"/>
                  <a:pt x="11133055" y="940091"/>
                </a:cubicBezTo>
                <a:close/>
                <a:moveTo>
                  <a:pt x="10940324" y="940091"/>
                </a:moveTo>
                <a:cubicBezTo>
                  <a:pt x="10947405" y="940207"/>
                  <a:pt x="10953209" y="945896"/>
                  <a:pt x="10953209" y="952979"/>
                </a:cubicBezTo>
                <a:cubicBezTo>
                  <a:pt x="10953209" y="960061"/>
                  <a:pt x="10947520" y="965866"/>
                  <a:pt x="10940324" y="965866"/>
                </a:cubicBezTo>
                <a:cubicBezTo>
                  <a:pt x="10933240" y="965866"/>
                  <a:pt x="10927436" y="960177"/>
                  <a:pt x="10927436" y="952979"/>
                </a:cubicBezTo>
                <a:cubicBezTo>
                  <a:pt x="10927436" y="945896"/>
                  <a:pt x="10933125" y="940091"/>
                  <a:pt x="10940324" y="940091"/>
                </a:cubicBezTo>
                <a:close/>
                <a:moveTo>
                  <a:pt x="10747708" y="940091"/>
                </a:moveTo>
                <a:cubicBezTo>
                  <a:pt x="10754824" y="940091"/>
                  <a:pt x="10760593" y="945861"/>
                  <a:pt x="10760593" y="952979"/>
                </a:cubicBezTo>
                <a:cubicBezTo>
                  <a:pt x="10760593" y="960096"/>
                  <a:pt x="10754824" y="965866"/>
                  <a:pt x="10747708" y="965866"/>
                </a:cubicBezTo>
                <a:cubicBezTo>
                  <a:pt x="10740589" y="965866"/>
                  <a:pt x="10734820" y="960096"/>
                  <a:pt x="10734820" y="952979"/>
                </a:cubicBezTo>
                <a:cubicBezTo>
                  <a:pt x="10734820" y="945861"/>
                  <a:pt x="10740589" y="940091"/>
                  <a:pt x="10747708" y="940091"/>
                </a:cubicBezTo>
                <a:close/>
                <a:moveTo>
                  <a:pt x="10298270" y="940091"/>
                </a:moveTo>
                <a:cubicBezTo>
                  <a:pt x="10305388" y="940091"/>
                  <a:pt x="10311158" y="945861"/>
                  <a:pt x="10311158" y="952979"/>
                </a:cubicBezTo>
                <a:cubicBezTo>
                  <a:pt x="10311158" y="960096"/>
                  <a:pt x="10305388" y="965866"/>
                  <a:pt x="10298270" y="965866"/>
                </a:cubicBezTo>
                <a:cubicBezTo>
                  <a:pt x="10291154" y="965866"/>
                  <a:pt x="10285382" y="960096"/>
                  <a:pt x="10285382" y="952979"/>
                </a:cubicBezTo>
                <a:cubicBezTo>
                  <a:pt x="10285382" y="945861"/>
                  <a:pt x="10291154" y="940091"/>
                  <a:pt x="10298270" y="940091"/>
                </a:cubicBezTo>
                <a:close/>
                <a:moveTo>
                  <a:pt x="9720307" y="940091"/>
                </a:moveTo>
                <a:cubicBezTo>
                  <a:pt x="9727423" y="940091"/>
                  <a:pt x="9733193" y="945861"/>
                  <a:pt x="9733193" y="952979"/>
                </a:cubicBezTo>
                <a:cubicBezTo>
                  <a:pt x="9733193" y="960096"/>
                  <a:pt x="9727423" y="965866"/>
                  <a:pt x="9720307" y="965866"/>
                </a:cubicBezTo>
                <a:cubicBezTo>
                  <a:pt x="9713189" y="965866"/>
                  <a:pt x="9707419" y="960096"/>
                  <a:pt x="9707419" y="952979"/>
                </a:cubicBezTo>
                <a:cubicBezTo>
                  <a:pt x="9707419" y="945861"/>
                  <a:pt x="9713189" y="940091"/>
                  <a:pt x="9720307" y="940091"/>
                </a:cubicBezTo>
                <a:close/>
                <a:moveTo>
                  <a:pt x="9527689" y="940091"/>
                </a:moveTo>
                <a:cubicBezTo>
                  <a:pt x="9534773" y="940207"/>
                  <a:pt x="9540577" y="945896"/>
                  <a:pt x="9540577" y="952979"/>
                </a:cubicBezTo>
                <a:cubicBezTo>
                  <a:pt x="9540577" y="960061"/>
                  <a:pt x="9534888" y="965866"/>
                  <a:pt x="9527689" y="965866"/>
                </a:cubicBezTo>
                <a:cubicBezTo>
                  <a:pt x="9520608" y="965866"/>
                  <a:pt x="9514804" y="960177"/>
                  <a:pt x="9514804" y="952979"/>
                </a:cubicBezTo>
                <a:cubicBezTo>
                  <a:pt x="9514804" y="945896"/>
                  <a:pt x="9520493" y="940091"/>
                  <a:pt x="9527689" y="940091"/>
                </a:cubicBezTo>
                <a:close/>
                <a:moveTo>
                  <a:pt x="9463485" y="940091"/>
                </a:moveTo>
                <a:cubicBezTo>
                  <a:pt x="9470568" y="940207"/>
                  <a:pt x="9476373" y="945896"/>
                  <a:pt x="9476373" y="952979"/>
                </a:cubicBezTo>
                <a:cubicBezTo>
                  <a:pt x="9476373" y="960061"/>
                  <a:pt x="9470683" y="965866"/>
                  <a:pt x="9463485" y="965866"/>
                </a:cubicBezTo>
                <a:cubicBezTo>
                  <a:pt x="9456403" y="965866"/>
                  <a:pt x="9450597" y="960177"/>
                  <a:pt x="9450597" y="952979"/>
                </a:cubicBezTo>
                <a:cubicBezTo>
                  <a:pt x="9450597" y="945896"/>
                  <a:pt x="9456286" y="940091"/>
                  <a:pt x="9463485" y="940091"/>
                </a:cubicBezTo>
                <a:close/>
                <a:moveTo>
                  <a:pt x="8692906" y="940091"/>
                </a:moveTo>
                <a:cubicBezTo>
                  <a:pt x="8699988" y="940207"/>
                  <a:pt x="8705792" y="945896"/>
                  <a:pt x="8705792" y="952979"/>
                </a:cubicBezTo>
                <a:cubicBezTo>
                  <a:pt x="8705792" y="960061"/>
                  <a:pt x="8700103" y="965866"/>
                  <a:pt x="8692906" y="965866"/>
                </a:cubicBezTo>
                <a:cubicBezTo>
                  <a:pt x="8685823" y="965866"/>
                  <a:pt x="8680018" y="960177"/>
                  <a:pt x="8680018" y="952979"/>
                </a:cubicBezTo>
                <a:cubicBezTo>
                  <a:pt x="8680018" y="945896"/>
                  <a:pt x="8685708" y="940091"/>
                  <a:pt x="8692906" y="940091"/>
                </a:cubicBezTo>
                <a:close/>
                <a:moveTo>
                  <a:pt x="7216067" y="940091"/>
                </a:moveTo>
                <a:cubicBezTo>
                  <a:pt x="7223186" y="940091"/>
                  <a:pt x="7228955" y="945861"/>
                  <a:pt x="7228955" y="952979"/>
                </a:cubicBezTo>
                <a:cubicBezTo>
                  <a:pt x="7228955" y="960096"/>
                  <a:pt x="7223186" y="965866"/>
                  <a:pt x="7216067" y="965866"/>
                </a:cubicBezTo>
                <a:cubicBezTo>
                  <a:pt x="7208951" y="965866"/>
                  <a:pt x="7203179" y="960096"/>
                  <a:pt x="7203179" y="952979"/>
                </a:cubicBezTo>
                <a:cubicBezTo>
                  <a:pt x="7203179" y="945861"/>
                  <a:pt x="7208951" y="940091"/>
                  <a:pt x="7216067" y="940091"/>
                </a:cubicBezTo>
                <a:close/>
                <a:moveTo>
                  <a:pt x="7087658" y="940091"/>
                </a:moveTo>
                <a:cubicBezTo>
                  <a:pt x="7094777" y="940091"/>
                  <a:pt x="7100544" y="945861"/>
                  <a:pt x="7100544" y="952979"/>
                </a:cubicBezTo>
                <a:cubicBezTo>
                  <a:pt x="7100544" y="960096"/>
                  <a:pt x="7094777" y="965866"/>
                  <a:pt x="7087658" y="965866"/>
                </a:cubicBezTo>
                <a:cubicBezTo>
                  <a:pt x="7080540" y="965866"/>
                  <a:pt x="7074770" y="960096"/>
                  <a:pt x="7074770" y="952979"/>
                </a:cubicBezTo>
                <a:cubicBezTo>
                  <a:pt x="7074770" y="945861"/>
                  <a:pt x="7080540" y="940091"/>
                  <a:pt x="7087658" y="940091"/>
                </a:cubicBezTo>
                <a:close/>
                <a:moveTo>
                  <a:pt x="6638220" y="940091"/>
                </a:moveTo>
                <a:cubicBezTo>
                  <a:pt x="6645339" y="940091"/>
                  <a:pt x="6651108" y="945861"/>
                  <a:pt x="6651108" y="952979"/>
                </a:cubicBezTo>
                <a:cubicBezTo>
                  <a:pt x="6651108" y="960096"/>
                  <a:pt x="6645339" y="965866"/>
                  <a:pt x="6638220" y="965866"/>
                </a:cubicBezTo>
                <a:cubicBezTo>
                  <a:pt x="6631104" y="965866"/>
                  <a:pt x="6625335" y="960096"/>
                  <a:pt x="6625335" y="952979"/>
                </a:cubicBezTo>
                <a:cubicBezTo>
                  <a:pt x="6625335" y="945861"/>
                  <a:pt x="6631104" y="940091"/>
                  <a:pt x="6638220" y="940091"/>
                </a:cubicBezTo>
                <a:close/>
                <a:moveTo>
                  <a:pt x="6064505" y="940091"/>
                </a:moveTo>
                <a:cubicBezTo>
                  <a:pt x="6071623" y="940091"/>
                  <a:pt x="6077390" y="945861"/>
                  <a:pt x="6077390" y="952979"/>
                </a:cubicBezTo>
                <a:cubicBezTo>
                  <a:pt x="6077390" y="960096"/>
                  <a:pt x="6071621" y="965866"/>
                  <a:pt x="6064505" y="965866"/>
                </a:cubicBezTo>
                <a:cubicBezTo>
                  <a:pt x="6057386" y="965866"/>
                  <a:pt x="6051617" y="960096"/>
                  <a:pt x="6051617" y="952979"/>
                </a:cubicBezTo>
                <a:cubicBezTo>
                  <a:pt x="6051617" y="945861"/>
                  <a:pt x="6057386" y="940091"/>
                  <a:pt x="6064505" y="940091"/>
                </a:cubicBezTo>
                <a:close/>
                <a:moveTo>
                  <a:pt x="5743477" y="940091"/>
                </a:moveTo>
                <a:cubicBezTo>
                  <a:pt x="5750594" y="940091"/>
                  <a:pt x="5756364" y="945861"/>
                  <a:pt x="5756364" y="952979"/>
                </a:cubicBezTo>
                <a:cubicBezTo>
                  <a:pt x="5756364" y="960096"/>
                  <a:pt x="5750594" y="965866"/>
                  <a:pt x="5743477" y="965866"/>
                </a:cubicBezTo>
                <a:cubicBezTo>
                  <a:pt x="5736359" y="965866"/>
                  <a:pt x="5730590" y="960096"/>
                  <a:pt x="5730590" y="952979"/>
                </a:cubicBezTo>
                <a:cubicBezTo>
                  <a:pt x="5730590" y="945861"/>
                  <a:pt x="5736359" y="940091"/>
                  <a:pt x="5743477" y="940091"/>
                </a:cubicBezTo>
                <a:close/>
                <a:moveTo>
                  <a:pt x="5422451" y="940091"/>
                </a:moveTo>
                <a:cubicBezTo>
                  <a:pt x="5429568" y="940091"/>
                  <a:pt x="5435339" y="945861"/>
                  <a:pt x="5435339" y="952979"/>
                </a:cubicBezTo>
                <a:cubicBezTo>
                  <a:pt x="5435339" y="960096"/>
                  <a:pt x="5429568" y="965866"/>
                  <a:pt x="5422451" y="965866"/>
                </a:cubicBezTo>
                <a:cubicBezTo>
                  <a:pt x="5415332" y="965866"/>
                  <a:pt x="5409564" y="960096"/>
                  <a:pt x="5409564" y="952979"/>
                </a:cubicBezTo>
                <a:cubicBezTo>
                  <a:pt x="5409564" y="945861"/>
                  <a:pt x="5415332" y="940091"/>
                  <a:pt x="5422451" y="940091"/>
                </a:cubicBezTo>
                <a:close/>
                <a:moveTo>
                  <a:pt x="5229719" y="940091"/>
                </a:moveTo>
                <a:cubicBezTo>
                  <a:pt x="5236801" y="940207"/>
                  <a:pt x="5242606" y="945896"/>
                  <a:pt x="5242606" y="952979"/>
                </a:cubicBezTo>
                <a:cubicBezTo>
                  <a:pt x="5242606" y="960061"/>
                  <a:pt x="5236918" y="965866"/>
                  <a:pt x="5229719" y="965866"/>
                </a:cubicBezTo>
                <a:cubicBezTo>
                  <a:pt x="5222637" y="965866"/>
                  <a:pt x="5216831" y="960177"/>
                  <a:pt x="5216831" y="952979"/>
                </a:cubicBezTo>
                <a:cubicBezTo>
                  <a:pt x="5216831" y="945896"/>
                  <a:pt x="5222520" y="940091"/>
                  <a:pt x="5229719" y="940091"/>
                </a:cubicBezTo>
                <a:close/>
                <a:moveTo>
                  <a:pt x="5037104" y="940091"/>
                </a:moveTo>
                <a:cubicBezTo>
                  <a:pt x="5044220" y="940091"/>
                  <a:pt x="5049991" y="945861"/>
                  <a:pt x="5049991" y="952979"/>
                </a:cubicBezTo>
                <a:cubicBezTo>
                  <a:pt x="5049991" y="960096"/>
                  <a:pt x="5044220" y="965866"/>
                  <a:pt x="5037104" y="965866"/>
                </a:cubicBezTo>
                <a:cubicBezTo>
                  <a:pt x="5029986" y="965866"/>
                  <a:pt x="5024216" y="960096"/>
                  <a:pt x="5024216" y="952979"/>
                </a:cubicBezTo>
                <a:cubicBezTo>
                  <a:pt x="5024216" y="945861"/>
                  <a:pt x="5029986" y="940091"/>
                  <a:pt x="5037104" y="940091"/>
                </a:cubicBezTo>
                <a:close/>
                <a:moveTo>
                  <a:pt x="4587666" y="940091"/>
                </a:moveTo>
                <a:cubicBezTo>
                  <a:pt x="4594784" y="940091"/>
                  <a:pt x="4600553" y="945861"/>
                  <a:pt x="4600553" y="952979"/>
                </a:cubicBezTo>
                <a:cubicBezTo>
                  <a:pt x="4600553" y="960096"/>
                  <a:pt x="4594784" y="965866"/>
                  <a:pt x="4587666" y="965866"/>
                </a:cubicBezTo>
                <a:cubicBezTo>
                  <a:pt x="4580549" y="965866"/>
                  <a:pt x="4574778" y="960096"/>
                  <a:pt x="4574778" y="952979"/>
                </a:cubicBezTo>
                <a:cubicBezTo>
                  <a:pt x="4574778" y="945861"/>
                  <a:pt x="4580549" y="940091"/>
                  <a:pt x="4587666" y="940091"/>
                </a:cubicBezTo>
                <a:close/>
                <a:moveTo>
                  <a:pt x="4009702" y="940091"/>
                </a:moveTo>
                <a:cubicBezTo>
                  <a:pt x="4016819" y="940091"/>
                  <a:pt x="4022589" y="945861"/>
                  <a:pt x="4022589" y="952979"/>
                </a:cubicBezTo>
                <a:cubicBezTo>
                  <a:pt x="4022589" y="960096"/>
                  <a:pt x="4016819" y="965866"/>
                  <a:pt x="4009702" y="965866"/>
                </a:cubicBezTo>
                <a:cubicBezTo>
                  <a:pt x="4002585" y="965866"/>
                  <a:pt x="3996814" y="960096"/>
                  <a:pt x="3996814" y="952979"/>
                </a:cubicBezTo>
                <a:cubicBezTo>
                  <a:pt x="3996814" y="945861"/>
                  <a:pt x="4002585" y="940091"/>
                  <a:pt x="4009702" y="940091"/>
                </a:cubicBezTo>
                <a:close/>
                <a:moveTo>
                  <a:pt x="3817086" y="940091"/>
                </a:moveTo>
                <a:cubicBezTo>
                  <a:pt x="3824168" y="940207"/>
                  <a:pt x="3829973" y="945896"/>
                  <a:pt x="3829973" y="952979"/>
                </a:cubicBezTo>
                <a:cubicBezTo>
                  <a:pt x="3829973" y="960061"/>
                  <a:pt x="3824286" y="965866"/>
                  <a:pt x="3817086" y="965866"/>
                </a:cubicBezTo>
                <a:cubicBezTo>
                  <a:pt x="3810004" y="965866"/>
                  <a:pt x="3804199" y="960177"/>
                  <a:pt x="3804199" y="952979"/>
                </a:cubicBezTo>
                <a:cubicBezTo>
                  <a:pt x="3804199" y="945896"/>
                  <a:pt x="3809887" y="940091"/>
                  <a:pt x="3817086" y="940091"/>
                </a:cubicBezTo>
                <a:close/>
                <a:moveTo>
                  <a:pt x="3752882" y="940091"/>
                </a:moveTo>
                <a:cubicBezTo>
                  <a:pt x="3759964" y="940207"/>
                  <a:pt x="3765770" y="945896"/>
                  <a:pt x="3765770" y="952979"/>
                </a:cubicBezTo>
                <a:cubicBezTo>
                  <a:pt x="3765770" y="960061"/>
                  <a:pt x="3760079" y="965866"/>
                  <a:pt x="3752882" y="965866"/>
                </a:cubicBezTo>
                <a:cubicBezTo>
                  <a:pt x="3745798" y="965866"/>
                  <a:pt x="3739993" y="960177"/>
                  <a:pt x="3739993" y="952979"/>
                </a:cubicBezTo>
                <a:cubicBezTo>
                  <a:pt x="3739993" y="945896"/>
                  <a:pt x="3745682" y="940091"/>
                  <a:pt x="3752882" y="940091"/>
                </a:cubicBezTo>
                <a:close/>
                <a:moveTo>
                  <a:pt x="2982301" y="940091"/>
                </a:moveTo>
                <a:cubicBezTo>
                  <a:pt x="2989384" y="940207"/>
                  <a:pt x="2995190" y="945896"/>
                  <a:pt x="2995190" y="952979"/>
                </a:cubicBezTo>
                <a:cubicBezTo>
                  <a:pt x="2995190" y="960061"/>
                  <a:pt x="2989500" y="965866"/>
                  <a:pt x="2982301" y="965866"/>
                </a:cubicBezTo>
                <a:cubicBezTo>
                  <a:pt x="2975219" y="965866"/>
                  <a:pt x="2969414" y="960177"/>
                  <a:pt x="2969414" y="952979"/>
                </a:cubicBezTo>
                <a:cubicBezTo>
                  <a:pt x="2969414" y="945896"/>
                  <a:pt x="2975103" y="940091"/>
                  <a:pt x="2982301" y="940091"/>
                </a:cubicBezTo>
                <a:close/>
                <a:moveTo>
                  <a:pt x="1505464" y="940091"/>
                </a:moveTo>
                <a:cubicBezTo>
                  <a:pt x="1512581" y="940091"/>
                  <a:pt x="1518352" y="945861"/>
                  <a:pt x="1518352" y="952979"/>
                </a:cubicBezTo>
                <a:cubicBezTo>
                  <a:pt x="1518352" y="960096"/>
                  <a:pt x="1512581" y="965866"/>
                  <a:pt x="1505464" y="965866"/>
                </a:cubicBezTo>
                <a:cubicBezTo>
                  <a:pt x="1498346" y="965866"/>
                  <a:pt x="1492577" y="960096"/>
                  <a:pt x="1492577" y="952979"/>
                </a:cubicBezTo>
                <a:cubicBezTo>
                  <a:pt x="1492577" y="945861"/>
                  <a:pt x="1498346" y="940091"/>
                  <a:pt x="1505464" y="940091"/>
                </a:cubicBezTo>
                <a:close/>
                <a:moveTo>
                  <a:pt x="1377055" y="940091"/>
                </a:moveTo>
                <a:cubicBezTo>
                  <a:pt x="1384171" y="940091"/>
                  <a:pt x="1389941" y="945861"/>
                  <a:pt x="1389941" y="952979"/>
                </a:cubicBezTo>
                <a:cubicBezTo>
                  <a:pt x="1389941" y="960096"/>
                  <a:pt x="1384171" y="965866"/>
                  <a:pt x="1377055" y="965866"/>
                </a:cubicBezTo>
                <a:cubicBezTo>
                  <a:pt x="1369937" y="965866"/>
                  <a:pt x="1364167" y="960096"/>
                  <a:pt x="1364167" y="952979"/>
                </a:cubicBezTo>
                <a:cubicBezTo>
                  <a:pt x="1364167" y="945861"/>
                  <a:pt x="1369937" y="940091"/>
                  <a:pt x="1377055" y="940091"/>
                </a:cubicBezTo>
                <a:close/>
                <a:moveTo>
                  <a:pt x="927616" y="940091"/>
                </a:moveTo>
                <a:cubicBezTo>
                  <a:pt x="934736" y="940091"/>
                  <a:pt x="940503" y="945861"/>
                  <a:pt x="940503" y="952979"/>
                </a:cubicBezTo>
                <a:cubicBezTo>
                  <a:pt x="940503" y="960096"/>
                  <a:pt x="934736" y="965866"/>
                  <a:pt x="927616" y="965866"/>
                </a:cubicBezTo>
                <a:cubicBezTo>
                  <a:pt x="920499" y="965866"/>
                  <a:pt x="914731" y="960096"/>
                  <a:pt x="914731" y="952979"/>
                </a:cubicBezTo>
                <a:cubicBezTo>
                  <a:pt x="914731" y="945861"/>
                  <a:pt x="920499" y="940091"/>
                  <a:pt x="927616" y="940091"/>
                </a:cubicBezTo>
                <a:close/>
                <a:moveTo>
                  <a:pt x="346686" y="940091"/>
                </a:moveTo>
                <a:cubicBezTo>
                  <a:pt x="353804" y="940091"/>
                  <a:pt x="359572" y="945861"/>
                  <a:pt x="359572" y="952979"/>
                </a:cubicBezTo>
                <a:cubicBezTo>
                  <a:pt x="359572" y="960096"/>
                  <a:pt x="353802" y="965866"/>
                  <a:pt x="346686" y="965866"/>
                </a:cubicBezTo>
                <a:cubicBezTo>
                  <a:pt x="339567" y="965866"/>
                  <a:pt x="333799" y="960096"/>
                  <a:pt x="333799" y="952979"/>
                </a:cubicBezTo>
                <a:cubicBezTo>
                  <a:pt x="333799" y="945861"/>
                  <a:pt x="339567" y="940091"/>
                  <a:pt x="346686" y="940091"/>
                </a:cubicBezTo>
                <a:close/>
                <a:moveTo>
                  <a:pt x="25659" y="940091"/>
                </a:moveTo>
                <a:cubicBezTo>
                  <a:pt x="32776" y="940091"/>
                  <a:pt x="38547" y="945861"/>
                  <a:pt x="38547" y="952979"/>
                </a:cubicBezTo>
                <a:cubicBezTo>
                  <a:pt x="38547" y="960096"/>
                  <a:pt x="32776" y="965866"/>
                  <a:pt x="25659" y="965866"/>
                </a:cubicBezTo>
                <a:cubicBezTo>
                  <a:pt x="18542" y="965866"/>
                  <a:pt x="12771" y="960096"/>
                  <a:pt x="12771" y="952979"/>
                </a:cubicBezTo>
                <a:cubicBezTo>
                  <a:pt x="12771" y="945861"/>
                  <a:pt x="18542" y="940091"/>
                  <a:pt x="25659" y="940091"/>
                </a:cubicBezTo>
                <a:close/>
                <a:moveTo>
                  <a:pt x="11970691" y="927320"/>
                </a:moveTo>
                <a:cubicBezTo>
                  <a:pt x="11984855" y="927320"/>
                  <a:pt x="11996349" y="938813"/>
                  <a:pt x="11996349" y="952979"/>
                </a:cubicBezTo>
                <a:cubicBezTo>
                  <a:pt x="11996349" y="967143"/>
                  <a:pt x="11984855" y="978637"/>
                  <a:pt x="11970691" y="978637"/>
                </a:cubicBezTo>
                <a:cubicBezTo>
                  <a:pt x="11956525" y="978637"/>
                  <a:pt x="11945033" y="967143"/>
                  <a:pt x="11945033" y="952979"/>
                </a:cubicBezTo>
                <a:cubicBezTo>
                  <a:pt x="11945033" y="938813"/>
                  <a:pt x="11956525" y="927320"/>
                  <a:pt x="11970691" y="927320"/>
                </a:cubicBezTo>
                <a:close/>
                <a:moveTo>
                  <a:pt x="11325670" y="927320"/>
                </a:moveTo>
                <a:cubicBezTo>
                  <a:pt x="11339835" y="927320"/>
                  <a:pt x="11351329" y="938813"/>
                  <a:pt x="11351329" y="952979"/>
                </a:cubicBezTo>
                <a:cubicBezTo>
                  <a:pt x="11351329" y="967143"/>
                  <a:pt x="11339835" y="978637"/>
                  <a:pt x="11325670" y="978637"/>
                </a:cubicBezTo>
                <a:cubicBezTo>
                  <a:pt x="11311505" y="978637"/>
                  <a:pt x="11300012" y="967143"/>
                  <a:pt x="11300012" y="952979"/>
                </a:cubicBezTo>
                <a:cubicBezTo>
                  <a:pt x="11300012" y="938813"/>
                  <a:pt x="11311505" y="927320"/>
                  <a:pt x="11325670" y="927320"/>
                </a:cubicBezTo>
                <a:close/>
                <a:moveTo>
                  <a:pt x="11197259" y="927320"/>
                </a:moveTo>
                <a:cubicBezTo>
                  <a:pt x="11211424" y="927320"/>
                  <a:pt x="11222917" y="938813"/>
                  <a:pt x="11222917" y="952979"/>
                </a:cubicBezTo>
                <a:cubicBezTo>
                  <a:pt x="11222917" y="967143"/>
                  <a:pt x="11211424" y="978637"/>
                  <a:pt x="11197259" y="978637"/>
                </a:cubicBezTo>
                <a:cubicBezTo>
                  <a:pt x="11183094" y="978637"/>
                  <a:pt x="11171601" y="967143"/>
                  <a:pt x="11171601" y="952979"/>
                </a:cubicBezTo>
                <a:cubicBezTo>
                  <a:pt x="11171601" y="938813"/>
                  <a:pt x="11183094" y="927320"/>
                  <a:pt x="11197259" y="927320"/>
                </a:cubicBezTo>
                <a:close/>
                <a:moveTo>
                  <a:pt x="10683501" y="927320"/>
                </a:moveTo>
                <a:cubicBezTo>
                  <a:pt x="10697666" y="927320"/>
                  <a:pt x="10709159" y="938813"/>
                  <a:pt x="10709159" y="952979"/>
                </a:cubicBezTo>
                <a:cubicBezTo>
                  <a:pt x="10709159" y="967143"/>
                  <a:pt x="10697666" y="978637"/>
                  <a:pt x="10683501" y="978637"/>
                </a:cubicBezTo>
                <a:cubicBezTo>
                  <a:pt x="10669336" y="978637"/>
                  <a:pt x="10657843" y="967143"/>
                  <a:pt x="10657843" y="952979"/>
                </a:cubicBezTo>
                <a:cubicBezTo>
                  <a:pt x="10657843" y="938813"/>
                  <a:pt x="10669336" y="927320"/>
                  <a:pt x="10683501" y="927320"/>
                </a:cubicBezTo>
                <a:close/>
                <a:moveTo>
                  <a:pt x="10619297" y="927320"/>
                </a:moveTo>
                <a:cubicBezTo>
                  <a:pt x="10633462" y="927320"/>
                  <a:pt x="10644955" y="938813"/>
                  <a:pt x="10644955" y="952979"/>
                </a:cubicBezTo>
                <a:cubicBezTo>
                  <a:pt x="10644955" y="967143"/>
                  <a:pt x="10633462" y="978637"/>
                  <a:pt x="10619297" y="978637"/>
                </a:cubicBezTo>
                <a:cubicBezTo>
                  <a:pt x="10605132" y="978637"/>
                  <a:pt x="10593639" y="967143"/>
                  <a:pt x="10593639" y="952979"/>
                </a:cubicBezTo>
                <a:cubicBezTo>
                  <a:pt x="10593639" y="938813"/>
                  <a:pt x="10605132" y="927320"/>
                  <a:pt x="10619297" y="927320"/>
                </a:cubicBezTo>
                <a:close/>
                <a:moveTo>
                  <a:pt x="10555092" y="927320"/>
                </a:moveTo>
                <a:cubicBezTo>
                  <a:pt x="10569255" y="927320"/>
                  <a:pt x="10580751" y="938813"/>
                  <a:pt x="10580751" y="952979"/>
                </a:cubicBezTo>
                <a:cubicBezTo>
                  <a:pt x="10580751" y="967143"/>
                  <a:pt x="10569255" y="978637"/>
                  <a:pt x="10555092" y="978637"/>
                </a:cubicBezTo>
                <a:cubicBezTo>
                  <a:pt x="10540927" y="978637"/>
                  <a:pt x="10529432" y="967143"/>
                  <a:pt x="10529432" y="952979"/>
                </a:cubicBezTo>
                <a:cubicBezTo>
                  <a:pt x="10529432" y="938813"/>
                  <a:pt x="10540927" y="927320"/>
                  <a:pt x="10555092" y="927320"/>
                </a:cubicBezTo>
                <a:close/>
                <a:moveTo>
                  <a:pt x="10362474" y="927320"/>
                </a:moveTo>
                <a:cubicBezTo>
                  <a:pt x="10376647" y="927320"/>
                  <a:pt x="10388135" y="938807"/>
                  <a:pt x="10388135" y="952979"/>
                </a:cubicBezTo>
                <a:cubicBezTo>
                  <a:pt x="10388135" y="967150"/>
                  <a:pt x="10376647" y="978637"/>
                  <a:pt x="10362474" y="978637"/>
                </a:cubicBezTo>
                <a:cubicBezTo>
                  <a:pt x="10348304" y="978637"/>
                  <a:pt x="10336816" y="967150"/>
                  <a:pt x="10336816" y="952979"/>
                </a:cubicBezTo>
                <a:cubicBezTo>
                  <a:pt x="10336816" y="938807"/>
                  <a:pt x="10348304" y="927320"/>
                  <a:pt x="10362474" y="927320"/>
                </a:cubicBezTo>
                <a:close/>
                <a:moveTo>
                  <a:pt x="10234065" y="927320"/>
                </a:moveTo>
                <a:cubicBezTo>
                  <a:pt x="10248228" y="927320"/>
                  <a:pt x="10259723" y="938813"/>
                  <a:pt x="10259723" y="952979"/>
                </a:cubicBezTo>
                <a:cubicBezTo>
                  <a:pt x="10259723" y="967143"/>
                  <a:pt x="10248228" y="978637"/>
                  <a:pt x="10234065" y="978637"/>
                </a:cubicBezTo>
                <a:cubicBezTo>
                  <a:pt x="10219900" y="978637"/>
                  <a:pt x="10208404" y="967143"/>
                  <a:pt x="10208404" y="952979"/>
                </a:cubicBezTo>
                <a:cubicBezTo>
                  <a:pt x="10208404" y="938813"/>
                  <a:pt x="10219900" y="927320"/>
                  <a:pt x="10234065" y="927320"/>
                </a:cubicBezTo>
                <a:close/>
                <a:moveTo>
                  <a:pt x="10105654" y="927320"/>
                </a:moveTo>
                <a:cubicBezTo>
                  <a:pt x="10119819" y="927320"/>
                  <a:pt x="10131312" y="938813"/>
                  <a:pt x="10131312" y="952979"/>
                </a:cubicBezTo>
                <a:cubicBezTo>
                  <a:pt x="10131312" y="967143"/>
                  <a:pt x="10119819" y="978637"/>
                  <a:pt x="10105654" y="978637"/>
                </a:cubicBezTo>
                <a:cubicBezTo>
                  <a:pt x="10091489" y="978637"/>
                  <a:pt x="10079996" y="967143"/>
                  <a:pt x="10079996" y="952979"/>
                </a:cubicBezTo>
                <a:cubicBezTo>
                  <a:pt x="10079996" y="938813"/>
                  <a:pt x="10091489" y="927320"/>
                  <a:pt x="10105654" y="927320"/>
                </a:cubicBezTo>
                <a:close/>
                <a:moveTo>
                  <a:pt x="9078253" y="927320"/>
                </a:moveTo>
                <a:cubicBezTo>
                  <a:pt x="9092418" y="927320"/>
                  <a:pt x="9103911" y="938813"/>
                  <a:pt x="9103911" y="952979"/>
                </a:cubicBezTo>
                <a:cubicBezTo>
                  <a:pt x="9103911" y="967143"/>
                  <a:pt x="9092418" y="978637"/>
                  <a:pt x="9078253" y="978637"/>
                </a:cubicBezTo>
                <a:cubicBezTo>
                  <a:pt x="9064088" y="978637"/>
                  <a:pt x="9052595" y="967143"/>
                  <a:pt x="9052595" y="952979"/>
                </a:cubicBezTo>
                <a:cubicBezTo>
                  <a:pt x="9052595" y="938813"/>
                  <a:pt x="9064088" y="927320"/>
                  <a:pt x="9078253" y="927320"/>
                </a:cubicBezTo>
                <a:close/>
                <a:moveTo>
                  <a:pt x="8564495" y="927320"/>
                </a:moveTo>
                <a:cubicBezTo>
                  <a:pt x="8578665" y="927320"/>
                  <a:pt x="8590153" y="938807"/>
                  <a:pt x="8590153" y="952979"/>
                </a:cubicBezTo>
                <a:cubicBezTo>
                  <a:pt x="8590153" y="967150"/>
                  <a:pt x="8578665" y="978637"/>
                  <a:pt x="8564495" y="978637"/>
                </a:cubicBezTo>
                <a:cubicBezTo>
                  <a:pt x="8550325" y="978637"/>
                  <a:pt x="8538837" y="967150"/>
                  <a:pt x="8538837" y="952979"/>
                </a:cubicBezTo>
                <a:cubicBezTo>
                  <a:pt x="8538837" y="938807"/>
                  <a:pt x="8550325" y="927320"/>
                  <a:pt x="8564495" y="927320"/>
                </a:cubicBezTo>
                <a:close/>
                <a:moveTo>
                  <a:pt x="8050852" y="927320"/>
                </a:moveTo>
                <a:cubicBezTo>
                  <a:pt x="8065017" y="927320"/>
                  <a:pt x="8076510" y="938813"/>
                  <a:pt x="8076510" y="952979"/>
                </a:cubicBezTo>
                <a:cubicBezTo>
                  <a:pt x="8076510" y="967143"/>
                  <a:pt x="8065017" y="978637"/>
                  <a:pt x="8050852" y="978637"/>
                </a:cubicBezTo>
                <a:cubicBezTo>
                  <a:pt x="8036687" y="978637"/>
                  <a:pt x="8025194" y="967143"/>
                  <a:pt x="8025194" y="952979"/>
                </a:cubicBezTo>
                <a:cubicBezTo>
                  <a:pt x="8025194" y="938813"/>
                  <a:pt x="8036687" y="927320"/>
                  <a:pt x="8050852" y="927320"/>
                </a:cubicBezTo>
                <a:close/>
                <a:moveTo>
                  <a:pt x="7986648" y="927320"/>
                </a:moveTo>
                <a:cubicBezTo>
                  <a:pt x="8000813" y="927320"/>
                  <a:pt x="8012306" y="938813"/>
                  <a:pt x="8012306" y="952979"/>
                </a:cubicBezTo>
                <a:cubicBezTo>
                  <a:pt x="8012306" y="967143"/>
                  <a:pt x="8000813" y="978637"/>
                  <a:pt x="7986648" y="978637"/>
                </a:cubicBezTo>
                <a:cubicBezTo>
                  <a:pt x="7972483" y="978637"/>
                  <a:pt x="7960990" y="967143"/>
                  <a:pt x="7960990" y="952979"/>
                </a:cubicBezTo>
                <a:cubicBezTo>
                  <a:pt x="7960990" y="938813"/>
                  <a:pt x="7972483" y="927320"/>
                  <a:pt x="7986648" y="927320"/>
                </a:cubicBezTo>
                <a:close/>
                <a:moveTo>
                  <a:pt x="7858237" y="927320"/>
                </a:moveTo>
                <a:cubicBezTo>
                  <a:pt x="7872407" y="927320"/>
                  <a:pt x="7883895" y="938807"/>
                  <a:pt x="7883895" y="952979"/>
                </a:cubicBezTo>
                <a:cubicBezTo>
                  <a:pt x="7883895" y="967150"/>
                  <a:pt x="7872407" y="978637"/>
                  <a:pt x="7858237" y="978637"/>
                </a:cubicBezTo>
                <a:cubicBezTo>
                  <a:pt x="7844066" y="978637"/>
                  <a:pt x="7832578" y="967150"/>
                  <a:pt x="7832578" y="952979"/>
                </a:cubicBezTo>
                <a:cubicBezTo>
                  <a:pt x="7832578" y="938807"/>
                  <a:pt x="7844066" y="927320"/>
                  <a:pt x="7858237" y="927320"/>
                </a:cubicBezTo>
                <a:close/>
                <a:moveTo>
                  <a:pt x="7794032" y="927320"/>
                </a:moveTo>
                <a:cubicBezTo>
                  <a:pt x="7808203" y="927320"/>
                  <a:pt x="7819690" y="938807"/>
                  <a:pt x="7819690" y="952979"/>
                </a:cubicBezTo>
                <a:cubicBezTo>
                  <a:pt x="7819690" y="967150"/>
                  <a:pt x="7808203" y="978637"/>
                  <a:pt x="7794032" y="978637"/>
                </a:cubicBezTo>
                <a:cubicBezTo>
                  <a:pt x="7779862" y="978637"/>
                  <a:pt x="7768371" y="967150"/>
                  <a:pt x="7768371" y="952979"/>
                </a:cubicBezTo>
                <a:cubicBezTo>
                  <a:pt x="7768371" y="938807"/>
                  <a:pt x="7779862" y="927320"/>
                  <a:pt x="7794032" y="927320"/>
                </a:cubicBezTo>
                <a:close/>
                <a:moveTo>
                  <a:pt x="7665621" y="927320"/>
                </a:moveTo>
                <a:cubicBezTo>
                  <a:pt x="7679786" y="927320"/>
                  <a:pt x="7691279" y="938813"/>
                  <a:pt x="7691279" y="952979"/>
                </a:cubicBezTo>
                <a:cubicBezTo>
                  <a:pt x="7691279" y="967143"/>
                  <a:pt x="7679786" y="978637"/>
                  <a:pt x="7665621" y="978637"/>
                </a:cubicBezTo>
                <a:cubicBezTo>
                  <a:pt x="7651456" y="978637"/>
                  <a:pt x="7639963" y="967143"/>
                  <a:pt x="7639963" y="952979"/>
                </a:cubicBezTo>
                <a:cubicBezTo>
                  <a:pt x="7639963" y="938813"/>
                  <a:pt x="7651456" y="927320"/>
                  <a:pt x="7665621" y="927320"/>
                </a:cubicBezTo>
                <a:close/>
                <a:moveTo>
                  <a:pt x="7601299" y="927320"/>
                </a:moveTo>
                <a:cubicBezTo>
                  <a:pt x="7615464" y="927320"/>
                  <a:pt x="7626959" y="938813"/>
                  <a:pt x="7626959" y="952979"/>
                </a:cubicBezTo>
                <a:cubicBezTo>
                  <a:pt x="7626959" y="967143"/>
                  <a:pt x="7615464" y="978637"/>
                  <a:pt x="7601299" y="978637"/>
                </a:cubicBezTo>
                <a:cubicBezTo>
                  <a:pt x="7587134" y="978637"/>
                  <a:pt x="7575640" y="967143"/>
                  <a:pt x="7575640" y="952979"/>
                </a:cubicBezTo>
                <a:cubicBezTo>
                  <a:pt x="7575640" y="938813"/>
                  <a:pt x="7587134" y="927320"/>
                  <a:pt x="7601299" y="927320"/>
                </a:cubicBezTo>
                <a:close/>
                <a:moveTo>
                  <a:pt x="7537094" y="927320"/>
                </a:moveTo>
                <a:cubicBezTo>
                  <a:pt x="7551259" y="927320"/>
                  <a:pt x="7562752" y="938813"/>
                  <a:pt x="7562752" y="952979"/>
                </a:cubicBezTo>
                <a:cubicBezTo>
                  <a:pt x="7562752" y="967143"/>
                  <a:pt x="7551259" y="978637"/>
                  <a:pt x="7537094" y="978637"/>
                </a:cubicBezTo>
                <a:cubicBezTo>
                  <a:pt x="7522929" y="978637"/>
                  <a:pt x="7511436" y="967143"/>
                  <a:pt x="7511436" y="952979"/>
                </a:cubicBezTo>
                <a:cubicBezTo>
                  <a:pt x="7511436" y="938813"/>
                  <a:pt x="7522929" y="927320"/>
                  <a:pt x="7537094" y="927320"/>
                </a:cubicBezTo>
                <a:close/>
                <a:moveTo>
                  <a:pt x="7151863" y="927320"/>
                </a:moveTo>
                <a:cubicBezTo>
                  <a:pt x="7166033" y="927320"/>
                  <a:pt x="7177521" y="938807"/>
                  <a:pt x="7177521" y="952979"/>
                </a:cubicBezTo>
                <a:cubicBezTo>
                  <a:pt x="7177521" y="967150"/>
                  <a:pt x="7166033" y="978637"/>
                  <a:pt x="7151863" y="978637"/>
                </a:cubicBezTo>
                <a:cubicBezTo>
                  <a:pt x="7137692" y="978637"/>
                  <a:pt x="7126205" y="967150"/>
                  <a:pt x="7126205" y="952979"/>
                </a:cubicBezTo>
                <a:cubicBezTo>
                  <a:pt x="7126205" y="938807"/>
                  <a:pt x="7137692" y="927320"/>
                  <a:pt x="7151863" y="927320"/>
                </a:cubicBezTo>
                <a:close/>
                <a:moveTo>
                  <a:pt x="6895043" y="927320"/>
                </a:moveTo>
                <a:cubicBezTo>
                  <a:pt x="6909208" y="927320"/>
                  <a:pt x="6920701" y="938813"/>
                  <a:pt x="6920701" y="952979"/>
                </a:cubicBezTo>
                <a:cubicBezTo>
                  <a:pt x="6920701" y="967143"/>
                  <a:pt x="6909208" y="978637"/>
                  <a:pt x="6895043" y="978637"/>
                </a:cubicBezTo>
                <a:cubicBezTo>
                  <a:pt x="6880878" y="978637"/>
                  <a:pt x="6869382" y="967143"/>
                  <a:pt x="6869382" y="952979"/>
                </a:cubicBezTo>
                <a:cubicBezTo>
                  <a:pt x="6869382" y="938813"/>
                  <a:pt x="6880878" y="927320"/>
                  <a:pt x="6895043" y="927320"/>
                </a:cubicBezTo>
                <a:close/>
                <a:moveTo>
                  <a:pt x="6252873" y="927320"/>
                </a:moveTo>
                <a:cubicBezTo>
                  <a:pt x="6267036" y="927320"/>
                  <a:pt x="6278532" y="938813"/>
                  <a:pt x="6278532" y="952979"/>
                </a:cubicBezTo>
                <a:cubicBezTo>
                  <a:pt x="6278532" y="967143"/>
                  <a:pt x="6267036" y="978637"/>
                  <a:pt x="6252873" y="978637"/>
                </a:cubicBezTo>
                <a:cubicBezTo>
                  <a:pt x="6238708" y="978637"/>
                  <a:pt x="6227213" y="967143"/>
                  <a:pt x="6227213" y="952979"/>
                </a:cubicBezTo>
                <a:cubicBezTo>
                  <a:pt x="6227213" y="938813"/>
                  <a:pt x="6238708" y="927320"/>
                  <a:pt x="6252873" y="927320"/>
                </a:cubicBezTo>
                <a:close/>
                <a:moveTo>
                  <a:pt x="5615066" y="927320"/>
                </a:moveTo>
                <a:cubicBezTo>
                  <a:pt x="5629231" y="927320"/>
                  <a:pt x="5640726" y="938813"/>
                  <a:pt x="5640726" y="952979"/>
                </a:cubicBezTo>
                <a:cubicBezTo>
                  <a:pt x="5640726" y="967143"/>
                  <a:pt x="5629231" y="978637"/>
                  <a:pt x="5615066" y="978637"/>
                </a:cubicBezTo>
                <a:cubicBezTo>
                  <a:pt x="5600901" y="978637"/>
                  <a:pt x="5589407" y="967143"/>
                  <a:pt x="5589407" y="952979"/>
                </a:cubicBezTo>
                <a:cubicBezTo>
                  <a:pt x="5589407" y="938813"/>
                  <a:pt x="5600901" y="927320"/>
                  <a:pt x="5615066" y="927320"/>
                </a:cubicBezTo>
                <a:close/>
                <a:moveTo>
                  <a:pt x="5486655" y="927320"/>
                </a:moveTo>
                <a:cubicBezTo>
                  <a:pt x="5500819" y="927320"/>
                  <a:pt x="5512316" y="938813"/>
                  <a:pt x="5512316" y="952979"/>
                </a:cubicBezTo>
                <a:cubicBezTo>
                  <a:pt x="5512316" y="967143"/>
                  <a:pt x="5500819" y="978637"/>
                  <a:pt x="5486655" y="978637"/>
                </a:cubicBezTo>
                <a:cubicBezTo>
                  <a:pt x="5472491" y="978637"/>
                  <a:pt x="5460997" y="967143"/>
                  <a:pt x="5460997" y="952979"/>
                </a:cubicBezTo>
                <a:cubicBezTo>
                  <a:pt x="5460997" y="938813"/>
                  <a:pt x="5472491" y="927320"/>
                  <a:pt x="5486655" y="927320"/>
                </a:cubicBezTo>
                <a:close/>
                <a:moveTo>
                  <a:pt x="4972896" y="927320"/>
                </a:moveTo>
                <a:cubicBezTo>
                  <a:pt x="4987063" y="927320"/>
                  <a:pt x="4998557" y="938813"/>
                  <a:pt x="4998557" y="952979"/>
                </a:cubicBezTo>
                <a:cubicBezTo>
                  <a:pt x="4998557" y="967143"/>
                  <a:pt x="4987063" y="978637"/>
                  <a:pt x="4972896" y="978637"/>
                </a:cubicBezTo>
                <a:cubicBezTo>
                  <a:pt x="4958732" y="978637"/>
                  <a:pt x="4947240" y="967143"/>
                  <a:pt x="4947240" y="952979"/>
                </a:cubicBezTo>
                <a:cubicBezTo>
                  <a:pt x="4947240" y="938813"/>
                  <a:pt x="4958732" y="927320"/>
                  <a:pt x="4972896" y="927320"/>
                </a:cubicBezTo>
                <a:close/>
                <a:moveTo>
                  <a:pt x="4908693" y="927320"/>
                </a:moveTo>
                <a:cubicBezTo>
                  <a:pt x="4922857" y="927320"/>
                  <a:pt x="4934352" y="938813"/>
                  <a:pt x="4934352" y="952979"/>
                </a:cubicBezTo>
                <a:cubicBezTo>
                  <a:pt x="4934352" y="967143"/>
                  <a:pt x="4922857" y="978637"/>
                  <a:pt x="4908693" y="978637"/>
                </a:cubicBezTo>
                <a:cubicBezTo>
                  <a:pt x="4894527" y="978637"/>
                  <a:pt x="4883033" y="967143"/>
                  <a:pt x="4883033" y="952979"/>
                </a:cubicBezTo>
                <a:cubicBezTo>
                  <a:pt x="4883033" y="938813"/>
                  <a:pt x="4894527" y="927320"/>
                  <a:pt x="4908693" y="927320"/>
                </a:cubicBezTo>
                <a:close/>
                <a:moveTo>
                  <a:pt x="4844487" y="927320"/>
                </a:moveTo>
                <a:cubicBezTo>
                  <a:pt x="4858650" y="927320"/>
                  <a:pt x="4870146" y="938813"/>
                  <a:pt x="4870146" y="952979"/>
                </a:cubicBezTo>
                <a:cubicBezTo>
                  <a:pt x="4870146" y="967143"/>
                  <a:pt x="4858650" y="978637"/>
                  <a:pt x="4844487" y="978637"/>
                </a:cubicBezTo>
                <a:cubicBezTo>
                  <a:pt x="4830322" y="978637"/>
                  <a:pt x="4818828" y="967143"/>
                  <a:pt x="4818828" y="952979"/>
                </a:cubicBezTo>
                <a:cubicBezTo>
                  <a:pt x="4818828" y="938813"/>
                  <a:pt x="4830322" y="927320"/>
                  <a:pt x="4844487" y="927320"/>
                </a:cubicBezTo>
                <a:close/>
                <a:moveTo>
                  <a:pt x="4651872" y="927320"/>
                </a:moveTo>
                <a:cubicBezTo>
                  <a:pt x="4666042" y="927320"/>
                  <a:pt x="4677531" y="938807"/>
                  <a:pt x="4677531" y="952979"/>
                </a:cubicBezTo>
                <a:cubicBezTo>
                  <a:pt x="4677531" y="967150"/>
                  <a:pt x="4666042" y="978637"/>
                  <a:pt x="4651872" y="978637"/>
                </a:cubicBezTo>
                <a:cubicBezTo>
                  <a:pt x="4637700" y="978637"/>
                  <a:pt x="4626213" y="967150"/>
                  <a:pt x="4626213" y="952979"/>
                </a:cubicBezTo>
                <a:cubicBezTo>
                  <a:pt x="4626213" y="938807"/>
                  <a:pt x="4637700" y="927320"/>
                  <a:pt x="4651872" y="927320"/>
                </a:cubicBezTo>
                <a:close/>
                <a:moveTo>
                  <a:pt x="4523461" y="927320"/>
                </a:moveTo>
                <a:cubicBezTo>
                  <a:pt x="4537626" y="927320"/>
                  <a:pt x="4549121" y="938813"/>
                  <a:pt x="4549121" y="952979"/>
                </a:cubicBezTo>
                <a:cubicBezTo>
                  <a:pt x="4549121" y="967143"/>
                  <a:pt x="4537626" y="978637"/>
                  <a:pt x="4523461" y="978637"/>
                </a:cubicBezTo>
                <a:cubicBezTo>
                  <a:pt x="4509296" y="978637"/>
                  <a:pt x="4497802" y="967143"/>
                  <a:pt x="4497802" y="952979"/>
                </a:cubicBezTo>
                <a:cubicBezTo>
                  <a:pt x="4497802" y="938813"/>
                  <a:pt x="4509296" y="927320"/>
                  <a:pt x="4523461" y="927320"/>
                </a:cubicBezTo>
                <a:close/>
                <a:moveTo>
                  <a:pt x="4395050" y="927320"/>
                </a:moveTo>
                <a:cubicBezTo>
                  <a:pt x="4409214" y="927320"/>
                  <a:pt x="4420710" y="938813"/>
                  <a:pt x="4420710" y="952979"/>
                </a:cubicBezTo>
                <a:cubicBezTo>
                  <a:pt x="4420710" y="967143"/>
                  <a:pt x="4409214" y="978637"/>
                  <a:pt x="4395050" y="978637"/>
                </a:cubicBezTo>
                <a:cubicBezTo>
                  <a:pt x="4380886" y="978637"/>
                  <a:pt x="4369391" y="967143"/>
                  <a:pt x="4369391" y="952979"/>
                </a:cubicBezTo>
                <a:cubicBezTo>
                  <a:pt x="4369391" y="938813"/>
                  <a:pt x="4380886" y="927320"/>
                  <a:pt x="4395050" y="927320"/>
                </a:cubicBezTo>
                <a:close/>
                <a:moveTo>
                  <a:pt x="3367649" y="927320"/>
                </a:moveTo>
                <a:cubicBezTo>
                  <a:pt x="3381813" y="927320"/>
                  <a:pt x="3393308" y="938813"/>
                  <a:pt x="3393308" y="952979"/>
                </a:cubicBezTo>
                <a:cubicBezTo>
                  <a:pt x="3393308" y="967143"/>
                  <a:pt x="3381813" y="978637"/>
                  <a:pt x="3367649" y="978637"/>
                </a:cubicBezTo>
                <a:cubicBezTo>
                  <a:pt x="3353484" y="978637"/>
                  <a:pt x="3341990" y="967143"/>
                  <a:pt x="3341990" y="952979"/>
                </a:cubicBezTo>
                <a:cubicBezTo>
                  <a:pt x="3341990" y="938813"/>
                  <a:pt x="3353484" y="927320"/>
                  <a:pt x="3367649" y="927320"/>
                </a:cubicBezTo>
                <a:close/>
                <a:moveTo>
                  <a:pt x="2853890" y="927320"/>
                </a:moveTo>
                <a:cubicBezTo>
                  <a:pt x="2868062" y="927320"/>
                  <a:pt x="2879550" y="938807"/>
                  <a:pt x="2879550" y="952979"/>
                </a:cubicBezTo>
                <a:cubicBezTo>
                  <a:pt x="2879550" y="967150"/>
                  <a:pt x="2868062" y="978637"/>
                  <a:pt x="2853890" y="978637"/>
                </a:cubicBezTo>
                <a:cubicBezTo>
                  <a:pt x="2839720" y="978637"/>
                  <a:pt x="2828231" y="967150"/>
                  <a:pt x="2828231" y="952979"/>
                </a:cubicBezTo>
                <a:cubicBezTo>
                  <a:pt x="2828231" y="938807"/>
                  <a:pt x="2839720" y="927320"/>
                  <a:pt x="2853890" y="927320"/>
                </a:cubicBezTo>
                <a:close/>
                <a:moveTo>
                  <a:pt x="2340249" y="927320"/>
                </a:moveTo>
                <a:cubicBezTo>
                  <a:pt x="2354413" y="927320"/>
                  <a:pt x="2365908" y="938813"/>
                  <a:pt x="2365908" y="952979"/>
                </a:cubicBezTo>
                <a:cubicBezTo>
                  <a:pt x="2365908" y="967143"/>
                  <a:pt x="2354413" y="978637"/>
                  <a:pt x="2340249" y="978637"/>
                </a:cubicBezTo>
                <a:cubicBezTo>
                  <a:pt x="2326084" y="978637"/>
                  <a:pt x="2314590" y="967143"/>
                  <a:pt x="2314590" y="952979"/>
                </a:cubicBezTo>
                <a:cubicBezTo>
                  <a:pt x="2314590" y="938813"/>
                  <a:pt x="2326084" y="927320"/>
                  <a:pt x="2340249" y="927320"/>
                </a:cubicBezTo>
                <a:close/>
                <a:moveTo>
                  <a:pt x="2276044" y="927320"/>
                </a:moveTo>
                <a:cubicBezTo>
                  <a:pt x="2290208" y="927320"/>
                  <a:pt x="2301702" y="938813"/>
                  <a:pt x="2301702" y="952979"/>
                </a:cubicBezTo>
                <a:cubicBezTo>
                  <a:pt x="2301702" y="967143"/>
                  <a:pt x="2290208" y="978637"/>
                  <a:pt x="2276044" y="978637"/>
                </a:cubicBezTo>
                <a:cubicBezTo>
                  <a:pt x="2261879" y="978637"/>
                  <a:pt x="2250385" y="967143"/>
                  <a:pt x="2250385" y="952979"/>
                </a:cubicBezTo>
                <a:cubicBezTo>
                  <a:pt x="2250385" y="938813"/>
                  <a:pt x="2261879" y="927320"/>
                  <a:pt x="2276044" y="927320"/>
                </a:cubicBezTo>
                <a:close/>
                <a:moveTo>
                  <a:pt x="2147633" y="927320"/>
                </a:moveTo>
                <a:cubicBezTo>
                  <a:pt x="2161804" y="927320"/>
                  <a:pt x="2173293" y="938807"/>
                  <a:pt x="2173293" y="952979"/>
                </a:cubicBezTo>
                <a:cubicBezTo>
                  <a:pt x="2173293" y="967150"/>
                  <a:pt x="2161804" y="978637"/>
                  <a:pt x="2147633" y="978637"/>
                </a:cubicBezTo>
                <a:cubicBezTo>
                  <a:pt x="2133462" y="978637"/>
                  <a:pt x="2121975" y="967150"/>
                  <a:pt x="2121975" y="952979"/>
                </a:cubicBezTo>
                <a:cubicBezTo>
                  <a:pt x="2121975" y="938807"/>
                  <a:pt x="2133462" y="927320"/>
                  <a:pt x="2147633" y="927320"/>
                </a:cubicBezTo>
                <a:close/>
                <a:moveTo>
                  <a:pt x="2083427" y="927320"/>
                </a:moveTo>
                <a:cubicBezTo>
                  <a:pt x="2097599" y="927320"/>
                  <a:pt x="2109087" y="938807"/>
                  <a:pt x="2109087" y="952979"/>
                </a:cubicBezTo>
                <a:cubicBezTo>
                  <a:pt x="2109087" y="967150"/>
                  <a:pt x="2097599" y="978637"/>
                  <a:pt x="2083427" y="978637"/>
                </a:cubicBezTo>
                <a:cubicBezTo>
                  <a:pt x="2069257" y="978637"/>
                  <a:pt x="2057768" y="967150"/>
                  <a:pt x="2057768" y="952979"/>
                </a:cubicBezTo>
                <a:cubicBezTo>
                  <a:pt x="2057768" y="938807"/>
                  <a:pt x="2069257" y="927320"/>
                  <a:pt x="2083427" y="927320"/>
                </a:cubicBezTo>
                <a:close/>
                <a:moveTo>
                  <a:pt x="1955016" y="927320"/>
                </a:moveTo>
                <a:cubicBezTo>
                  <a:pt x="1969181" y="927320"/>
                  <a:pt x="1980676" y="938813"/>
                  <a:pt x="1980676" y="952979"/>
                </a:cubicBezTo>
                <a:cubicBezTo>
                  <a:pt x="1980676" y="967143"/>
                  <a:pt x="1969181" y="978637"/>
                  <a:pt x="1955016" y="978637"/>
                </a:cubicBezTo>
                <a:cubicBezTo>
                  <a:pt x="1940851" y="978637"/>
                  <a:pt x="1929358" y="967143"/>
                  <a:pt x="1929358" y="952979"/>
                </a:cubicBezTo>
                <a:cubicBezTo>
                  <a:pt x="1929358" y="938813"/>
                  <a:pt x="1940851" y="927320"/>
                  <a:pt x="1955016" y="927320"/>
                </a:cubicBezTo>
                <a:close/>
                <a:moveTo>
                  <a:pt x="1890696" y="927320"/>
                </a:moveTo>
                <a:cubicBezTo>
                  <a:pt x="1904860" y="927320"/>
                  <a:pt x="1916355" y="938813"/>
                  <a:pt x="1916355" y="952979"/>
                </a:cubicBezTo>
                <a:cubicBezTo>
                  <a:pt x="1916355" y="967143"/>
                  <a:pt x="1904860" y="978637"/>
                  <a:pt x="1890696" y="978637"/>
                </a:cubicBezTo>
                <a:cubicBezTo>
                  <a:pt x="1876531" y="978637"/>
                  <a:pt x="1865037" y="967143"/>
                  <a:pt x="1865037" y="952979"/>
                </a:cubicBezTo>
                <a:cubicBezTo>
                  <a:pt x="1865037" y="938813"/>
                  <a:pt x="1876531" y="927320"/>
                  <a:pt x="1890696" y="927320"/>
                </a:cubicBezTo>
                <a:close/>
                <a:moveTo>
                  <a:pt x="1826490" y="927320"/>
                </a:moveTo>
                <a:cubicBezTo>
                  <a:pt x="1840654" y="927320"/>
                  <a:pt x="1852149" y="938813"/>
                  <a:pt x="1852149" y="952979"/>
                </a:cubicBezTo>
                <a:cubicBezTo>
                  <a:pt x="1852149" y="967143"/>
                  <a:pt x="1840654" y="978637"/>
                  <a:pt x="1826490" y="978637"/>
                </a:cubicBezTo>
                <a:cubicBezTo>
                  <a:pt x="1812325" y="978637"/>
                  <a:pt x="1800830" y="967143"/>
                  <a:pt x="1800830" y="952979"/>
                </a:cubicBezTo>
                <a:cubicBezTo>
                  <a:pt x="1800830" y="938813"/>
                  <a:pt x="1812325" y="927320"/>
                  <a:pt x="1826490" y="927320"/>
                </a:cubicBezTo>
                <a:close/>
                <a:moveTo>
                  <a:pt x="1441258" y="927320"/>
                </a:moveTo>
                <a:cubicBezTo>
                  <a:pt x="1455430" y="927320"/>
                  <a:pt x="1466917" y="938807"/>
                  <a:pt x="1466917" y="952979"/>
                </a:cubicBezTo>
                <a:cubicBezTo>
                  <a:pt x="1466917" y="967150"/>
                  <a:pt x="1455430" y="978637"/>
                  <a:pt x="1441258" y="978637"/>
                </a:cubicBezTo>
                <a:cubicBezTo>
                  <a:pt x="1427087" y="978637"/>
                  <a:pt x="1415599" y="967150"/>
                  <a:pt x="1415599" y="952979"/>
                </a:cubicBezTo>
                <a:cubicBezTo>
                  <a:pt x="1415599" y="938807"/>
                  <a:pt x="1427087" y="927320"/>
                  <a:pt x="1441258" y="927320"/>
                </a:cubicBezTo>
                <a:close/>
                <a:moveTo>
                  <a:pt x="1184437" y="927320"/>
                </a:moveTo>
                <a:cubicBezTo>
                  <a:pt x="1198602" y="927320"/>
                  <a:pt x="1210096" y="938813"/>
                  <a:pt x="1210096" y="952979"/>
                </a:cubicBezTo>
                <a:cubicBezTo>
                  <a:pt x="1210096" y="967143"/>
                  <a:pt x="1198602" y="978637"/>
                  <a:pt x="1184437" y="978637"/>
                </a:cubicBezTo>
                <a:cubicBezTo>
                  <a:pt x="1170273" y="978637"/>
                  <a:pt x="1158780" y="967143"/>
                  <a:pt x="1158780" y="952979"/>
                </a:cubicBezTo>
                <a:cubicBezTo>
                  <a:pt x="1158780" y="938813"/>
                  <a:pt x="1170273" y="927320"/>
                  <a:pt x="1184437" y="927320"/>
                </a:cubicBezTo>
                <a:close/>
                <a:moveTo>
                  <a:pt x="542268" y="927320"/>
                </a:moveTo>
                <a:cubicBezTo>
                  <a:pt x="556433" y="927320"/>
                  <a:pt x="567927" y="938813"/>
                  <a:pt x="567927" y="952979"/>
                </a:cubicBezTo>
                <a:cubicBezTo>
                  <a:pt x="567927" y="967143"/>
                  <a:pt x="556433" y="978637"/>
                  <a:pt x="542268" y="978637"/>
                </a:cubicBezTo>
                <a:cubicBezTo>
                  <a:pt x="528104" y="978637"/>
                  <a:pt x="516610" y="967143"/>
                  <a:pt x="516610" y="952979"/>
                </a:cubicBezTo>
                <a:cubicBezTo>
                  <a:pt x="516610" y="938813"/>
                  <a:pt x="528104" y="927320"/>
                  <a:pt x="542268" y="927320"/>
                </a:cubicBezTo>
                <a:close/>
                <a:moveTo>
                  <a:pt x="11775107" y="872983"/>
                </a:moveTo>
                <a:cubicBezTo>
                  <a:pt x="11782225" y="872983"/>
                  <a:pt x="11787995" y="878753"/>
                  <a:pt x="11787995" y="885871"/>
                </a:cubicBezTo>
                <a:cubicBezTo>
                  <a:pt x="11787995" y="892988"/>
                  <a:pt x="11782225" y="898758"/>
                  <a:pt x="11775107" y="898758"/>
                </a:cubicBezTo>
                <a:cubicBezTo>
                  <a:pt x="11767991" y="898758"/>
                  <a:pt x="11762221" y="892988"/>
                  <a:pt x="11762221" y="885871"/>
                </a:cubicBezTo>
                <a:cubicBezTo>
                  <a:pt x="11762221" y="878753"/>
                  <a:pt x="11767991" y="872983"/>
                  <a:pt x="11775107" y="872983"/>
                </a:cubicBezTo>
                <a:close/>
                <a:moveTo>
                  <a:pt x="11454081" y="872983"/>
                </a:moveTo>
                <a:cubicBezTo>
                  <a:pt x="11461197" y="872983"/>
                  <a:pt x="11466969" y="878753"/>
                  <a:pt x="11466969" y="885871"/>
                </a:cubicBezTo>
                <a:cubicBezTo>
                  <a:pt x="11466969" y="892988"/>
                  <a:pt x="11461197" y="898758"/>
                  <a:pt x="11454081" y="898758"/>
                </a:cubicBezTo>
                <a:cubicBezTo>
                  <a:pt x="11446963" y="898758"/>
                  <a:pt x="11441194" y="892988"/>
                  <a:pt x="11441194" y="885871"/>
                </a:cubicBezTo>
                <a:cubicBezTo>
                  <a:pt x="11441194" y="878753"/>
                  <a:pt x="11446963" y="872983"/>
                  <a:pt x="11454081" y="872983"/>
                </a:cubicBezTo>
                <a:close/>
                <a:moveTo>
                  <a:pt x="11133055" y="872983"/>
                </a:moveTo>
                <a:cubicBezTo>
                  <a:pt x="11140171" y="872983"/>
                  <a:pt x="11145943" y="878753"/>
                  <a:pt x="11145943" y="885871"/>
                </a:cubicBezTo>
                <a:cubicBezTo>
                  <a:pt x="11145943" y="892988"/>
                  <a:pt x="11140171" y="898758"/>
                  <a:pt x="11133055" y="898758"/>
                </a:cubicBezTo>
                <a:cubicBezTo>
                  <a:pt x="11125936" y="898758"/>
                  <a:pt x="11120167" y="892988"/>
                  <a:pt x="11120167" y="885871"/>
                </a:cubicBezTo>
                <a:cubicBezTo>
                  <a:pt x="11120167" y="878753"/>
                  <a:pt x="11125936" y="872983"/>
                  <a:pt x="11133055" y="872983"/>
                </a:cubicBezTo>
                <a:close/>
                <a:moveTo>
                  <a:pt x="10940324" y="872983"/>
                </a:moveTo>
                <a:cubicBezTo>
                  <a:pt x="10947405" y="872983"/>
                  <a:pt x="10953209" y="878788"/>
                  <a:pt x="10953209" y="885871"/>
                </a:cubicBezTo>
                <a:cubicBezTo>
                  <a:pt x="10953209" y="892953"/>
                  <a:pt x="10947520" y="898758"/>
                  <a:pt x="10940324" y="898758"/>
                </a:cubicBezTo>
                <a:cubicBezTo>
                  <a:pt x="10933240" y="898758"/>
                  <a:pt x="10927436" y="893069"/>
                  <a:pt x="10927436" y="885871"/>
                </a:cubicBezTo>
                <a:cubicBezTo>
                  <a:pt x="10927436" y="878672"/>
                  <a:pt x="10933125" y="872983"/>
                  <a:pt x="10940324" y="872983"/>
                </a:cubicBezTo>
                <a:close/>
                <a:moveTo>
                  <a:pt x="10298270" y="872983"/>
                </a:moveTo>
                <a:cubicBezTo>
                  <a:pt x="10305388" y="872983"/>
                  <a:pt x="10311158" y="878753"/>
                  <a:pt x="10311158" y="885871"/>
                </a:cubicBezTo>
                <a:cubicBezTo>
                  <a:pt x="10311158" y="892988"/>
                  <a:pt x="10305388" y="898758"/>
                  <a:pt x="10298270" y="898758"/>
                </a:cubicBezTo>
                <a:cubicBezTo>
                  <a:pt x="10291154" y="898758"/>
                  <a:pt x="10285382" y="892988"/>
                  <a:pt x="10285382" y="885871"/>
                </a:cubicBezTo>
                <a:cubicBezTo>
                  <a:pt x="10285382" y="878753"/>
                  <a:pt x="10291154" y="872983"/>
                  <a:pt x="10298270" y="872983"/>
                </a:cubicBezTo>
                <a:close/>
                <a:moveTo>
                  <a:pt x="9720307" y="872983"/>
                </a:moveTo>
                <a:cubicBezTo>
                  <a:pt x="9727423" y="872983"/>
                  <a:pt x="9733193" y="878753"/>
                  <a:pt x="9733193" y="885871"/>
                </a:cubicBezTo>
                <a:cubicBezTo>
                  <a:pt x="9733193" y="892988"/>
                  <a:pt x="9727423" y="898758"/>
                  <a:pt x="9720307" y="898758"/>
                </a:cubicBezTo>
                <a:cubicBezTo>
                  <a:pt x="9713189" y="898758"/>
                  <a:pt x="9707419" y="892988"/>
                  <a:pt x="9707419" y="885871"/>
                </a:cubicBezTo>
                <a:cubicBezTo>
                  <a:pt x="9707419" y="878753"/>
                  <a:pt x="9713189" y="872983"/>
                  <a:pt x="9720307" y="872983"/>
                </a:cubicBezTo>
                <a:close/>
                <a:moveTo>
                  <a:pt x="9463485" y="872983"/>
                </a:moveTo>
                <a:cubicBezTo>
                  <a:pt x="9470568" y="872983"/>
                  <a:pt x="9476373" y="878788"/>
                  <a:pt x="9476373" y="885871"/>
                </a:cubicBezTo>
                <a:cubicBezTo>
                  <a:pt x="9476373" y="892953"/>
                  <a:pt x="9470683" y="898758"/>
                  <a:pt x="9463485" y="898758"/>
                </a:cubicBezTo>
                <a:cubicBezTo>
                  <a:pt x="9456403" y="898758"/>
                  <a:pt x="9450597" y="893069"/>
                  <a:pt x="9450597" y="885871"/>
                </a:cubicBezTo>
                <a:cubicBezTo>
                  <a:pt x="9450597" y="878672"/>
                  <a:pt x="9456286" y="872983"/>
                  <a:pt x="9463485" y="872983"/>
                </a:cubicBezTo>
                <a:close/>
                <a:moveTo>
                  <a:pt x="9078138" y="872983"/>
                </a:moveTo>
                <a:cubicBezTo>
                  <a:pt x="9085334" y="872983"/>
                  <a:pt x="9091023" y="878788"/>
                  <a:pt x="9091023" y="885871"/>
                </a:cubicBezTo>
                <a:cubicBezTo>
                  <a:pt x="9091023" y="892953"/>
                  <a:pt x="9085334" y="898758"/>
                  <a:pt x="9078138" y="898758"/>
                </a:cubicBezTo>
                <a:cubicBezTo>
                  <a:pt x="9071054" y="898758"/>
                  <a:pt x="9065250" y="893069"/>
                  <a:pt x="9065250" y="885871"/>
                </a:cubicBezTo>
                <a:cubicBezTo>
                  <a:pt x="9065250" y="878672"/>
                  <a:pt x="9070939" y="872983"/>
                  <a:pt x="9078138" y="872983"/>
                </a:cubicBezTo>
                <a:close/>
                <a:moveTo>
                  <a:pt x="7216067" y="872983"/>
                </a:moveTo>
                <a:cubicBezTo>
                  <a:pt x="7223186" y="872983"/>
                  <a:pt x="7228955" y="878753"/>
                  <a:pt x="7228955" y="885871"/>
                </a:cubicBezTo>
                <a:cubicBezTo>
                  <a:pt x="7228955" y="892988"/>
                  <a:pt x="7223186" y="898758"/>
                  <a:pt x="7216067" y="898758"/>
                </a:cubicBezTo>
                <a:cubicBezTo>
                  <a:pt x="7208951" y="898758"/>
                  <a:pt x="7203179" y="892988"/>
                  <a:pt x="7203179" y="885871"/>
                </a:cubicBezTo>
                <a:cubicBezTo>
                  <a:pt x="7203179" y="878753"/>
                  <a:pt x="7208951" y="872983"/>
                  <a:pt x="7216067" y="872983"/>
                </a:cubicBezTo>
                <a:close/>
                <a:moveTo>
                  <a:pt x="6638220" y="872983"/>
                </a:moveTo>
                <a:cubicBezTo>
                  <a:pt x="6645339" y="872983"/>
                  <a:pt x="6651108" y="878753"/>
                  <a:pt x="6651108" y="885871"/>
                </a:cubicBezTo>
                <a:cubicBezTo>
                  <a:pt x="6651108" y="892988"/>
                  <a:pt x="6645339" y="898758"/>
                  <a:pt x="6638220" y="898758"/>
                </a:cubicBezTo>
                <a:cubicBezTo>
                  <a:pt x="6631104" y="898758"/>
                  <a:pt x="6625335" y="892988"/>
                  <a:pt x="6625335" y="885871"/>
                </a:cubicBezTo>
                <a:cubicBezTo>
                  <a:pt x="6625335" y="878753"/>
                  <a:pt x="6631104" y="872983"/>
                  <a:pt x="6638220" y="872983"/>
                </a:cubicBezTo>
                <a:close/>
                <a:moveTo>
                  <a:pt x="6064505" y="872983"/>
                </a:moveTo>
                <a:cubicBezTo>
                  <a:pt x="6071623" y="872983"/>
                  <a:pt x="6077390" y="878753"/>
                  <a:pt x="6077390" y="885871"/>
                </a:cubicBezTo>
                <a:cubicBezTo>
                  <a:pt x="6077390" y="892988"/>
                  <a:pt x="6071621" y="898758"/>
                  <a:pt x="6064505" y="898758"/>
                </a:cubicBezTo>
                <a:cubicBezTo>
                  <a:pt x="6057386" y="898758"/>
                  <a:pt x="6051617" y="892988"/>
                  <a:pt x="6051617" y="885871"/>
                </a:cubicBezTo>
                <a:cubicBezTo>
                  <a:pt x="6051617" y="878753"/>
                  <a:pt x="6057386" y="872983"/>
                  <a:pt x="6064505" y="872983"/>
                </a:cubicBezTo>
                <a:close/>
                <a:moveTo>
                  <a:pt x="5743477" y="872983"/>
                </a:moveTo>
                <a:cubicBezTo>
                  <a:pt x="5750594" y="872983"/>
                  <a:pt x="5756364" y="878753"/>
                  <a:pt x="5756364" y="885871"/>
                </a:cubicBezTo>
                <a:cubicBezTo>
                  <a:pt x="5756364" y="892988"/>
                  <a:pt x="5750594" y="898758"/>
                  <a:pt x="5743477" y="898758"/>
                </a:cubicBezTo>
                <a:cubicBezTo>
                  <a:pt x="5736359" y="898758"/>
                  <a:pt x="5730590" y="892988"/>
                  <a:pt x="5730590" y="885871"/>
                </a:cubicBezTo>
                <a:cubicBezTo>
                  <a:pt x="5730590" y="878753"/>
                  <a:pt x="5736359" y="872983"/>
                  <a:pt x="5743477" y="872983"/>
                </a:cubicBezTo>
                <a:close/>
                <a:moveTo>
                  <a:pt x="5422451" y="872983"/>
                </a:moveTo>
                <a:cubicBezTo>
                  <a:pt x="5429568" y="872983"/>
                  <a:pt x="5435339" y="878753"/>
                  <a:pt x="5435339" y="885871"/>
                </a:cubicBezTo>
                <a:cubicBezTo>
                  <a:pt x="5435339" y="892988"/>
                  <a:pt x="5429568" y="898758"/>
                  <a:pt x="5422451" y="898758"/>
                </a:cubicBezTo>
                <a:cubicBezTo>
                  <a:pt x="5415332" y="898758"/>
                  <a:pt x="5409564" y="892988"/>
                  <a:pt x="5409564" y="885871"/>
                </a:cubicBezTo>
                <a:cubicBezTo>
                  <a:pt x="5409564" y="878753"/>
                  <a:pt x="5415332" y="872983"/>
                  <a:pt x="5422451" y="872983"/>
                </a:cubicBezTo>
                <a:close/>
                <a:moveTo>
                  <a:pt x="5229719" y="872983"/>
                </a:moveTo>
                <a:cubicBezTo>
                  <a:pt x="5236801" y="872983"/>
                  <a:pt x="5242606" y="878788"/>
                  <a:pt x="5242606" y="885871"/>
                </a:cubicBezTo>
                <a:cubicBezTo>
                  <a:pt x="5242606" y="892953"/>
                  <a:pt x="5236918" y="898758"/>
                  <a:pt x="5229719" y="898758"/>
                </a:cubicBezTo>
                <a:cubicBezTo>
                  <a:pt x="5222637" y="898758"/>
                  <a:pt x="5216831" y="893069"/>
                  <a:pt x="5216831" y="885871"/>
                </a:cubicBezTo>
                <a:cubicBezTo>
                  <a:pt x="5216831" y="878672"/>
                  <a:pt x="5222520" y="872983"/>
                  <a:pt x="5229719" y="872983"/>
                </a:cubicBezTo>
                <a:close/>
                <a:moveTo>
                  <a:pt x="4587666" y="872983"/>
                </a:moveTo>
                <a:cubicBezTo>
                  <a:pt x="4594784" y="872983"/>
                  <a:pt x="4600553" y="878753"/>
                  <a:pt x="4600553" y="885871"/>
                </a:cubicBezTo>
                <a:cubicBezTo>
                  <a:pt x="4600553" y="892988"/>
                  <a:pt x="4594784" y="898758"/>
                  <a:pt x="4587666" y="898758"/>
                </a:cubicBezTo>
                <a:cubicBezTo>
                  <a:pt x="4580549" y="898758"/>
                  <a:pt x="4574778" y="892988"/>
                  <a:pt x="4574778" y="885871"/>
                </a:cubicBezTo>
                <a:cubicBezTo>
                  <a:pt x="4574778" y="878753"/>
                  <a:pt x="4580549" y="872983"/>
                  <a:pt x="4587666" y="872983"/>
                </a:cubicBezTo>
                <a:close/>
                <a:moveTo>
                  <a:pt x="4009702" y="872983"/>
                </a:moveTo>
                <a:cubicBezTo>
                  <a:pt x="4016819" y="872983"/>
                  <a:pt x="4022589" y="878753"/>
                  <a:pt x="4022589" y="885871"/>
                </a:cubicBezTo>
                <a:cubicBezTo>
                  <a:pt x="4022589" y="892988"/>
                  <a:pt x="4016819" y="898758"/>
                  <a:pt x="4009702" y="898758"/>
                </a:cubicBezTo>
                <a:cubicBezTo>
                  <a:pt x="4002585" y="898758"/>
                  <a:pt x="3996814" y="892988"/>
                  <a:pt x="3996814" y="885871"/>
                </a:cubicBezTo>
                <a:cubicBezTo>
                  <a:pt x="3996814" y="878753"/>
                  <a:pt x="4002585" y="872983"/>
                  <a:pt x="4009702" y="872983"/>
                </a:cubicBezTo>
                <a:close/>
                <a:moveTo>
                  <a:pt x="3752882" y="872983"/>
                </a:moveTo>
                <a:cubicBezTo>
                  <a:pt x="3759964" y="872983"/>
                  <a:pt x="3765770" y="878788"/>
                  <a:pt x="3765770" y="885871"/>
                </a:cubicBezTo>
                <a:cubicBezTo>
                  <a:pt x="3765770" y="892953"/>
                  <a:pt x="3760079" y="898758"/>
                  <a:pt x="3752882" y="898758"/>
                </a:cubicBezTo>
                <a:cubicBezTo>
                  <a:pt x="3745798" y="898758"/>
                  <a:pt x="3739993" y="893069"/>
                  <a:pt x="3739993" y="885871"/>
                </a:cubicBezTo>
                <a:cubicBezTo>
                  <a:pt x="3739993" y="878672"/>
                  <a:pt x="3745682" y="872983"/>
                  <a:pt x="3752882" y="872983"/>
                </a:cubicBezTo>
                <a:close/>
                <a:moveTo>
                  <a:pt x="3367532" y="872983"/>
                </a:moveTo>
                <a:cubicBezTo>
                  <a:pt x="3374732" y="872983"/>
                  <a:pt x="3380421" y="878788"/>
                  <a:pt x="3380421" y="885871"/>
                </a:cubicBezTo>
                <a:cubicBezTo>
                  <a:pt x="3380421" y="892953"/>
                  <a:pt x="3374732" y="898758"/>
                  <a:pt x="3367532" y="898758"/>
                </a:cubicBezTo>
                <a:cubicBezTo>
                  <a:pt x="3360450" y="898758"/>
                  <a:pt x="3354645" y="893069"/>
                  <a:pt x="3354645" y="885871"/>
                </a:cubicBezTo>
                <a:cubicBezTo>
                  <a:pt x="3354645" y="878672"/>
                  <a:pt x="3360336" y="872983"/>
                  <a:pt x="3367532" y="872983"/>
                </a:cubicBezTo>
                <a:close/>
                <a:moveTo>
                  <a:pt x="1505464" y="872983"/>
                </a:moveTo>
                <a:cubicBezTo>
                  <a:pt x="1512581" y="872983"/>
                  <a:pt x="1518352" y="878753"/>
                  <a:pt x="1518352" y="885871"/>
                </a:cubicBezTo>
                <a:cubicBezTo>
                  <a:pt x="1518352" y="892988"/>
                  <a:pt x="1512581" y="898758"/>
                  <a:pt x="1505464" y="898758"/>
                </a:cubicBezTo>
                <a:cubicBezTo>
                  <a:pt x="1498346" y="898758"/>
                  <a:pt x="1492577" y="892988"/>
                  <a:pt x="1492577" y="885871"/>
                </a:cubicBezTo>
                <a:cubicBezTo>
                  <a:pt x="1492577" y="878753"/>
                  <a:pt x="1498346" y="872983"/>
                  <a:pt x="1505464" y="872983"/>
                </a:cubicBezTo>
                <a:close/>
                <a:moveTo>
                  <a:pt x="927616" y="872983"/>
                </a:moveTo>
                <a:cubicBezTo>
                  <a:pt x="934736" y="872983"/>
                  <a:pt x="940503" y="878753"/>
                  <a:pt x="940503" y="885871"/>
                </a:cubicBezTo>
                <a:cubicBezTo>
                  <a:pt x="940503" y="892988"/>
                  <a:pt x="934736" y="898758"/>
                  <a:pt x="927616" y="898758"/>
                </a:cubicBezTo>
                <a:cubicBezTo>
                  <a:pt x="920499" y="898758"/>
                  <a:pt x="914731" y="892988"/>
                  <a:pt x="914731" y="885871"/>
                </a:cubicBezTo>
                <a:cubicBezTo>
                  <a:pt x="914731" y="878753"/>
                  <a:pt x="920499" y="872983"/>
                  <a:pt x="927616" y="872983"/>
                </a:cubicBezTo>
                <a:close/>
                <a:moveTo>
                  <a:pt x="346686" y="872983"/>
                </a:moveTo>
                <a:cubicBezTo>
                  <a:pt x="353804" y="872983"/>
                  <a:pt x="359572" y="878753"/>
                  <a:pt x="359572" y="885871"/>
                </a:cubicBezTo>
                <a:cubicBezTo>
                  <a:pt x="359572" y="892988"/>
                  <a:pt x="353802" y="898758"/>
                  <a:pt x="346686" y="898758"/>
                </a:cubicBezTo>
                <a:cubicBezTo>
                  <a:pt x="339567" y="898758"/>
                  <a:pt x="333799" y="892988"/>
                  <a:pt x="333799" y="885871"/>
                </a:cubicBezTo>
                <a:cubicBezTo>
                  <a:pt x="333799" y="878753"/>
                  <a:pt x="339567" y="872983"/>
                  <a:pt x="346686" y="872983"/>
                </a:cubicBezTo>
                <a:close/>
                <a:moveTo>
                  <a:pt x="25659" y="872983"/>
                </a:moveTo>
                <a:cubicBezTo>
                  <a:pt x="32776" y="872983"/>
                  <a:pt x="38547" y="878753"/>
                  <a:pt x="38547" y="885871"/>
                </a:cubicBezTo>
                <a:cubicBezTo>
                  <a:pt x="38547" y="892988"/>
                  <a:pt x="32776" y="898758"/>
                  <a:pt x="25659" y="898758"/>
                </a:cubicBezTo>
                <a:cubicBezTo>
                  <a:pt x="18542" y="898758"/>
                  <a:pt x="12771" y="892988"/>
                  <a:pt x="12771" y="885871"/>
                </a:cubicBezTo>
                <a:cubicBezTo>
                  <a:pt x="12771" y="878753"/>
                  <a:pt x="18542" y="872983"/>
                  <a:pt x="25659" y="872983"/>
                </a:cubicBezTo>
                <a:close/>
                <a:moveTo>
                  <a:pt x="11970691" y="860211"/>
                </a:moveTo>
                <a:cubicBezTo>
                  <a:pt x="11984855" y="860211"/>
                  <a:pt x="11996349" y="871706"/>
                  <a:pt x="11996349" y="885871"/>
                </a:cubicBezTo>
                <a:cubicBezTo>
                  <a:pt x="11996349" y="900035"/>
                  <a:pt x="11984855" y="911530"/>
                  <a:pt x="11970691" y="911530"/>
                </a:cubicBezTo>
                <a:cubicBezTo>
                  <a:pt x="11956525" y="911530"/>
                  <a:pt x="11945033" y="900035"/>
                  <a:pt x="11945033" y="885871"/>
                </a:cubicBezTo>
                <a:cubicBezTo>
                  <a:pt x="11945033" y="871706"/>
                  <a:pt x="11956525" y="860211"/>
                  <a:pt x="11970691" y="860211"/>
                </a:cubicBezTo>
                <a:close/>
                <a:moveTo>
                  <a:pt x="11325670" y="860211"/>
                </a:moveTo>
                <a:cubicBezTo>
                  <a:pt x="11339835" y="860211"/>
                  <a:pt x="11351329" y="871706"/>
                  <a:pt x="11351329" y="885871"/>
                </a:cubicBezTo>
                <a:cubicBezTo>
                  <a:pt x="11351329" y="900035"/>
                  <a:pt x="11339835" y="911530"/>
                  <a:pt x="11325670" y="911530"/>
                </a:cubicBezTo>
                <a:cubicBezTo>
                  <a:pt x="11311505" y="911530"/>
                  <a:pt x="11300012" y="900035"/>
                  <a:pt x="11300012" y="885871"/>
                </a:cubicBezTo>
                <a:cubicBezTo>
                  <a:pt x="11300012" y="871706"/>
                  <a:pt x="11311505" y="860211"/>
                  <a:pt x="11325670" y="860211"/>
                </a:cubicBezTo>
                <a:close/>
                <a:moveTo>
                  <a:pt x="11197259" y="860211"/>
                </a:moveTo>
                <a:cubicBezTo>
                  <a:pt x="11211424" y="860211"/>
                  <a:pt x="11222917" y="871706"/>
                  <a:pt x="11222917" y="885871"/>
                </a:cubicBezTo>
                <a:cubicBezTo>
                  <a:pt x="11222917" y="900035"/>
                  <a:pt x="11211424" y="911530"/>
                  <a:pt x="11197259" y="911530"/>
                </a:cubicBezTo>
                <a:cubicBezTo>
                  <a:pt x="11183094" y="911530"/>
                  <a:pt x="11171601" y="900035"/>
                  <a:pt x="11171601" y="885871"/>
                </a:cubicBezTo>
                <a:cubicBezTo>
                  <a:pt x="11171601" y="871706"/>
                  <a:pt x="11183094" y="860211"/>
                  <a:pt x="11197259" y="860211"/>
                </a:cubicBezTo>
                <a:close/>
                <a:moveTo>
                  <a:pt x="10683501" y="860211"/>
                </a:moveTo>
                <a:cubicBezTo>
                  <a:pt x="10697666" y="860211"/>
                  <a:pt x="10709159" y="871706"/>
                  <a:pt x="10709159" y="885871"/>
                </a:cubicBezTo>
                <a:cubicBezTo>
                  <a:pt x="10709159" y="900035"/>
                  <a:pt x="10697666" y="911530"/>
                  <a:pt x="10683501" y="911530"/>
                </a:cubicBezTo>
                <a:cubicBezTo>
                  <a:pt x="10669336" y="911530"/>
                  <a:pt x="10657843" y="900035"/>
                  <a:pt x="10657843" y="885871"/>
                </a:cubicBezTo>
                <a:cubicBezTo>
                  <a:pt x="10657843" y="871706"/>
                  <a:pt x="10669336" y="860211"/>
                  <a:pt x="10683501" y="860211"/>
                </a:cubicBezTo>
                <a:close/>
                <a:moveTo>
                  <a:pt x="10619297" y="860211"/>
                </a:moveTo>
                <a:cubicBezTo>
                  <a:pt x="10633462" y="860211"/>
                  <a:pt x="10644955" y="871706"/>
                  <a:pt x="10644955" y="885871"/>
                </a:cubicBezTo>
                <a:cubicBezTo>
                  <a:pt x="10644955" y="900035"/>
                  <a:pt x="10633462" y="911530"/>
                  <a:pt x="10619297" y="911530"/>
                </a:cubicBezTo>
                <a:cubicBezTo>
                  <a:pt x="10605132" y="911530"/>
                  <a:pt x="10593639" y="900035"/>
                  <a:pt x="10593639" y="885871"/>
                </a:cubicBezTo>
                <a:cubicBezTo>
                  <a:pt x="10593639" y="871706"/>
                  <a:pt x="10605132" y="860211"/>
                  <a:pt x="10619297" y="860211"/>
                </a:cubicBezTo>
                <a:close/>
                <a:moveTo>
                  <a:pt x="10555092" y="860211"/>
                </a:moveTo>
                <a:cubicBezTo>
                  <a:pt x="10569255" y="860211"/>
                  <a:pt x="10580751" y="871706"/>
                  <a:pt x="10580751" y="885871"/>
                </a:cubicBezTo>
                <a:cubicBezTo>
                  <a:pt x="10580751" y="900035"/>
                  <a:pt x="10569255" y="911530"/>
                  <a:pt x="10555092" y="911530"/>
                </a:cubicBezTo>
                <a:cubicBezTo>
                  <a:pt x="10540927" y="911530"/>
                  <a:pt x="10529432" y="900035"/>
                  <a:pt x="10529432" y="885871"/>
                </a:cubicBezTo>
                <a:cubicBezTo>
                  <a:pt x="10529432" y="871706"/>
                  <a:pt x="10540927" y="860211"/>
                  <a:pt x="10555092" y="860211"/>
                </a:cubicBezTo>
                <a:close/>
                <a:moveTo>
                  <a:pt x="10362474" y="860211"/>
                </a:moveTo>
                <a:cubicBezTo>
                  <a:pt x="10376647" y="860211"/>
                  <a:pt x="10388135" y="871699"/>
                  <a:pt x="10388135" y="885870"/>
                </a:cubicBezTo>
                <a:cubicBezTo>
                  <a:pt x="10388135" y="900041"/>
                  <a:pt x="10376647" y="911530"/>
                  <a:pt x="10362474" y="911530"/>
                </a:cubicBezTo>
                <a:cubicBezTo>
                  <a:pt x="10348304" y="911530"/>
                  <a:pt x="10336816" y="900041"/>
                  <a:pt x="10336816" y="885870"/>
                </a:cubicBezTo>
                <a:cubicBezTo>
                  <a:pt x="10336816" y="871699"/>
                  <a:pt x="10348304" y="860211"/>
                  <a:pt x="10362474" y="860211"/>
                </a:cubicBezTo>
                <a:close/>
                <a:moveTo>
                  <a:pt x="10234065" y="860211"/>
                </a:moveTo>
                <a:cubicBezTo>
                  <a:pt x="10248228" y="860211"/>
                  <a:pt x="10259723" y="871706"/>
                  <a:pt x="10259723" y="885871"/>
                </a:cubicBezTo>
                <a:cubicBezTo>
                  <a:pt x="10259723" y="900035"/>
                  <a:pt x="10248228" y="911530"/>
                  <a:pt x="10234065" y="911530"/>
                </a:cubicBezTo>
                <a:cubicBezTo>
                  <a:pt x="10219900" y="911530"/>
                  <a:pt x="10208404" y="900035"/>
                  <a:pt x="10208404" y="885871"/>
                </a:cubicBezTo>
                <a:cubicBezTo>
                  <a:pt x="10208404" y="871706"/>
                  <a:pt x="10219900" y="860211"/>
                  <a:pt x="10234065" y="860211"/>
                </a:cubicBezTo>
                <a:close/>
                <a:moveTo>
                  <a:pt x="10105654" y="860211"/>
                </a:moveTo>
                <a:cubicBezTo>
                  <a:pt x="10119819" y="860211"/>
                  <a:pt x="10131312" y="871706"/>
                  <a:pt x="10131312" y="885871"/>
                </a:cubicBezTo>
                <a:cubicBezTo>
                  <a:pt x="10131312" y="900035"/>
                  <a:pt x="10119819" y="911530"/>
                  <a:pt x="10105654" y="911530"/>
                </a:cubicBezTo>
                <a:cubicBezTo>
                  <a:pt x="10091489" y="911530"/>
                  <a:pt x="10079996" y="900035"/>
                  <a:pt x="10079996" y="885871"/>
                </a:cubicBezTo>
                <a:cubicBezTo>
                  <a:pt x="10079996" y="871706"/>
                  <a:pt x="10091489" y="860211"/>
                  <a:pt x="10105654" y="860211"/>
                </a:cubicBezTo>
                <a:close/>
                <a:moveTo>
                  <a:pt x="8564495" y="860211"/>
                </a:moveTo>
                <a:cubicBezTo>
                  <a:pt x="8578665" y="860211"/>
                  <a:pt x="8590153" y="871699"/>
                  <a:pt x="8590153" y="885870"/>
                </a:cubicBezTo>
                <a:cubicBezTo>
                  <a:pt x="8590153" y="900041"/>
                  <a:pt x="8578665" y="911530"/>
                  <a:pt x="8564495" y="911530"/>
                </a:cubicBezTo>
                <a:cubicBezTo>
                  <a:pt x="8550325" y="911530"/>
                  <a:pt x="8538837" y="900041"/>
                  <a:pt x="8538837" y="885870"/>
                </a:cubicBezTo>
                <a:cubicBezTo>
                  <a:pt x="8538837" y="871699"/>
                  <a:pt x="8550325" y="860211"/>
                  <a:pt x="8564495" y="860211"/>
                </a:cubicBezTo>
                <a:close/>
                <a:moveTo>
                  <a:pt x="8050852" y="860211"/>
                </a:moveTo>
                <a:cubicBezTo>
                  <a:pt x="8065017" y="860211"/>
                  <a:pt x="8076510" y="871706"/>
                  <a:pt x="8076510" y="885871"/>
                </a:cubicBezTo>
                <a:cubicBezTo>
                  <a:pt x="8076510" y="900035"/>
                  <a:pt x="8065017" y="911530"/>
                  <a:pt x="8050852" y="911530"/>
                </a:cubicBezTo>
                <a:cubicBezTo>
                  <a:pt x="8036687" y="911530"/>
                  <a:pt x="8025194" y="900035"/>
                  <a:pt x="8025194" y="885871"/>
                </a:cubicBezTo>
                <a:cubicBezTo>
                  <a:pt x="8025194" y="871706"/>
                  <a:pt x="8036687" y="860211"/>
                  <a:pt x="8050852" y="860211"/>
                </a:cubicBezTo>
                <a:close/>
                <a:moveTo>
                  <a:pt x="7986648" y="860211"/>
                </a:moveTo>
                <a:cubicBezTo>
                  <a:pt x="8000813" y="860211"/>
                  <a:pt x="8012306" y="871706"/>
                  <a:pt x="8012306" y="885871"/>
                </a:cubicBezTo>
                <a:cubicBezTo>
                  <a:pt x="8012306" y="900035"/>
                  <a:pt x="8000813" y="911530"/>
                  <a:pt x="7986648" y="911530"/>
                </a:cubicBezTo>
                <a:cubicBezTo>
                  <a:pt x="7972483" y="911530"/>
                  <a:pt x="7960990" y="900035"/>
                  <a:pt x="7960990" y="885871"/>
                </a:cubicBezTo>
                <a:cubicBezTo>
                  <a:pt x="7960990" y="871706"/>
                  <a:pt x="7972483" y="860211"/>
                  <a:pt x="7986648" y="860211"/>
                </a:cubicBezTo>
                <a:close/>
                <a:moveTo>
                  <a:pt x="7858237" y="860211"/>
                </a:moveTo>
                <a:cubicBezTo>
                  <a:pt x="7872407" y="860211"/>
                  <a:pt x="7883895" y="871699"/>
                  <a:pt x="7883895" y="885870"/>
                </a:cubicBezTo>
                <a:cubicBezTo>
                  <a:pt x="7883895" y="900041"/>
                  <a:pt x="7872407" y="911530"/>
                  <a:pt x="7858237" y="911530"/>
                </a:cubicBezTo>
                <a:cubicBezTo>
                  <a:pt x="7844066" y="911530"/>
                  <a:pt x="7832578" y="900041"/>
                  <a:pt x="7832578" y="885870"/>
                </a:cubicBezTo>
                <a:cubicBezTo>
                  <a:pt x="7832578" y="871699"/>
                  <a:pt x="7844066" y="860211"/>
                  <a:pt x="7858237" y="860211"/>
                </a:cubicBezTo>
                <a:close/>
                <a:moveTo>
                  <a:pt x="7794032" y="860211"/>
                </a:moveTo>
                <a:cubicBezTo>
                  <a:pt x="7808203" y="860211"/>
                  <a:pt x="7819690" y="871699"/>
                  <a:pt x="7819690" y="885870"/>
                </a:cubicBezTo>
                <a:cubicBezTo>
                  <a:pt x="7819690" y="900041"/>
                  <a:pt x="7808203" y="911530"/>
                  <a:pt x="7794032" y="911530"/>
                </a:cubicBezTo>
                <a:cubicBezTo>
                  <a:pt x="7779862" y="911530"/>
                  <a:pt x="7768371" y="900041"/>
                  <a:pt x="7768371" y="885870"/>
                </a:cubicBezTo>
                <a:cubicBezTo>
                  <a:pt x="7768371" y="871699"/>
                  <a:pt x="7779862" y="860211"/>
                  <a:pt x="7794032" y="860211"/>
                </a:cubicBezTo>
                <a:close/>
                <a:moveTo>
                  <a:pt x="7665621" y="860211"/>
                </a:moveTo>
                <a:cubicBezTo>
                  <a:pt x="7679786" y="860211"/>
                  <a:pt x="7691279" y="871706"/>
                  <a:pt x="7691279" y="885871"/>
                </a:cubicBezTo>
                <a:cubicBezTo>
                  <a:pt x="7691279" y="900035"/>
                  <a:pt x="7679786" y="911530"/>
                  <a:pt x="7665621" y="911530"/>
                </a:cubicBezTo>
                <a:cubicBezTo>
                  <a:pt x="7651456" y="911530"/>
                  <a:pt x="7639963" y="900035"/>
                  <a:pt x="7639963" y="885871"/>
                </a:cubicBezTo>
                <a:cubicBezTo>
                  <a:pt x="7639963" y="871706"/>
                  <a:pt x="7651456" y="860211"/>
                  <a:pt x="7665621" y="860211"/>
                </a:cubicBezTo>
                <a:close/>
                <a:moveTo>
                  <a:pt x="7601299" y="860211"/>
                </a:moveTo>
                <a:cubicBezTo>
                  <a:pt x="7615464" y="860211"/>
                  <a:pt x="7626959" y="871706"/>
                  <a:pt x="7626959" y="885871"/>
                </a:cubicBezTo>
                <a:cubicBezTo>
                  <a:pt x="7626959" y="900035"/>
                  <a:pt x="7615464" y="911530"/>
                  <a:pt x="7601299" y="911530"/>
                </a:cubicBezTo>
                <a:cubicBezTo>
                  <a:pt x="7587134" y="911530"/>
                  <a:pt x="7575640" y="900035"/>
                  <a:pt x="7575640" y="885871"/>
                </a:cubicBezTo>
                <a:cubicBezTo>
                  <a:pt x="7575640" y="871706"/>
                  <a:pt x="7587134" y="860211"/>
                  <a:pt x="7601299" y="860211"/>
                </a:cubicBezTo>
                <a:close/>
                <a:moveTo>
                  <a:pt x="7537094" y="860211"/>
                </a:moveTo>
                <a:cubicBezTo>
                  <a:pt x="7551259" y="860211"/>
                  <a:pt x="7562752" y="871706"/>
                  <a:pt x="7562752" y="885871"/>
                </a:cubicBezTo>
                <a:cubicBezTo>
                  <a:pt x="7562752" y="900035"/>
                  <a:pt x="7551259" y="911530"/>
                  <a:pt x="7537094" y="911530"/>
                </a:cubicBezTo>
                <a:cubicBezTo>
                  <a:pt x="7522929" y="911530"/>
                  <a:pt x="7511436" y="900035"/>
                  <a:pt x="7511436" y="885871"/>
                </a:cubicBezTo>
                <a:cubicBezTo>
                  <a:pt x="7511436" y="871706"/>
                  <a:pt x="7522929" y="860211"/>
                  <a:pt x="7537094" y="860211"/>
                </a:cubicBezTo>
                <a:close/>
                <a:moveTo>
                  <a:pt x="7151863" y="860211"/>
                </a:moveTo>
                <a:cubicBezTo>
                  <a:pt x="7166033" y="860211"/>
                  <a:pt x="7177521" y="871699"/>
                  <a:pt x="7177521" y="885870"/>
                </a:cubicBezTo>
                <a:cubicBezTo>
                  <a:pt x="7177521" y="900041"/>
                  <a:pt x="7166033" y="911530"/>
                  <a:pt x="7151863" y="911530"/>
                </a:cubicBezTo>
                <a:cubicBezTo>
                  <a:pt x="7137692" y="911530"/>
                  <a:pt x="7126205" y="900041"/>
                  <a:pt x="7126205" y="885870"/>
                </a:cubicBezTo>
                <a:cubicBezTo>
                  <a:pt x="7126205" y="871699"/>
                  <a:pt x="7137692" y="860211"/>
                  <a:pt x="7151863" y="860211"/>
                </a:cubicBezTo>
                <a:close/>
                <a:moveTo>
                  <a:pt x="6895043" y="860211"/>
                </a:moveTo>
                <a:cubicBezTo>
                  <a:pt x="6909208" y="860211"/>
                  <a:pt x="6920701" y="871706"/>
                  <a:pt x="6920701" y="885871"/>
                </a:cubicBezTo>
                <a:cubicBezTo>
                  <a:pt x="6920701" y="900035"/>
                  <a:pt x="6909208" y="911530"/>
                  <a:pt x="6895043" y="911530"/>
                </a:cubicBezTo>
                <a:cubicBezTo>
                  <a:pt x="6880878" y="911530"/>
                  <a:pt x="6869382" y="900035"/>
                  <a:pt x="6869382" y="885871"/>
                </a:cubicBezTo>
                <a:cubicBezTo>
                  <a:pt x="6869382" y="871706"/>
                  <a:pt x="6880878" y="860211"/>
                  <a:pt x="6895043" y="860211"/>
                </a:cubicBezTo>
                <a:close/>
                <a:moveTo>
                  <a:pt x="6252873" y="860211"/>
                </a:moveTo>
                <a:cubicBezTo>
                  <a:pt x="6267036" y="860211"/>
                  <a:pt x="6278532" y="871706"/>
                  <a:pt x="6278532" y="885871"/>
                </a:cubicBezTo>
                <a:cubicBezTo>
                  <a:pt x="6278532" y="900035"/>
                  <a:pt x="6267036" y="911530"/>
                  <a:pt x="6252873" y="911530"/>
                </a:cubicBezTo>
                <a:cubicBezTo>
                  <a:pt x="6238708" y="911530"/>
                  <a:pt x="6227213" y="900035"/>
                  <a:pt x="6227213" y="885871"/>
                </a:cubicBezTo>
                <a:cubicBezTo>
                  <a:pt x="6227213" y="871706"/>
                  <a:pt x="6238708" y="860211"/>
                  <a:pt x="6252873" y="860211"/>
                </a:cubicBezTo>
                <a:close/>
                <a:moveTo>
                  <a:pt x="5615066" y="860211"/>
                </a:moveTo>
                <a:cubicBezTo>
                  <a:pt x="5629231" y="860211"/>
                  <a:pt x="5640726" y="871706"/>
                  <a:pt x="5640726" y="885871"/>
                </a:cubicBezTo>
                <a:cubicBezTo>
                  <a:pt x="5640726" y="900035"/>
                  <a:pt x="5629231" y="911530"/>
                  <a:pt x="5615066" y="911530"/>
                </a:cubicBezTo>
                <a:cubicBezTo>
                  <a:pt x="5600901" y="911530"/>
                  <a:pt x="5589407" y="900035"/>
                  <a:pt x="5589407" y="885871"/>
                </a:cubicBezTo>
                <a:cubicBezTo>
                  <a:pt x="5589407" y="871706"/>
                  <a:pt x="5600901" y="860211"/>
                  <a:pt x="5615066" y="860211"/>
                </a:cubicBezTo>
                <a:close/>
                <a:moveTo>
                  <a:pt x="5486655" y="860211"/>
                </a:moveTo>
                <a:cubicBezTo>
                  <a:pt x="5500819" y="860211"/>
                  <a:pt x="5512316" y="871706"/>
                  <a:pt x="5512316" y="885871"/>
                </a:cubicBezTo>
                <a:cubicBezTo>
                  <a:pt x="5512316" y="900035"/>
                  <a:pt x="5500819" y="911530"/>
                  <a:pt x="5486655" y="911530"/>
                </a:cubicBezTo>
                <a:cubicBezTo>
                  <a:pt x="5472491" y="911530"/>
                  <a:pt x="5460997" y="900035"/>
                  <a:pt x="5460997" y="885871"/>
                </a:cubicBezTo>
                <a:cubicBezTo>
                  <a:pt x="5460997" y="871706"/>
                  <a:pt x="5472491" y="860211"/>
                  <a:pt x="5486655" y="860211"/>
                </a:cubicBezTo>
                <a:close/>
                <a:moveTo>
                  <a:pt x="4972896" y="860211"/>
                </a:moveTo>
                <a:cubicBezTo>
                  <a:pt x="4987063" y="860211"/>
                  <a:pt x="4998557" y="871706"/>
                  <a:pt x="4998557" y="885871"/>
                </a:cubicBezTo>
                <a:cubicBezTo>
                  <a:pt x="4998557" y="900035"/>
                  <a:pt x="4987063" y="911530"/>
                  <a:pt x="4972896" y="911530"/>
                </a:cubicBezTo>
                <a:cubicBezTo>
                  <a:pt x="4958732" y="911530"/>
                  <a:pt x="4947240" y="900035"/>
                  <a:pt x="4947240" y="885871"/>
                </a:cubicBezTo>
                <a:cubicBezTo>
                  <a:pt x="4947240" y="871706"/>
                  <a:pt x="4958732" y="860211"/>
                  <a:pt x="4972896" y="860211"/>
                </a:cubicBezTo>
                <a:close/>
                <a:moveTo>
                  <a:pt x="4908693" y="860211"/>
                </a:moveTo>
                <a:cubicBezTo>
                  <a:pt x="4922857" y="860211"/>
                  <a:pt x="4934352" y="871706"/>
                  <a:pt x="4934352" y="885871"/>
                </a:cubicBezTo>
                <a:cubicBezTo>
                  <a:pt x="4934352" y="900035"/>
                  <a:pt x="4922857" y="911530"/>
                  <a:pt x="4908693" y="911530"/>
                </a:cubicBezTo>
                <a:cubicBezTo>
                  <a:pt x="4894527" y="911530"/>
                  <a:pt x="4883033" y="900035"/>
                  <a:pt x="4883033" y="885871"/>
                </a:cubicBezTo>
                <a:cubicBezTo>
                  <a:pt x="4883033" y="871706"/>
                  <a:pt x="4894527" y="860211"/>
                  <a:pt x="4908693" y="860211"/>
                </a:cubicBezTo>
                <a:close/>
                <a:moveTo>
                  <a:pt x="4844487" y="860211"/>
                </a:moveTo>
                <a:cubicBezTo>
                  <a:pt x="4858650" y="860211"/>
                  <a:pt x="4870146" y="871706"/>
                  <a:pt x="4870146" y="885871"/>
                </a:cubicBezTo>
                <a:cubicBezTo>
                  <a:pt x="4870146" y="900035"/>
                  <a:pt x="4858650" y="911530"/>
                  <a:pt x="4844487" y="911530"/>
                </a:cubicBezTo>
                <a:cubicBezTo>
                  <a:pt x="4830322" y="911530"/>
                  <a:pt x="4818828" y="900035"/>
                  <a:pt x="4818828" y="885871"/>
                </a:cubicBezTo>
                <a:cubicBezTo>
                  <a:pt x="4818828" y="871706"/>
                  <a:pt x="4830322" y="860211"/>
                  <a:pt x="4844487" y="860211"/>
                </a:cubicBezTo>
                <a:close/>
                <a:moveTo>
                  <a:pt x="4651872" y="860211"/>
                </a:moveTo>
                <a:cubicBezTo>
                  <a:pt x="4666042" y="860211"/>
                  <a:pt x="4677531" y="871699"/>
                  <a:pt x="4677531" y="885870"/>
                </a:cubicBezTo>
                <a:cubicBezTo>
                  <a:pt x="4677531" y="900041"/>
                  <a:pt x="4666042" y="911530"/>
                  <a:pt x="4651872" y="911530"/>
                </a:cubicBezTo>
                <a:cubicBezTo>
                  <a:pt x="4637700" y="911530"/>
                  <a:pt x="4626213" y="900041"/>
                  <a:pt x="4626213" y="885870"/>
                </a:cubicBezTo>
                <a:cubicBezTo>
                  <a:pt x="4626213" y="871699"/>
                  <a:pt x="4637700" y="860211"/>
                  <a:pt x="4651872" y="860211"/>
                </a:cubicBezTo>
                <a:close/>
                <a:moveTo>
                  <a:pt x="4523461" y="860211"/>
                </a:moveTo>
                <a:cubicBezTo>
                  <a:pt x="4537626" y="860211"/>
                  <a:pt x="4549121" y="871706"/>
                  <a:pt x="4549121" y="885871"/>
                </a:cubicBezTo>
                <a:cubicBezTo>
                  <a:pt x="4549121" y="900035"/>
                  <a:pt x="4537626" y="911530"/>
                  <a:pt x="4523461" y="911530"/>
                </a:cubicBezTo>
                <a:cubicBezTo>
                  <a:pt x="4509296" y="911530"/>
                  <a:pt x="4497802" y="900035"/>
                  <a:pt x="4497802" y="885871"/>
                </a:cubicBezTo>
                <a:cubicBezTo>
                  <a:pt x="4497802" y="871706"/>
                  <a:pt x="4509296" y="860211"/>
                  <a:pt x="4523461" y="860211"/>
                </a:cubicBezTo>
                <a:close/>
                <a:moveTo>
                  <a:pt x="4395050" y="860211"/>
                </a:moveTo>
                <a:cubicBezTo>
                  <a:pt x="4409214" y="860211"/>
                  <a:pt x="4420710" y="871706"/>
                  <a:pt x="4420710" y="885871"/>
                </a:cubicBezTo>
                <a:cubicBezTo>
                  <a:pt x="4420710" y="900035"/>
                  <a:pt x="4409214" y="911530"/>
                  <a:pt x="4395050" y="911530"/>
                </a:cubicBezTo>
                <a:cubicBezTo>
                  <a:pt x="4380886" y="911530"/>
                  <a:pt x="4369391" y="900035"/>
                  <a:pt x="4369391" y="885871"/>
                </a:cubicBezTo>
                <a:cubicBezTo>
                  <a:pt x="4369391" y="871706"/>
                  <a:pt x="4380886" y="860211"/>
                  <a:pt x="4395050" y="860211"/>
                </a:cubicBezTo>
                <a:close/>
                <a:moveTo>
                  <a:pt x="2853890" y="860211"/>
                </a:moveTo>
                <a:cubicBezTo>
                  <a:pt x="2868062" y="860211"/>
                  <a:pt x="2879550" y="871699"/>
                  <a:pt x="2879550" y="885870"/>
                </a:cubicBezTo>
                <a:cubicBezTo>
                  <a:pt x="2879550" y="900041"/>
                  <a:pt x="2868062" y="911530"/>
                  <a:pt x="2853890" y="911530"/>
                </a:cubicBezTo>
                <a:cubicBezTo>
                  <a:pt x="2839720" y="911530"/>
                  <a:pt x="2828231" y="900041"/>
                  <a:pt x="2828231" y="885870"/>
                </a:cubicBezTo>
                <a:cubicBezTo>
                  <a:pt x="2828231" y="871699"/>
                  <a:pt x="2839720" y="860211"/>
                  <a:pt x="2853890" y="860211"/>
                </a:cubicBezTo>
                <a:close/>
                <a:moveTo>
                  <a:pt x="2340249" y="860211"/>
                </a:moveTo>
                <a:cubicBezTo>
                  <a:pt x="2354413" y="860211"/>
                  <a:pt x="2365908" y="871706"/>
                  <a:pt x="2365908" y="885871"/>
                </a:cubicBezTo>
                <a:cubicBezTo>
                  <a:pt x="2365908" y="900035"/>
                  <a:pt x="2354413" y="911530"/>
                  <a:pt x="2340249" y="911530"/>
                </a:cubicBezTo>
                <a:cubicBezTo>
                  <a:pt x="2326084" y="911530"/>
                  <a:pt x="2314590" y="900035"/>
                  <a:pt x="2314590" y="885871"/>
                </a:cubicBezTo>
                <a:cubicBezTo>
                  <a:pt x="2314590" y="871706"/>
                  <a:pt x="2326084" y="860211"/>
                  <a:pt x="2340249" y="860211"/>
                </a:cubicBezTo>
                <a:close/>
                <a:moveTo>
                  <a:pt x="2276044" y="860211"/>
                </a:moveTo>
                <a:cubicBezTo>
                  <a:pt x="2290208" y="860211"/>
                  <a:pt x="2301702" y="871706"/>
                  <a:pt x="2301702" y="885871"/>
                </a:cubicBezTo>
                <a:cubicBezTo>
                  <a:pt x="2301702" y="900035"/>
                  <a:pt x="2290208" y="911530"/>
                  <a:pt x="2276044" y="911530"/>
                </a:cubicBezTo>
                <a:cubicBezTo>
                  <a:pt x="2261879" y="911530"/>
                  <a:pt x="2250385" y="900035"/>
                  <a:pt x="2250385" y="885871"/>
                </a:cubicBezTo>
                <a:cubicBezTo>
                  <a:pt x="2250385" y="871706"/>
                  <a:pt x="2261879" y="860211"/>
                  <a:pt x="2276044" y="860211"/>
                </a:cubicBezTo>
                <a:close/>
                <a:moveTo>
                  <a:pt x="2147633" y="860211"/>
                </a:moveTo>
                <a:cubicBezTo>
                  <a:pt x="2161804" y="860211"/>
                  <a:pt x="2173293" y="871699"/>
                  <a:pt x="2173293" y="885870"/>
                </a:cubicBezTo>
                <a:cubicBezTo>
                  <a:pt x="2173293" y="900041"/>
                  <a:pt x="2161804" y="911530"/>
                  <a:pt x="2147633" y="911530"/>
                </a:cubicBezTo>
                <a:cubicBezTo>
                  <a:pt x="2133462" y="911530"/>
                  <a:pt x="2121975" y="900041"/>
                  <a:pt x="2121975" y="885870"/>
                </a:cubicBezTo>
                <a:cubicBezTo>
                  <a:pt x="2121975" y="871699"/>
                  <a:pt x="2133462" y="860211"/>
                  <a:pt x="2147633" y="860211"/>
                </a:cubicBezTo>
                <a:close/>
                <a:moveTo>
                  <a:pt x="2083427" y="860211"/>
                </a:moveTo>
                <a:cubicBezTo>
                  <a:pt x="2097599" y="860211"/>
                  <a:pt x="2109087" y="871699"/>
                  <a:pt x="2109087" y="885870"/>
                </a:cubicBezTo>
                <a:cubicBezTo>
                  <a:pt x="2109087" y="900041"/>
                  <a:pt x="2097599" y="911530"/>
                  <a:pt x="2083427" y="911530"/>
                </a:cubicBezTo>
                <a:cubicBezTo>
                  <a:pt x="2069257" y="911530"/>
                  <a:pt x="2057768" y="900041"/>
                  <a:pt x="2057768" y="885870"/>
                </a:cubicBezTo>
                <a:cubicBezTo>
                  <a:pt x="2057768" y="871699"/>
                  <a:pt x="2069257" y="860211"/>
                  <a:pt x="2083427" y="860211"/>
                </a:cubicBezTo>
                <a:close/>
                <a:moveTo>
                  <a:pt x="1955016" y="860211"/>
                </a:moveTo>
                <a:cubicBezTo>
                  <a:pt x="1969181" y="860211"/>
                  <a:pt x="1980676" y="871706"/>
                  <a:pt x="1980676" y="885871"/>
                </a:cubicBezTo>
                <a:cubicBezTo>
                  <a:pt x="1980676" y="900035"/>
                  <a:pt x="1969181" y="911530"/>
                  <a:pt x="1955016" y="911530"/>
                </a:cubicBezTo>
                <a:cubicBezTo>
                  <a:pt x="1940851" y="911530"/>
                  <a:pt x="1929358" y="900035"/>
                  <a:pt x="1929358" y="885871"/>
                </a:cubicBezTo>
                <a:cubicBezTo>
                  <a:pt x="1929358" y="871706"/>
                  <a:pt x="1940851" y="860211"/>
                  <a:pt x="1955016" y="860211"/>
                </a:cubicBezTo>
                <a:close/>
                <a:moveTo>
                  <a:pt x="1890696" y="860211"/>
                </a:moveTo>
                <a:cubicBezTo>
                  <a:pt x="1904860" y="860211"/>
                  <a:pt x="1916355" y="871706"/>
                  <a:pt x="1916355" y="885871"/>
                </a:cubicBezTo>
                <a:cubicBezTo>
                  <a:pt x="1916355" y="900035"/>
                  <a:pt x="1904860" y="911530"/>
                  <a:pt x="1890696" y="911530"/>
                </a:cubicBezTo>
                <a:cubicBezTo>
                  <a:pt x="1876531" y="911530"/>
                  <a:pt x="1865037" y="900035"/>
                  <a:pt x="1865037" y="885871"/>
                </a:cubicBezTo>
                <a:cubicBezTo>
                  <a:pt x="1865037" y="871706"/>
                  <a:pt x="1876531" y="860211"/>
                  <a:pt x="1890696" y="860211"/>
                </a:cubicBezTo>
                <a:close/>
                <a:moveTo>
                  <a:pt x="1826490" y="860211"/>
                </a:moveTo>
                <a:cubicBezTo>
                  <a:pt x="1840654" y="860211"/>
                  <a:pt x="1852149" y="871706"/>
                  <a:pt x="1852149" y="885871"/>
                </a:cubicBezTo>
                <a:cubicBezTo>
                  <a:pt x="1852149" y="900035"/>
                  <a:pt x="1840654" y="911530"/>
                  <a:pt x="1826490" y="911530"/>
                </a:cubicBezTo>
                <a:cubicBezTo>
                  <a:pt x="1812325" y="911530"/>
                  <a:pt x="1800830" y="900035"/>
                  <a:pt x="1800830" y="885871"/>
                </a:cubicBezTo>
                <a:cubicBezTo>
                  <a:pt x="1800830" y="871706"/>
                  <a:pt x="1812325" y="860211"/>
                  <a:pt x="1826490" y="860211"/>
                </a:cubicBezTo>
                <a:close/>
                <a:moveTo>
                  <a:pt x="1441258" y="860211"/>
                </a:moveTo>
                <a:cubicBezTo>
                  <a:pt x="1455430" y="860211"/>
                  <a:pt x="1466917" y="871699"/>
                  <a:pt x="1466917" y="885870"/>
                </a:cubicBezTo>
                <a:cubicBezTo>
                  <a:pt x="1466917" y="900041"/>
                  <a:pt x="1455430" y="911530"/>
                  <a:pt x="1441258" y="911530"/>
                </a:cubicBezTo>
                <a:cubicBezTo>
                  <a:pt x="1427087" y="911530"/>
                  <a:pt x="1415599" y="900041"/>
                  <a:pt x="1415599" y="885870"/>
                </a:cubicBezTo>
                <a:cubicBezTo>
                  <a:pt x="1415599" y="871699"/>
                  <a:pt x="1427087" y="860211"/>
                  <a:pt x="1441258" y="860211"/>
                </a:cubicBezTo>
                <a:close/>
                <a:moveTo>
                  <a:pt x="1184437" y="860211"/>
                </a:moveTo>
                <a:cubicBezTo>
                  <a:pt x="1198602" y="860211"/>
                  <a:pt x="1210096" y="871706"/>
                  <a:pt x="1210096" y="885871"/>
                </a:cubicBezTo>
                <a:cubicBezTo>
                  <a:pt x="1210096" y="900035"/>
                  <a:pt x="1198602" y="911530"/>
                  <a:pt x="1184437" y="911530"/>
                </a:cubicBezTo>
                <a:cubicBezTo>
                  <a:pt x="1170273" y="911530"/>
                  <a:pt x="1158780" y="900035"/>
                  <a:pt x="1158780" y="885871"/>
                </a:cubicBezTo>
                <a:cubicBezTo>
                  <a:pt x="1158780" y="871706"/>
                  <a:pt x="1170273" y="860211"/>
                  <a:pt x="1184437" y="860211"/>
                </a:cubicBezTo>
                <a:close/>
                <a:moveTo>
                  <a:pt x="542268" y="860211"/>
                </a:moveTo>
                <a:cubicBezTo>
                  <a:pt x="556433" y="860211"/>
                  <a:pt x="567927" y="871706"/>
                  <a:pt x="567927" y="885871"/>
                </a:cubicBezTo>
                <a:cubicBezTo>
                  <a:pt x="567927" y="900035"/>
                  <a:pt x="556433" y="911530"/>
                  <a:pt x="542268" y="911530"/>
                </a:cubicBezTo>
                <a:cubicBezTo>
                  <a:pt x="528104" y="911530"/>
                  <a:pt x="516610" y="900035"/>
                  <a:pt x="516610" y="885871"/>
                </a:cubicBezTo>
                <a:cubicBezTo>
                  <a:pt x="516610" y="871706"/>
                  <a:pt x="528104" y="860211"/>
                  <a:pt x="542268" y="860211"/>
                </a:cubicBezTo>
                <a:close/>
                <a:moveTo>
                  <a:pt x="11970691" y="805759"/>
                </a:moveTo>
                <a:cubicBezTo>
                  <a:pt x="11977773" y="805875"/>
                  <a:pt x="11983579" y="811564"/>
                  <a:pt x="11983579" y="818646"/>
                </a:cubicBezTo>
                <a:cubicBezTo>
                  <a:pt x="11983579" y="825729"/>
                  <a:pt x="11977889" y="831534"/>
                  <a:pt x="11970691" y="831534"/>
                </a:cubicBezTo>
                <a:cubicBezTo>
                  <a:pt x="11963609" y="831534"/>
                  <a:pt x="11957803" y="825845"/>
                  <a:pt x="11957803" y="818646"/>
                </a:cubicBezTo>
                <a:cubicBezTo>
                  <a:pt x="11957803" y="811564"/>
                  <a:pt x="11963493" y="805759"/>
                  <a:pt x="11970691" y="805759"/>
                </a:cubicBezTo>
                <a:close/>
                <a:moveTo>
                  <a:pt x="11454081" y="805759"/>
                </a:moveTo>
                <a:cubicBezTo>
                  <a:pt x="11461197" y="805759"/>
                  <a:pt x="11466969" y="811528"/>
                  <a:pt x="11466969" y="818646"/>
                </a:cubicBezTo>
                <a:cubicBezTo>
                  <a:pt x="11466969" y="825764"/>
                  <a:pt x="11461197" y="831534"/>
                  <a:pt x="11454081" y="831534"/>
                </a:cubicBezTo>
                <a:cubicBezTo>
                  <a:pt x="11446963" y="831534"/>
                  <a:pt x="11441194" y="825764"/>
                  <a:pt x="11441194" y="818646"/>
                </a:cubicBezTo>
                <a:cubicBezTo>
                  <a:pt x="11441194" y="811528"/>
                  <a:pt x="11446963" y="805759"/>
                  <a:pt x="11454081" y="805759"/>
                </a:cubicBezTo>
                <a:close/>
                <a:moveTo>
                  <a:pt x="11133055" y="805759"/>
                </a:moveTo>
                <a:cubicBezTo>
                  <a:pt x="11140171" y="805759"/>
                  <a:pt x="11145943" y="811528"/>
                  <a:pt x="11145943" y="818646"/>
                </a:cubicBezTo>
                <a:cubicBezTo>
                  <a:pt x="11145943" y="825764"/>
                  <a:pt x="11140171" y="831534"/>
                  <a:pt x="11133055" y="831534"/>
                </a:cubicBezTo>
                <a:cubicBezTo>
                  <a:pt x="11125936" y="831534"/>
                  <a:pt x="11120167" y="825764"/>
                  <a:pt x="11120167" y="818646"/>
                </a:cubicBezTo>
                <a:cubicBezTo>
                  <a:pt x="11120167" y="811528"/>
                  <a:pt x="11125936" y="805759"/>
                  <a:pt x="11133055" y="805759"/>
                </a:cubicBezTo>
                <a:close/>
                <a:moveTo>
                  <a:pt x="10940324" y="805759"/>
                </a:moveTo>
                <a:cubicBezTo>
                  <a:pt x="10947405" y="805875"/>
                  <a:pt x="10953209" y="811564"/>
                  <a:pt x="10953209" y="818646"/>
                </a:cubicBezTo>
                <a:cubicBezTo>
                  <a:pt x="10953209" y="825729"/>
                  <a:pt x="10947520" y="831534"/>
                  <a:pt x="10940324" y="831534"/>
                </a:cubicBezTo>
                <a:cubicBezTo>
                  <a:pt x="10933240" y="831534"/>
                  <a:pt x="10927436" y="825845"/>
                  <a:pt x="10927436" y="818646"/>
                </a:cubicBezTo>
                <a:cubicBezTo>
                  <a:pt x="10927436" y="811564"/>
                  <a:pt x="10933125" y="805759"/>
                  <a:pt x="10940324" y="805759"/>
                </a:cubicBezTo>
                <a:close/>
                <a:moveTo>
                  <a:pt x="10555092" y="805759"/>
                </a:moveTo>
                <a:cubicBezTo>
                  <a:pt x="10562174" y="805875"/>
                  <a:pt x="10567978" y="811564"/>
                  <a:pt x="10567978" y="818646"/>
                </a:cubicBezTo>
                <a:cubicBezTo>
                  <a:pt x="10567978" y="825729"/>
                  <a:pt x="10562289" y="831534"/>
                  <a:pt x="10555092" y="831534"/>
                </a:cubicBezTo>
                <a:cubicBezTo>
                  <a:pt x="10548009" y="831534"/>
                  <a:pt x="10542204" y="825845"/>
                  <a:pt x="10542204" y="818646"/>
                </a:cubicBezTo>
                <a:cubicBezTo>
                  <a:pt x="10542204" y="811564"/>
                  <a:pt x="10547893" y="805759"/>
                  <a:pt x="10555092" y="805759"/>
                </a:cubicBezTo>
                <a:close/>
                <a:moveTo>
                  <a:pt x="10298270" y="805759"/>
                </a:moveTo>
                <a:cubicBezTo>
                  <a:pt x="10305388" y="805759"/>
                  <a:pt x="10311158" y="811528"/>
                  <a:pt x="10311158" y="818646"/>
                </a:cubicBezTo>
                <a:cubicBezTo>
                  <a:pt x="10311158" y="825764"/>
                  <a:pt x="10305388" y="831534"/>
                  <a:pt x="10298270" y="831534"/>
                </a:cubicBezTo>
                <a:cubicBezTo>
                  <a:pt x="10291154" y="831534"/>
                  <a:pt x="10285382" y="825764"/>
                  <a:pt x="10285382" y="818646"/>
                </a:cubicBezTo>
                <a:cubicBezTo>
                  <a:pt x="10285382" y="811528"/>
                  <a:pt x="10291154" y="805759"/>
                  <a:pt x="10298270" y="805759"/>
                </a:cubicBezTo>
                <a:close/>
                <a:moveTo>
                  <a:pt x="10233947" y="805759"/>
                </a:moveTo>
                <a:cubicBezTo>
                  <a:pt x="10241146" y="805875"/>
                  <a:pt x="10246835" y="811564"/>
                  <a:pt x="10246835" y="818646"/>
                </a:cubicBezTo>
                <a:cubicBezTo>
                  <a:pt x="10246835" y="825729"/>
                  <a:pt x="10241146" y="831534"/>
                  <a:pt x="10233947" y="831534"/>
                </a:cubicBezTo>
                <a:cubicBezTo>
                  <a:pt x="10226866" y="831534"/>
                  <a:pt x="10221059" y="825845"/>
                  <a:pt x="10221059" y="818646"/>
                </a:cubicBezTo>
                <a:cubicBezTo>
                  <a:pt x="10221059" y="811564"/>
                  <a:pt x="10226748" y="805759"/>
                  <a:pt x="10233947" y="805759"/>
                </a:cubicBezTo>
                <a:close/>
                <a:moveTo>
                  <a:pt x="9720307" y="805759"/>
                </a:moveTo>
                <a:cubicBezTo>
                  <a:pt x="9727423" y="805759"/>
                  <a:pt x="9733193" y="811528"/>
                  <a:pt x="9733193" y="818646"/>
                </a:cubicBezTo>
                <a:cubicBezTo>
                  <a:pt x="9733193" y="825764"/>
                  <a:pt x="9727423" y="831534"/>
                  <a:pt x="9720307" y="831534"/>
                </a:cubicBezTo>
                <a:cubicBezTo>
                  <a:pt x="9713189" y="831534"/>
                  <a:pt x="9707419" y="825764"/>
                  <a:pt x="9707419" y="818646"/>
                </a:cubicBezTo>
                <a:cubicBezTo>
                  <a:pt x="9707419" y="811528"/>
                  <a:pt x="9713189" y="805759"/>
                  <a:pt x="9720307" y="805759"/>
                </a:cubicBezTo>
                <a:close/>
                <a:moveTo>
                  <a:pt x="9463485" y="805759"/>
                </a:moveTo>
                <a:cubicBezTo>
                  <a:pt x="9470568" y="805875"/>
                  <a:pt x="9476373" y="811564"/>
                  <a:pt x="9476373" y="818646"/>
                </a:cubicBezTo>
                <a:cubicBezTo>
                  <a:pt x="9476373" y="825729"/>
                  <a:pt x="9470683" y="831534"/>
                  <a:pt x="9463485" y="831534"/>
                </a:cubicBezTo>
                <a:cubicBezTo>
                  <a:pt x="9456403" y="831534"/>
                  <a:pt x="9450597" y="825845"/>
                  <a:pt x="9450597" y="818646"/>
                </a:cubicBezTo>
                <a:cubicBezTo>
                  <a:pt x="9450597" y="811564"/>
                  <a:pt x="9456286" y="805759"/>
                  <a:pt x="9463485" y="805759"/>
                </a:cubicBezTo>
                <a:close/>
                <a:moveTo>
                  <a:pt x="9078138" y="805759"/>
                </a:moveTo>
                <a:cubicBezTo>
                  <a:pt x="9085334" y="805875"/>
                  <a:pt x="9091023" y="811564"/>
                  <a:pt x="9091023" y="818646"/>
                </a:cubicBezTo>
                <a:cubicBezTo>
                  <a:pt x="9091023" y="825729"/>
                  <a:pt x="9085334" y="831534"/>
                  <a:pt x="9078138" y="831534"/>
                </a:cubicBezTo>
                <a:cubicBezTo>
                  <a:pt x="9071054" y="831534"/>
                  <a:pt x="9065250" y="825845"/>
                  <a:pt x="9065250" y="818646"/>
                </a:cubicBezTo>
                <a:cubicBezTo>
                  <a:pt x="9065250" y="811564"/>
                  <a:pt x="9070939" y="805759"/>
                  <a:pt x="9078138" y="805759"/>
                </a:cubicBezTo>
                <a:close/>
                <a:moveTo>
                  <a:pt x="7216067" y="805759"/>
                </a:moveTo>
                <a:cubicBezTo>
                  <a:pt x="7223186" y="805759"/>
                  <a:pt x="7228955" y="811528"/>
                  <a:pt x="7228955" y="818646"/>
                </a:cubicBezTo>
                <a:cubicBezTo>
                  <a:pt x="7228955" y="825764"/>
                  <a:pt x="7223186" y="831534"/>
                  <a:pt x="7216067" y="831534"/>
                </a:cubicBezTo>
                <a:cubicBezTo>
                  <a:pt x="7208951" y="831534"/>
                  <a:pt x="7203179" y="825764"/>
                  <a:pt x="7203179" y="818646"/>
                </a:cubicBezTo>
                <a:cubicBezTo>
                  <a:pt x="7203179" y="811528"/>
                  <a:pt x="7208951" y="805759"/>
                  <a:pt x="7216067" y="805759"/>
                </a:cubicBezTo>
                <a:close/>
                <a:moveTo>
                  <a:pt x="6638220" y="805759"/>
                </a:moveTo>
                <a:cubicBezTo>
                  <a:pt x="6645339" y="805759"/>
                  <a:pt x="6651108" y="811528"/>
                  <a:pt x="6651108" y="818646"/>
                </a:cubicBezTo>
                <a:cubicBezTo>
                  <a:pt x="6651108" y="825764"/>
                  <a:pt x="6645339" y="831534"/>
                  <a:pt x="6638220" y="831534"/>
                </a:cubicBezTo>
                <a:cubicBezTo>
                  <a:pt x="6631104" y="831534"/>
                  <a:pt x="6625335" y="825764"/>
                  <a:pt x="6625335" y="818646"/>
                </a:cubicBezTo>
                <a:cubicBezTo>
                  <a:pt x="6625335" y="811528"/>
                  <a:pt x="6631104" y="805759"/>
                  <a:pt x="6638220" y="805759"/>
                </a:cubicBezTo>
                <a:close/>
                <a:moveTo>
                  <a:pt x="6252873" y="805759"/>
                </a:moveTo>
                <a:cubicBezTo>
                  <a:pt x="6259955" y="805875"/>
                  <a:pt x="6265761" y="811564"/>
                  <a:pt x="6265761" y="818646"/>
                </a:cubicBezTo>
                <a:cubicBezTo>
                  <a:pt x="6265761" y="825729"/>
                  <a:pt x="6260072" y="831534"/>
                  <a:pt x="6252873" y="831534"/>
                </a:cubicBezTo>
                <a:cubicBezTo>
                  <a:pt x="6245792" y="831534"/>
                  <a:pt x="6239985" y="825845"/>
                  <a:pt x="6239985" y="818646"/>
                </a:cubicBezTo>
                <a:cubicBezTo>
                  <a:pt x="6239985" y="811564"/>
                  <a:pt x="6245674" y="805759"/>
                  <a:pt x="6252873" y="805759"/>
                </a:cubicBezTo>
                <a:close/>
                <a:moveTo>
                  <a:pt x="5743477" y="805759"/>
                </a:moveTo>
                <a:cubicBezTo>
                  <a:pt x="5750594" y="805759"/>
                  <a:pt x="5756364" y="811528"/>
                  <a:pt x="5756364" y="818646"/>
                </a:cubicBezTo>
                <a:cubicBezTo>
                  <a:pt x="5756364" y="825764"/>
                  <a:pt x="5750594" y="831534"/>
                  <a:pt x="5743477" y="831534"/>
                </a:cubicBezTo>
                <a:cubicBezTo>
                  <a:pt x="5736359" y="831534"/>
                  <a:pt x="5730590" y="825764"/>
                  <a:pt x="5730590" y="818646"/>
                </a:cubicBezTo>
                <a:cubicBezTo>
                  <a:pt x="5730590" y="811528"/>
                  <a:pt x="5736359" y="805759"/>
                  <a:pt x="5743477" y="805759"/>
                </a:cubicBezTo>
                <a:close/>
                <a:moveTo>
                  <a:pt x="5422451" y="805759"/>
                </a:moveTo>
                <a:cubicBezTo>
                  <a:pt x="5429568" y="805759"/>
                  <a:pt x="5435339" y="811528"/>
                  <a:pt x="5435339" y="818646"/>
                </a:cubicBezTo>
                <a:cubicBezTo>
                  <a:pt x="5435339" y="825764"/>
                  <a:pt x="5429568" y="831534"/>
                  <a:pt x="5422451" y="831534"/>
                </a:cubicBezTo>
                <a:cubicBezTo>
                  <a:pt x="5415332" y="831534"/>
                  <a:pt x="5409564" y="825764"/>
                  <a:pt x="5409564" y="818646"/>
                </a:cubicBezTo>
                <a:cubicBezTo>
                  <a:pt x="5409564" y="811528"/>
                  <a:pt x="5415332" y="805759"/>
                  <a:pt x="5422451" y="805759"/>
                </a:cubicBezTo>
                <a:close/>
                <a:moveTo>
                  <a:pt x="5229719" y="805759"/>
                </a:moveTo>
                <a:cubicBezTo>
                  <a:pt x="5236801" y="805875"/>
                  <a:pt x="5242606" y="811564"/>
                  <a:pt x="5242606" y="818646"/>
                </a:cubicBezTo>
                <a:cubicBezTo>
                  <a:pt x="5242606" y="825729"/>
                  <a:pt x="5236918" y="831534"/>
                  <a:pt x="5229719" y="831534"/>
                </a:cubicBezTo>
                <a:cubicBezTo>
                  <a:pt x="5222637" y="831534"/>
                  <a:pt x="5216831" y="825845"/>
                  <a:pt x="5216831" y="818646"/>
                </a:cubicBezTo>
                <a:cubicBezTo>
                  <a:pt x="5216831" y="811564"/>
                  <a:pt x="5222520" y="805759"/>
                  <a:pt x="5229719" y="805759"/>
                </a:cubicBezTo>
                <a:close/>
                <a:moveTo>
                  <a:pt x="4844487" y="805759"/>
                </a:moveTo>
                <a:cubicBezTo>
                  <a:pt x="4851568" y="805875"/>
                  <a:pt x="4857374" y="811564"/>
                  <a:pt x="4857374" y="818646"/>
                </a:cubicBezTo>
                <a:cubicBezTo>
                  <a:pt x="4857374" y="825729"/>
                  <a:pt x="4851686" y="831534"/>
                  <a:pt x="4844487" y="831534"/>
                </a:cubicBezTo>
                <a:cubicBezTo>
                  <a:pt x="4837405" y="831534"/>
                  <a:pt x="4831598" y="825845"/>
                  <a:pt x="4831598" y="818646"/>
                </a:cubicBezTo>
                <a:cubicBezTo>
                  <a:pt x="4831598" y="811564"/>
                  <a:pt x="4837289" y="805759"/>
                  <a:pt x="4844487" y="805759"/>
                </a:cubicBezTo>
                <a:close/>
                <a:moveTo>
                  <a:pt x="4587666" y="805759"/>
                </a:moveTo>
                <a:cubicBezTo>
                  <a:pt x="4594784" y="805759"/>
                  <a:pt x="4600553" y="811528"/>
                  <a:pt x="4600553" y="818646"/>
                </a:cubicBezTo>
                <a:cubicBezTo>
                  <a:pt x="4600553" y="825764"/>
                  <a:pt x="4594784" y="831534"/>
                  <a:pt x="4587666" y="831534"/>
                </a:cubicBezTo>
                <a:cubicBezTo>
                  <a:pt x="4580549" y="831534"/>
                  <a:pt x="4574778" y="825764"/>
                  <a:pt x="4574778" y="818646"/>
                </a:cubicBezTo>
                <a:cubicBezTo>
                  <a:pt x="4574778" y="811528"/>
                  <a:pt x="4580549" y="805759"/>
                  <a:pt x="4587666" y="805759"/>
                </a:cubicBezTo>
                <a:close/>
                <a:moveTo>
                  <a:pt x="4523345" y="805759"/>
                </a:moveTo>
                <a:cubicBezTo>
                  <a:pt x="4530542" y="805875"/>
                  <a:pt x="4536233" y="811564"/>
                  <a:pt x="4536233" y="818646"/>
                </a:cubicBezTo>
                <a:cubicBezTo>
                  <a:pt x="4536233" y="825729"/>
                  <a:pt x="4530542" y="831534"/>
                  <a:pt x="4523345" y="831534"/>
                </a:cubicBezTo>
                <a:cubicBezTo>
                  <a:pt x="4516262" y="831534"/>
                  <a:pt x="4510457" y="825845"/>
                  <a:pt x="4510457" y="818646"/>
                </a:cubicBezTo>
                <a:cubicBezTo>
                  <a:pt x="4510457" y="811564"/>
                  <a:pt x="4516146" y="805759"/>
                  <a:pt x="4523345" y="805759"/>
                </a:cubicBezTo>
                <a:close/>
                <a:moveTo>
                  <a:pt x="4009702" y="805759"/>
                </a:moveTo>
                <a:cubicBezTo>
                  <a:pt x="4016819" y="805759"/>
                  <a:pt x="4022589" y="811528"/>
                  <a:pt x="4022589" y="818646"/>
                </a:cubicBezTo>
                <a:cubicBezTo>
                  <a:pt x="4022589" y="825764"/>
                  <a:pt x="4016819" y="831534"/>
                  <a:pt x="4009702" y="831534"/>
                </a:cubicBezTo>
                <a:cubicBezTo>
                  <a:pt x="4002585" y="831534"/>
                  <a:pt x="3996814" y="825764"/>
                  <a:pt x="3996814" y="818646"/>
                </a:cubicBezTo>
                <a:cubicBezTo>
                  <a:pt x="3996814" y="811528"/>
                  <a:pt x="4002585" y="805759"/>
                  <a:pt x="4009702" y="805759"/>
                </a:cubicBezTo>
                <a:close/>
                <a:moveTo>
                  <a:pt x="3752882" y="805759"/>
                </a:moveTo>
                <a:cubicBezTo>
                  <a:pt x="3759964" y="805875"/>
                  <a:pt x="3765770" y="811564"/>
                  <a:pt x="3765770" y="818646"/>
                </a:cubicBezTo>
                <a:cubicBezTo>
                  <a:pt x="3765770" y="825729"/>
                  <a:pt x="3760079" y="831534"/>
                  <a:pt x="3752882" y="831534"/>
                </a:cubicBezTo>
                <a:cubicBezTo>
                  <a:pt x="3745798" y="831534"/>
                  <a:pt x="3739993" y="825845"/>
                  <a:pt x="3739993" y="818646"/>
                </a:cubicBezTo>
                <a:cubicBezTo>
                  <a:pt x="3739993" y="811564"/>
                  <a:pt x="3745682" y="805759"/>
                  <a:pt x="3752882" y="805759"/>
                </a:cubicBezTo>
                <a:close/>
                <a:moveTo>
                  <a:pt x="3367532" y="805759"/>
                </a:moveTo>
                <a:cubicBezTo>
                  <a:pt x="3374732" y="805875"/>
                  <a:pt x="3380421" y="811564"/>
                  <a:pt x="3380421" y="818646"/>
                </a:cubicBezTo>
                <a:cubicBezTo>
                  <a:pt x="3380421" y="825729"/>
                  <a:pt x="3374732" y="831534"/>
                  <a:pt x="3367532" y="831534"/>
                </a:cubicBezTo>
                <a:cubicBezTo>
                  <a:pt x="3360450" y="831534"/>
                  <a:pt x="3354645" y="825845"/>
                  <a:pt x="3354645" y="818646"/>
                </a:cubicBezTo>
                <a:cubicBezTo>
                  <a:pt x="3354645" y="811564"/>
                  <a:pt x="3360336" y="805759"/>
                  <a:pt x="3367532" y="805759"/>
                </a:cubicBezTo>
                <a:close/>
                <a:moveTo>
                  <a:pt x="1505464" y="805759"/>
                </a:moveTo>
                <a:cubicBezTo>
                  <a:pt x="1512581" y="805759"/>
                  <a:pt x="1518352" y="811528"/>
                  <a:pt x="1518352" y="818646"/>
                </a:cubicBezTo>
                <a:cubicBezTo>
                  <a:pt x="1518352" y="825764"/>
                  <a:pt x="1512581" y="831534"/>
                  <a:pt x="1505464" y="831534"/>
                </a:cubicBezTo>
                <a:cubicBezTo>
                  <a:pt x="1498346" y="831534"/>
                  <a:pt x="1492577" y="825764"/>
                  <a:pt x="1492577" y="818646"/>
                </a:cubicBezTo>
                <a:cubicBezTo>
                  <a:pt x="1492577" y="811528"/>
                  <a:pt x="1498346" y="805759"/>
                  <a:pt x="1505464" y="805759"/>
                </a:cubicBezTo>
                <a:close/>
                <a:moveTo>
                  <a:pt x="927616" y="805759"/>
                </a:moveTo>
                <a:cubicBezTo>
                  <a:pt x="934736" y="805759"/>
                  <a:pt x="940503" y="811528"/>
                  <a:pt x="940503" y="818646"/>
                </a:cubicBezTo>
                <a:cubicBezTo>
                  <a:pt x="940503" y="825764"/>
                  <a:pt x="934736" y="831534"/>
                  <a:pt x="927616" y="831534"/>
                </a:cubicBezTo>
                <a:cubicBezTo>
                  <a:pt x="920499" y="831534"/>
                  <a:pt x="914731" y="825764"/>
                  <a:pt x="914731" y="818646"/>
                </a:cubicBezTo>
                <a:cubicBezTo>
                  <a:pt x="914731" y="811528"/>
                  <a:pt x="920499" y="805759"/>
                  <a:pt x="927616" y="805759"/>
                </a:cubicBezTo>
                <a:close/>
                <a:moveTo>
                  <a:pt x="542270" y="805759"/>
                </a:moveTo>
                <a:cubicBezTo>
                  <a:pt x="549351" y="805875"/>
                  <a:pt x="555157" y="811564"/>
                  <a:pt x="555157" y="818646"/>
                </a:cubicBezTo>
                <a:cubicBezTo>
                  <a:pt x="555157" y="825729"/>
                  <a:pt x="549469" y="831534"/>
                  <a:pt x="542270" y="831534"/>
                </a:cubicBezTo>
                <a:cubicBezTo>
                  <a:pt x="535188" y="831534"/>
                  <a:pt x="529382" y="825845"/>
                  <a:pt x="529382" y="818646"/>
                </a:cubicBezTo>
                <a:cubicBezTo>
                  <a:pt x="529382" y="811564"/>
                  <a:pt x="535071" y="805759"/>
                  <a:pt x="542270" y="805759"/>
                </a:cubicBezTo>
                <a:close/>
                <a:moveTo>
                  <a:pt x="25659" y="805759"/>
                </a:moveTo>
                <a:cubicBezTo>
                  <a:pt x="32776" y="805759"/>
                  <a:pt x="38547" y="811528"/>
                  <a:pt x="38547" y="818646"/>
                </a:cubicBezTo>
                <a:cubicBezTo>
                  <a:pt x="38547" y="825764"/>
                  <a:pt x="32776" y="831534"/>
                  <a:pt x="25659" y="831534"/>
                </a:cubicBezTo>
                <a:cubicBezTo>
                  <a:pt x="18542" y="831534"/>
                  <a:pt x="12771" y="825764"/>
                  <a:pt x="12771" y="818646"/>
                </a:cubicBezTo>
                <a:cubicBezTo>
                  <a:pt x="12771" y="811528"/>
                  <a:pt x="18542" y="805759"/>
                  <a:pt x="25659" y="805759"/>
                </a:cubicBezTo>
                <a:close/>
                <a:moveTo>
                  <a:pt x="11325670" y="792988"/>
                </a:moveTo>
                <a:cubicBezTo>
                  <a:pt x="11339835" y="792988"/>
                  <a:pt x="11351329" y="804482"/>
                  <a:pt x="11351329" y="818646"/>
                </a:cubicBezTo>
                <a:cubicBezTo>
                  <a:pt x="11351329" y="832811"/>
                  <a:pt x="11339835" y="844305"/>
                  <a:pt x="11325670" y="844305"/>
                </a:cubicBezTo>
                <a:cubicBezTo>
                  <a:pt x="11311505" y="844305"/>
                  <a:pt x="11300012" y="832811"/>
                  <a:pt x="11300012" y="818646"/>
                </a:cubicBezTo>
                <a:cubicBezTo>
                  <a:pt x="11300012" y="804482"/>
                  <a:pt x="11311505" y="792988"/>
                  <a:pt x="11325670" y="792988"/>
                </a:cubicBezTo>
                <a:close/>
                <a:moveTo>
                  <a:pt x="11197259" y="792988"/>
                </a:moveTo>
                <a:cubicBezTo>
                  <a:pt x="11211424" y="792988"/>
                  <a:pt x="11222917" y="804482"/>
                  <a:pt x="11222917" y="818646"/>
                </a:cubicBezTo>
                <a:cubicBezTo>
                  <a:pt x="11222917" y="832811"/>
                  <a:pt x="11211424" y="844305"/>
                  <a:pt x="11197259" y="844305"/>
                </a:cubicBezTo>
                <a:cubicBezTo>
                  <a:pt x="11183094" y="844305"/>
                  <a:pt x="11171601" y="832811"/>
                  <a:pt x="11171601" y="818646"/>
                </a:cubicBezTo>
                <a:cubicBezTo>
                  <a:pt x="11171601" y="804482"/>
                  <a:pt x="11183094" y="792988"/>
                  <a:pt x="11197259" y="792988"/>
                </a:cubicBezTo>
                <a:close/>
                <a:moveTo>
                  <a:pt x="10683501" y="792988"/>
                </a:moveTo>
                <a:cubicBezTo>
                  <a:pt x="10697666" y="792988"/>
                  <a:pt x="10709159" y="804482"/>
                  <a:pt x="10709159" y="818646"/>
                </a:cubicBezTo>
                <a:cubicBezTo>
                  <a:pt x="10709159" y="832811"/>
                  <a:pt x="10697666" y="844305"/>
                  <a:pt x="10683501" y="844305"/>
                </a:cubicBezTo>
                <a:cubicBezTo>
                  <a:pt x="10669336" y="844305"/>
                  <a:pt x="10657843" y="832811"/>
                  <a:pt x="10657843" y="818646"/>
                </a:cubicBezTo>
                <a:cubicBezTo>
                  <a:pt x="10657843" y="804482"/>
                  <a:pt x="10669336" y="792988"/>
                  <a:pt x="10683501" y="792988"/>
                </a:cubicBezTo>
                <a:close/>
                <a:moveTo>
                  <a:pt x="10619297" y="792988"/>
                </a:moveTo>
                <a:cubicBezTo>
                  <a:pt x="10633462" y="792988"/>
                  <a:pt x="10644955" y="804482"/>
                  <a:pt x="10644955" y="818646"/>
                </a:cubicBezTo>
                <a:cubicBezTo>
                  <a:pt x="10644955" y="832811"/>
                  <a:pt x="10633462" y="844305"/>
                  <a:pt x="10619297" y="844305"/>
                </a:cubicBezTo>
                <a:cubicBezTo>
                  <a:pt x="10605132" y="844305"/>
                  <a:pt x="10593639" y="832811"/>
                  <a:pt x="10593639" y="818646"/>
                </a:cubicBezTo>
                <a:cubicBezTo>
                  <a:pt x="10593639" y="804482"/>
                  <a:pt x="10605132" y="792988"/>
                  <a:pt x="10619297" y="792988"/>
                </a:cubicBezTo>
                <a:close/>
                <a:moveTo>
                  <a:pt x="10362474" y="792988"/>
                </a:moveTo>
                <a:cubicBezTo>
                  <a:pt x="10376647" y="792988"/>
                  <a:pt x="10388135" y="804475"/>
                  <a:pt x="10388135" y="818646"/>
                </a:cubicBezTo>
                <a:cubicBezTo>
                  <a:pt x="10388135" y="832817"/>
                  <a:pt x="10376647" y="844305"/>
                  <a:pt x="10362474" y="844305"/>
                </a:cubicBezTo>
                <a:cubicBezTo>
                  <a:pt x="10348304" y="844305"/>
                  <a:pt x="10336816" y="832817"/>
                  <a:pt x="10336816" y="818646"/>
                </a:cubicBezTo>
                <a:cubicBezTo>
                  <a:pt x="10336816" y="804475"/>
                  <a:pt x="10348304" y="792988"/>
                  <a:pt x="10362474" y="792988"/>
                </a:cubicBezTo>
                <a:close/>
                <a:moveTo>
                  <a:pt x="10105654" y="792988"/>
                </a:moveTo>
                <a:cubicBezTo>
                  <a:pt x="10119819" y="792988"/>
                  <a:pt x="10131312" y="804482"/>
                  <a:pt x="10131312" y="818646"/>
                </a:cubicBezTo>
                <a:cubicBezTo>
                  <a:pt x="10131312" y="832811"/>
                  <a:pt x="10119819" y="844305"/>
                  <a:pt x="10105654" y="844305"/>
                </a:cubicBezTo>
                <a:cubicBezTo>
                  <a:pt x="10091489" y="844305"/>
                  <a:pt x="10079996" y="832811"/>
                  <a:pt x="10079996" y="818646"/>
                </a:cubicBezTo>
                <a:cubicBezTo>
                  <a:pt x="10079996" y="804482"/>
                  <a:pt x="10091489" y="792988"/>
                  <a:pt x="10105654" y="792988"/>
                </a:cubicBezTo>
                <a:close/>
                <a:moveTo>
                  <a:pt x="8564495" y="792988"/>
                </a:moveTo>
                <a:cubicBezTo>
                  <a:pt x="8578665" y="792988"/>
                  <a:pt x="8590153" y="804475"/>
                  <a:pt x="8590153" y="818646"/>
                </a:cubicBezTo>
                <a:cubicBezTo>
                  <a:pt x="8590153" y="832817"/>
                  <a:pt x="8578665" y="844305"/>
                  <a:pt x="8564495" y="844305"/>
                </a:cubicBezTo>
                <a:cubicBezTo>
                  <a:pt x="8550325" y="844305"/>
                  <a:pt x="8538837" y="832817"/>
                  <a:pt x="8538837" y="818646"/>
                </a:cubicBezTo>
                <a:cubicBezTo>
                  <a:pt x="8538837" y="804475"/>
                  <a:pt x="8550325" y="792988"/>
                  <a:pt x="8564495" y="792988"/>
                </a:cubicBezTo>
                <a:close/>
                <a:moveTo>
                  <a:pt x="8050852" y="792988"/>
                </a:moveTo>
                <a:cubicBezTo>
                  <a:pt x="8065017" y="792988"/>
                  <a:pt x="8076510" y="804482"/>
                  <a:pt x="8076510" y="818646"/>
                </a:cubicBezTo>
                <a:cubicBezTo>
                  <a:pt x="8076510" y="832811"/>
                  <a:pt x="8065017" y="844305"/>
                  <a:pt x="8050852" y="844305"/>
                </a:cubicBezTo>
                <a:cubicBezTo>
                  <a:pt x="8036687" y="844305"/>
                  <a:pt x="8025194" y="832811"/>
                  <a:pt x="8025194" y="818646"/>
                </a:cubicBezTo>
                <a:cubicBezTo>
                  <a:pt x="8025194" y="804482"/>
                  <a:pt x="8036687" y="792988"/>
                  <a:pt x="8050852" y="792988"/>
                </a:cubicBezTo>
                <a:close/>
                <a:moveTo>
                  <a:pt x="7986648" y="792988"/>
                </a:moveTo>
                <a:cubicBezTo>
                  <a:pt x="8000813" y="792988"/>
                  <a:pt x="8012306" y="804482"/>
                  <a:pt x="8012306" y="818646"/>
                </a:cubicBezTo>
                <a:cubicBezTo>
                  <a:pt x="8012306" y="832811"/>
                  <a:pt x="8000813" y="844305"/>
                  <a:pt x="7986648" y="844305"/>
                </a:cubicBezTo>
                <a:cubicBezTo>
                  <a:pt x="7972483" y="844305"/>
                  <a:pt x="7960990" y="832811"/>
                  <a:pt x="7960990" y="818646"/>
                </a:cubicBezTo>
                <a:cubicBezTo>
                  <a:pt x="7960990" y="804482"/>
                  <a:pt x="7972483" y="792988"/>
                  <a:pt x="7986648" y="792988"/>
                </a:cubicBezTo>
                <a:close/>
                <a:moveTo>
                  <a:pt x="7858237" y="792988"/>
                </a:moveTo>
                <a:cubicBezTo>
                  <a:pt x="7872407" y="792988"/>
                  <a:pt x="7883895" y="804475"/>
                  <a:pt x="7883895" y="818646"/>
                </a:cubicBezTo>
                <a:cubicBezTo>
                  <a:pt x="7883895" y="832817"/>
                  <a:pt x="7872407" y="844305"/>
                  <a:pt x="7858237" y="844305"/>
                </a:cubicBezTo>
                <a:cubicBezTo>
                  <a:pt x="7844066" y="844305"/>
                  <a:pt x="7832578" y="832817"/>
                  <a:pt x="7832578" y="818646"/>
                </a:cubicBezTo>
                <a:cubicBezTo>
                  <a:pt x="7832578" y="804475"/>
                  <a:pt x="7844066" y="792988"/>
                  <a:pt x="7858237" y="792988"/>
                </a:cubicBezTo>
                <a:close/>
                <a:moveTo>
                  <a:pt x="7794032" y="792988"/>
                </a:moveTo>
                <a:cubicBezTo>
                  <a:pt x="7808203" y="792988"/>
                  <a:pt x="7819690" y="804475"/>
                  <a:pt x="7819690" y="818646"/>
                </a:cubicBezTo>
                <a:cubicBezTo>
                  <a:pt x="7819690" y="832817"/>
                  <a:pt x="7808203" y="844305"/>
                  <a:pt x="7794032" y="844305"/>
                </a:cubicBezTo>
                <a:cubicBezTo>
                  <a:pt x="7779862" y="844305"/>
                  <a:pt x="7768371" y="832817"/>
                  <a:pt x="7768371" y="818646"/>
                </a:cubicBezTo>
                <a:cubicBezTo>
                  <a:pt x="7768371" y="804475"/>
                  <a:pt x="7779862" y="792988"/>
                  <a:pt x="7794032" y="792988"/>
                </a:cubicBezTo>
                <a:close/>
                <a:moveTo>
                  <a:pt x="7665621" y="792988"/>
                </a:moveTo>
                <a:cubicBezTo>
                  <a:pt x="7679786" y="792988"/>
                  <a:pt x="7691279" y="804482"/>
                  <a:pt x="7691279" y="818646"/>
                </a:cubicBezTo>
                <a:cubicBezTo>
                  <a:pt x="7691279" y="832811"/>
                  <a:pt x="7679786" y="844305"/>
                  <a:pt x="7665621" y="844305"/>
                </a:cubicBezTo>
                <a:cubicBezTo>
                  <a:pt x="7651456" y="844305"/>
                  <a:pt x="7639963" y="832811"/>
                  <a:pt x="7639963" y="818646"/>
                </a:cubicBezTo>
                <a:cubicBezTo>
                  <a:pt x="7639963" y="804482"/>
                  <a:pt x="7651456" y="792988"/>
                  <a:pt x="7665621" y="792988"/>
                </a:cubicBezTo>
                <a:close/>
                <a:moveTo>
                  <a:pt x="7601299" y="792988"/>
                </a:moveTo>
                <a:cubicBezTo>
                  <a:pt x="7615464" y="792988"/>
                  <a:pt x="7626959" y="804482"/>
                  <a:pt x="7626959" y="818646"/>
                </a:cubicBezTo>
                <a:cubicBezTo>
                  <a:pt x="7626959" y="832811"/>
                  <a:pt x="7615464" y="844305"/>
                  <a:pt x="7601299" y="844305"/>
                </a:cubicBezTo>
                <a:cubicBezTo>
                  <a:pt x="7587134" y="844305"/>
                  <a:pt x="7575640" y="832811"/>
                  <a:pt x="7575640" y="818646"/>
                </a:cubicBezTo>
                <a:cubicBezTo>
                  <a:pt x="7575640" y="804482"/>
                  <a:pt x="7587134" y="792988"/>
                  <a:pt x="7601299" y="792988"/>
                </a:cubicBezTo>
                <a:close/>
                <a:moveTo>
                  <a:pt x="7537094" y="792988"/>
                </a:moveTo>
                <a:cubicBezTo>
                  <a:pt x="7551259" y="792988"/>
                  <a:pt x="7562752" y="804482"/>
                  <a:pt x="7562752" y="818646"/>
                </a:cubicBezTo>
                <a:cubicBezTo>
                  <a:pt x="7562752" y="832811"/>
                  <a:pt x="7551259" y="844305"/>
                  <a:pt x="7537094" y="844305"/>
                </a:cubicBezTo>
                <a:cubicBezTo>
                  <a:pt x="7522929" y="844305"/>
                  <a:pt x="7511436" y="832811"/>
                  <a:pt x="7511436" y="818646"/>
                </a:cubicBezTo>
                <a:cubicBezTo>
                  <a:pt x="7511436" y="804482"/>
                  <a:pt x="7522929" y="792988"/>
                  <a:pt x="7537094" y="792988"/>
                </a:cubicBezTo>
                <a:close/>
                <a:moveTo>
                  <a:pt x="7151863" y="792988"/>
                </a:moveTo>
                <a:cubicBezTo>
                  <a:pt x="7166033" y="792988"/>
                  <a:pt x="7177521" y="804475"/>
                  <a:pt x="7177521" y="818646"/>
                </a:cubicBezTo>
                <a:cubicBezTo>
                  <a:pt x="7177521" y="832817"/>
                  <a:pt x="7166033" y="844305"/>
                  <a:pt x="7151863" y="844305"/>
                </a:cubicBezTo>
                <a:cubicBezTo>
                  <a:pt x="7137692" y="844305"/>
                  <a:pt x="7126205" y="832817"/>
                  <a:pt x="7126205" y="818646"/>
                </a:cubicBezTo>
                <a:cubicBezTo>
                  <a:pt x="7126205" y="804475"/>
                  <a:pt x="7137692" y="792988"/>
                  <a:pt x="7151863" y="792988"/>
                </a:cubicBezTo>
                <a:close/>
                <a:moveTo>
                  <a:pt x="6895043" y="792988"/>
                </a:moveTo>
                <a:cubicBezTo>
                  <a:pt x="6909208" y="792988"/>
                  <a:pt x="6920701" y="804482"/>
                  <a:pt x="6920701" y="818646"/>
                </a:cubicBezTo>
                <a:cubicBezTo>
                  <a:pt x="6920701" y="832811"/>
                  <a:pt x="6909208" y="844305"/>
                  <a:pt x="6895043" y="844305"/>
                </a:cubicBezTo>
                <a:cubicBezTo>
                  <a:pt x="6880878" y="844305"/>
                  <a:pt x="6869382" y="832811"/>
                  <a:pt x="6869382" y="818646"/>
                </a:cubicBezTo>
                <a:cubicBezTo>
                  <a:pt x="6869382" y="804482"/>
                  <a:pt x="6880878" y="792988"/>
                  <a:pt x="6895043" y="792988"/>
                </a:cubicBezTo>
                <a:close/>
                <a:moveTo>
                  <a:pt x="5615066" y="792988"/>
                </a:moveTo>
                <a:cubicBezTo>
                  <a:pt x="5629231" y="792988"/>
                  <a:pt x="5640726" y="804482"/>
                  <a:pt x="5640726" y="818646"/>
                </a:cubicBezTo>
                <a:cubicBezTo>
                  <a:pt x="5640726" y="832811"/>
                  <a:pt x="5629231" y="844305"/>
                  <a:pt x="5615066" y="844305"/>
                </a:cubicBezTo>
                <a:cubicBezTo>
                  <a:pt x="5600901" y="844305"/>
                  <a:pt x="5589407" y="832811"/>
                  <a:pt x="5589407" y="818646"/>
                </a:cubicBezTo>
                <a:cubicBezTo>
                  <a:pt x="5589407" y="804482"/>
                  <a:pt x="5600901" y="792988"/>
                  <a:pt x="5615066" y="792988"/>
                </a:cubicBezTo>
                <a:close/>
                <a:moveTo>
                  <a:pt x="5486655" y="792988"/>
                </a:moveTo>
                <a:cubicBezTo>
                  <a:pt x="5500819" y="792988"/>
                  <a:pt x="5512316" y="804482"/>
                  <a:pt x="5512316" y="818646"/>
                </a:cubicBezTo>
                <a:cubicBezTo>
                  <a:pt x="5512316" y="832811"/>
                  <a:pt x="5500819" y="844305"/>
                  <a:pt x="5486655" y="844305"/>
                </a:cubicBezTo>
                <a:cubicBezTo>
                  <a:pt x="5472491" y="844305"/>
                  <a:pt x="5460997" y="832811"/>
                  <a:pt x="5460997" y="818646"/>
                </a:cubicBezTo>
                <a:cubicBezTo>
                  <a:pt x="5460997" y="804482"/>
                  <a:pt x="5472491" y="792988"/>
                  <a:pt x="5486655" y="792988"/>
                </a:cubicBezTo>
                <a:close/>
                <a:moveTo>
                  <a:pt x="4972896" y="792988"/>
                </a:moveTo>
                <a:cubicBezTo>
                  <a:pt x="4987063" y="792988"/>
                  <a:pt x="4998557" y="804482"/>
                  <a:pt x="4998557" y="818646"/>
                </a:cubicBezTo>
                <a:cubicBezTo>
                  <a:pt x="4998557" y="832811"/>
                  <a:pt x="4987063" y="844305"/>
                  <a:pt x="4972896" y="844305"/>
                </a:cubicBezTo>
                <a:cubicBezTo>
                  <a:pt x="4958732" y="844305"/>
                  <a:pt x="4947240" y="832811"/>
                  <a:pt x="4947240" y="818646"/>
                </a:cubicBezTo>
                <a:cubicBezTo>
                  <a:pt x="4947240" y="804482"/>
                  <a:pt x="4958732" y="792988"/>
                  <a:pt x="4972896" y="792988"/>
                </a:cubicBezTo>
                <a:close/>
                <a:moveTo>
                  <a:pt x="4908693" y="792988"/>
                </a:moveTo>
                <a:cubicBezTo>
                  <a:pt x="4922857" y="792988"/>
                  <a:pt x="4934352" y="804482"/>
                  <a:pt x="4934352" y="818646"/>
                </a:cubicBezTo>
                <a:cubicBezTo>
                  <a:pt x="4934352" y="832811"/>
                  <a:pt x="4922857" y="844305"/>
                  <a:pt x="4908693" y="844305"/>
                </a:cubicBezTo>
                <a:cubicBezTo>
                  <a:pt x="4894527" y="844305"/>
                  <a:pt x="4883033" y="832811"/>
                  <a:pt x="4883033" y="818646"/>
                </a:cubicBezTo>
                <a:cubicBezTo>
                  <a:pt x="4883033" y="804482"/>
                  <a:pt x="4894527" y="792988"/>
                  <a:pt x="4908693" y="792988"/>
                </a:cubicBezTo>
                <a:close/>
                <a:moveTo>
                  <a:pt x="4651872" y="792988"/>
                </a:moveTo>
                <a:cubicBezTo>
                  <a:pt x="4666042" y="792988"/>
                  <a:pt x="4677531" y="804475"/>
                  <a:pt x="4677531" y="818646"/>
                </a:cubicBezTo>
                <a:cubicBezTo>
                  <a:pt x="4677531" y="832817"/>
                  <a:pt x="4666042" y="844305"/>
                  <a:pt x="4651872" y="844305"/>
                </a:cubicBezTo>
                <a:cubicBezTo>
                  <a:pt x="4637700" y="844305"/>
                  <a:pt x="4626213" y="832817"/>
                  <a:pt x="4626213" y="818646"/>
                </a:cubicBezTo>
                <a:cubicBezTo>
                  <a:pt x="4626213" y="804475"/>
                  <a:pt x="4637700" y="792988"/>
                  <a:pt x="4651872" y="792988"/>
                </a:cubicBezTo>
                <a:close/>
                <a:moveTo>
                  <a:pt x="4395050" y="792988"/>
                </a:moveTo>
                <a:cubicBezTo>
                  <a:pt x="4409214" y="792988"/>
                  <a:pt x="4420710" y="804482"/>
                  <a:pt x="4420710" y="818646"/>
                </a:cubicBezTo>
                <a:cubicBezTo>
                  <a:pt x="4420710" y="832811"/>
                  <a:pt x="4409214" y="844305"/>
                  <a:pt x="4395050" y="844305"/>
                </a:cubicBezTo>
                <a:cubicBezTo>
                  <a:pt x="4380886" y="844305"/>
                  <a:pt x="4369391" y="832811"/>
                  <a:pt x="4369391" y="818646"/>
                </a:cubicBezTo>
                <a:cubicBezTo>
                  <a:pt x="4369391" y="804482"/>
                  <a:pt x="4380886" y="792988"/>
                  <a:pt x="4395050" y="792988"/>
                </a:cubicBezTo>
                <a:close/>
                <a:moveTo>
                  <a:pt x="2853890" y="792988"/>
                </a:moveTo>
                <a:cubicBezTo>
                  <a:pt x="2868062" y="792988"/>
                  <a:pt x="2879550" y="804475"/>
                  <a:pt x="2879550" y="818646"/>
                </a:cubicBezTo>
                <a:cubicBezTo>
                  <a:pt x="2879550" y="832817"/>
                  <a:pt x="2868062" y="844305"/>
                  <a:pt x="2853890" y="844305"/>
                </a:cubicBezTo>
                <a:cubicBezTo>
                  <a:pt x="2839720" y="844305"/>
                  <a:pt x="2828231" y="832817"/>
                  <a:pt x="2828231" y="818646"/>
                </a:cubicBezTo>
                <a:cubicBezTo>
                  <a:pt x="2828231" y="804475"/>
                  <a:pt x="2839720" y="792988"/>
                  <a:pt x="2853890" y="792988"/>
                </a:cubicBezTo>
                <a:close/>
                <a:moveTo>
                  <a:pt x="2340249" y="792988"/>
                </a:moveTo>
                <a:cubicBezTo>
                  <a:pt x="2354413" y="792988"/>
                  <a:pt x="2365908" y="804482"/>
                  <a:pt x="2365908" y="818646"/>
                </a:cubicBezTo>
                <a:cubicBezTo>
                  <a:pt x="2365908" y="832811"/>
                  <a:pt x="2354413" y="844305"/>
                  <a:pt x="2340249" y="844305"/>
                </a:cubicBezTo>
                <a:cubicBezTo>
                  <a:pt x="2326084" y="844305"/>
                  <a:pt x="2314590" y="832811"/>
                  <a:pt x="2314590" y="818646"/>
                </a:cubicBezTo>
                <a:cubicBezTo>
                  <a:pt x="2314590" y="804482"/>
                  <a:pt x="2326084" y="792988"/>
                  <a:pt x="2340249" y="792988"/>
                </a:cubicBezTo>
                <a:close/>
                <a:moveTo>
                  <a:pt x="2276044" y="792988"/>
                </a:moveTo>
                <a:cubicBezTo>
                  <a:pt x="2290208" y="792988"/>
                  <a:pt x="2301702" y="804482"/>
                  <a:pt x="2301702" y="818646"/>
                </a:cubicBezTo>
                <a:cubicBezTo>
                  <a:pt x="2301702" y="832811"/>
                  <a:pt x="2290208" y="844305"/>
                  <a:pt x="2276044" y="844305"/>
                </a:cubicBezTo>
                <a:cubicBezTo>
                  <a:pt x="2261879" y="844305"/>
                  <a:pt x="2250385" y="832811"/>
                  <a:pt x="2250385" y="818646"/>
                </a:cubicBezTo>
                <a:cubicBezTo>
                  <a:pt x="2250385" y="804482"/>
                  <a:pt x="2261879" y="792988"/>
                  <a:pt x="2276044" y="792988"/>
                </a:cubicBezTo>
                <a:close/>
                <a:moveTo>
                  <a:pt x="2147633" y="792988"/>
                </a:moveTo>
                <a:cubicBezTo>
                  <a:pt x="2161804" y="792988"/>
                  <a:pt x="2173293" y="804475"/>
                  <a:pt x="2173293" y="818646"/>
                </a:cubicBezTo>
                <a:cubicBezTo>
                  <a:pt x="2173293" y="832817"/>
                  <a:pt x="2161804" y="844305"/>
                  <a:pt x="2147633" y="844305"/>
                </a:cubicBezTo>
                <a:cubicBezTo>
                  <a:pt x="2133462" y="844305"/>
                  <a:pt x="2121975" y="832817"/>
                  <a:pt x="2121975" y="818646"/>
                </a:cubicBezTo>
                <a:cubicBezTo>
                  <a:pt x="2121975" y="804475"/>
                  <a:pt x="2133462" y="792988"/>
                  <a:pt x="2147633" y="792988"/>
                </a:cubicBezTo>
                <a:close/>
                <a:moveTo>
                  <a:pt x="2083427" y="792988"/>
                </a:moveTo>
                <a:cubicBezTo>
                  <a:pt x="2097599" y="792988"/>
                  <a:pt x="2109087" y="804475"/>
                  <a:pt x="2109087" y="818646"/>
                </a:cubicBezTo>
                <a:cubicBezTo>
                  <a:pt x="2109087" y="832817"/>
                  <a:pt x="2097599" y="844305"/>
                  <a:pt x="2083427" y="844305"/>
                </a:cubicBezTo>
                <a:cubicBezTo>
                  <a:pt x="2069257" y="844305"/>
                  <a:pt x="2057768" y="832817"/>
                  <a:pt x="2057768" y="818646"/>
                </a:cubicBezTo>
                <a:cubicBezTo>
                  <a:pt x="2057768" y="804475"/>
                  <a:pt x="2069257" y="792988"/>
                  <a:pt x="2083427" y="792988"/>
                </a:cubicBezTo>
                <a:close/>
                <a:moveTo>
                  <a:pt x="1955016" y="792988"/>
                </a:moveTo>
                <a:cubicBezTo>
                  <a:pt x="1969181" y="792988"/>
                  <a:pt x="1980676" y="804482"/>
                  <a:pt x="1980676" y="818646"/>
                </a:cubicBezTo>
                <a:cubicBezTo>
                  <a:pt x="1980676" y="832811"/>
                  <a:pt x="1969181" y="844305"/>
                  <a:pt x="1955016" y="844305"/>
                </a:cubicBezTo>
                <a:cubicBezTo>
                  <a:pt x="1940851" y="844305"/>
                  <a:pt x="1929358" y="832811"/>
                  <a:pt x="1929358" y="818646"/>
                </a:cubicBezTo>
                <a:cubicBezTo>
                  <a:pt x="1929358" y="804482"/>
                  <a:pt x="1940851" y="792988"/>
                  <a:pt x="1955016" y="792988"/>
                </a:cubicBezTo>
                <a:close/>
                <a:moveTo>
                  <a:pt x="1890696" y="792988"/>
                </a:moveTo>
                <a:cubicBezTo>
                  <a:pt x="1904860" y="792988"/>
                  <a:pt x="1916355" y="804482"/>
                  <a:pt x="1916355" y="818646"/>
                </a:cubicBezTo>
                <a:cubicBezTo>
                  <a:pt x="1916355" y="832811"/>
                  <a:pt x="1904860" y="844305"/>
                  <a:pt x="1890696" y="844305"/>
                </a:cubicBezTo>
                <a:cubicBezTo>
                  <a:pt x="1876531" y="844305"/>
                  <a:pt x="1865037" y="832811"/>
                  <a:pt x="1865037" y="818646"/>
                </a:cubicBezTo>
                <a:cubicBezTo>
                  <a:pt x="1865037" y="804482"/>
                  <a:pt x="1876531" y="792988"/>
                  <a:pt x="1890696" y="792988"/>
                </a:cubicBezTo>
                <a:close/>
                <a:moveTo>
                  <a:pt x="1826490" y="792988"/>
                </a:moveTo>
                <a:cubicBezTo>
                  <a:pt x="1840654" y="792988"/>
                  <a:pt x="1852149" y="804482"/>
                  <a:pt x="1852149" y="818646"/>
                </a:cubicBezTo>
                <a:cubicBezTo>
                  <a:pt x="1852149" y="832811"/>
                  <a:pt x="1840654" y="844305"/>
                  <a:pt x="1826490" y="844305"/>
                </a:cubicBezTo>
                <a:cubicBezTo>
                  <a:pt x="1812325" y="844305"/>
                  <a:pt x="1800830" y="832811"/>
                  <a:pt x="1800830" y="818646"/>
                </a:cubicBezTo>
                <a:cubicBezTo>
                  <a:pt x="1800830" y="804482"/>
                  <a:pt x="1812325" y="792988"/>
                  <a:pt x="1826490" y="792988"/>
                </a:cubicBezTo>
                <a:close/>
                <a:moveTo>
                  <a:pt x="1441258" y="792988"/>
                </a:moveTo>
                <a:cubicBezTo>
                  <a:pt x="1455430" y="792988"/>
                  <a:pt x="1466917" y="804475"/>
                  <a:pt x="1466917" y="818646"/>
                </a:cubicBezTo>
                <a:cubicBezTo>
                  <a:pt x="1466917" y="832817"/>
                  <a:pt x="1455430" y="844305"/>
                  <a:pt x="1441258" y="844305"/>
                </a:cubicBezTo>
                <a:cubicBezTo>
                  <a:pt x="1427087" y="844305"/>
                  <a:pt x="1415599" y="832817"/>
                  <a:pt x="1415599" y="818646"/>
                </a:cubicBezTo>
                <a:cubicBezTo>
                  <a:pt x="1415599" y="804475"/>
                  <a:pt x="1427087" y="792988"/>
                  <a:pt x="1441258" y="792988"/>
                </a:cubicBezTo>
                <a:close/>
                <a:moveTo>
                  <a:pt x="1184437" y="792988"/>
                </a:moveTo>
                <a:cubicBezTo>
                  <a:pt x="1198602" y="792988"/>
                  <a:pt x="1210096" y="804482"/>
                  <a:pt x="1210096" y="818646"/>
                </a:cubicBezTo>
                <a:cubicBezTo>
                  <a:pt x="1210096" y="832811"/>
                  <a:pt x="1198602" y="844305"/>
                  <a:pt x="1184437" y="844305"/>
                </a:cubicBezTo>
                <a:cubicBezTo>
                  <a:pt x="1170273" y="844305"/>
                  <a:pt x="1158780" y="832811"/>
                  <a:pt x="1158780" y="818646"/>
                </a:cubicBezTo>
                <a:cubicBezTo>
                  <a:pt x="1158780" y="804482"/>
                  <a:pt x="1170273" y="792988"/>
                  <a:pt x="1184437" y="792988"/>
                </a:cubicBezTo>
                <a:close/>
                <a:moveTo>
                  <a:pt x="11970691" y="738651"/>
                </a:moveTo>
                <a:cubicBezTo>
                  <a:pt x="11977773" y="738767"/>
                  <a:pt x="11983579" y="744456"/>
                  <a:pt x="11983579" y="751539"/>
                </a:cubicBezTo>
                <a:cubicBezTo>
                  <a:pt x="11983579" y="758621"/>
                  <a:pt x="11977889" y="764426"/>
                  <a:pt x="11970691" y="764426"/>
                </a:cubicBezTo>
                <a:cubicBezTo>
                  <a:pt x="11963609" y="764426"/>
                  <a:pt x="11957803" y="758737"/>
                  <a:pt x="11957803" y="751539"/>
                </a:cubicBezTo>
                <a:cubicBezTo>
                  <a:pt x="11957803" y="744340"/>
                  <a:pt x="11963493" y="738651"/>
                  <a:pt x="11970691" y="738651"/>
                </a:cubicBezTo>
                <a:close/>
                <a:moveTo>
                  <a:pt x="11454081" y="738651"/>
                </a:moveTo>
                <a:cubicBezTo>
                  <a:pt x="11461197" y="738651"/>
                  <a:pt x="11466969" y="744421"/>
                  <a:pt x="11466969" y="751539"/>
                </a:cubicBezTo>
                <a:cubicBezTo>
                  <a:pt x="11466969" y="758656"/>
                  <a:pt x="11461197" y="764426"/>
                  <a:pt x="11454081" y="764426"/>
                </a:cubicBezTo>
                <a:cubicBezTo>
                  <a:pt x="11446963" y="764426"/>
                  <a:pt x="11441194" y="758656"/>
                  <a:pt x="11441194" y="751539"/>
                </a:cubicBezTo>
                <a:cubicBezTo>
                  <a:pt x="11441194" y="744421"/>
                  <a:pt x="11446963" y="738651"/>
                  <a:pt x="11454081" y="738651"/>
                </a:cubicBezTo>
                <a:close/>
                <a:moveTo>
                  <a:pt x="11325553" y="738651"/>
                </a:moveTo>
                <a:cubicBezTo>
                  <a:pt x="11332752" y="738767"/>
                  <a:pt x="11338441" y="744456"/>
                  <a:pt x="11338441" y="751539"/>
                </a:cubicBezTo>
                <a:cubicBezTo>
                  <a:pt x="11338441" y="758621"/>
                  <a:pt x="11332752" y="764426"/>
                  <a:pt x="11325553" y="764426"/>
                </a:cubicBezTo>
                <a:cubicBezTo>
                  <a:pt x="11318471" y="764426"/>
                  <a:pt x="11312667" y="758737"/>
                  <a:pt x="11312667" y="751539"/>
                </a:cubicBezTo>
                <a:cubicBezTo>
                  <a:pt x="11312667" y="744340"/>
                  <a:pt x="11318356" y="738651"/>
                  <a:pt x="11325553" y="738651"/>
                </a:cubicBezTo>
                <a:close/>
                <a:moveTo>
                  <a:pt x="11133055" y="738651"/>
                </a:moveTo>
                <a:cubicBezTo>
                  <a:pt x="11140171" y="738651"/>
                  <a:pt x="11145943" y="744421"/>
                  <a:pt x="11145943" y="751539"/>
                </a:cubicBezTo>
                <a:cubicBezTo>
                  <a:pt x="11145943" y="758656"/>
                  <a:pt x="11140171" y="764426"/>
                  <a:pt x="11133055" y="764426"/>
                </a:cubicBezTo>
                <a:cubicBezTo>
                  <a:pt x="11125936" y="764426"/>
                  <a:pt x="11120167" y="758656"/>
                  <a:pt x="11120167" y="751539"/>
                </a:cubicBezTo>
                <a:cubicBezTo>
                  <a:pt x="11120167" y="744421"/>
                  <a:pt x="11125936" y="738651"/>
                  <a:pt x="11133055" y="738651"/>
                </a:cubicBezTo>
                <a:close/>
                <a:moveTo>
                  <a:pt x="10940324" y="738651"/>
                </a:moveTo>
                <a:cubicBezTo>
                  <a:pt x="10947405" y="738767"/>
                  <a:pt x="10953209" y="744456"/>
                  <a:pt x="10953209" y="751539"/>
                </a:cubicBezTo>
                <a:cubicBezTo>
                  <a:pt x="10953209" y="758621"/>
                  <a:pt x="10947520" y="764426"/>
                  <a:pt x="10940324" y="764426"/>
                </a:cubicBezTo>
                <a:cubicBezTo>
                  <a:pt x="10933240" y="764426"/>
                  <a:pt x="10927436" y="758737"/>
                  <a:pt x="10927436" y="751539"/>
                </a:cubicBezTo>
                <a:cubicBezTo>
                  <a:pt x="10927436" y="744340"/>
                  <a:pt x="10933125" y="738651"/>
                  <a:pt x="10940324" y="738651"/>
                </a:cubicBezTo>
                <a:close/>
                <a:moveTo>
                  <a:pt x="10555092" y="738651"/>
                </a:moveTo>
                <a:cubicBezTo>
                  <a:pt x="10562174" y="738767"/>
                  <a:pt x="10567978" y="744456"/>
                  <a:pt x="10567978" y="751539"/>
                </a:cubicBezTo>
                <a:cubicBezTo>
                  <a:pt x="10567978" y="758621"/>
                  <a:pt x="10562289" y="764426"/>
                  <a:pt x="10555092" y="764426"/>
                </a:cubicBezTo>
                <a:cubicBezTo>
                  <a:pt x="10548009" y="764426"/>
                  <a:pt x="10542204" y="758737"/>
                  <a:pt x="10542204" y="751539"/>
                </a:cubicBezTo>
                <a:cubicBezTo>
                  <a:pt x="10542204" y="744340"/>
                  <a:pt x="10547893" y="738651"/>
                  <a:pt x="10555092" y="738651"/>
                </a:cubicBezTo>
                <a:close/>
                <a:moveTo>
                  <a:pt x="10233947" y="738651"/>
                </a:moveTo>
                <a:cubicBezTo>
                  <a:pt x="10241146" y="738767"/>
                  <a:pt x="10246835" y="744456"/>
                  <a:pt x="10246835" y="751539"/>
                </a:cubicBezTo>
                <a:cubicBezTo>
                  <a:pt x="10246835" y="758621"/>
                  <a:pt x="10241146" y="764426"/>
                  <a:pt x="10233947" y="764426"/>
                </a:cubicBezTo>
                <a:cubicBezTo>
                  <a:pt x="10226866" y="764426"/>
                  <a:pt x="10221059" y="758737"/>
                  <a:pt x="10221059" y="751539"/>
                </a:cubicBezTo>
                <a:cubicBezTo>
                  <a:pt x="10221059" y="744340"/>
                  <a:pt x="10226748" y="738651"/>
                  <a:pt x="10233947" y="738651"/>
                </a:cubicBezTo>
                <a:close/>
                <a:moveTo>
                  <a:pt x="10105654" y="738651"/>
                </a:moveTo>
                <a:cubicBezTo>
                  <a:pt x="10112773" y="738651"/>
                  <a:pt x="10118542" y="744421"/>
                  <a:pt x="10118542" y="751539"/>
                </a:cubicBezTo>
                <a:cubicBezTo>
                  <a:pt x="10118542" y="758656"/>
                  <a:pt x="10112773" y="764426"/>
                  <a:pt x="10105654" y="764426"/>
                </a:cubicBezTo>
                <a:cubicBezTo>
                  <a:pt x="10098538" y="764426"/>
                  <a:pt x="10092766" y="758656"/>
                  <a:pt x="10092766" y="751539"/>
                </a:cubicBezTo>
                <a:cubicBezTo>
                  <a:pt x="10092766" y="744421"/>
                  <a:pt x="10098538" y="738651"/>
                  <a:pt x="10105654" y="738651"/>
                </a:cubicBezTo>
                <a:close/>
                <a:moveTo>
                  <a:pt x="9720307" y="738651"/>
                </a:moveTo>
                <a:cubicBezTo>
                  <a:pt x="9727423" y="738651"/>
                  <a:pt x="9733193" y="744421"/>
                  <a:pt x="9733193" y="751539"/>
                </a:cubicBezTo>
                <a:cubicBezTo>
                  <a:pt x="9733193" y="758656"/>
                  <a:pt x="9727423" y="764426"/>
                  <a:pt x="9720307" y="764426"/>
                </a:cubicBezTo>
                <a:cubicBezTo>
                  <a:pt x="9713189" y="764426"/>
                  <a:pt x="9707419" y="758656"/>
                  <a:pt x="9707419" y="751539"/>
                </a:cubicBezTo>
                <a:cubicBezTo>
                  <a:pt x="9707419" y="744421"/>
                  <a:pt x="9713189" y="738651"/>
                  <a:pt x="9720307" y="738651"/>
                </a:cubicBezTo>
                <a:close/>
                <a:moveTo>
                  <a:pt x="9463485" y="738651"/>
                </a:moveTo>
                <a:cubicBezTo>
                  <a:pt x="9470568" y="738767"/>
                  <a:pt x="9476373" y="744456"/>
                  <a:pt x="9476373" y="751539"/>
                </a:cubicBezTo>
                <a:cubicBezTo>
                  <a:pt x="9476373" y="758621"/>
                  <a:pt x="9470683" y="764426"/>
                  <a:pt x="9463485" y="764426"/>
                </a:cubicBezTo>
                <a:cubicBezTo>
                  <a:pt x="9456403" y="764426"/>
                  <a:pt x="9450597" y="758737"/>
                  <a:pt x="9450597" y="751539"/>
                </a:cubicBezTo>
                <a:cubicBezTo>
                  <a:pt x="9450597" y="744340"/>
                  <a:pt x="9456286" y="738651"/>
                  <a:pt x="9463485" y="738651"/>
                </a:cubicBezTo>
                <a:close/>
                <a:moveTo>
                  <a:pt x="9078138" y="738651"/>
                </a:moveTo>
                <a:cubicBezTo>
                  <a:pt x="9085334" y="738767"/>
                  <a:pt x="9091023" y="744456"/>
                  <a:pt x="9091023" y="751539"/>
                </a:cubicBezTo>
                <a:cubicBezTo>
                  <a:pt x="9091023" y="758621"/>
                  <a:pt x="9085334" y="764426"/>
                  <a:pt x="9078138" y="764426"/>
                </a:cubicBezTo>
                <a:cubicBezTo>
                  <a:pt x="9071054" y="764426"/>
                  <a:pt x="9065250" y="758737"/>
                  <a:pt x="9065250" y="751539"/>
                </a:cubicBezTo>
                <a:cubicBezTo>
                  <a:pt x="9065250" y="744340"/>
                  <a:pt x="9070939" y="738651"/>
                  <a:pt x="9078138" y="738651"/>
                </a:cubicBezTo>
                <a:close/>
                <a:moveTo>
                  <a:pt x="7216067" y="738651"/>
                </a:moveTo>
                <a:cubicBezTo>
                  <a:pt x="7223186" y="738651"/>
                  <a:pt x="7228955" y="744421"/>
                  <a:pt x="7228955" y="751539"/>
                </a:cubicBezTo>
                <a:cubicBezTo>
                  <a:pt x="7228955" y="758656"/>
                  <a:pt x="7223186" y="764426"/>
                  <a:pt x="7216067" y="764426"/>
                </a:cubicBezTo>
                <a:cubicBezTo>
                  <a:pt x="7208951" y="764426"/>
                  <a:pt x="7203179" y="758656"/>
                  <a:pt x="7203179" y="751539"/>
                </a:cubicBezTo>
                <a:cubicBezTo>
                  <a:pt x="7203179" y="744421"/>
                  <a:pt x="7208951" y="738651"/>
                  <a:pt x="7216067" y="738651"/>
                </a:cubicBezTo>
                <a:close/>
                <a:moveTo>
                  <a:pt x="7151863" y="738651"/>
                </a:moveTo>
                <a:cubicBezTo>
                  <a:pt x="7158981" y="738651"/>
                  <a:pt x="7164751" y="744421"/>
                  <a:pt x="7164751" y="751539"/>
                </a:cubicBezTo>
                <a:cubicBezTo>
                  <a:pt x="7164751" y="758656"/>
                  <a:pt x="7158981" y="764426"/>
                  <a:pt x="7151863" y="764426"/>
                </a:cubicBezTo>
                <a:cubicBezTo>
                  <a:pt x="7144744" y="764426"/>
                  <a:pt x="7138975" y="758656"/>
                  <a:pt x="7138975" y="751539"/>
                </a:cubicBezTo>
                <a:cubicBezTo>
                  <a:pt x="7138975" y="744421"/>
                  <a:pt x="7144744" y="738651"/>
                  <a:pt x="7151863" y="738651"/>
                </a:cubicBezTo>
                <a:close/>
                <a:moveTo>
                  <a:pt x="6894925" y="738651"/>
                </a:moveTo>
                <a:cubicBezTo>
                  <a:pt x="6902124" y="738767"/>
                  <a:pt x="6907813" y="744456"/>
                  <a:pt x="6907813" y="751539"/>
                </a:cubicBezTo>
                <a:cubicBezTo>
                  <a:pt x="6907813" y="758621"/>
                  <a:pt x="6902124" y="764426"/>
                  <a:pt x="6894925" y="764426"/>
                </a:cubicBezTo>
                <a:cubicBezTo>
                  <a:pt x="6887844" y="764426"/>
                  <a:pt x="6882040" y="758737"/>
                  <a:pt x="6882040" y="751539"/>
                </a:cubicBezTo>
                <a:cubicBezTo>
                  <a:pt x="6882040" y="744340"/>
                  <a:pt x="6887726" y="738651"/>
                  <a:pt x="6894925" y="738651"/>
                </a:cubicBezTo>
                <a:close/>
                <a:moveTo>
                  <a:pt x="6252873" y="738651"/>
                </a:moveTo>
                <a:cubicBezTo>
                  <a:pt x="6259955" y="738767"/>
                  <a:pt x="6265761" y="744456"/>
                  <a:pt x="6265761" y="751539"/>
                </a:cubicBezTo>
                <a:cubicBezTo>
                  <a:pt x="6265761" y="758621"/>
                  <a:pt x="6260072" y="764426"/>
                  <a:pt x="6252873" y="764426"/>
                </a:cubicBezTo>
                <a:cubicBezTo>
                  <a:pt x="6245792" y="764426"/>
                  <a:pt x="6239985" y="758737"/>
                  <a:pt x="6239985" y="751539"/>
                </a:cubicBezTo>
                <a:cubicBezTo>
                  <a:pt x="6239985" y="744340"/>
                  <a:pt x="6245674" y="738651"/>
                  <a:pt x="6252873" y="738651"/>
                </a:cubicBezTo>
                <a:close/>
                <a:moveTo>
                  <a:pt x="5743477" y="738651"/>
                </a:moveTo>
                <a:cubicBezTo>
                  <a:pt x="5750594" y="738651"/>
                  <a:pt x="5756364" y="744421"/>
                  <a:pt x="5756364" y="751539"/>
                </a:cubicBezTo>
                <a:cubicBezTo>
                  <a:pt x="5756364" y="758656"/>
                  <a:pt x="5750594" y="764426"/>
                  <a:pt x="5743477" y="764426"/>
                </a:cubicBezTo>
                <a:cubicBezTo>
                  <a:pt x="5736359" y="764426"/>
                  <a:pt x="5730590" y="758656"/>
                  <a:pt x="5730590" y="751539"/>
                </a:cubicBezTo>
                <a:cubicBezTo>
                  <a:pt x="5730590" y="744421"/>
                  <a:pt x="5736359" y="738651"/>
                  <a:pt x="5743477" y="738651"/>
                </a:cubicBezTo>
                <a:close/>
                <a:moveTo>
                  <a:pt x="5614950" y="738651"/>
                </a:moveTo>
                <a:cubicBezTo>
                  <a:pt x="5622149" y="738767"/>
                  <a:pt x="5627837" y="744456"/>
                  <a:pt x="5627837" y="751539"/>
                </a:cubicBezTo>
                <a:cubicBezTo>
                  <a:pt x="5627837" y="758621"/>
                  <a:pt x="5622149" y="764426"/>
                  <a:pt x="5614950" y="764426"/>
                </a:cubicBezTo>
                <a:cubicBezTo>
                  <a:pt x="5607869" y="764426"/>
                  <a:pt x="5602062" y="758737"/>
                  <a:pt x="5602062" y="751539"/>
                </a:cubicBezTo>
                <a:cubicBezTo>
                  <a:pt x="5602062" y="744340"/>
                  <a:pt x="5607752" y="738651"/>
                  <a:pt x="5614950" y="738651"/>
                </a:cubicBezTo>
                <a:close/>
                <a:moveTo>
                  <a:pt x="5422451" y="738651"/>
                </a:moveTo>
                <a:cubicBezTo>
                  <a:pt x="5429568" y="738651"/>
                  <a:pt x="5435339" y="744421"/>
                  <a:pt x="5435339" y="751539"/>
                </a:cubicBezTo>
                <a:cubicBezTo>
                  <a:pt x="5435339" y="758656"/>
                  <a:pt x="5429568" y="764426"/>
                  <a:pt x="5422451" y="764426"/>
                </a:cubicBezTo>
                <a:cubicBezTo>
                  <a:pt x="5415332" y="764426"/>
                  <a:pt x="5409564" y="758656"/>
                  <a:pt x="5409564" y="751539"/>
                </a:cubicBezTo>
                <a:cubicBezTo>
                  <a:pt x="5409564" y="744421"/>
                  <a:pt x="5415332" y="738651"/>
                  <a:pt x="5422451" y="738651"/>
                </a:cubicBezTo>
                <a:close/>
                <a:moveTo>
                  <a:pt x="5229719" y="738651"/>
                </a:moveTo>
                <a:cubicBezTo>
                  <a:pt x="5236801" y="738767"/>
                  <a:pt x="5242606" y="744456"/>
                  <a:pt x="5242606" y="751539"/>
                </a:cubicBezTo>
                <a:cubicBezTo>
                  <a:pt x="5242606" y="758621"/>
                  <a:pt x="5236918" y="764426"/>
                  <a:pt x="5229719" y="764426"/>
                </a:cubicBezTo>
                <a:cubicBezTo>
                  <a:pt x="5222637" y="764426"/>
                  <a:pt x="5216831" y="758737"/>
                  <a:pt x="5216831" y="751539"/>
                </a:cubicBezTo>
                <a:cubicBezTo>
                  <a:pt x="5216831" y="744340"/>
                  <a:pt x="5222520" y="738651"/>
                  <a:pt x="5229719" y="738651"/>
                </a:cubicBezTo>
                <a:close/>
                <a:moveTo>
                  <a:pt x="4844487" y="738651"/>
                </a:moveTo>
                <a:cubicBezTo>
                  <a:pt x="4851568" y="738767"/>
                  <a:pt x="4857374" y="744456"/>
                  <a:pt x="4857374" y="751539"/>
                </a:cubicBezTo>
                <a:cubicBezTo>
                  <a:pt x="4857374" y="758621"/>
                  <a:pt x="4851686" y="764426"/>
                  <a:pt x="4844487" y="764426"/>
                </a:cubicBezTo>
                <a:cubicBezTo>
                  <a:pt x="4837405" y="764426"/>
                  <a:pt x="4831598" y="758737"/>
                  <a:pt x="4831598" y="751539"/>
                </a:cubicBezTo>
                <a:cubicBezTo>
                  <a:pt x="4831598" y="744340"/>
                  <a:pt x="4837289" y="738651"/>
                  <a:pt x="4844487" y="738651"/>
                </a:cubicBezTo>
                <a:close/>
                <a:moveTo>
                  <a:pt x="4523345" y="738651"/>
                </a:moveTo>
                <a:cubicBezTo>
                  <a:pt x="4530542" y="738767"/>
                  <a:pt x="4536233" y="744456"/>
                  <a:pt x="4536233" y="751539"/>
                </a:cubicBezTo>
                <a:cubicBezTo>
                  <a:pt x="4536233" y="758621"/>
                  <a:pt x="4530542" y="764426"/>
                  <a:pt x="4523345" y="764426"/>
                </a:cubicBezTo>
                <a:cubicBezTo>
                  <a:pt x="4516262" y="764426"/>
                  <a:pt x="4510457" y="758737"/>
                  <a:pt x="4510457" y="751539"/>
                </a:cubicBezTo>
                <a:cubicBezTo>
                  <a:pt x="4510457" y="744340"/>
                  <a:pt x="4516146" y="738651"/>
                  <a:pt x="4523345" y="738651"/>
                </a:cubicBezTo>
                <a:close/>
                <a:moveTo>
                  <a:pt x="4395050" y="738651"/>
                </a:moveTo>
                <a:cubicBezTo>
                  <a:pt x="4402168" y="738651"/>
                  <a:pt x="4407938" y="744421"/>
                  <a:pt x="4407938" y="751539"/>
                </a:cubicBezTo>
                <a:cubicBezTo>
                  <a:pt x="4407938" y="758656"/>
                  <a:pt x="4402168" y="764426"/>
                  <a:pt x="4395050" y="764426"/>
                </a:cubicBezTo>
                <a:cubicBezTo>
                  <a:pt x="4387934" y="764426"/>
                  <a:pt x="4382162" y="758656"/>
                  <a:pt x="4382162" y="751539"/>
                </a:cubicBezTo>
                <a:cubicBezTo>
                  <a:pt x="4382162" y="744421"/>
                  <a:pt x="4387934" y="738651"/>
                  <a:pt x="4395050" y="738651"/>
                </a:cubicBezTo>
                <a:close/>
                <a:moveTo>
                  <a:pt x="4009702" y="738651"/>
                </a:moveTo>
                <a:cubicBezTo>
                  <a:pt x="4016819" y="738651"/>
                  <a:pt x="4022589" y="744421"/>
                  <a:pt x="4022589" y="751539"/>
                </a:cubicBezTo>
                <a:cubicBezTo>
                  <a:pt x="4022589" y="758656"/>
                  <a:pt x="4016819" y="764426"/>
                  <a:pt x="4009702" y="764426"/>
                </a:cubicBezTo>
                <a:cubicBezTo>
                  <a:pt x="4002585" y="764426"/>
                  <a:pt x="3996814" y="758656"/>
                  <a:pt x="3996814" y="751539"/>
                </a:cubicBezTo>
                <a:cubicBezTo>
                  <a:pt x="3996814" y="744421"/>
                  <a:pt x="4002585" y="738651"/>
                  <a:pt x="4009702" y="738651"/>
                </a:cubicBezTo>
                <a:close/>
                <a:moveTo>
                  <a:pt x="3752882" y="738651"/>
                </a:moveTo>
                <a:cubicBezTo>
                  <a:pt x="3759964" y="738767"/>
                  <a:pt x="3765770" y="744456"/>
                  <a:pt x="3765770" y="751539"/>
                </a:cubicBezTo>
                <a:cubicBezTo>
                  <a:pt x="3765770" y="758621"/>
                  <a:pt x="3760079" y="764426"/>
                  <a:pt x="3752882" y="764426"/>
                </a:cubicBezTo>
                <a:cubicBezTo>
                  <a:pt x="3745798" y="764426"/>
                  <a:pt x="3739993" y="758737"/>
                  <a:pt x="3739993" y="751539"/>
                </a:cubicBezTo>
                <a:cubicBezTo>
                  <a:pt x="3739993" y="744340"/>
                  <a:pt x="3745682" y="738651"/>
                  <a:pt x="3752882" y="738651"/>
                </a:cubicBezTo>
                <a:close/>
                <a:moveTo>
                  <a:pt x="3367532" y="738651"/>
                </a:moveTo>
                <a:cubicBezTo>
                  <a:pt x="3374732" y="738767"/>
                  <a:pt x="3380421" y="744456"/>
                  <a:pt x="3380421" y="751539"/>
                </a:cubicBezTo>
                <a:cubicBezTo>
                  <a:pt x="3380421" y="758621"/>
                  <a:pt x="3374732" y="764426"/>
                  <a:pt x="3367532" y="764426"/>
                </a:cubicBezTo>
                <a:cubicBezTo>
                  <a:pt x="3360450" y="764426"/>
                  <a:pt x="3354645" y="758737"/>
                  <a:pt x="3354645" y="751539"/>
                </a:cubicBezTo>
                <a:cubicBezTo>
                  <a:pt x="3354645" y="744340"/>
                  <a:pt x="3360336" y="738651"/>
                  <a:pt x="3367532" y="738651"/>
                </a:cubicBezTo>
                <a:close/>
                <a:moveTo>
                  <a:pt x="1505464" y="738651"/>
                </a:moveTo>
                <a:cubicBezTo>
                  <a:pt x="1512581" y="738651"/>
                  <a:pt x="1518352" y="744421"/>
                  <a:pt x="1518352" y="751539"/>
                </a:cubicBezTo>
                <a:cubicBezTo>
                  <a:pt x="1518352" y="758656"/>
                  <a:pt x="1512581" y="764426"/>
                  <a:pt x="1505464" y="764426"/>
                </a:cubicBezTo>
                <a:cubicBezTo>
                  <a:pt x="1498346" y="764426"/>
                  <a:pt x="1492577" y="758656"/>
                  <a:pt x="1492577" y="751539"/>
                </a:cubicBezTo>
                <a:cubicBezTo>
                  <a:pt x="1492577" y="744421"/>
                  <a:pt x="1498346" y="738651"/>
                  <a:pt x="1505464" y="738651"/>
                </a:cubicBezTo>
                <a:close/>
                <a:moveTo>
                  <a:pt x="1441258" y="738651"/>
                </a:moveTo>
                <a:cubicBezTo>
                  <a:pt x="1448377" y="738651"/>
                  <a:pt x="1454146" y="744421"/>
                  <a:pt x="1454146" y="751539"/>
                </a:cubicBezTo>
                <a:cubicBezTo>
                  <a:pt x="1454146" y="758656"/>
                  <a:pt x="1448377" y="764426"/>
                  <a:pt x="1441258" y="764426"/>
                </a:cubicBezTo>
                <a:cubicBezTo>
                  <a:pt x="1434141" y="764426"/>
                  <a:pt x="1428371" y="758656"/>
                  <a:pt x="1428371" y="751539"/>
                </a:cubicBezTo>
                <a:cubicBezTo>
                  <a:pt x="1428371" y="744421"/>
                  <a:pt x="1434141" y="738651"/>
                  <a:pt x="1441258" y="738651"/>
                </a:cubicBezTo>
                <a:close/>
                <a:moveTo>
                  <a:pt x="1184322" y="738651"/>
                </a:moveTo>
                <a:cubicBezTo>
                  <a:pt x="1191520" y="738767"/>
                  <a:pt x="1197209" y="744456"/>
                  <a:pt x="1197209" y="751539"/>
                </a:cubicBezTo>
                <a:cubicBezTo>
                  <a:pt x="1197209" y="758621"/>
                  <a:pt x="1191520" y="764426"/>
                  <a:pt x="1184322" y="764426"/>
                </a:cubicBezTo>
                <a:cubicBezTo>
                  <a:pt x="1177239" y="764426"/>
                  <a:pt x="1171435" y="758737"/>
                  <a:pt x="1171435" y="751539"/>
                </a:cubicBezTo>
                <a:cubicBezTo>
                  <a:pt x="1171435" y="744340"/>
                  <a:pt x="1177123" y="738651"/>
                  <a:pt x="1184322" y="738651"/>
                </a:cubicBezTo>
                <a:close/>
                <a:moveTo>
                  <a:pt x="542270" y="738651"/>
                </a:moveTo>
                <a:cubicBezTo>
                  <a:pt x="549351" y="738767"/>
                  <a:pt x="555157" y="744456"/>
                  <a:pt x="555157" y="751539"/>
                </a:cubicBezTo>
                <a:cubicBezTo>
                  <a:pt x="555157" y="758621"/>
                  <a:pt x="549469" y="764426"/>
                  <a:pt x="542270" y="764426"/>
                </a:cubicBezTo>
                <a:cubicBezTo>
                  <a:pt x="535188" y="764426"/>
                  <a:pt x="529382" y="758737"/>
                  <a:pt x="529382" y="751539"/>
                </a:cubicBezTo>
                <a:cubicBezTo>
                  <a:pt x="529382" y="744340"/>
                  <a:pt x="535071" y="738651"/>
                  <a:pt x="542270" y="738651"/>
                </a:cubicBezTo>
                <a:close/>
                <a:moveTo>
                  <a:pt x="25659" y="738651"/>
                </a:moveTo>
                <a:cubicBezTo>
                  <a:pt x="32776" y="738651"/>
                  <a:pt x="38547" y="744421"/>
                  <a:pt x="38547" y="751539"/>
                </a:cubicBezTo>
                <a:cubicBezTo>
                  <a:pt x="38547" y="758656"/>
                  <a:pt x="32776" y="764426"/>
                  <a:pt x="25659" y="764426"/>
                </a:cubicBezTo>
                <a:cubicBezTo>
                  <a:pt x="18542" y="764426"/>
                  <a:pt x="12771" y="758656"/>
                  <a:pt x="12771" y="751539"/>
                </a:cubicBezTo>
                <a:cubicBezTo>
                  <a:pt x="12771" y="744421"/>
                  <a:pt x="18542" y="738651"/>
                  <a:pt x="25659" y="738651"/>
                </a:cubicBezTo>
                <a:close/>
                <a:moveTo>
                  <a:pt x="11197259" y="725880"/>
                </a:moveTo>
                <a:cubicBezTo>
                  <a:pt x="11211424" y="725880"/>
                  <a:pt x="11222917" y="737374"/>
                  <a:pt x="11222917" y="751539"/>
                </a:cubicBezTo>
                <a:cubicBezTo>
                  <a:pt x="11222917" y="765704"/>
                  <a:pt x="11211424" y="777197"/>
                  <a:pt x="11197259" y="777197"/>
                </a:cubicBezTo>
                <a:cubicBezTo>
                  <a:pt x="11183094" y="777197"/>
                  <a:pt x="11171601" y="765704"/>
                  <a:pt x="11171601" y="751539"/>
                </a:cubicBezTo>
                <a:cubicBezTo>
                  <a:pt x="11171601" y="737374"/>
                  <a:pt x="11183094" y="725880"/>
                  <a:pt x="11197259" y="725880"/>
                </a:cubicBezTo>
                <a:close/>
                <a:moveTo>
                  <a:pt x="10683501" y="725880"/>
                </a:moveTo>
                <a:cubicBezTo>
                  <a:pt x="10697666" y="725880"/>
                  <a:pt x="10709159" y="737374"/>
                  <a:pt x="10709159" y="751539"/>
                </a:cubicBezTo>
                <a:cubicBezTo>
                  <a:pt x="10709159" y="765704"/>
                  <a:pt x="10697666" y="777197"/>
                  <a:pt x="10683501" y="777197"/>
                </a:cubicBezTo>
                <a:cubicBezTo>
                  <a:pt x="10669336" y="777197"/>
                  <a:pt x="10657843" y="765704"/>
                  <a:pt x="10657843" y="751539"/>
                </a:cubicBezTo>
                <a:cubicBezTo>
                  <a:pt x="10657843" y="737374"/>
                  <a:pt x="10669336" y="725880"/>
                  <a:pt x="10683501" y="725880"/>
                </a:cubicBezTo>
                <a:close/>
                <a:moveTo>
                  <a:pt x="10619297" y="725880"/>
                </a:moveTo>
                <a:cubicBezTo>
                  <a:pt x="10633462" y="725880"/>
                  <a:pt x="10644955" y="737374"/>
                  <a:pt x="10644955" y="751539"/>
                </a:cubicBezTo>
                <a:cubicBezTo>
                  <a:pt x="10644955" y="765704"/>
                  <a:pt x="10633462" y="777197"/>
                  <a:pt x="10619297" y="777197"/>
                </a:cubicBezTo>
                <a:cubicBezTo>
                  <a:pt x="10605132" y="777197"/>
                  <a:pt x="10593639" y="765704"/>
                  <a:pt x="10593639" y="751539"/>
                </a:cubicBezTo>
                <a:cubicBezTo>
                  <a:pt x="10593639" y="737374"/>
                  <a:pt x="10605132" y="725880"/>
                  <a:pt x="10619297" y="725880"/>
                </a:cubicBezTo>
                <a:close/>
                <a:moveTo>
                  <a:pt x="10362474" y="725880"/>
                </a:moveTo>
                <a:cubicBezTo>
                  <a:pt x="10376647" y="725880"/>
                  <a:pt x="10388135" y="737368"/>
                  <a:pt x="10388135" y="751539"/>
                </a:cubicBezTo>
                <a:cubicBezTo>
                  <a:pt x="10388135" y="765710"/>
                  <a:pt x="10376647" y="777197"/>
                  <a:pt x="10362474" y="777197"/>
                </a:cubicBezTo>
                <a:cubicBezTo>
                  <a:pt x="10348304" y="777197"/>
                  <a:pt x="10336816" y="765710"/>
                  <a:pt x="10336816" y="751539"/>
                </a:cubicBezTo>
                <a:cubicBezTo>
                  <a:pt x="10336816" y="737368"/>
                  <a:pt x="10348304" y="725880"/>
                  <a:pt x="10362474" y="725880"/>
                </a:cubicBezTo>
                <a:close/>
                <a:moveTo>
                  <a:pt x="8564495" y="725880"/>
                </a:moveTo>
                <a:cubicBezTo>
                  <a:pt x="8578665" y="725880"/>
                  <a:pt x="8590153" y="737368"/>
                  <a:pt x="8590153" y="751539"/>
                </a:cubicBezTo>
                <a:cubicBezTo>
                  <a:pt x="8590153" y="765710"/>
                  <a:pt x="8578665" y="777197"/>
                  <a:pt x="8564495" y="777197"/>
                </a:cubicBezTo>
                <a:cubicBezTo>
                  <a:pt x="8550325" y="777197"/>
                  <a:pt x="8538837" y="765710"/>
                  <a:pt x="8538837" y="751539"/>
                </a:cubicBezTo>
                <a:cubicBezTo>
                  <a:pt x="8538837" y="737368"/>
                  <a:pt x="8550325" y="725880"/>
                  <a:pt x="8564495" y="725880"/>
                </a:cubicBezTo>
                <a:close/>
                <a:moveTo>
                  <a:pt x="8050852" y="725880"/>
                </a:moveTo>
                <a:cubicBezTo>
                  <a:pt x="8065017" y="725880"/>
                  <a:pt x="8076510" y="737374"/>
                  <a:pt x="8076510" y="751539"/>
                </a:cubicBezTo>
                <a:cubicBezTo>
                  <a:pt x="8076510" y="765704"/>
                  <a:pt x="8065017" y="777197"/>
                  <a:pt x="8050852" y="777197"/>
                </a:cubicBezTo>
                <a:cubicBezTo>
                  <a:pt x="8036687" y="777197"/>
                  <a:pt x="8025194" y="765704"/>
                  <a:pt x="8025194" y="751539"/>
                </a:cubicBezTo>
                <a:cubicBezTo>
                  <a:pt x="8025194" y="737374"/>
                  <a:pt x="8036687" y="725880"/>
                  <a:pt x="8050852" y="725880"/>
                </a:cubicBezTo>
                <a:close/>
                <a:moveTo>
                  <a:pt x="7986648" y="725880"/>
                </a:moveTo>
                <a:cubicBezTo>
                  <a:pt x="8000813" y="725880"/>
                  <a:pt x="8012306" y="737374"/>
                  <a:pt x="8012306" y="751539"/>
                </a:cubicBezTo>
                <a:cubicBezTo>
                  <a:pt x="8012306" y="765704"/>
                  <a:pt x="8000813" y="777197"/>
                  <a:pt x="7986648" y="777197"/>
                </a:cubicBezTo>
                <a:cubicBezTo>
                  <a:pt x="7972483" y="777197"/>
                  <a:pt x="7960990" y="765704"/>
                  <a:pt x="7960990" y="751539"/>
                </a:cubicBezTo>
                <a:cubicBezTo>
                  <a:pt x="7960990" y="737374"/>
                  <a:pt x="7972483" y="725880"/>
                  <a:pt x="7986648" y="725880"/>
                </a:cubicBezTo>
                <a:close/>
                <a:moveTo>
                  <a:pt x="7858237" y="725880"/>
                </a:moveTo>
                <a:cubicBezTo>
                  <a:pt x="7872407" y="725880"/>
                  <a:pt x="7883895" y="737368"/>
                  <a:pt x="7883895" y="751539"/>
                </a:cubicBezTo>
                <a:cubicBezTo>
                  <a:pt x="7883895" y="765710"/>
                  <a:pt x="7872407" y="777197"/>
                  <a:pt x="7858237" y="777197"/>
                </a:cubicBezTo>
                <a:cubicBezTo>
                  <a:pt x="7844066" y="777197"/>
                  <a:pt x="7832578" y="765710"/>
                  <a:pt x="7832578" y="751539"/>
                </a:cubicBezTo>
                <a:cubicBezTo>
                  <a:pt x="7832578" y="737368"/>
                  <a:pt x="7844066" y="725880"/>
                  <a:pt x="7858237" y="725880"/>
                </a:cubicBezTo>
                <a:close/>
                <a:moveTo>
                  <a:pt x="7794032" y="725880"/>
                </a:moveTo>
                <a:cubicBezTo>
                  <a:pt x="7808203" y="725880"/>
                  <a:pt x="7819690" y="737368"/>
                  <a:pt x="7819690" y="751539"/>
                </a:cubicBezTo>
                <a:cubicBezTo>
                  <a:pt x="7819690" y="765710"/>
                  <a:pt x="7808203" y="777197"/>
                  <a:pt x="7794032" y="777197"/>
                </a:cubicBezTo>
                <a:cubicBezTo>
                  <a:pt x="7779862" y="777197"/>
                  <a:pt x="7768371" y="765710"/>
                  <a:pt x="7768371" y="751539"/>
                </a:cubicBezTo>
                <a:cubicBezTo>
                  <a:pt x="7768371" y="737368"/>
                  <a:pt x="7779862" y="725880"/>
                  <a:pt x="7794032" y="725880"/>
                </a:cubicBezTo>
                <a:close/>
                <a:moveTo>
                  <a:pt x="7665621" y="725880"/>
                </a:moveTo>
                <a:cubicBezTo>
                  <a:pt x="7679786" y="725880"/>
                  <a:pt x="7691279" y="737374"/>
                  <a:pt x="7691279" y="751539"/>
                </a:cubicBezTo>
                <a:cubicBezTo>
                  <a:pt x="7691279" y="765704"/>
                  <a:pt x="7679786" y="777197"/>
                  <a:pt x="7665621" y="777197"/>
                </a:cubicBezTo>
                <a:cubicBezTo>
                  <a:pt x="7651456" y="777197"/>
                  <a:pt x="7639963" y="765704"/>
                  <a:pt x="7639963" y="751539"/>
                </a:cubicBezTo>
                <a:cubicBezTo>
                  <a:pt x="7639963" y="737374"/>
                  <a:pt x="7651456" y="725880"/>
                  <a:pt x="7665621" y="725880"/>
                </a:cubicBezTo>
                <a:close/>
                <a:moveTo>
                  <a:pt x="7601299" y="725880"/>
                </a:moveTo>
                <a:cubicBezTo>
                  <a:pt x="7615464" y="725880"/>
                  <a:pt x="7626959" y="737374"/>
                  <a:pt x="7626959" y="751539"/>
                </a:cubicBezTo>
                <a:cubicBezTo>
                  <a:pt x="7626959" y="765704"/>
                  <a:pt x="7615464" y="777197"/>
                  <a:pt x="7601299" y="777197"/>
                </a:cubicBezTo>
                <a:cubicBezTo>
                  <a:pt x="7587134" y="777197"/>
                  <a:pt x="7575640" y="765704"/>
                  <a:pt x="7575640" y="751539"/>
                </a:cubicBezTo>
                <a:cubicBezTo>
                  <a:pt x="7575640" y="737374"/>
                  <a:pt x="7587134" y="725880"/>
                  <a:pt x="7601299" y="725880"/>
                </a:cubicBezTo>
                <a:close/>
                <a:moveTo>
                  <a:pt x="7537094" y="725880"/>
                </a:moveTo>
                <a:cubicBezTo>
                  <a:pt x="7551259" y="725880"/>
                  <a:pt x="7562752" y="737374"/>
                  <a:pt x="7562752" y="751539"/>
                </a:cubicBezTo>
                <a:cubicBezTo>
                  <a:pt x="7562752" y="765704"/>
                  <a:pt x="7551259" y="777197"/>
                  <a:pt x="7537094" y="777197"/>
                </a:cubicBezTo>
                <a:cubicBezTo>
                  <a:pt x="7522929" y="777197"/>
                  <a:pt x="7511436" y="765704"/>
                  <a:pt x="7511436" y="751539"/>
                </a:cubicBezTo>
                <a:cubicBezTo>
                  <a:pt x="7511436" y="737374"/>
                  <a:pt x="7522929" y="725880"/>
                  <a:pt x="7537094" y="725880"/>
                </a:cubicBezTo>
                <a:close/>
                <a:moveTo>
                  <a:pt x="5486655" y="725880"/>
                </a:moveTo>
                <a:cubicBezTo>
                  <a:pt x="5500819" y="725880"/>
                  <a:pt x="5512316" y="737374"/>
                  <a:pt x="5512316" y="751539"/>
                </a:cubicBezTo>
                <a:cubicBezTo>
                  <a:pt x="5512316" y="765704"/>
                  <a:pt x="5500819" y="777197"/>
                  <a:pt x="5486655" y="777197"/>
                </a:cubicBezTo>
                <a:cubicBezTo>
                  <a:pt x="5472491" y="777197"/>
                  <a:pt x="5460997" y="765704"/>
                  <a:pt x="5460997" y="751539"/>
                </a:cubicBezTo>
                <a:cubicBezTo>
                  <a:pt x="5460997" y="737374"/>
                  <a:pt x="5472491" y="725880"/>
                  <a:pt x="5486655" y="725880"/>
                </a:cubicBezTo>
                <a:close/>
                <a:moveTo>
                  <a:pt x="4972896" y="725880"/>
                </a:moveTo>
                <a:cubicBezTo>
                  <a:pt x="4987063" y="725880"/>
                  <a:pt x="4998557" y="737374"/>
                  <a:pt x="4998557" y="751539"/>
                </a:cubicBezTo>
                <a:cubicBezTo>
                  <a:pt x="4998557" y="765704"/>
                  <a:pt x="4987063" y="777197"/>
                  <a:pt x="4972896" y="777197"/>
                </a:cubicBezTo>
                <a:cubicBezTo>
                  <a:pt x="4958732" y="777197"/>
                  <a:pt x="4947240" y="765704"/>
                  <a:pt x="4947240" y="751539"/>
                </a:cubicBezTo>
                <a:cubicBezTo>
                  <a:pt x="4947240" y="737374"/>
                  <a:pt x="4958732" y="725880"/>
                  <a:pt x="4972896" y="725880"/>
                </a:cubicBezTo>
                <a:close/>
                <a:moveTo>
                  <a:pt x="4908693" y="725880"/>
                </a:moveTo>
                <a:cubicBezTo>
                  <a:pt x="4922857" y="725880"/>
                  <a:pt x="4934352" y="737374"/>
                  <a:pt x="4934352" y="751539"/>
                </a:cubicBezTo>
                <a:cubicBezTo>
                  <a:pt x="4934352" y="765704"/>
                  <a:pt x="4922857" y="777197"/>
                  <a:pt x="4908693" y="777197"/>
                </a:cubicBezTo>
                <a:cubicBezTo>
                  <a:pt x="4894527" y="777197"/>
                  <a:pt x="4883033" y="765704"/>
                  <a:pt x="4883033" y="751539"/>
                </a:cubicBezTo>
                <a:cubicBezTo>
                  <a:pt x="4883033" y="737374"/>
                  <a:pt x="4894527" y="725880"/>
                  <a:pt x="4908693" y="725880"/>
                </a:cubicBezTo>
                <a:close/>
                <a:moveTo>
                  <a:pt x="4651872" y="725880"/>
                </a:moveTo>
                <a:cubicBezTo>
                  <a:pt x="4666042" y="725880"/>
                  <a:pt x="4677531" y="737368"/>
                  <a:pt x="4677531" y="751539"/>
                </a:cubicBezTo>
                <a:cubicBezTo>
                  <a:pt x="4677531" y="765710"/>
                  <a:pt x="4666042" y="777197"/>
                  <a:pt x="4651872" y="777197"/>
                </a:cubicBezTo>
                <a:cubicBezTo>
                  <a:pt x="4637700" y="777197"/>
                  <a:pt x="4626213" y="765710"/>
                  <a:pt x="4626213" y="751539"/>
                </a:cubicBezTo>
                <a:cubicBezTo>
                  <a:pt x="4626213" y="737368"/>
                  <a:pt x="4637700" y="725880"/>
                  <a:pt x="4651872" y="725880"/>
                </a:cubicBezTo>
                <a:close/>
                <a:moveTo>
                  <a:pt x="2853890" y="725880"/>
                </a:moveTo>
                <a:cubicBezTo>
                  <a:pt x="2868062" y="725880"/>
                  <a:pt x="2879550" y="737368"/>
                  <a:pt x="2879550" y="751539"/>
                </a:cubicBezTo>
                <a:cubicBezTo>
                  <a:pt x="2879550" y="765710"/>
                  <a:pt x="2868062" y="777197"/>
                  <a:pt x="2853890" y="777197"/>
                </a:cubicBezTo>
                <a:cubicBezTo>
                  <a:pt x="2839720" y="777197"/>
                  <a:pt x="2828231" y="765710"/>
                  <a:pt x="2828231" y="751539"/>
                </a:cubicBezTo>
                <a:cubicBezTo>
                  <a:pt x="2828231" y="737368"/>
                  <a:pt x="2839720" y="725880"/>
                  <a:pt x="2853890" y="725880"/>
                </a:cubicBezTo>
                <a:close/>
                <a:moveTo>
                  <a:pt x="2340249" y="725880"/>
                </a:moveTo>
                <a:cubicBezTo>
                  <a:pt x="2354413" y="725880"/>
                  <a:pt x="2365908" y="737374"/>
                  <a:pt x="2365908" y="751539"/>
                </a:cubicBezTo>
                <a:cubicBezTo>
                  <a:pt x="2365908" y="765704"/>
                  <a:pt x="2354413" y="777197"/>
                  <a:pt x="2340249" y="777197"/>
                </a:cubicBezTo>
                <a:cubicBezTo>
                  <a:pt x="2326084" y="777197"/>
                  <a:pt x="2314590" y="765704"/>
                  <a:pt x="2314590" y="751539"/>
                </a:cubicBezTo>
                <a:cubicBezTo>
                  <a:pt x="2314590" y="737374"/>
                  <a:pt x="2326084" y="725880"/>
                  <a:pt x="2340249" y="725880"/>
                </a:cubicBezTo>
                <a:close/>
                <a:moveTo>
                  <a:pt x="2276044" y="725880"/>
                </a:moveTo>
                <a:cubicBezTo>
                  <a:pt x="2290208" y="725880"/>
                  <a:pt x="2301702" y="737374"/>
                  <a:pt x="2301702" y="751539"/>
                </a:cubicBezTo>
                <a:cubicBezTo>
                  <a:pt x="2301702" y="765704"/>
                  <a:pt x="2290208" y="777197"/>
                  <a:pt x="2276044" y="777197"/>
                </a:cubicBezTo>
                <a:cubicBezTo>
                  <a:pt x="2261879" y="777197"/>
                  <a:pt x="2250385" y="765704"/>
                  <a:pt x="2250385" y="751539"/>
                </a:cubicBezTo>
                <a:cubicBezTo>
                  <a:pt x="2250385" y="737374"/>
                  <a:pt x="2261879" y="725880"/>
                  <a:pt x="2276044" y="725880"/>
                </a:cubicBezTo>
                <a:close/>
                <a:moveTo>
                  <a:pt x="2147633" y="725880"/>
                </a:moveTo>
                <a:cubicBezTo>
                  <a:pt x="2161804" y="725880"/>
                  <a:pt x="2173293" y="737368"/>
                  <a:pt x="2173293" y="751539"/>
                </a:cubicBezTo>
                <a:cubicBezTo>
                  <a:pt x="2173293" y="765710"/>
                  <a:pt x="2161804" y="777197"/>
                  <a:pt x="2147633" y="777197"/>
                </a:cubicBezTo>
                <a:cubicBezTo>
                  <a:pt x="2133462" y="777197"/>
                  <a:pt x="2121975" y="765710"/>
                  <a:pt x="2121975" y="751539"/>
                </a:cubicBezTo>
                <a:cubicBezTo>
                  <a:pt x="2121975" y="737368"/>
                  <a:pt x="2133462" y="725880"/>
                  <a:pt x="2147633" y="725880"/>
                </a:cubicBezTo>
                <a:close/>
                <a:moveTo>
                  <a:pt x="2083427" y="725880"/>
                </a:moveTo>
                <a:cubicBezTo>
                  <a:pt x="2097599" y="725880"/>
                  <a:pt x="2109087" y="737368"/>
                  <a:pt x="2109087" y="751539"/>
                </a:cubicBezTo>
                <a:cubicBezTo>
                  <a:pt x="2109087" y="765710"/>
                  <a:pt x="2097599" y="777197"/>
                  <a:pt x="2083427" y="777197"/>
                </a:cubicBezTo>
                <a:cubicBezTo>
                  <a:pt x="2069257" y="777197"/>
                  <a:pt x="2057768" y="765710"/>
                  <a:pt x="2057768" y="751539"/>
                </a:cubicBezTo>
                <a:cubicBezTo>
                  <a:pt x="2057768" y="737368"/>
                  <a:pt x="2069257" y="725880"/>
                  <a:pt x="2083427" y="725880"/>
                </a:cubicBezTo>
                <a:close/>
                <a:moveTo>
                  <a:pt x="1955016" y="725880"/>
                </a:moveTo>
                <a:cubicBezTo>
                  <a:pt x="1969181" y="725880"/>
                  <a:pt x="1980676" y="737374"/>
                  <a:pt x="1980676" y="751539"/>
                </a:cubicBezTo>
                <a:cubicBezTo>
                  <a:pt x="1980676" y="765704"/>
                  <a:pt x="1969181" y="777197"/>
                  <a:pt x="1955016" y="777197"/>
                </a:cubicBezTo>
                <a:cubicBezTo>
                  <a:pt x="1940851" y="777197"/>
                  <a:pt x="1929358" y="765704"/>
                  <a:pt x="1929358" y="751539"/>
                </a:cubicBezTo>
                <a:cubicBezTo>
                  <a:pt x="1929358" y="737374"/>
                  <a:pt x="1940851" y="725880"/>
                  <a:pt x="1955016" y="725880"/>
                </a:cubicBezTo>
                <a:close/>
                <a:moveTo>
                  <a:pt x="1890696" y="725880"/>
                </a:moveTo>
                <a:cubicBezTo>
                  <a:pt x="1904860" y="725880"/>
                  <a:pt x="1916355" y="737374"/>
                  <a:pt x="1916355" y="751539"/>
                </a:cubicBezTo>
                <a:cubicBezTo>
                  <a:pt x="1916355" y="765704"/>
                  <a:pt x="1904860" y="777197"/>
                  <a:pt x="1890696" y="777197"/>
                </a:cubicBezTo>
                <a:cubicBezTo>
                  <a:pt x="1876531" y="777197"/>
                  <a:pt x="1865037" y="765704"/>
                  <a:pt x="1865037" y="751539"/>
                </a:cubicBezTo>
                <a:cubicBezTo>
                  <a:pt x="1865037" y="737374"/>
                  <a:pt x="1876531" y="725880"/>
                  <a:pt x="1890696" y="725880"/>
                </a:cubicBezTo>
                <a:close/>
                <a:moveTo>
                  <a:pt x="1826490" y="725880"/>
                </a:moveTo>
                <a:cubicBezTo>
                  <a:pt x="1840654" y="725880"/>
                  <a:pt x="1852149" y="737374"/>
                  <a:pt x="1852149" y="751539"/>
                </a:cubicBezTo>
                <a:cubicBezTo>
                  <a:pt x="1852149" y="765704"/>
                  <a:pt x="1840654" y="777197"/>
                  <a:pt x="1826490" y="777197"/>
                </a:cubicBezTo>
                <a:cubicBezTo>
                  <a:pt x="1812325" y="777197"/>
                  <a:pt x="1800830" y="765704"/>
                  <a:pt x="1800830" y="751539"/>
                </a:cubicBezTo>
                <a:cubicBezTo>
                  <a:pt x="1800830" y="737374"/>
                  <a:pt x="1812325" y="725880"/>
                  <a:pt x="1826490" y="725880"/>
                </a:cubicBezTo>
                <a:close/>
                <a:moveTo>
                  <a:pt x="11970691" y="671543"/>
                </a:moveTo>
                <a:cubicBezTo>
                  <a:pt x="11977773" y="671543"/>
                  <a:pt x="11983579" y="677348"/>
                  <a:pt x="11983579" y="684431"/>
                </a:cubicBezTo>
                <a:cubicBezTo>
                  <a:pt x="11983579" y="691513"/>
                  <a:pt x="11977889" y="697318"/>
                  <a:pt x="11970691" y="697318"/>
                </a:cubicBezTo>
                <a:cubicBezTo>
                  <a:pt x="11963609" y="697318"/>
                  <a:pt x="11957803" y="691629"/>
                  <a:pt x="11957803" y="684431"/>
                </a:cubicBezTo>
                <a:cubicBezTo>
                  <a:pt x="11957803" y="677233"/>
                  <a:pt x="11963493" y="671543"/>
                  <a:pt x="11970691" y="671543"/>
                </a:cubicBezTo>
                <a:close/>
                <a:moveTo>
                  <a:pt x="11325553" y="671543"/>
                </a:moveTo>
                <a:cubicBezTo>
                  <a:pt x="11332752" y="671543"/>
                  <a:pt x="11338441" y="677348"/>
                  <a:pt x="11338441" y="684431"/>
                </a:cubicBezTo>
                <a:cubicBezTo>
                  <a:pt x="11338441" y="691513"/>
                  <a:pt x="11332752" y="697318"/>
                  <a:pt x="11325553" y="697318"/>
                </a:cubicBezTo>
                <a:cubicBezTo>
                  <a:pt x="11318471" y="697318"/>
                  <a:pt x="11312667" y="691629"/>
                  <a:pt x="11312667" y="684431"/>
                </a:cubicBezTo>
                <a:cubicBezTo>
                  <a:pt x="11312667" y="677233"/>
                  <a:pt x="11318356" y="671543"/>
                  <a:pt x="11325553" y="671543"/>
                </a:cubicBezTo>
                <a:close/>
                <a:moveTo>
                  <a:pt x="10683501" y="671543"/>
                </a:moveTo>
                <a:cubicBezTo>
                  <a:pt x="10690620" y="671543"/>
                  <a:pt x="10696389" y="677313"/>
                  <a:pt x="10696389" y="684431"/>
                </a:cubicBezTo>
                <a:cubicBezTo>
                  <a:pt x="10696389" y="691548"/>
                  <a:pt x="10690620" y="697318"/>
                  <a:pt x="10683501" y="697318"/>
                </a:cubicBezTo>
                <a:cubicBezTo>
                  <a:pt x="10676385" y="697318"/>
                  <a:pt x="10670613" y="691548"/>
                  <a:pt x="10670613" y="684431"/>
                </a:cubicBezTo>
                <a:cubicBezTo>
                  <a:pt x="10670613" y="677313"/>
                  <a:pt x="10676385" y="671543"/>
                  <a:pt x="10683501" y="671543"/>
                </a:cubicBezTo>
                <a:close/>
                <a:moveTo>
                  <a:pt x="10555092" y="671543"/>
                </a:moveTo>
                <a:cubicBezTo>
                  <a:pt x="10562174" y="671543"/>
                  <a:pt x="10567978" y="677348"/>
                  <a:pt x="10567978" y="684431"/>
                </a:cubicBezTo>
                <a:cubicBezTo>
                  <a:pt x="10567978" y="691513"/>
                  <a:pt x="10562289" y="697318"/>
                  <a:pt x="10555092" y="697318"/>
                </a:cubicBezTo>
                <a:cubicBezTo>
                  <a:pt x="10548009" y="697318"/>
                  <a:pt x="10542204" y="691629"/>
                  <a:pt x="10542204" y="684431"/>
                </a:cubicBezTo>
                <a:cubicBezTo>
                  <a:pt x="10542204" y="677233"/>
                  <a:pt x="10547893" y="671543"/>
                  <a:pt x="10555092" y="671543"/>
                </a:cubicBezTo>
                <a:close/>
                <a:moveTo>
                  <a:pt x="10233947" y="671543"/>
                </a:moveTo>
                <a:cubicBezTo>
                  <a:pt x="10241146" y="671543"/>
                  <a:pt x="10246835" y="677348"/>
                  <a:pt x="10246835" y="684431"/>
                </a:cubicBezTo>
                <a:cubicBezTo>
                  <a:pt x="10246835" y="691513"/>
                  <a:pt x="10241146" y="697318"/>
                  <a:pt x="10233947" y="697318"/>
                </a:cubicBezTo>
                <a:cubicBezTo>
                  <a:pt x="10226866" y="697318"/>
                  <a:pt x="10221059" y="691629"/>
                  <a:pt x="10221059" y="684431"/>
                </a:cubicBezTo>
                <a:cubicBezTo>
                  <a:pt x="10221059" y="677233"/>
                  <a:pt x="10226748" y="671543"/>
                  <a:pt x="10233947" y="671543"/>
                </a:cubicBezTo>
                <a:close/>
                <a:moveTo>
                  <a:pt x="10105654" y="671543"/>
                </a:moveTo>
                <a:cubicBezTo>
                  <a:pt x="10112773" y="671543"/>
                  <a:pt x="10118542" y="677313"/>
                  <a:pt x="10118542" y="684431"/>
                </a:cubicBezTo>
                <a:cubicBezTo>
                  <a:pt x="10118542" y="691548"/>
                  <a:pt x="10112773" y="697318"/>
                  <a:pt x="10105654" y="697318"/>
                </a:cubicBezTo>
                <a:cubicBezTo>
                  <a:pt x="10098538" y="697318"/>
                  <a:pt x="10092766" y="691548"/>
                  <a:pt x="10092766" y="684431"/>
                </a:cubicBezTo>
                <a:cubicBezTo>
                  <a:pt x="10092766" y="677313"/>
                  <a:pt x="10098538" y="671543"/>
                  <a:pt x="10105654" y="671543"/>
                </a:cubicBezTo>
                <a:close/>
                <a:moveTo>
                  <a:pt x="9078138" y="671543"/>
                </a:moveTo>
                <a:cubicBezTo>
                  <a:pt x="9085334" y="671543"/>
                  <a:pt x="9091023" y="677348"/>
                  <a:pt x="9091023" y="684431"/>
                </a:cubicBezTo>
                <a:cubicBezTo>
                  <a:pt x="9091023" y="691513"/>
                  <a:pt x="9085334" y="697318"/>
                  <a:pt x="9078138" y="697318"/>
                </a:cubicBezTo>
                <a:cubicBezTo>
                  <a:pt x="9071054" y="697318"/>
                  <a:pt x="9065250" y="691629"/>
                  <a:pt x="9065250" y="684431"/>
                </a:cubicBezTo>
                <a:cubicBezTo>
                  <a:pt x="9065250" y="677233"/>
                  <a:pt x="9070939" y="671543"/>
                  <a:pt x="9078138" y="671543"/>
                </a:cubicBezTo>
                <a:close/>
                <a:moveTo>
                  <a:pt x="7151863" y="671543"/>
                </a:moveTo>
                <a:cubicBezTo>
                  <a:pt x="7158981" y="671543"/>
                  <a:pt x="7164751" y="677313"/>
                  <a:pt x="7164751" y="684431"/>
                </a:cubicBezTo>
                <a:cubicBezTo>
                  <a:pt x="7164751" y="691548"/>
                  <a:pt x="7158981" y="697318"/>
                  <a:pt x="7151863" y="697318"/>
                </a:cubicBezTo>
                <a:cubicBezTo>
                  <a:pt x="7144744" y="697318"/>
                  <a:pt x="7138975" y="691548"/>
                  <a:pt x="7138975" y="684431"/>
                </a:cubicBezTo>
                <a:cubicBezTo>
                  <a:pt x="7138975" y="677313"/>
                  <a:pt x="7144744" y="671543"/>
                  <a:pt x="7151863" y="671543"/>
                </a:cubicBezTo>
                <a:close/>
                <a:moveTo>
                  <a:pt x="6894925" y="671543"/>
                </a:moveTo>
                <a:cubicBezTo>
                  <a:pt x="6902124" y="671543"/>
                  <a:pt x="6907813" y="677348"/>
                  <a:pt x="6907813" y="684431"/>
                </a:cubicBezTo>
                <a:cubicBezTo>
                  <a:pt x="6907813" y="691513"/>
                  <a:pt x="6902124" y="697318"/>
                  <a:pt x="6894925" y="697318"/>
                </a:cubicBezTo>
                <a:cubicBezTo>
                  <a:pt x="6887844" y="697318"/>
                  <a:pt x="6882040" y="691629"/>
                  <a:pt x="6882040" y="684431"/>
                </a:cubicBezTo>
                <a:cubicBezTo>
                  <a:pt x="6882040" y="677233"/>
                  <a:pt x="6887726" y="671543"/>
                  <a:pt x="6894925" y="671543"/>
                </a:cubicBezTo>
                <a:close/>
                <a:moveTo>
                  <a:pt x="6252873" y="671543"/>
                </a:moveTo>
                <a:cubicBezTo>
                  <a:pt x="6259955" y="671543"/>
                  <a:pt x="6265761" y="677348"/>
                  <a:pt x="6265761" y="684431"/>
                </a:cubicBezTo>
                <a:cubicBezTo>
                  <a:pt x="6265761" y="691513"/>
                  <a:pt x="6260072" y="697318"/>
                  <a:pt x="6252873" y="697318"/>
                </a:cubicBezTo>
                <a:cubicBezTo>
                  <a:pt x="6245792" y="697318"/>
                  <a:pt x="6239985" y="691629"/>
                  <a:pt x="6239985" y="684431"/>
                </a:cubicBezTo>
                <a:cubicBezTo>
                  <a:pt x="6239985" y="677233"/>
                  <a:pt x="6245674" y="671543"/>
                  <a:pt x="6252873" y="671543"/>
                </a:cubicBezTo>
                <a:close/>
                <a:moveTo>
                  <a:pt x="5614950" y="671543"/>
                </a:moveTo>
                <a:cubicBezTo>
                  <a:pt x="5622149" y="671543"/>
                  <a:pt x="5627837" y="677348"/>
                  <a:pt x="5627837" y="684431"/>
                </a:cubicBezTo>
                <a:cubicBezTo>
                  <a:pt x="5627837" y="691513"/>
                  <a:pt x="5622149" y="697318"/>
                  <a:pt x="5614950" y="697318"/>
                </a:cubicBezTo>
                <a:cubicBezTo>
                  <a:pt x="5607869" y="697318"/>
                  <a:pt x="5602062" y="691629"/>
                  <a:pt x="5602062" y="684431"/>
                </a:cubicBezTo>
                <a:cubicBezTo>
                  <a:pt x="5602062" y="677233"/>
                  <a:pt x="5607752" y="671543"/>
                  <a:pt x="5614950" y="671543"/>
                </a:cubicBezTo>
                <a:close/>
                <a:moveTo>
                  <a:pt x="4972896" y="671543"/>
                </a:moveTo>
                <a:cubicBezTo>
                  <a:pt x="4980015" y="671543"/>
                  <a:pt x="4985785" y="677313"/>
                  <a:pt x="4985785" y="684431"/>
                </a:cubicBezTo>
                <a:cubicBezTo>
                  <a:pt x="4985785" y="691548"/>
                  <a:pt x="4980015" y="697318"/>
                  <a:pt x="4972896" y="697318"/>
                </a:cubicBezTo>
                <a:cubicBezTo>
                  <a:pt x="4965781" y="697318"/>
                  <a:pt x="4960010" y="691548"/>
                  <a:pt x="4960010" y="684431"/>
                </a:cubicBezTo>
                <a:cubicBezTo>
                  <a:pt x="4960010" y="677313"/>
                  <a:pt x="4965781" y="671543"/>
                  <a:pt x="4972896" y="671543"/>
                </a:cubicBezTo>
                <a:close/>
                <a:moveTo>
                  <a:pt x="4844487" y="671543"/>
                </a:moveTo>
                <a:cubicBezTo>
                  <a:pt x="4851568" y="671543"/>
                  <a:pt x="4857374" y="677348"/>
                  <a:pt x="4857374" y="684431"/>
                </a:cubicBezTo>
                <a:cubicBezTo>
                  <a:pt x="4857374" y="691513"/>
                  <a:pt x="4851686" y="697318"/>
                  <a:pt x="4844487" y="697318"/>
                </a:cubicBezTo>
                <a:cubicBezTo>
                  <a:pt x="4837405" y="697318"/>
                  <a:pt x="4831598" y="691629"/>
                  <a:pt x="4831598" y="684431"/>
                </a:cubicBezTo>
                <a:cubicBezTo>
                  <a:pt x="4831598" y="677233"/>
                  <a:pt x="4837289" y="671543"/>
                  <a:pt x="4844487" y="671543"/>
                </a:cubicBezTo>
                <a:close/>
                <a:moveTo>
                  <a:pt x="4523345" y="671543"/>
                </a:moveTo>
                <a:cubicBezTo>
                  <a:pt x="4530542" y="671543"/>
                  <a:pt x="4536233" y="677348"/>
                  <a:pt x="4536233" y="684431"/>
                </a:cubicBezTo>
                <a:cubicBezTo>
                  <a:pt x="4536233" y="691513"/>
                  <a:pt x="4530542" y="697318"/>
                  <a:pt x="4523345" y="697318"/>
                </a:cubicBezTo>
                <a:cubicBezTo>
                  <a:pt x="4516262" y="697318"/>
                  <a:pt x="4510457" y="691629"/>
                  <a:pt x="4510457" y="684431"/>
                </a:cubicBezTo>
                <a:cubicBezTo>
                  <a:pt x="4510457" y="677233"/>
                  <a:pt x="4516146" y="671543"/>
                  <a:pt x="4523345" y="671543"/>
                </a:cubicBezTo>
                <a:close/>
                <a:moveTo>
                  <a:pt x="4395050" y="671543"/>
                </a:moveTo>
                <a:cubicBezTo>
                  <a:pt x="4402168" y="671543"/>
                  <a:pt x="4407938" y="677313"/>
                  <a:pt x="4407938" y="684431"/>
                </a:cubicBezTo>
                <a:cubicBezTo>
                  <a:pt x="4407938" y="691548"/>
                  <a:pt x="4402168" y="697318"/>
                  <a:pt x="4395050" y="697318"/>
                </a:cubicBezTo>
                <a:cubicBezTo>
                  <a:pt x="4387934" y="697318"/>
                  <a:pt x="4382162" y="691548"/>
                  <a:pt x="4382162" y="684431"/>
                </a:cubicBezTo>
                <a:cubicBezTo>
                  <a:pt x="4382162" y="677313"/>
                  <a:pt x="4387934" y="671543"/>
                  <a:pt x="4395050" y="671543"/>
                </a:cubicBezTo>
                <a:close/>
                <a:moveTo>
                  <a:pt x="3367532" y="671543"/>
                </a:moveTo>
                <a:cubicBezTo>
                  <a:pt x="3374732" y="671543"/>
                  <a:pt x="3380421" y="677348"/>
                  <a:pt x="3380421" y="684431"/>
                </a:cubicBezTo>
                <a:cubicBezTo>
                  <a:pt x="3380421" y="691513"/>
                  <a:pt x="3374732" y="697318"/>
                  <a:pt x="3367532" y="697318"/>
                </a:cubicBezTo>
                <a:cubicBezTo>
                  <a:pt x="3360450" y="697318"/>
                  <a:pt x="3354645" y="691629"/>
                  <a:pt x="3354645" y="684431"/>
                </a:cubicBezTo>
                <a:cubicBezTo>
                  <a:pt x="3354645" y="677233"/>
                  <a:pt x="3360336" y="671543"/>
                  <a:pt x="3367532" y="671543"/>
                </a:cubicBezTo>
                <a:close/>
                <a:moveTo>
                  <a:pt x="1441258" y="671543"/>
                </a:moveTo>
                <a:cubicBezTo>
                  <a:pt x="1448377" y="671543"/>
                  <a:pt x="1454146" y="677313"/>
                  <a:pt x="1454146" y="684431"/>
                </a:cubicBezTo>
                <a:cubicBezTo>
                  <a:pt x="1454146" y="691548"/>
                  <a:pt x="1448377" y="697318"/>
                  <a:pt x="1441258" y="697318"/>
                </a:cubicBezTo>
                <a:cubicBezTo>
                  <a:pt x="1434141" y="697318"/>
                  <a:pt x="1428371" y="691548"/>
                  <a:pt x="1428371" y="684431"/>
                </a:cubicBezTo>
                <a:cubicBezTo>
                  <a:pt x="1428371" y="677313"/>
                  <a:pt x="1434141" y="671543"/>
                  <a:pt x="1441258" y="671543"/>
                </a:cubicBezTo>
                <a:close/>
                <a:moveTo>
                  <a:pt x="1184322" y="671543"/>
                </a:moveTo>
                <a:cubicBezTo>
                  <a:pt x="1191520" y="671543"/>
                  <a:pt x="1197209" y="677348"/>
                  <a:pt x="1197209" y="684431"/>
                </a:cubicBezTo>
                <a:cubicBezTo>
                  <a:pt x="1197209" y="691513"/>
                  <a:pt x="1191520" y="697318"/>
                  <a:pt x="1184322" y="697318"/>
                </a:cubicBezTo>
                <a:cubicBezTo>
                  <a:pt x="1177239" y="697318"/>
                  <a:pt x="1171435" y="691629"/>
                  <a:pt x="1171435" y="684431"/>
                </a:cubicBezTo>
                <a:cubicBezTo>
                  <a:pt x="1171435" y="677233"/>
                  <a:pt x="1177123" y="671543"/>
                  <a:pt x="1184322" y="671543"/>
                </a:cubicBezTo>
                <a:close/>
                <a:moveTo>
                  <a:pt x="542270" y="671543"/>
                </a:moveTo>
                <a:cubicBezTo>
                  <a:pt x="549351" y="671543"/>
                  <a:pt x="555157" y="677348"/>
                  <a:pt x="555157" y="684431"/>
                </a:cubicBezTo>
                <a:cubicBezTo>
                  <a:pt x="555157" y="691513"/>
                  <a:pt x="549469" y="697318"/>
                  <a:pt x="542270" y="697318"/>
                </a:cubicBezTo>
                <a:cubicBezTo>
                  <a:pt x="535188" y="697318"/>
                  <a:pt x="529382" y="691629"/>
                  <a:pt x="529382" y="684431"/>
                </a:cubicBezTo>
                <a:cubicBezTo>
                  <a:pt x="529382" y="677233"/>
                  <a:pt x="535071" y="671543"/>
                  <a:pt x="542270" y="671543"/>
                </a:cubicBezTo>
                <a:close/>
                <a:moveTo>
                  <a:pt x="11197259" y="658772"/>
                </a:moveTo>
                <a:cubicBezTo>
                  <a:pt x="11211424" y="658772"/>
                  <a:pt x="11222917" y="670266"/>
                  <a:pt x="11222917" y="684431"/>
                </a:cubicBezTo>
                <a:cubicBezTo>
                  <a:pt x="11222917" y="698595"/>
                  <a:pt x="11211424" y="710090"/>
                  <a:pt x="11197259" y="710090"/>
                </a:cubicBezTo>
                <a:cubicBezTo>
                  <a:pt x="11183094" y="710090"/>
                  <a:pt x="11171601" y="698595"/>
                  <a:pt x="11171601" y="684431"/>
                </a:cubicBezTo>
                <a:cubicBezTo>
                  <a:pt x="11171601" y="670266"/>
                  <a:pt x="11183094" y="658772"/>
                  <a:pt x="11197259" y="658772"/>
                </a:cubicBezTo>
                <a:close/>
                <a:moveTo>
                  <a:pt x="10619297" y="658772"/>
                </a:moveTo>
                <a:cubicBezTo>
                  <a:pt x="10633462" y="658772"/>
                  <a:pt x="10644955" y="670266"/>
                  <a:pt x="10644955" y="684431"/>
                </a:cubicBezTo>
                <a:cubicBezTo>
                  <a:pt x="10644955" y="698595"/>
                  <a:pt x="10633462" y="710090"/>
                  <a:pt x="10619297" y="710090"/>
                </a:cubicBezTo>
                <a:cubicBezTo>
                  <a:pt x="10605132" y="710090"/>
                  <a:pt x="10593639" y="698595"/>
                  <a:pt x="10593639" y="684431"/>
                </a:cubicBezTo>
                <a:cubicBezTo>
                  <a:pt x="10593639" y="670266"/>
                  <a:pt x="10605132" y="658772"/>
                  <a:pt x="10619297" y="658772"/>
                </a:cubicBezTo>
                <a:close/>
                <a:moveTo>
                  <a:pt x="10362474" y="658772"/>
                </a:moveTo>
                <a:cubicBezTo>
                  <a:pt x="10376647" y="658772"/>
                  <a:pt x="10388135" y="670260"/>
                  <a:pt x="10388135" y="684431"/>
                </a:cubicBezTo>
                <a:cubicBezTo>
                  <a:pt x="10388135" y="698602"/>
                  <a:pt x="10376647" y="710090"/>
                  <a:pt x="10362474" y="710090"/>
                </a:cubicBezTo>
                <a:cubicBezTo>
                  <a:pt x="10348304" y="710090"/>
                  <a:pt x="10336816" y="698602"/>
                  <a:pt x="10336816" y="684431"/>
                </a:cubicBezTo>
                <a:cubicBezTo>
                  <a:pt x="10336816" y="670260"/>
                  <a:pt x="10348304" y="658772"/>
                  <a:pt x="10362474" y="658772"/>
                </a:cubicBezTo>
                <a:close/>
                <a:moveTo>
                  <a:pt x="8564495" y="658772"/>
                </a:moveTo>
                <a:cubicBezTo>
                  <a:pt x="8578665" y="658772"/>
                  <a:pt x="8590153" y="670260"/>
                  <a:pt x="8590153" y="684431"/>
                </a:cubicBezTo>
                <a:cubicBezTo>
                  <a:pt x="8590153" y="698602"/>
                  <a:pt x="8578665" y="710090"/>
                  <a:pt x="8564495" y="710090"/>
                </a:cubicBezTo>
                <a:cubicBezTo>
                  <a:pt x="8550325" y="710090"/>
                  <a:pt x="8538837" y="698602"/>
                  <a:pt x="8538837" y="684431"/>
                </a:cubicBezTo>
                <a:cubicBezTo>
                  <a:pt x="8538837" y="670260"/>
                  <a:pt x="8550325" y="658772"/>
                  <a:pt x="8564495" y="658772"/>
                </a:cubicBezTo>
                <a:close/>
                <a:moveTo>
                  <a:pt x="8050852" y="658772"/>
                </a:moveTo>
                <a:cubicBezTo>
                  <a:pt x="8065017" y="658772"/>
                  <a:pt x="8076510" y="670266"/>
                  <a:pt x="8076510" y="684431"/>
                </a:cubicBezTo>
                <a:cubicBezTo>
                  <a:pt x="8076510" y="698595"/>
                  <a:pt x="8065017" y="710090"/>
                  <a:pt x="8050852" y="710090"/>
                </a:cubicBezTo>
                <a:cubicBezTo>
                  <a:pt x="8036687" y="710090"/>
                  <a:pt x="8025194" y="698595"/>
                  <a:pt x="8025194" y="684431"/>
                </a:cubicBezTo>
                <a:cubicBezTo>
                  <a:pt x="8025194" y="670266"/>
                  <a:pt x="8036687" y="658772"/>
                  <a:pt x="8050852" y="658772"/>
                </a:cubicBezTo>
                <a:close/>
                <a:moveTo>
                  <a:pt x="7858237" y="658772"/>
                </a:moveTo>
                <a:cubicBezTo>
                  <a:pt x="7872407" y="658772"/>
                  <a:pt x="7883895" y="670260"/>
                  <a:pt x="7883895" y="684431"/>
                </a:cubicBezTo>
                <a:cubicBezTo>
                  <a:pt x="7883895" y="698602"/>
                  <a:pt x="7872407" y="710090"/>
                  <a:pt x="7858237" y="710090"/>
                </a:cubicBezTo>
                <a:cubicBezTo>
                  <a:pt x="7844066" y="710090"/>
                  <a:pt x="7832578" y="698602"/>
                  <a:pt x="7832578" y="684431"/>
                </a:cubicBezTo>
                <a:cubicBezTo>
                  <a:pt x="7832578" y="670260"/>
                  <a:pt x="7844066" y="658772"/>
                  <a:pt x="7858237" y="658772"/>
                </a:cubicBezTo>
                <a:close/>
                <a:moveTo>
                  <a:pt x="7794032" y="658772"/>
                </a:moveTo>
                <a:cubicBezTo>
                  <a:pt x="7808203" y="658772"/>
                  <a:pt x="7819690" y="670260"/>
                  <a:pt x="7819690" y="684431"/>
                </a:cubicBezTo>
                <a:cubicBezTo>
                  <a:pt x="7819690" y="698602"/>
                  <a:pt x="7808203" y="710090"/>
                  <a:pt x="7794032" y="710090"/>
                </a:cubicBezTo>
                <a:cubicBezTo>
                  <a:pt x="7779862" y="710090"/>
                  <a:pt x="7768371" y="698602"/>
                  <a:pt x="7768371" y="684431"/>
                </a:cubicBezTo>
                <a:cubicBezTo>
                  <a:pt x="7768371" y="670260"/>
                  <a:pt x="7779862" y="658772"/>
                  <a:pt x="7794032" y="658772"/>
                </a:cubicBezTo>
                <a:close/>
                <a:moveTo>
                  <a:pt x="7665621" y="658772"/>
                </a:moveTo>
                <a:cubicBezTo>
                  <a:pt x="7679786" y="658772"/>
                  <a:pt x="7691279" y="670266"/>
                  <a:pt x="7691279" y="684431"/>
                </a:cubicBezTo>
                <a:cubicBezTo>
                  <a:pt x="7691279" y="698595"/>
                  <a:pt x="7679786" y="710090"/>
                  <a:pt x="7665621" y="710090"/>
                </a:cubicBezTo>
                <a:cubicBezTo>
                  <a:pt x="7651456" y="710090"/>
                  <a:pt x="7639963" y="698595"/>
                  <a:pt x="7639963" y="684431"/>
                </a:cubicBezTo>
                <a:cubicBezTo>
                  <a:pt x="7639963" y="670266"/>
                  <a:pt x="7651456" y="658772"/>
                  <a:pt x="7665621" y="658772"/>
                </a:cubicBezTo>
                <a:close/>
                <a:moveTo>
                  <a:pt x="7601299" y="658772"/>
                </a:moveTo>
                <a:cubicBezTo>
                  <a:pt x="7615464" y="658772"/>
                  <a:pt x="7626959" y="670266"/>
                  <a:pt x="7626959" y="684431"/>
                </a:cubicBezTo>
                <a:cubicBezTo>
                  <a:pt x="7626959" y="698595"/>
                  <a:pt x="7615464" y="710090"/>
                  <a:pt x="7601299" y="710090"/>
                </a:cubicBezTo>
                <a:cubicBezTo>
                  <a:pt x="7587134" y="710090"/>
                  <a:pt x="7575640" y="698595"/>
                  <a:pt x="7575640" y="684431"/>
                </a:cubicBezTo>
                <a:cubicBezTo>
                  <a:pt x="7575640" y="670266"/>
                  <a:pt x="7587134" y="658772"/>
                  <a:pt x="7601299" y="658772"/>
                </a:cubicBezTo>
                <a:close/>
                <a:moveTo>
                  <a:pt x="5486655" y="658772"/>
                </a:moveTo>
                <a:cubicBezTo>
                  <a:pt x="5500819" y="658772"/>
                  <a:pt x="5512316" y="670266"/>
                  <a:pt x="5512316" y="684431"/>
                </a:cubicBezTo>
                <a:cubicBezTo>
                  <a:pt x="5512316" y="698595"/>
                  <a:pt x="5500819" y="710090"/>
                  <a:pt x="5486655" y="710090"/>
                </a:cubicBezTo>
                <a:cubicBezTo>
                  <a:pt x="5472491" y="710090"/>
                  <a:pt x="5460997" y="698595"/>
                  <a:pt x="5460997" y="684431"/>
                </a:cubicBezTo>
                <a:cubicBezTo>
                  <a:pt x="5460997" y="670266"/>
                  <a:pt x="5472491" y="658772"/>
                  <a:pt x="5486655" y="658772"/>
                </a:cubicBezTo>
                <a:close/>
                <a:moveTo>
                  <a:pt x="4908693" y="658772"/>
                </a:moveTo>
                <a:cubicBezTo>
                  <a:pt x="4922857" y="658772"/>
                  <a:pt x="4934352" y="670266"/>
                  <a:pt x="4934352" y="684431"/>
                </a:cubicBezTo>
                <a:cubicBezTo>
                  <a:pt x="4934352" y="698595"/>
                  <a:pt x="4922857" y="710090"/>
                  <a:pt x="4908693" y="710090"/>
                </a:cubicBezTo>
                <a:cubicBezTo>
                  <a:pt x="4894527" y="710090"/>
                  <a:pt x="4883033" y="698595"/>
                  <a:pt x="4883033" y="684431"/>
                </a:cubicBezTo>
                <a:cubicBezTo>
                  <a:pt x="4883033" y="670266"/>
                  <a:pt x="4894527" y="658772"/>
                  <a:pt x="4908693" y="658772"/>
                </a:cubicBezTo>
                <a:close/>
                <a:moveTo>
                  <a:pt x="4651872" y="658772"/>
                </a:moveTo>
                <a:cubicBezTo>
                  <a:pt x="4666042" y="658772"/>
                  <a:pt x="4677531" y="670260"/>
                  <a:pt x="4677531" y="684431"/>
                </a:cubicBezTo>
                <a:cubicBezTo>
                  <a:pt x="4677531" y="698602"/>
                  <a:pt x="4666042" y="710090"/>
                  <a:pt x="4651872" y="710090"/>
                </a:cubicBezTo>
                <a:cubicBezTo>
                  <a:pt x="4637700" y="710090"/>
                  <a:pt x="4626213" y="698602"/>
                  <a:pt x="4626213" y="684431"/>
                </a:cubicBezTo>
                <a:cubicBezTo>
                  <a:pt x="4626213" y="670260"/>
                  <a:pt x="4637700" y="658772"/>
                  <a:pt x="4651872" y="658772"/>
                </a:cubicBezTo>
                <a:close/>
                <a:moveTo>
                  <a:pt x="2853890" y="658772"/>
                </a:moveTo>
                <a:cubicBezTo>
                  <a:pt x="2868062" y="658772"/>
                  <a:pt x="2879550" y="670260"/>
                  <a:pt x="2879550" y="684431"/>
                </a:cubicBezTo>
                <a:cubicBezTo>
                  <a:pt x="2879550" y="698602"/>
                  <a:pt x="2868062" y="710090"/>
                  <a:pt x="2853890" y="710090"/>
                </a:cubicBezTo>
                <a:cubicBezTo>
                  <a:pt x="2839720" y="710090"/>
                  <a:pt x="2828231" y="698602"/>
                  <a:pt x="2828231" y="684431"/>
                </a:cubicBezTo>
                <a:cubicBezTo>
                  <a:pt x="2828231" y="670260"/>
                  <a:pt x="2839720" y="658772"/>
                  <a:pt x="2853890" y="658772"/>
                </a:cubicBezTo>
                <a:close/>
                <a:moveTo>
                  <a:pt x="2340249" y="658772"/>
                </a:moveTo>
                <a:cubicBezTo>
                  <a:pt x="2354413" y="658772"/>
                  <a:pt x="2365908" y="670266"/>
                  <a:pt x="2365908" y="684431"/>
                </a:cubicBezTo>
                <a:cubicBezTo>
                  <a:pt x="2365908" y="698595"/>
                  <a:pt x="2354413" y="710090"/>
                  <a:pt x="2340249" y="710090"/>
                </a:cubicBezTo>
                <a:cubicBezTo>
                  <a:pt x="2326084" y="710090"/>
                  <a:pt x="2314590" y="698595"/>
                  <a:pt x="2314590" y="684431"/>
                </a:cubicBezTo>
                <a:cubicBezTo>
                  <a:pt x="2314590" y="670266"/>
                  <a:pt x="2326084" y="658772"/>
                  <a:pt x="2340249" y="658772"/>
                </a:cubicBezTo>
                <a:close/>
                <a:moveTo>
                  <a:pt x="2147633" y="658772"/>
                </a:moveTo>
                <a:cubicBezTo>
                  <a:pt x="2161804" y="658772"/>
                  <a:pt x="2173293" y="670260"/>
                  <a:pt x="2173293" y="684431"/>
                </a:cubicBezTo>
                <a:cubicBezTo>
                  <a:pt x="2173293" y="698602"/>
                  <a:pt x="2161804" y="710090"/>
                  <a:pt x="2147633" y="710090"/>
                </a:cubicBezTo>
                <a:cubicBezTo>
                  <a:pt x="2133462" y="710090"/>
                  <a:pt x="2121975" y="698602"/>
                  <a:pt x="2121975" y="684431"/>
                </a:cubicBezTo>
                <a:cubicBezTo>
                  <a:pt x="2121975" y="670260"/>
                  <a:pt x="2133462" y="658772"/>
                  <a:pt x="2147633" y="658772"/>
                </a:cubicBezTo>
                <a:close/>
                <a:moveTo>
                  <a:pt x="2083427" y="658772"/>
                </a:moveTo>
                <a:cubicBezTo>
                  <a:pt x="2097599" y="658772"/>
                  <a:pt x="2109087" y="670260"/>
                  <a:pt x="2109087" y="684431"/>
                </a:cubicBezTo>
                <a:cubicBezTo>
                  <a:pt x="2109087" y="698602"/>
                  <a:pt x="2097599" y="710090"/>
                  <a:pt x="2083427" y="710090"/>
                </a:cubicBezTo>
                <a:cubicBezTo>
                  <a:pt x="2069257" y="710090"/>
                  <a:pt x="2057768" y="698602"/>
                  <a:pt x="2057768" y="684431"/>
                </a:cubicBezTo>
                <a:cubicBezTo>
                  <a:pt x="2057768" y="670260"/>
                  <a:pt x="2069257" y="658772"/>
                  <a:pt x="2083427" y="658772"/>
                </a:cubicBezTo>
                <a:close/>
                <a:moveTo>
                  <a:pt x="1955016" y="658772"/>
                </a:moveTo>
                <a:cubicBezTo>
                  <a:pt x="1969181" y="658772"/>
                  <a:pt x="1980676" y="670266"/>
                  <a:pt x="1980676" y="684431"/>
                </a:cubicBezTo>
                <a:cubicBezTo>
                  <a:pt x="1980676" y="698595"/>
                  <a:pt x="1969181" y="710090"/>
                  <a:pt x="1955016" y="710090"/>
                </a:cubicBezTo>
                <a:cubicBezTo>
                  <a:pt x="1940851" y="710090"/>
                  <a:pt x="1929358" y="698595"/>
                  <a:pt x="1929358" y="684431"/>
                </a:cubicBezTo>
                <a:cubicBezTo>
                  <a:pt x="1929358" y="670266"/>
                  <a:pt x="1940851" y="658772"/>
                  <a:pt x="1955016" y="658772"/>
                </a:cubicBezTo>
                <a:close/>
                <a:moveTo>
                  <a:pt x="1890696" y="658772"/>
                </a:moveTo>
                <a:cubicBezTo>
                  <a:pt x="1904860" y="658772"/>
                  <a:pt x="1916355" y="670266"/>
                  <a:pt x="1916355" y="684431"/>
                </a:cubicBezTo>
                <a:cubicBezTo>
                  <a:pt x="1916355" y="698595"/>
                  <a:pt x="1904860" y="710090"/>
                  <a:pt x="1890696" y="710090"/>
                </a:cubicBezTo>
                <a:cubicBezTo>
                  <a:pt x="1876531" y="710090"/>
                  <a:pt x="1865037" y="698595"/>
                  <a:pt x="1865037" y="684431"/>
                </a:cubicBezTo>
                <a:cubicBezTo>
                  <a:pt x="1865037" y="670266"/>
                  <a:pt x="1876531" y="658772"/>
                  <a:pt x="1890696" y="658772"/>
                </a:cubicBezTo>
                <a:close/>
                <a:moveTo>
                  <a:pt x="11970691" y="604319"/>
                </a:moveTo>
                <a:cubicBezTo>
                  <a:pt x="11977773" y="604436"/>
                  <a:pt x="11983579" y="610125"/>
                  <a:pt x="11983579" y="617207"/>
                </a:cubicBezTo>
                <a:cubicBezTo>
                  <a:pt x="11983579" y="624289"/>
                  <a:pt x="11977889" y="630095"/>
                  <a:pt x="11970691" y="630095"/>
                </a:cubicBezTo>
                <a:cubicBezTo>
                  <a:pt x="11963609" y="630095"/>
                  <a:pt x="11957803" y="624405"/>
                  <a:pt x="11957803" y="617207"/>
                </a:cubicBezTo>
                <a:cubicBezTo>
                  <a:pt x="11957803" y="610125"/>
                  <a:pt x="11963493" y="604319"/>
                  <a:pt x="11970691" y="604319"/>
                </a:cubicBezTo>
                <a:close/>
                <a:moveTo>
                  <a:pt x="11325553" y="604319"/>
                </a:moveTo>
                <a:cubicBezTo>
                  <a:pt x="11332752" y="604436"/>
                  <a:pt x="11338441" y="610125"/>
                  <a:pt x="11338441" y="617207"/>
                </a:cubicBezTo>
                <a:cubicBezTo>
                  <a:pt x="11338441" y="624289"/>
                  <a:pt x="11332752" y="630095"/>
                  <a:pt x="11325553" y="630095"/>
                </a:cubicBezTo>
                <a:cubicBezTo>
                  <a:pt x="11318471" y="630095"/>
                  <a:pt x="11312667" y="624405"/>
                  <a:pt x="11312667" y="617207"/>
                </a:cubicBezTo>
                <a:cubicBezTo>
                  <a:pt x="11312667" y="610125"/>
                  <a:pt x="11318356" y="604319"/>
                  <a:pt x="11325553" y="604319"/>
                </a:cubicBezTo>
                <a:close/>
                <a:moveTo>
                  <a:pt x="10683501" y="604319"/>
                </a:moveTo>
                <a:cubicBezTo>
                  <a:pt x="10690620" y="604319"/>
                  <a:pt x="10696389" y="610089"/>
                  <a:pt x="10696389" y="617207"/>
                </a:cubicBezTo>
                <a:cubicBezTo>
                  <a:pt x="10696389" y="624325"/>
                  <a:pt x="10690620" y="630095"/>
                  <a:pt x="10683501" y="630095"/>
                </a:cubicBezTo>
                <a:cubicBezTo>
                  <a:pt x="10676385" y="630095"/>
                  <a:pt x="10670613" y="624325"/>
                  <a:pt x="10670613" y="617207"/>
                </a:cubicBezTo>
                <a:cubicBezTo>
                  <a:pt x="10670613" y="610089"/>
                  <a:pt x="10676385" y="604319"/>
                  <a:pt x="10683501" y="604319"/>
                </a:cubicBezTo>
                <a:close/>
                <a:moveTo>
                  <a:pt x="10555092" y="604319"/>
                </a:moveTo>
                <a:cubicBezTo>
                  <a:pt x="10562174" y="604436"/>
                  <a:pt x="10567978" y="610125"/>
                  <a:pt x="10567978" y="617207"/>
                </a:cubicBezTo>
                <a:cubicBezTo>
                  <a:pt x="10567978" y="624289"/>
                  <a:pt x="10562289" y="630095"/>
                  <a:pt x="10555092" y="630095"/>
                </a:cubicBezTo>
                <a:cubicBezTo>
                  <a:pt x="10548009" y="630095"/>
                  <a:pt x="10542204" y="624405"/>
                  <a:pt x="10542204" y="617207"/>
                </a:cubicBezTo>
                <a:cubicBezTo>
                  <a:pt x="10542204" y="610125"/>
                  <a:pt x="10547893" y="604319"/>
                  <a:pt x="10555092" y="604319"/>
                </a:cubicBezTo>
                <a:close/>
                <a:moveTo>
                  <a:pt x="10233947" y="604319"/>
                </a:moveTo>
                <a:cubicBezTo>
                  <a:pt x="10241146" y="604436"/>
                  <a:pt x="10246835" y="610125"/>
                  <a:pt x="10246835" y="617207"/>
                </a:cubicBezTo>
                <a:cubicBezTo>
                  <a:pt x="10246835" y="624289"/>
                  <a:pt x="10241146" y="630095"/>
                  <a:pt x="10233947" y="630095"/>
                </a:cubicBezTo>
                <a:cubicBezTo>
                  <a:pt x="10226866" y="630095"/>
                  <a:pt x="10221059" y="624405"/>
                  <a:pt x="10221059" y="617207"/>
                </a:cubicBezTo>
                <a:cubicBezTo>
                  <a:pt x="10221059" y="610125"/>
                  <a:pt x="10226748" y="604319"/>
                  <a:pt x="10233947" y="604319"/>
                </a:cubicBezTo>
                <a:close/>
                <a:moveTo>
                  <a:pt x="10105654" y="604319"/>
                </a:moveTo>
                <a:cubicBezTo>
                  <a:pt x="10112773" y="604319"/>
                  <a:pt x="10118542" y="610089"/>
                  <a:pt x="10118542" y="617207"/>
                </a:cubicBezTo>
                <a:cubicBezTo>
                  <a:pt x="10118542" y="624325"/>
                  <a:pt x="10112773" y="630095"/>
                  <a:pt x="10105654" y="630095"/>
                </a:cubicBezTo>
                <a:cubicBezTo>
                  <a:pt x="10098538" y="630095"/>
                  <a:pt x="10092766" y="624325"/>
                  <a:pt x="10092766" y="617207"/>
                </a:cubicBezTo>
                <a:cubicBezTo>
                  <a:pt x="10092766" y="610089"/>
                  <a:pt x="10098538" y="604319"/>
                  <a:pt x="10105654" y="604319"/>
                </a:cubicBezTo>
                <a:close/>
                <a:moveTo>
                  <a:pt x="8564495" y="604319"/>
                </a:moveTo>
                <a:cubicBezTo>
                  <a:pt x="8571614" y="604319"/>
                  <a:pt x="8577383" y="610089"/>
                  <a:pt x="8577383" y="617207"/>
                </a:cubicBezTo>
                <a:cubicBezTo>
                  <a:pt x="8577383" y="624325"/>
                  <a:pt x="8571614" y="630095"/>
                  <a:pt x="8564495" y="630095"/>
                </a:cubicBezTo>
                <a:cubicBezTo>
                  <a:pt x="8557376" y="630095"/>
                  <a:pt x="8551607" y="624325"/>
                  <a:pt x="8551607" y="617207"/>
                </a:cubicBezTo>
                <a:cubicBezTo>
                  <a:pt x="8551607" y="610089"/>
                  <a:pt x="8557376" y="604319"/>
                  <a:pt x="8564495" y="604319"/>
                </a:cubicBezTo>
                <a:close/>
                <a:moveTo>
                  <a:pt x="7151863" y="604319"/>
                </a:moveTo>
                <a:cubicBezTo>
                  <a:pt x="7158981" y="604319"/>
                  <a:pt x="7164751" y="610089"/>
                  <a:pt x="7164751" y="617207"/>
                </a:cubicBezTo>
                <a:cubicBezTo>
                  <a:pt x="7164751" y="624325"/>
                  <a:pt x="7158981" y="630095"/>
                  <a:pt x="7151863" y="630095"/>
                </a:cubicBezTo>
                <a:cubicBezTo>
                  <a:pt x="7144744" y="630095"/>
                  <a:pt x="7138975" y="624325"/>
                  <a:pt x="7138975" y="617207"/>
                </a:cubicBezTo>
                <a:cubicBezTo>
                  <a:pt x="7138975" y="610089"/>
                  <a:pt x="7144744" y="604319"/>
                  <a:pt x="7151863" y="604319"/>
                </a:cubicBezTo>
                <a:close/>
                <a:moveTo>
                  <a:pt x="6894925" y="604319"/>
                </a:moveTo>
                <a:cubicBezTo>
                  <a:pt x="6902124" y="604436"/>
                  <a:pt x="6907813" y="610125"/>
                  <a:pt x="6907813" y="617207"/>
                </a:cubicBezTo>
                <a:cubicBezTo>
                  <a:pt x="6907813" y="624289"/>
                  <a:pt x="6902124" y="630095"/>
                  <a:pt x="6894925" y="630095"/>
                </a:cubicBezTo>
                <a:cubicBezTo>
                  <a:pt x="6887844" y="630095"/>
                  <a:pt x="6882040" y="624405"/>
                  <a:pt x="6882040" y="617207"/>
                </a:cubicBezTo>
                <a:cubicBezTo>
                  <a:pt x="6882040" y="610125"/>
                  <a:pt x="6887726" y="604319"/>
                  <a:pt x="6894925" y="604319"/>
                </a:cubicBezTo>
                <a:close/>
                <a:moveTo>
                  <a:pt x="6252873" y="604319"/>
                </a:moveTo>
                <a:cubicBezTo>
                  <a:pt x="6259955" y="604436"/>
                  <a:pt x="6265761" y="610125"/>
                  <a:pt x="6265761" y="617207"/>
                </a:cubicBezTo>
                <a:cubicBezTo>
                  <a:pt x="6265761" y="624289"/>
                  <a:pt x="6260072" y="630095"/>
                  <a:pt x="6252873" y="630095"/>
                </a:cubicBezTo>
                <a:cubicBezTo>
                  <a:pt x="6245792" y="630095"/>
                  <a:pt x="6239985" y="624405"/>
                  <a:pt x="6239985" y="617207"/>
                </a:cubicBezTo>
                <a:cubicBezTo>
                  <a:pt x="6239985" y="610125"/>
                  <a:pt x="6245674" y="604319"/>
                  <a:pt x="6252873" y="604319"/>
                </a:cubicBezTo>
                <a:close/>
                <a:moveTo>
                  <a:pt x="5614950" y="604319"/>
                </a:moveTo>
                <a:cubicBezTo>
                  <a:pt x="5622149" y="604436"/>
                  <a:pt x="5627837" y="610125"/>
                  <a:pt x="5627837" y="617207"/>
                </a:cubicBezTo>
                <a:cubicBezTo>
                  <a:pt x="5627837" y="624289"/>
                  <a:pt x="5622149" y="630095"/>
                  <a:pt x="5614950" y="630095"/>
                </a:cubicBezTo>
                <a:cubicBezTo>
                  <a:pt x="5607869" y="630095"/>
                  <a:pt x="5602062" y="624405"/>
                  <a:pt x="5602062" y="617207"/>
                </a:cubicBezTo>
                <a:cubicBezTo>
                  <a:pt x="5602062" y="610125"/>
                  <a:pt x="5607752" y="604319"/>
                  <a:pt x="5614950" y="604319"/>
                </a:cubicBezTo>
                <a:close/>
                <a:moveTo>
                  <a:pt x="4972896" y="604319"/>
                </a:moveTo>
                <a:cubicBezTo>
                  <a:pt x="4980015" y="604319"/>
                  <a:pt x="4985785" y="610089"/>
                  <a:pt x="4985785" y="617207"/>
                </a:cubicBezTo>
                <a:cubicBezTo>
                  <a:pt x="4985785" y="624325"/>
                  <a:pt x="4980015" y="630095"/>
                  <a:pt x="4972896" y="630095"/>
                </a:cubicBezTo>
                <a:cubicBezTo>
                  <a:pt x="4965781" y="630095"/>
                  <a:pt x="4960010" y="624325"/>
                  <a:pt x="4960010" y="617207"/>
                </a:cubicBezTo>
                <a:cubicBezTo>
                  <a:pt x="4960010" y="610089"/>
                  <a:pt x="4965781" y="604319"/>
                  <a:pt x="4972896" y="604319"/>
                </a:cubicBezTo>
                <a:close/>
                <a:moveTo>
                  <a:pt x="4844487" y="604319"/>
                </a:moveTo>
                <a:cubicBezTo>
                  <a:pt x="4851568" y="604436"/>
                  <a:pt x="4857374" y="610125"/>
                  <a:pt x="4857374" y="617207"/>
                </a:cubicBezTo>
                <a:cubicBezTo>
                  <a:pt x="4857374" y="624289"/>
                  <a:pt x="4851686" y="630095"/>
                  <a:pt x="4844487" y="630095"/>
                </a:cubicBezTo>
                <a:cubicBezTo>
                  <a:pt x="4837405" y="630095"/>
                  <a:pt x="4831598" y="624405"/>
                  <a:pt x="4831598" y="617207"/>
                </a:cubicBezTo>
                <a:cubicBezTo>
                  <a:pt x="4831598" y="610125"/>
                  <a:pt x="4837289" y="604319"/>
                  <a:pt x="4844487" y="604319"/>
                </a:cubicBezTo>
                <a:close/>
                <a:moveTo>
                  <a:pt x="4523345" y="604319"/>
                </a:moveTo>
                <a:cubicBezTo>
                  <a:pt x="4530542" y="604436"/>
                  <a:pt x="4536233" y="610125"/>
                  <a:pt x="4536233" y="617207"/>
                </a:cubicBezTo>
                <a:cubicBezTo>
                  <a:pt x="4536233" y="624289"/>
                  <a:pt x="4530542" y="630095"/>
                  <a:pt x="4523345" y="630095"/>
                </a:cubicBezTo>
                <a:cubicBezTo>
                  <a:pt x="4516262" y="630095"/>
                  <a:pt x="4510457" y="624405"/>
                  <a:pt x="4510457" y="617207"/>
                </a:cubicBezTo>
                <a:cubicBezTo>
                  <a:pt x="4510457" y="610125"/>
                  <a:pt x="4516146" y="604319"/>
                  <a:pt x="4523345" y="604319"/>
                </a:cubicBezTo>
                <a:close/>
                <a:moveTo>
                  <a:pt x="4395050" y="604319"/>
                </a:moveTo>
                <a:cubicBezTo>
                  <a:pt x="4402168" y="604319"/>
                  <a:pt x="4407938" y="610089"/>
                  <a:pt x="4407938" y="617207"/>
                </a:cubicBezTo>
                <a:cubicBezTo>
                  <a:pt x="4407938" y="624325"/>
                  <a:pt x="4402168" y="630095"/>
                  <a:pt x="4395050" y="630095"/>
                </a:cubicBezTo>
                <a:cubicBezTo>
                  <a:pt x="4387934" y="630095"/>
                  <a:pt x="4382162" y="624325"/>
                  <a:pt x="4382162" y="617207"/>
                </a:cubicBezTo>
                <a:cubicBezTo>
                  <a:pt x="4382162" y="610089"/>
                  <a:pt x="4387934" y="604319"/>
                  <a:pt x="4395050" y="604319"/>
                </a:cubicBezTo>
                <a:close/>
                <a:moveTo>
                  <a:pt x="2853891" y="604319"/>
                </a:moveTo>
                <a:cubicBezTo>
                  <a:pt x="2861009" y="604319"/>
                  <a:pt x="2866779" y="610089"/>
                  <a:pt x="2866779" y="617207"/>
                </a:cubicBezTo>
                <a:cubicBezTo>
                  <a:pt x="2866779" y="624325"/>
                  <a:pt x="2861009" y="630095"/>
                  <a:pt x="2853891" y="630095"/>
                </a:cubicBezTo>
                <a:cubicBezTo>
                  <a:pt x="2846773" y="630095"/>
                  <a:pt x="2841003" y="624325"/>
                  <a:pt x="2841003" y="617207"/>
                </a:cubicBezTo>
                <a:cubicBezTo>
                  <a:pt x="2841003" y="610089"/>
                  <a:pt x="2846773" y="604319"/>
                  <a:pt x="2853891" y="604319"/>
                </a:cubicBezTo>
                <a:close/>
                <a:moveTo>
                  <a:pt x="1441258" y="604319"/>
                </a:moveTo>
                <a:cubicBezTo>
                  <a:pt x="1448377" y="604319"/>
                  <a:pt x="1454146" y="610089"/>
                  <a:pt x="1454146" y="617207"/>
                </a:cubicBezTo>
                <a:cubicBezTo>
                  <a:pt x="1454146" y="624325"/>
                  <a:pt x="1448377" y="630095"/>
                  <a:pt x="1441258" y="630095"/>
                </a:cubicBezTo>
                <a:cubicBezTo>
                  <a:pt x="1434141" y="630095"/>
                  <a:pt x="1428371" y="624325"/>
                  <a:pt x="1428371" y="617207"/>
                </a:cubicBezTo>
                <a:cubicBezTo>
                  <a:pt x="1428371" y="610089"/>
                  <a:pt x="1434141" y="604319"/>
                  <a:pt x="1441258" y="604319"/>
                </a:cubicBezTo>
                <a:close/>
                <a:moveTo>
                  <a:pt x="1184322" y="604319"/>
                </a:moveTo>
                <a:cubicBezTo>
                  <a:pt x="1191520" y="604436"/>
                  <a:pt x="1197209" y="610125"/>
                  <a:pt x="1197209" y="617207"/>
                </a:cubicBezTo>
                <a:cubicBezTo>
                  <a:pt x="1197209" y="624289"/>
                  <a:pt x="1191520" y="630095"/>
                  <a:pt x="1184322" y="630095"/>
                </a:cubicBezTo>
                <a:cubicBezTo>
                  <a:pt x="1177239" y="630095"/>
                  <a:pt x="1171435" y="624405"/>
                  <a:pt x="1171435" y="617207"/>
                </a:cubicBezTo>
                <a:cubicBezTo>
                  <a:pt x="1171435" y="610125"/>
                  <a:pt x="1177123" y="604319"/>
                  <a:pt x="1184322" y="604319"/>
                </a:cubicBezTo>
                <a:close/>
                <a:moveTo>
                  <a:pt x="542270" y="604319"/>
                </a:moveTo>
                <a:cubicBezTo>
                  <a:pt x="549351" y="604436"/>
                  <a:pt x="555157" y="610125"/>
                  <a:pt x="555157" y="617207"/>
                </a:cubicBezTo>
                <a:cubicBezTo>
                  <a:pt x="555157" y="624289"/>
                  <a:pt x="549469" y="630095"/>
                  <a:pt x="542270" y="630095"/>
                </a:cubicBezTo>
                <a:cubicBezTo>
                  <a:pt x="535188" y="630095"/>
                  <a:pt x="529382" y="624405"/>
                  <a:pt x="529382" y="617207"/>
                </a:cubicBezTo>
                <a:cubicBezTo>
                  <a:pt x="529382" y="610125"/>
                  <a:pt x="535071" y="604319"/>
                  <a:pt x="542270" y="604319"/>
                </a:cubicBezTo>
                <a:close/>
                <a:moveTo>
                  <a:pt x="11197259" y="591548"/>
                </a:moveTo>
                <a:cubicBezTo>
                  <a:pt x="11211424" y="591548"/>
                  <a:pt x="11222917" y="603042"/>
                  <a:pt x="11222917" y="617207"/>
                </a:cubicBezTo>
                <a:cubicBezTo>
                  <a:pt x="11222917" y="631372"/>
                  <a:pt x="11211424" y="642865"/>
                  <a:pt x="11197259" y="642865"/>
                </a:cubicBezTo>
                <a:cubicBezTo>
                  <a:pt x="11183094" y="642865"/>
                  <a:pt x="11171601" y="631372"/>
                  <a:pt x="11171601" y="617207"/>
                </a:cubicBezTo>
                <a:cubicBezTo>
                  <a:pt x="11171601" y="603042"/>
                  <a:pt x="11183094" y="591548"/>
                  <a:pt x="11197259" y="591548"/>
                </a:cubicBezTo>
                <a:close/>
                <a:moveTo>
                  <a:pt x="10619297" y="591548"/>
                </a:moveTo>
                <a:cubicBezTo>
                  <a:pt x="10633462" y="591548"/>
                  <a:pt x="10644955" y="603042"/>
                  <a:pt x="10644955" y="617207"/>
                </a:cubicBezTo>
                <a:cubicBezTo>
                  <a:pt x="10644955" y="631372"/>
                  <a:pt x="10633462" y="642865"/>
                  <a:pt x="10619297" y="642865"/>
                </a:cubicBezTo>
                <a:cubicBezTo>
                  <a:pt x="10605132" y="642865"/>
                  <a:pt x="10593639" y="631372"/>
                  <a:pt x="10593639" y="617207"/>
                </a:cubicBezTo>
                <a:cubicBezTo>
                  <a:pt x="10593639" y="603042"/>
                  <a:pt x="10605132" y="591548"/>
                  <a:pt x="10619297" y="591548"/>
                </a:cubicBezTo>
                <a:close/>
                <a:moveTo>
                  <a:pt x="10362474" y="591548"/>
                </a:moveTo>
                <a:cubicBezTo>
                  <a:pt x="10376639" y="591548"/>
                  <a:pt x="10388135" y="603042"/>
                  <a:pt x="10388135" y="617207"/>
                </a:cubicBezTo>
                <a:cubicBezTo>
                  <a:pt x="10388135" y="631372"/>
                  <a:pt x="10376639" y="642865"/>
                  <a:pt x="10362474" y="642865"/>
                </a:cubicBezTo>
                <a:cubicBezTo>
                  <a:pt x="10348312" y="642865"/>
                  <a:pt x="10336816" y="631372"/>
                  <a:pt x="10336816" y="617207"/>
                </a:cubicBezTo>
                <a:cubicBezTo>
                  <a:pt x="10336816" y="603042"/>
                  <a:pt x="10348312" y="591548"/>
                  <a:pt x="10362474" y="591548"/>
                </a:cubicBezTo>
                <a:close/>
                <a:moveTo>
                  <a:pt x="8050852" y="591548"/>
                </a:moveTo>
                <a:cubicBezTo>
                  <a:pt x="8065017" y="591548"/>
                  <a:pt x="8076510" y="603042"/>
                  <a:pt x="8076510" y="617207"/>
                </a:cubicBezTo>
                <a:cubicBezTo>
                  <a:pt x="8076510" y="631372"/>
                  <a:pt x="8065017" y="642865"/>
                  <a:pt x="8050852" y="642865"/>
                </a:cubicBezTo>
                <a:cubicBezTo>
                  <a:pt x="8036687" y="642865"/>
                  <a:pt x="8025194" y="631372"/>
                  <a:pt x="8025194" y="617207"/>
                </a:cubicBezTo>
                <a:cubicBezTo>
                  <a:pt x="8025194" y="603042"/>
                  <a:pt x="8036687" y="591548"/>
                  <a:pt x="8050852" y="591548"/>
                </a:cubicBezTo>
                <a:close/>
                <a:moveTo>
                  <a:pt x="7858237" y="591548"/>
                </a:moveTo>
                <a:cubicBezTo>
                  <a:pt x="7872402" y="591548"/>
                  <a:pt x="7883895" y="603042"/>
                  <a:pt x="7883895" y="617207"/>
                </a:cubicBezTo>
                <a:cubicBezTo>
                  <a:pt x="7883895" y="631372"/>
                  <a:pt x="7872402" y="642865"/>
                  <a:pt x="7858237" y="642865"/>
                </a:cubicBezTo>
                <a:cubicBezTo>
                  <a:pt x="7844072" y="642865"/>
                  <a:pt x="7832578" y="631372"/>
                  <a:pt x="7832578" y="617207"/>
                </a:cubicBezTo>
                <a:cubicBezTo>
                  <a:pt x="7832578" y="603042"/>
                  <a:pt x="7844072" y="591548"/>
                  <a:pt x="7858237" y="591548"/>
                </a:cubicBezTo>
                <a:close/>
                <a:moveTo>
                  <a:pt x="7794032" y="591548"/>
                </a:moveTo>
                <a:cubicBezTo>
                  <a:pt x="7808197" y="591548"/>
                  <a:pt x="7819690" y="603042"/>
                  <a:pt x="7819690" y="617207"/>
                </a:cubicBezTo>
                <a:cubicBezTo>
                  <a:pt x="7819690" y="631372"/>
                  <a:pt x="7808197" y="642865"/>
                  <a:pt x="7794032" y="642865"/>
                </a:cubicBezTo>
                <a:cubicBezTo>
                  <a:pt x="7779867" y="642865"/>
                  <a:pt x="7768371" y="631372"/>
                  <a:pt x="7768371" y="617207"/>
                </a:cubicBezTo>
                <a:cubicBezTo>
                  <a:pt x="7768371" y="603042"/>
                  <a:pt x="7779867" y="591548"/>
                  <a:pt x="7794032" y="591548"/>
                </a:cubicBezTo>
                <a:close/>
                <a:moveTo>
                  <a:pt x="7665621" y="591548"/>
                </a:moveTo>
                <a:cubicBezTo>
                  <a:pt x="7679786" y="591548"/>
                  <a:pt x="7691279" y="603042"/>
                  <a:pt x="7691279" y="617207"/>
                </a:cubicBezTo>
                <a:cubicBezTo>
                  <a:pt x="7691279" y="631372"/>
                  <a:pt x="7679786" y="642865"/>
                  <a:pt x="7665621" y="642865"/>
                </a:cubicBezTo>
                <a:cubicBezTo>
                  <a:pt x="7651456" y="642865"/>
                  <a:pt x="7639963" y="631372"/>
                  <a:pt x="7639963" y="617207"/>
                </a:cubicBezTo>
                <a:cubicBezTo>
                  <a:pt x="7639963" y="603042"/>
                  <a:pt x="7651456" y="591548"/>
                  <a:pt x="7665621" y="591548"/>
                </a:cubicBezTo>
                <a:close/>
                <a:moveTo>
                  <a:pt x="7601299" y="591548"/>
                </a:moveTo>
                <a:cubicBezTo>
                  <a:pt x="7615464" y="591548"/>
                  <a:pt x="7626959" y="603042"/>
                  <a:pt x="7626959" y="617207"/>
                </a:cubicBezTo>
                <a:cubicBezTo>
                  <a:pt x="7626959" y="631372"/>
                  <a:pt x="7615464" y="642865"/>
                  <a:pt x="7601299" y="642865"/>
                </a:cubicBezTo>
                <a:cubicBezTo>
                  <a:pt x="7587134" y="642865"/>
                  <a:pt x="7575640" y="631372"/>
                  <a:pt x="7575640" y="617207"/>
                </a:cubicBezTo>
                <a:cubicBezTo>
                  <a:pt x="7575640" y="603042"/>
                  <a:pt x="7587134" y="591548"/>
                  <a:pt x="7601299" y="591548"/>
                </a:cubicBezTo>
                <a:close/>
                <a:moveTo>
                  <a:pt x="5486655" y="591548"/>
                </a:moveTo>
                <a:cubicBezTo>
                  <a:pt x="5500819" y="591548"/>
                  <a:pt x="5512316" y="603042"/>
                  <a:pt x="5512316" y="617207"/>
                </a:cubicBezTo>
                <a:cubicBezTo>
                  <a:pt x="5512316" y="631372"/>
                  <a:pt x="5500819" y="642865"/>
                  <a:pt x="5486655" y="642865"/>
                </a:cubicBezTo>
                <a:cubicBezTo>
                  <a:pt x="5472491" y="642865"/>
                  <a:pt x="5460997" y="631372"/>
                  <a:pt x="5460997" y="617207"/>
                </a:cubicBezTo>
                <a:cubicBezTo>
                  <a:pt x="5460997" y="603042"/>
                  <a:pt x="5472491" y="591548"/>
                  <a:pt x="5486655" y="591548"/>
                </a:cubicBezTo>
                <a:close/>
                <a:moveTo>
                  <a:pt x="4908693" y="591548"/>
                </a:moveTo>
                <a:cubicBezTo>
                  <a:pt x="4922857" y="591548"/>
                  <a:pt x="4934352" y="603042"/>
                  <a:pt x="4934352" y="617207"/>
                </a:cubicBezTo>
                <a:cubicBezTo>
                  <a:pt x="4934352" y="631372"/>
                  <a:pt x="4922857" y="642865"/>
                  <a:pt x="4908693" y="642865"/>
                </a:cubicBezTo>
                <a:cubicBezTo>
                  <a:pt x="4894527" y="642865"/>
                  <a:pt x="4883033" y="631372"/>
                  <a:pt x="4883033" y="617207"/>
                </a:cubicBezTo>
                <a:cubicBezTo>
                  <a:pt x="4883033" y="603042"/>
                  <a:pt x="4894527" y="591548"/>
                  <a:pt x="4908693" y="591548"/>
                </a:cubicBezTo>
                <a:close/>
                <a:moveTo>
                  <a:pt x="4651872" y="591548"/>
                </a:moveTo>
                <a:cubicBezTo>
                  <a:pt x="4666036" y="591548"/>
                  <a:pt x="4677531" y="603042"/>
                  <a:pt x="4677531" y="617207"/>
                </a:cubicBezTo>
                <a:cubicBezTo>
                  <a:pt x="4677531" y="631372"/>
                  <a:pt x="4666036" y="642865"/>
                  <a:pt x="4651872" y="642865"/>
                </a:cubicBezTo>
                <a:cubicBezTo>
                  <a:pt x="4637706" y="642865"/>
                  <a:pt x="4626213" y="631372"/>
                  <a:pt x="4626213" y="617207"/>
                </a:cubicBezTo>
                <a:cubicBezTo>
                  <a:pt x="4626213" y="603042"/>
                  <a:pt x="4637706" y="591548"/>
                  <a:pt x="4651872" y="591548"/>
                </a:cubicBezTo>
                <a:close/>
                <a:moveTo>
                  <a:pt x="2340249" y="591548"/>
                </a:moveTo>
                <a:cubicBezTo>
                  <a:pt x="2354413" y="591548"/>
                  <a:pt x="2365908" y="603042"/>
                  <a:pt x="2365908" y="617207"/>
                </a:cubicBezTo>
                <a:cubicBezTo>
                  <a:pt x="2365908" y="631372"/>
                  <a:pt x="2354413" y="642865"/>
                  <a:pt x="2340249" y="642865"/>
                </a:cubicBezTo>
                <a:cubicBezTo>
                  <a:pt x="2326084" y="642865"/>
                  <a:pt x="2314590" y="631372"/>
                  <a:pt x="2314590" y="617207"/>
                </a:cubicBezTo>
                <a:cubicBezTo>
                  <a:pt x="2314590" y="603042"/>
                  <a:pt x="2326084" y="591548"/>
                  <a:pt x="2340249" y="591548"/>
                </a:cubicBezTo>
                <a:close/>
                <a:moveTo>
                  <a:pt x="2147633" y="591548"/>
                </a:moveTo>
                <a:cubicBezTo>
                  <a:pt x="2161798" y="591548"/>
                  <a:pt x="2173293" y="603042"/>
                  <a:pt x="2173293" y="617207"/>
                </a:cubicBezTo>
                <a:cubicBezTo>
                  <a:pt x="2173293" y="631372"/>
                  <a:pt x="2161798" y="642865"/>
                  <a:pt x="2147633" y="642865"/>
                </a:cubicBezTo>
                <a:cubicBezTo>
                  <a:pt x="2133469" y="642865"/>
                  <a:pt x="2121975" y="631372"/>
                  <a:pt x="2121975" y="617207"/>
                </a:cubicBezTo>
                <a:cubicBezTo>
                  <a:pt x="2121975" y="603042"/>
                  <a:pt x="2133469" y="591548"/>
                  <a:pt x="2147633" y="591548"/>
                </a:cubicBezTo>
                <a:close/>
                <a:moveTo>
                  <a:pt x="2083427" y="591548"/>
                </a:moveTo>
                <a:cubicBezTo>
                  <a:pt x="2097592" y="591548"/>
                  <a:pt x="2109087" y="603042"/>
                  <a:pt x="2109087" y="617207"/>
                </a:cubicBezTo>
                <a:cubicBezTo>
                  <a:pt x="2109087" y="631372"/>
                  <a:pt x="2097592" y="642865"/>
                  <a:pt x="2083427" y="642865"/>
                </a:cubicBezTo>
                <a:cubicBezTo>
                  <a:pt x="2069262" y="642865"/>
                  <a:pt x="2057768" y="631372"/>
                  <a:pt x="2057768" y="617207"/>
                </a:cubicBezTo>
                <a:cubicBezTo>
                  <a:pt x="2057768" y="603042"/>
                  <a:pt x="2069262" y="591548"/>
                  <a:pt x="2083427" y="591548"/>
                </a:cubicBezTo>
                <a:close/>
                <a:moveTo>
                  <a:pt x="1955016" y="591548"/>
                </a:moveTo>
                <a:cubicBezTo>
                  <a:pt x="1969181" y="591548"/>
                  <a:pt x="1980676" y="603042"/>
                  <a:pt x="1980676" y="617207"/>
                </a:cubicBezTo>
                <a:cubicBezTo>
                  <a:pt x="1980676" y="631372"/>
                  <a:pt x="1969181" y="642865"/>
                  <a:pt x="1955016" y="642865"/>
                </a:cubicBezTo>
                <a:cubicBezTo>
                  <a:pt x="1940851" y="642865"/>
                  <a:pt x="1929358" y="631372"/>
                  <a:pt x="1929358" y="617207"/>
                </a:cubicBezTo>
                <a:cubicBezTo>
                  <a:pt x="1929358" y="603042"/>
                  <a:pt x="1940851" y="591548"/>
                  <a:pt x="1955016" y="591548"/>
                </a:cubicBezTo>
                <a:close/>
                <a:moveTo>
                  <a:pt x="1890696" y="591548"/>
                </a:moveTo>
                <a:cubicBezTo>
                  <a:pt x="1904860" y="591548"/>
                  <a:pt x="1916355" y="603042"/>
                  <a:pt x="1916355" y="617207"/>
                </a:cubicBezTo>
                <a:cubicBezTo>
                  <a:pt x="1916355" y="631372"/>
                  <a:pt x="1904860" y="642865"/>
                  <a:pt x="1890696" y="642865"/>
                </a:cubicBezTo>
                <a:cubicBezTo>
                  <a:pt x="1876531" y="642865"/>
                  <a:pt x="1865037" y="631372"/>
                  <a:pt x="1865037" y="617207"/>
                </a:cubicBezTo>
                <a:cubicBezTo>
                  <a:pt x="1865037" y="603042"/>
                  <a:pt x="1876531" y="591548"/>
                  <a:pt x="1890696" y="591548"/>
                </a:cubicBezTo>
                <a:close/>
                <a:moveTo>
                  <a:pt x="11970691" y="537211"/>
                </a:moveTo>
                <a:cubicBezTo>
                  <a:pt x="11977773" y="537211"/>
                  <a:pt x="11983579" y="543016"/>
                  <a:pt x="11983579" y="550099"/>
                </a:cubicBezTo>
                <a:cubicBezTo>
                  <a:pt x="11983579" y="557181"/>
                  <a:pt x="11977889" y="562987"/>
                  <a:pt x="11970691" y="562987"/>
                </a:cubicBezTo>
                <a:cubicBezTo>
                  <a:pt x="11963609" y="562987"/>
                  <a:pt x="11957803" y="557297"/>
                  <a:pt x="11957803" y="550099"/>
                </a:cubicBezTo>
                <a:cubicBezTo>
                  <a:pt x="11957803" y="543016"/>
                  <a:pt x="11963493" y="537211"/>
                  <a:pt x="11970691" y="537211"/>
                </a:cubicBezTo>
                <a:close/>
                <a:moveTo>
                  <a:pt x="11325553" y="537211"/>
                </a:moveTo>
                <a:cubicBezTo>
                  <a:pt x="11332752" y="537211"/>
                  <a:pt x="11338441" y="543016"/>
                  <a:pt x="11338441" y="550099"/>
                </a:cubicBezTo>
                <a:cubicBezTo>
                  <a:pt x="11338441" y="557181"/>
                  <a:pt x="11332752" y="562987"/>
                  <a:pt x="11325553" y="562987"/>
                </a:cubicBezTo>
                <a:cubicBezTo>
                  <a:pt x="11318471" y="562987"/>
                  <a:pt x="11312667" y="557297"/>
                  <a:pt x="11312667" y="550099"/>
                </a:cubicBezTo>
                <a:cubicBezTo>
                  <a:pt x="11312667" y="543016"/>
                  <a:pt x="11318356" y="537211"/>
                  <a:pt x="11325553" y="537211"/>
                </a:cubicBezTo>
                <a:close/>
                <a:moveTo>
                  <a:pt x="11197259" y="537211"/>
                </a:moveTo>
                <a:cubicBezTo>
                  <a:pt x="11204378" y="537211"/>
                  <a:pt x="11210147" y="542981"/>
                  <a:pt x="11210147" y="550099"/>
                </a:cubicBezTo>
                <a:cubicBezTo>
                  <a:pt x="11210147" y="557217"/>
                  <a:pt x="11204378" y="562987"/>
                  <a:pt x="11197259" y="562987"/>
                </a:cubicBezTo>
                <a:cubicBezTo>
                  <a:pt x="11190143" y="562987"/>
                  <a:pt x="11184374" y="557217"/>
                  <a:pt x="11184374" y="550099"/>
                </a:cubicBezTo>
                <a:cubicBezTo>
                  <a:pt x="11184374" y="542981"/>
                  <a:pt x="11190143" y="537211"/>
                  <a:pt x="11197259" y="537211"/>
                </a:cubicBezTo>
                <a:close/>
                <a:moveTo>
                  <a:pt x="10683501" y="537211"/>
                </a:moveTo>
                <a:cubicBezTo>
                  <a:pt x="10690620" y="537211"/>
                  <a:pt x="10696389" y="542981"/>
                  <a:pt x="10696389" y="550099"/>
                </a:cubicBezTo>
                <a:cubicBezTo>
                  <a:pt x="10696389" y="557217"/>
                  <a:pt x="10690620" y="562987"/>
                  <a:pt x="10683501" y="562987"/>
                </a:cubicBezTo>
                <a:cubicBezTo>
                  <a:pt x="10676385" y="562987"/>
                  <a:pt x="10670613" y="557217"/>
                  <a:pt x="10670613" y="550099"/>
                </a:cubicBezTo>
                <a:cubicBezTo>
                  <a:pt x="10670613" y="542981"/>
                  <a:pt x="10676385" y="537211"/>
                  <a:pt x="10683501" y="537211"/>
                </a:cubicBezTo>
                <a:close/>
                <a:moveTo>
                  <a:pt x="10555092" y="537211"/>
                </a:moveTo>
                <a:cubicBezTo>
                  <a:pt x="10562174" y="537211"/>
                  <a:pt x="10567978" y="543016"/>
                  <a:pt x="10567978" y="550099"/>
                </a:cubicBezTo>
                <a:cubicBezTo>
                  <a:pt x="10567978" y="557181"/>
                  <a:pt x="10562289" y="562987"/>
                  <a:pt x="10555092" y="562987"/>
                </a:cubicBezTo>
                <a:cubicBezTo>
                  <a:pt x="10548009" y="562987"/>
                  <a:pt x="10542204" y="557297"/>
                  <a:pt x="10542204" y="550099"/>
                </a:cubicBezTo>
                <a:cubicBezTo>
                  <a:pt x="10542204" y="543016"/>
                  <a:pt x="10547893" y="537211"/>
                  <a:pt x="10555092" y="537211"/>
                </a:cubicBezTo>
                <a:close/>
                <a:moveTo>
                  <a:pt x="10105654" y="537211"/>
                </a:moveTo>
                <a:cubicBezTo>
                  <a:pt x="10112773" y="537211"/>
                  <a:pt x="10118542" y="542981"/>
                  <a:pt x="10118542" y="550099"/>
                </a:cubicBezTo>
                <a:cubicBezTo>
                  <a:pt x="10118542" y="557217"/>
                  <a:pt x="10112773" y="562987"/>
                  <a:pt x="10105654" y="562987"/>
                </a:cubicBezTo>
                <a:cubicBezTo>
                  <a:pt x="10098538" y="562987"/>
                  <a:pt x="10092766" y="557217"/>
                  <a:pt x="10092766" y="550099"/>
                </a:cubicBezTo>
                <a:cubicBezTo>
                  <a:pt x="10092766" y="542981"/>
                  <a:pt x="10098538" y="537211"/>
                  <a:pt x="10105654" y="537211"/>
                </a:cubicBezTo>
                <a:close/>
                <a:moveTo>
                  <a:pt x="8564495" y="537211"/>
                </a:moveTo>
                <a:cubicBezTo>
                  <a:pt x="8571614" y="537211"/>
                  <a:pt x="8577383" y="542981"/>
                  <a:pt x="8577383" y="550099"/>
                </a:cubicBezTo>
                <a:cubicBezTo>
                  <a:pt x="8577383" y="557217"/>
                  <a:pt x="8571614" y="562987"/>
                  <a:pt x="8564495" y="562987"/>
                </a:cubicBezTo>
                <a:cubicBezTo>
                  <a:pt x="8557376" y="562987"/>
                  <a:pt x="8551607" y="557217"/>
                  <a:pt x="8551607" y="550099"/>
                </a:cubicBezTo>
                <a:cubicBezTo>
                  <a:pt x="8551607" y="542981"/>
                  <a:pt x="8557376" y="537211"/>
                  <a:pt x="8564495" y="537211"/>
                </a:cubicBezTo>
                <a:close/>
                <a:moveTo>
                  <a:pt x="8050737" y="537211"/>
                </a:moveTo>
                <a:cubicBezTo>
                  <a:pt x="8057936" y="537211"/>
                  <a:pt x="8063625" y="543016"/>
                  <a:pt x="8063625" y="550099"/>
                </a:cubicBezTo>
                <a:cubicBezTo>
                  <a:pt x="8063625" y="557181"/>
                  <a:pt x="8057936" y="562987"/>
                  <a:pt x="8050737" y="562987"/>
                </a:cubicBezTo>
                <a:cubicBezTo>
                  <a:pt x="8043653" y="562987"/>
                  <a:pt x="8037849" y="557297"/>
                  <a:pt x="8037849" y="550099"/>
                </a:cubicBezTo>
                <a:cubicBezTo>
                  <a:pt x="8037849" y="543016"/>
                  <a:pt x="8043538" y="537211"/>
                  <a:pt x="8050737" y="537211"/>
                </a:cubicBezTo>
                <a:close/>
                <a:moveTo>
                  <a:pt x="7794032" y="537211"/>
                </a:moveTo>
                <a:cubicBezTo>
                  <a:pt x="7801148" y="537211"/>
                  <a:pt x="7806920" y="542981"/>
                  <a:pt x="7806920" y="550099"/>
                </a:cubicBezTo>
                <a:cubicBezTo>
                  <a:pt x="7806920" y="557217"/>
                  <a:pt x="7801148" y="562987"/>
                  <a:pt x="7794032" y="562987"/>
                </a:cubicBezTo>
                <a:cubicBezTo>
                  <a:pt x="7786914" y="562987"/>
                  <a:pt x="7781144" y="557217"/>
                  <a:pt x="7781144" y="550099"/>
                </a:cubicBezTo>
                <a:cubicBezTo>
                  <a:pt x="7781144" y="542981"/>
                  <a:pt x="7786914" y="537211"/>
                  <a:pt x="7794032" y="537211"/>
                </a:cubicBezTo>
                <a:close/>
                <a:moveTo>
                  <a:pt x="7151863" y="537211"/>
                </a:moveTo>
                <a:cubicBezTo>
                  <a:pt x="7158981" y="537211"/>
                  <a:pt x="7164751" y="542981"/>
                  <a:pt x="7164751" y="550099"/>
                </a:cubicBezTo>
                <a:cubicBezTo>
                  <a:pt x="7164751" y="557217"/>
                  <a:pt x="7158981" y="562987"/>
                  <a:pt x="7151863" y="562987"/>
                </a:cubicBezTo>
                <a:cubicBezTo>
                  <a:pt x="7144744" y="562987"/>
                  <a:pt x="7138975" y="557217"/>
                  <a:pt x="7138975" y="550099"/>
                </a:cubicBezTo>
                <a:cubicBezTo>
                  <a:pt x="7138975" y="542981"/>
                  <a:pt x="7144744" y="537211"/>
                  <a:pt x="7151863" y="537211"/>
                </a:cubicBezTo>
                <a:close/>
                <a:moveTo>
                  <a:pt x="6894925" y="537211"/>
                </a:moveTo>
                <a:cubicBezTo>
                  <a:pt x="6902124" y="537211"/>
                  <a:pt x="6907813" y="543016"/>
                  <a:pt x="6907813" y="550099"/>
                </a:cubicBezTo>
                <a:cubicBezTo>
                  <a:pt x="6907813" y="557181"/>
                  <a:pt x="6902124" y="562987"/>
                  <a:pt x="6894925" y="562987"/>
                </a:cubicBezTo>
                <a:cubicBezTo>
                  <a:pt x="6887844" y="562987"/>
                  <a:pt x="6882040" y="557297"/>
                  <a:pt x="6882040" y="550099"/>
                </a:cubicBezTo>
                <a:cubicBezTo>
                  <a:pt x="6882040" y="543016"/>
                  <a:pt x="6887726" y="537211"/>
                  <a:pt x="6894925" y="537211"/>
                </a:cubicBezTo>
                <a:close/>
                <a:moveTo>
                  <a:pt x="6252873" y="537211"/>
                </a:moveTo>
                <a:cubicBezTo>
                  <a:pt x="6259955" y="537211"/>
                  <a:pt x="6265761" y="543016"/>
                  <a:pt x="6265761" y="550099"/>
                </a:cubicBezTo>
                <a:cubicBezTo>
                  <a:pt x="6265761" y="557181"/>
                  <a:pt x="6260072" y="562987"/>
                  <a:pt x="6252873" y="562987"/>
                </a:cubicBezTo>
                <a:cubicBezTo>
                  <a:pt x="6245792" y="562987"/>
                  <a:pt x="6239985" y="557297"/>
                  <a:pt x="6239985" y="550099"/>
                </a:cubicBezTo>
                <a:cubicBezTo>
                  <a:pt x="6239985" y="543016"/>
                  <a:pt x="6245674" y="537211"/>
                  <a:pt x="6252873" y="537211"/>
                </a:cubicBezTo>
                <a:close/>
                <a:moveTo>
                  <a:pt x="5614950" y="537211"/>
                </a:moveTo>
                <a:cubicBezTo>
                  <a:pt x="5622149" y="537211"/>
                  <a:pt x="5627837" y="543016"/>
                  <a:pt x="5627837" y="550099"/>
                </a:cubicBezTo>
                <a:cubicBezTo>
                  <a:pt x="5627837" y="557181"/>
                  <a:pt x="5622149" y="562987"/>
                  <a:pt x="5614950" y="562987"/>
                </a:cubicBezTo>
                <a:cubicBezTo>
                  <a:pt x="5607869" y="562987"/>
                  <a:pt x="5602062" y="557297"/>
                  <a:pt x="5602062" y="550099"/>
                </a:cubicBezTo>
                <a:cubicBezTo>
                  <a:pt x="5602062" y="543016"/>
                  <a:pt x="5607752" y="537211"/>
                  <a:pt x="5614950" y="537211"/>
                </a:cubicBezTo>
                <a:close/>
                <a:moveTo>
                  <a:pt x="5486655" y="537211"/>
                </a:moveTo>
                <a:cubicBezTo>
                  <a:pt x="5493773" y="537211"/>
                  <a:pt x="5499543" y="542981"/>
                  <a:pt x="5499543" y="550099"/>
                </a:cubicBezTo>
                <a:cubicBezTo>
                  <a:pt x="5499543" y="557217"/>
                  <a:pt x="5493773" y="562987"/>
                  <a:pt x="5486655" y="562987"/>
                </a:cubicBezTo>
                <a:cubicBezTo>
                  <a:pt x="5479539" y="562987"/>
                  <a:pt x="5473769" y="557217"/>
                  <a:pt x="5473769" y="550099"/>
                </a:cubicBezTo>
                <a:cubicBezTo>
                  <a:pt x="5473769" y="542981"/>
                  <a:pt x="5479539" y="537211"/>
                  <a:pt x="5486655" y="537211"/>
                </a:cubicBezTo>
                <a:close/>
                <a:moveTo>
                  <a:pt x="4972896" y="537211"/>
                </a:moveTo>
                <a:cubicBezTo>
                  <a:pt x="4980015" y="537211"/>
                  <a:pt x="4985785" y="542981"/>
                  <a:pt x="4985785" y="550099"/>
                </a:cubicBezTo>
                <a:cubicBezTo>
                  <a:pt x="4985785" y="557217"/>
                  <a:pt x="4980015" y="562987"/>
                  <a:pt x="4972896" y="562987"/>
                </a:cubicBezTo>
                <a:cubicBezTo>
                  <a:pt x="4965781" y="562987"/>
                  <a:pt x="4960010" y="557217"/>
                  <a:pt x="4960010" y="550099"/>
                </a:cubicBezTo>
                <a:cubicBezTo>
                  <a:pt x="4960010" y="542981"/>
                  <a:pt x="4965781" y="537211"/>
                  <a:pt x="4972896" y="537211"/>
                </a:cubicBezTo>
                <a:close/>
                <a:moveTo>
                  <a:pt x="4844487" y="537211"/>
                </a:moveTo>
                <a:cubicBezTo>
                  <a:pt x="4851568" y="537211"/>
                  <a:pt x="4857374" y="543016"/>
                  <a:pt x="4857374" y="550099"/>
                </a:cubicBezTo>
                <a:cubicBezTo>
                  <a:pt x="4857374" y="557181"/>
                  <a:pt x="4851686" y="562987"/>
                  <a:pt x="4844487" y="562987"/>
                </a:cubicBezTo>
                <a:cubicBezTo>
                  <a:pt x="4837405" y="562987"/>
                  <a:pt x="4831598" y="557297"/>
                  <a:pt x="4831598" y="550099"/>
                </a:cubicBezTo>
                <a:cubicBezTo>
                  <a:pt x="4831598" y="543016"/>
                  <a:pt x="4837289" y="537211"/>
                  <a:pt x="4844487" y="537211"/>
                </a:cubicBezTo>
                <a:close/>
                <a:moveTo>
                  <a:pt x="4395050" y="537211"/>
                </a:moveTo>
                <a:cubicBezTo>
                  <a:pt x="4402168" y="537211"/>
                  <a:pt x="4407938" y="542981"/>
                  <a:pt x="4407938" y="550099"/>
                </a:cubicBezTo>
                <a:cubicBezTo>
                  <a:pt x="4407938" y="557217"/>
                  <a:pt x="4402168" y="562987"/>
                  <a:pt x="4395050" y="562987"/>
                </a:cubicBezTo>
                <a:cubicBezTo>
                  <a:pt x="4387934" y="562987"/>
                  <a:pt x="4382162" y="557217"/>
                  <a:pt x="4382162" y="550099"/>
                </a:cubicBezTo>
                <a:cubicBezTo>
                  <a:pt x="4382162" y="542981"/>
                  <a:pt x="4387934" y="537211"/>
                  <a:pt x="4395050" y="537211"/>
                </a:cubicBezTo>
                <a:close/>
                <a:moveTo>
                  <a:pt x="2853891" y="537211"/>
                </a:moveTo>
                <a:cubicBezTo>
                  <a:pt x="2861009" y="537211"/>
                  <a:pt x="2866779" y="542981"/>
                  <a:pt x="2866779" y="550099"/>
                </a:cubicBezTo>
                <a:cubicBezTo>
                  <a:pt x="2866779" y="557217"/>
                  <a:pt x="2861009" y="562987"/>
                  <a:pt x="2853891" y="562987"/>
                </a:cubicBezTo>
                <a:cubicBezTo>
                  <a:pt x="2846773" y="562987"/>
                  <a:pt x="2841003" y="557217"/>
                  <a:pt x="2841003" y="550099"/>
                </a:cubicBezTo>
                <a:cubicBezTo>
                  <a:pt x="2841003" y="542981"/>
                  <a:pt x="2846773" y="537211"/>
                  <a:pt x="2853891" y="537211"/>
                </a:cubicBezTo>
                <a:close/>
                <a:moveTo>
                  <a:pt x="2340133" y="537211"/>
                </a:moveTo>
                <a:cubicBezTo>
                  <a:pt x="2347331" y="537211"/>
                  <a:pt x="2353019" y="543016"/>
                  <a:pt x="2353019" y="550099"/>
                </a:cubicBezTo>
                <a:cubicBezTo>
                  <a:pt x="2353019" y="557181"/>
                  <a:pt x="2347331" y="562987"/>
                  <a:pt x="2340133" y="562987"/>
                </a:cubicBezTo>
                <a:cubicBezTo>
                  <a:pt x="2333051" y="562987"/>
                  <a:pt x="2327245" y="557297"/>
                  <a:pt x="2327245" y="550099"/>
                </a:cubicBezTo>
                <a:cubicBezTo>
                  <a:pt x="2327245" y="543016"/>
                  <a:pt x="2332935" y="537211"/>
                  <a:pt x="2340133" y="537211"/>
                </a:cubicBezTo>
                <a:close/>
                <a:moveTo>
                  <a:pt x="2083427" y="537211"/>
                </a:moveTo>
                <a:cubicBezTo>
                  <a:pt x="2090546" y="537211"/>
                  <a:pt x="2096314" y="542981"/>
                  <a:pt x="2096314" y="550099"/>
                </a:cubicBezTo>
                <a:cubicBezTo>
                  <a:pt x="2096314" y="557217"/>
                  <a:pt x="2090546" y="562987"/>
                  <a:pt x="2083427" y="562987"/>
                </a:cubicBezTo>
                <a:cubicBezTo>
                  <a:pt x="2076310" y="562987"/>
                  <a:pt x="2070540" y="557217"/>
                  <a:pt x="2070540" y="550099"/>
                </a:cubicBezTo>
                <a:cubicBezTo>
                  <a:pt x="2070540" y="542981"/>
                  <a:pt x="2076310" y="537211"/>
                  <a:pt x="2083427" y="537211"/>
                </a:cubicBezTo>
                <a:close/>
                <a:moveTo>
                  <a:pt x="1441258" y="537211"/>
                </a:moveTo>
                <a:cubicBezTo>
                  <a:pt x="1448377" y="537211"/>
                  <a:pt x="1454146" y="542981"/>
                  <a:pt x="1454146" y="550099"/>
                </a:cubicBezTo>
                <a:cubicBezTo>
                  <a:pt x="1454146" y="557217"/>
                  <a:pt x="1448377" y="562987"/>
                  <a:pt x="1441258" y="562987"/>
                </a:cubicBezTo>
                <a:cubicBezTo>
                  <a:pt x="1434141" y="562987"/>
                  <a:pt x="1428371" y="557217"/>
                  <a:pt x="1428371" y="550099"/>
                </a:cubicBezTo>
                <a:cubicBezTo>
                  <a:pt x="1428371" y="542981"/>
                  <a:pt x="1434141" y="537211"/>
                  <a:pt x="1441258" y="537211"/>
                </a:cubicBezTo>
                <a:close/>
                <a:moveTo>
                  <a:pt x="1184322" y="537211"/>
                </a:moveTo>
                <a:cubicBezTo>
                  <a:pt x="1191520" y="537211"/>
                  <a:pt x="1197209" y="543016"/>
                  <a:pt x="1197209" y="550099"/>
                </a:cubicBezTo>
                <a:cubicBezTo>
                  <a:pt x="1197209" y="557181"/>
                  <a:pt x="1191520" y="562987"/>
                  <a:pt x="1184322" y="562987"/>
                </a:cubicBezTo>
                <a:cubicBezTo>
                  <a:pt x="1177239" y="562987"/>
                  <a:pt x="1171435" y="557297"/>
                  <a:pt x="1171435" y="550099"/>
                </a:cubicBezTo>
                <a:cubicBezTo>
                  <a:pt x="1171435" y="543016"/>
                  <a:pt x="1177123" y="537211"/>
                  <a:pt x="1184322" y="537211"/>
                </a:cubicBezTo>
                <a:close/>
                <a:moveTo>
                  <a:pt x="542270" y="537211"/>
                </a:moveTo>
                <a:cubicBezTo>
                  <a:pt x="549351" y="537211"/>
                  <a:pt x="555157" y="543016"/>
                  <a:pt x="555157" y="550099"/>
                </a:cubicBezTo>
                <a:cubicBezTo>
                  <a:pt x="555157" y="557181"/>
                  <a:pt x="549469" y="562987"/>
                  <a:pt x="542270" y="562987"/>
                </a:cubicBezTo>
                <a:cubicBezTo>
                  <a:pt x="535188" y="562987"/>
                  <a:pt x="529382" y="557297"/>
                  <a:pt x="529382" y="550099"/>
                </a:cubicBezTo>
                <a:cubicBezTo>
                  <a:pt x="529382" y="543016"/>
                  <a:pt x="535071" y="537211"/>
                  <a:pt x="542270" y="537211"/>
                </a:cubicBezTo>
                <a:close/>
                <a:moveTo>
                  <a:pt x="10619297" y="524440"/>
                </a:moveTo>
                <a:cubicBezTo>
                  <a:pt x="10633462" y="524440"/>
                  <a:pt x="10644955" y="535934"/>
                  <a:pt x="10644955" y="550099"/>
                </a:cubicBezTo>
                <a:cubicBezTo>
                  <a:pt x="10644955" y="564263"/>
                  <a:pt x="10633462" y="575758"/>
                  <a:pt x="10619297" y="575758"/>
                </a:cubicBezTo>
                <a:cubicBezTo>
                  <a:pt x="10605132" y="575758"/>
                  <a:pt x="10593639" y="564263"/>
                  <a:pt x="10593639" y="550099"/>
                </a:cubicBezTo>
                <a:cubicBezTo>
                  <a:pt x="10593639" y="535934"/>
                  <a:pt x="10605132" y="524440"/>
                  <a:pt x="10619297" y="524440"/>
                </a:cubicBezTo>
                <a:close/>
                <a:moveTo>
                  <a:pt x="10362474" y="524440"/>
                </a:moveTo>
                <a:cubicBezTo>
                  <a:pt x="10376639" y="524440"/>
                  <a:pt x="10388135" y="535934"/>
                  <a:pt x="10388135" y="550099"/>
                </a:cubicBezTo>
                <a:cubicBezTo>
                  <a:pt x="10388135" y="564263"/>
                  <a:pt x="10376639" y="575758"/>
                  <a:pt x="10362474" y="575758"/>
                </a:cubicBezTo>
                <a:cubicBezTo>
                  <a:pt x="10348312" y="575758"/>
                  <a:pt x="10336816" y="564263"/>
                  <a:pt x="10336816" y="550099"/>
                </a:cubicBezTo>
                <a:cubicBezTo>
                  <a:pt x="10336816" y="535934"/>
                  <a:pt x="10348312" y="524440"/>
                  <a:pt x="10362474" y="524440"/>
                </a:cubicBezTo>
                <a:close/>
                <a:moveTo>
                  <a:pt x="7858237" y="524440"/>
                </a:moveTo>
                <a:cubicBezTo>
                  <a:pt x="7872402" y="524440"/>
                  <a:pt x="7883895" y="535934"/>
                  <a:pt x="7883895" y="550099"/>
                </a:cubicBezTo>
                <a:cubicBezTo>
                  <a:pt x="7883895" y="564263"/>
                  <a:pt x="7872402" y="575758"/>
                  <a:pt x="7858237" y="575758"/>
                </a:cubicBezTo>
                <a:cubicBezTo>
                  <a:pt x="7844072" y="575758"/>
                  <a:pt x="7832578" y="564263"/>
                  <a:pt x="7832578" y="550099"/>
                </a:cubicBezTo>
                <a:cubicBezTo>
                  <a:pt x="7832578" y="535934"/>
                  <a:pt x="7844072" y="524440"/>
                  <a:pt x="7858237" y="524440"/>
                </a:cubicBezTo>
                <a:close/>
                <a:moveTo>
                  <a:pt x="7665621" y="524440"/>
                </a:moveTo>
                <a:cubicBezTo>
                  <a:pt x="7679786" y="524440"/>
                  <a:pt x="7691279" y="535934"/>
                  <a:pt x="7691279" y="550099"/>
                </a:cubicBezTo>
                <a:cubicBezTo>
                  <a:pt x="7691279" y="564263"/>
                  <a:pt x="7679786" y="575758"/>
                  <a:pt x="7665621" y="575758"/>
                </a:cubicBezTo>
                <a:cubicBezTo>
                  <a:pt x="7651456" y="575758"/>
                  <a:pt x="7639963" y="564263"/>
                  <a:pt x="7639963" y="550099"/>
                </a:cubicBezTo>
                <a:cubicBezTo>
                  <a:pt x="7639963" y="535934"/>
                  <a:pt x="7651456" y="524440"/>
                  <a:pt x="7665621" y="524440"/>
                </a:cubicBezTo>
                <a:close/>
                <a:moveTo>
                  <a:pt x="7601299" y="524440"/>
                </a:moveTo>
                <a:cubicBezTo>
                  <a:pt x="7615464" y="524440"/>
                  <a:pt x="7626959" y="535934"/>
                  <a:pt x="7626959" y="550099"/>
                </a:cubicBezTo>
                <a:cubicBezTo>
                  <a:pt x="7626959" y="564263"/>
                  <a:pt x="7615464" y="575758"/>
                  <a:pt x="7601299" y="575758"/>
                </a:cubicBezTo>
                <a:cubicBezTo>
                  <a:pt x="7587134" y="575758"/>
                  <a:pt x="7575640" y="564263"/>
                  <a:pt x="7575640" y="550099"/>
                </a:cubicBezTo>
                <a:cubicBezTo>
                  <a:pt x="7575640" y="535934"/>
                  <a:pt x="7587134" y="524440"/>
                  <a:pt x="7601299" y="524440"/>
                </a:cubicBezTo>
                <a:close/>
                <a:moveTo>
                  <a:pt x="4908693" y="524440"/>
                </a:moveTo>
                <a:cubicBezTo>
                  <a:pt x="4922857" y="524440"/>
                  <a:pt x="4934352" y="535934"/>
                  <a:pt x="4934352" y="550099"/>
                </a:cubicBezTo>
                <a:cubicBezTo>
                  <a:pt x="4934352" y="564263"/>
                  <a:pt x="4922857" y="575758"/>
                  <a:pt x="4908693" y="575758"/>
                </a:cubicBezTo>
                <a:cubicBezTo>
                  <a:pt x="4894527" y="575758"/>
                  <a:pt x="4883033" y="564263"/>
                  <a:pt x="4883033" y="550099"/>
                </a:cubicBezTo>
                <a:cubicBezTo>
                  <a:pt x="4883033" y="535934"/>
                  <a:pt x="4894527" y="524440"/>
                  <a:pt x="4908693" y="524440"/>
                </a:cubicBezTo>
                <a:close/>
                <a:moveTo>
                  <a:pt x="4651872" y="524440"/>
                </a:moveTo>
                <a:cubicBezTo>
                  <a:pt x="4666036" y="524440"/>
                  <a:pt x="4677531" y="535934"/>
                  <a:pt x="4677531" y="550099"/>
                </a:cubicBezTo>
                <a:cubicBezTo>
                  <a:pt x="4677531" y="564263"/>
                  <a:pt x="4666036" y="575758"/>
                  <a:pt x="4651872" y="575758"/>
                </a:cubicBezTo>
                <a:cubicBezTo>
                  <a:pt x="4637706" y="575758"/>
                  <a:pt x="4626213" y="564263"/>
                  <a:pt x="4626213" y="550099"/>
                </a:cubicBezTo>
                <a:cubicBezTo>
                  <a:pt x="4626213" y="535934"/>
                  <a:pt x="4637706" y="524440"/>
                  <a:pt x="4651872" y="524440"/>
                </a:cubicBezTo>
                <a:close/>
                <a:moveTo>
                  <a:pt x="2147633" y="524440"/>
                </a:moveTo>
                <a:cubicBezTo>
                  <a:pt x="2161798" y="524440"/>
                  <a:pt x="2173293" y="535934"/>
                  <a:pt x="2173293" y="550099"/>
                </a:cubicBezTo>
                <a:cubicBezTo>
                  <a:pt x="2173293" y="564263"/>
                  <a:pt x="2161798" y="575758"/>
                  <a:pt x="2147633" y="575758"/>
                </a:cubicBezTo>
                <a:cubicBezTo>
                  <a:pt x="2133469" y="575758"/>
                  <a:pt x="2121975" y="564263"/>
                  <a:pt x="2121975" y="550099"/>
                </a:cubicBezTo>
                <a:cubicBezTo>
                  <a:pt x="2121975" y="535934"/>
                  <a:pt x="2133469" y="524440"/>
                  <a:pt x="2147633" y="524440"/>
                </a:cubicBezTo>
                <a:close/>
                <a:moveTo>
                  <a:pt x="1955016" y="524440"/>
                </a:moveTo>
                <a:cubicBezTo>
                  <a:pt x="1969181" y="524440"/>
                  <a:pt x="1980676" y="535934"/>
                  <a:pt x="1980676" y="550099"/>
                </a:cubicBezTo>
                <a:cubicBezTo>
                  <a:pt x="1980676" y="564263"/>
                  <a:pt x="1969181" y="575758"/>
                  <a:pt x="1955016" y="575758"/>
                </a:cubicBezTo>
                <a:cubicBezTo>
                  <a:pt x="1940851" y="575758"/>
                  <a:pt x="1929358" y="564263"/>
                  <a:pt x="1929358" y="550099"/>
                </a:cubicBezTo>
                <a:cubicBezTo>
                  <a:pt x="1929358" y="535934"/>
                  <a:pt x="1940851" y="524440"/>
                  <a:pt x="1955016" y="524440"/>
                </a:cubicBezTo>
                <a:close/>
                <a:moveTo>
                  <a:pt x="1890696" y="524440"/>
                </a:moveTo>
                <a:cubicBezTo>
                  <a:pt x="1904860" y="524440"/>
                  <a:pt x="1916355" y="535934"/>
                  <a:pt x="1916355" y="550099"/>
                </a:cubicBezTo>
                <a:cubicBezTo>
                  <a:pt x="1916355" y="564263"/>
                  <a:pt x="1904860" y="575758"/>
                  <a:pt x="1890696" y="575758"/>
                </a:cubicBezTo>
                <a:cubicBezTo>
                  <a:pt x="1876531" y="575758"/>
                  <a:pt x="1865037" y="564263"/>
                  <a:pt x="1865037" y="550099"/>
                </a:cubicBezTo>
                <a:cubicBezTo>
                  <a:pt x="1865037" y="535934"/>
                  <a:pt x="1876531" y="524440"/>
                  <a:pt x="1890696" y="524440"/>
                </a:cubicBezTo>
                <a:close/>
                <a:moveTo>
                  <a:pt x="11197259" y="469987"/>
                </a:moveTo>
                <a:cubicBezTo>
                  <a:pt x="11204378" y="469987"/>
                  <a:pt x="11210147" y="475757"/>
                  <a:pt x="11210147" y="482875"/>
                </a:cubicBezTo>
                <a:cubicBezTo>
                  <a:pt x="11210147" y="489992"/>
                  <a:pt x="11204378" y="495762"/>
                  <a:pt x="11197259" y="495762"/>
                </a:cubicBezTo>
                <a:cubicBezTo>
                  <a:pt x="11190143" y="495762"/>
                  <a:pt x="11184374" y="489992"/>
                  <a:pt x="11184374" y="482875"/>
                </a:cubicBezTo>
                <a:cubicBezTo>
                  <a:pt x="11184374" y="475757"/>
                  <a:pt x="11190143" y="469987"/>
                  <a:pt x="11197259" y="469987"/>
                </a:cubicBezTo>
                <a:close/>
                <a:moveTo>
                  <a:pt x="10683501" y="469987"/>
                </a:moveTo>
                <a:cubicBezTo>
                  <a:pt x="10690620" y="469987"/>
                  <a:pt x="10696389" y="475757"/>
                  <a:pt x="10696389" y="482875"/>
                </a:cubicBezTo>
                <a:cubicBezTo>
                  <a:pt x="10696389" y="489992"/>
                  <a:pt x="10690620" y="495762"/>
                  <a:pt x="10683501" y="495762"/>
                </a:cubicBezTo>
                <a:cubicBezTo>
                  <a:pt x="10676385" y="495762"/>
                  <a:pt x="10670613" y="489992"/>
                  <a:pt x="10670613" y="482875"/>
                </a:cubicBezTo>
                <a:cubicBezTo>
                  <a:pt x="10670613" y="475757"/>
                  <a:pt x="10676385" y="469987"/>
                  <a:pt x="10683501" y="469987"/>
                </a:cubicBezTo>
                <a:close/>
                <a:moveTo>
                  <a:pt x="8564495" y="469987"/>
                </a:moveTo>
                <a:cubicBezTo>
                  <a:pt x="8571614" y="469987"/>
                  <a:pt x="8577383" y="475757"/>
                  <a:pt x="8577383" y="482875"/>
                </a:cubicBezTo>
                <a:cubicBezTo>
                  <a:pt x="8577383" y="489992"/>
                  <a:pt x="8571614" y="495762"/>
                  <a:pt x="8564495" y="495762"/>
                </a:cubicBezTo>
                <a:cubicBezTo>
                  <a:pt x="8557376" y="495762"/>
                  <a:pt x="8551607" y="489992"/>
                  <a:pt x="8551607" y="482875"/>
                </a:cubicBezTo>
                <a:cubicBezTo>
                  <a:pt x="8551607" y="475757"/>
                  <a:pt x="8557376" y="469987"/>
                  <a:pt x="8564495" y="469987"/>
                </a:cubicBezTo>
                <a:close/>
                <a:moveTo>
                  <a:pt x="8050737" y="469987"/>
                </a:moveTo>
                <a:cubicBezTo>
                  <a:pt x="8057936" y="470104"/>
                  <a:pt x="8063625" y="475793"/>
                  <a:pt x="8063625" y="482875"/>
                </a:cubicBezTo>
                <a:cubicBezTo>
                  <a:pt x="8063625" y="489957"/>
                  <a:pt x="8057936" y="495762"/>
                  <a:pt x="8050737" y="495762"/>
                </a:cubicBezTo>
                <a:cubicBezTo>
                  <a:pt x="8043653" y="495762"/>
                  <a:pt x="8037849" y="490073"/>
                  <a:pt x="8037849" y="482875"/>
                </a:cubicBezTo>
                <a:cubicBezTo>
                  <a:pt x="8037849" y="475793"/>
                  <a:pt x="8043538" y="469987"/>
                  <a:pt x="8050737" y="469987"/>
                </a:cubicBezTo>
                <a:close/>
                <a:moveTo>
                  <a:pt x="7858237" y="469987"/>
                </a:moveTo>
                <a:cubicBezTo>
                  <a:pt x="7865355" y="469987"/>
                  <a:pt x="7871124" y="475757"/>
                  <a:pt x="7871124" y="482875"/>
                </a:cubicBezTo>
                <a:cubicBezTo>
                  <a:pt x="7871124" y="489992"/>
                  <a:pt x="7865355" y="495762"/>
                  <a:pt x="7858237" y="495762"/>
                </a:cubicBezTo>
                <a:cubicBezTo>
                  <a:pt x="7851118" y="495762"/>
                  <a:pt x="7845349" y="489992"/>
                  <a:pt x="7845349" y="482875"/>
                </a:cubicBezTo>
                <a:cubicBezTo>
                  <a:pt x="7845349" y="475757"/>
                  <a:pt x="7851118" y="469987"/>
                  <a:pt x="7858237" y="469987"/>
                </a:cubicBezTo>
                <a:close/>
                <a:moveTo>
                  <a:pt x="7794032" y="469987"/>
                </a:moveTo>
                <a:cubicBezTo>
                  <a:pt x="7801148" y="469987"/>
                  <a:pt x="7806920" y="475757"/>
                  <a:pt x="7806920" y="482875"/>
                </a:cubicBezTo>
                <a:cubicBezTo>
                  <a:pt x="7806920" y="489992"/>
                  <a:pt x="7801148" y="495762"/>
                  <a:pt x="7794032" y="495762"/>
                </a:cubicBezTo>
                <a:cubicBezTo>
                  <a:pt x="7786914" y="495762"/>
                  <a:pt x="7781144" y="489992"/>
                  <a:pt x="7781144" y="482875"/>
                </a:cubicBezTo>
                <a:cubicBezTo>
                  <a:pt x="7781144" y="475757"/>
                  <a:pt x="7786914" y="469987"/>
                  <a:pt x="7794032" y="469987"/>
                </a:cubicBezTo>
                <a:close/>
                <a:moveTo>
                  <a:pt x="5486655" y="469987"/>
                </a:moveTo>
                <a:cubicBezTo>
                  <a:pt x="5493773" y="469987"/>
                  <a:pt x="5499543" y="475757"/>
                  <a:pt x="5499543" y="482875"/>
                </a:cubicBezTo>
                <a:cubicBezTo>
                  <a:pt x="5499543" y="489992"/>
                  <a:pt x="5493773" y="495762"/>
                  <a:pt x="5486655" y="495762"/>
                </a:cubicBezTo>
                <a:cubicBezTo>
                  <a:pt x="5479539" y="495762"/>
                  <a:pt x="5473769" y="489992"/>
                  <a:pt x="5473769" y="482875"/>
                </a:cubicBezTo>
                <a:cubicBezTo>
                  <a:pt x="5473769" y="475757"/>
                  <a:pt x="5479539" y="469987"/>
                  <a:pt x="5486655" y="469987"/>
                </a:cubicBezTo>
                <a:close/>
                <a:moveTo>
                  <a:pt x="4972896" y="469987"/>
                </a:moveTo>
                <a:cubicBezTo>
                  <a:pt x="4980015" y="469987"/>
                  <a:pt x="4985785" y="475757"/>
                  <a:pt x="4985785" y="482875"/>
                </a:cubicBezTo>
                <a:cubicBezTo>
                  <a:pt x="4985785" y="489992"/>
                  <a:pt x="4980015" y="495762"/>
                  <a:pt x="4972896" y="495762"/>
                </a:cubicBezTo>
                <a:cubicBezTo>
                  <a:pt x="4965781" y="495762"/>
                  <a:pt x="4960010" y="489992"/>
                  <a:pt x="4960010" y="482875"/>
                </a:cubicBezTo>
                <a:cubicBezTo>
                  <a:pt x="4960010" y="475757"/>
                  <a:pt x="4965781" y="469987"/>
                  <a:pt x="4972896" y="469987"/>
                </a:cubicBezTo>
                <a:close/>
                <a:moveTo>
                  <a:pt x="2853891" y="469987"/>
                </a:moveTo>
                <a:cubicBezTo>
                  <a:pt x="2861009" y="469987"/>
                  <a:pt x="2866779" y="475757"/>
                  <a:pt x="2866779" y="482875"/>
                </a:cubicBezTo>
                <a:cubicBezTo>
                  <a:pt x="2866779" y="489992"/>
                  <a:pt x="2861009" y="495762"/>
                  <a:pt x="2853891" y="495762"/>
                </a:cubicBezTo>
                <a:cubicBezTo>
                  <a:pt x="2846773" y="495762"/>
                  <a:pt x="2841003" y="489992"/>
                  <a:pt x="2841003" y="482875"/>
                </a:cubicBezTo>
                <a:cubicBezTo>
                  <a:pt x="2841003" y="475757"/>
                  <a:pt x="2846773" y="469987"/>
                  <a:pt x="2853891" y="469987"/>
                </a:cubicBezTo>
                <a:close/>
                <a:moveTo>
                  <a:pt x="2340133" y="469987"/>
                </a:moveTo>
                <a:cubicBezTo>
                  <a:pt x="2347331" y="470104"/>
                  <a:pt x="2353019" y="475793"/>
                  <a:pt x="2353019" y="482875"/>
                </a:cubicBezTo>
                <a:cubicBezTo>
                  <a:pt x="2353019" y="489957"/>
                  <a:pt x="2347331" y="495762"/>
                  <a:pt x="2340133" y="495762"/>
                </a:cubicBezTo>
                <a:cubicBezTo>
                  <a:pt x="2333051" y="495762"/>
                  <a:pt x="2327245" y="490073"/>
                  <a:pt x="2327245" y="482875"/>
                </a:cubicBezTo>
                <a:cubicBezTo>
                  <a:pt x="2327245" y="475793"/>
                  <a:pt x="2332935" y="469987"/>
                  <a:pt x="2340133" y="469987"/>
                </a:cubicBezTo>
                <a:close/>
                <a:moveTo>
                  <a:pt x="2147633" y="469987"/>
                </a:moveTo>
                <a:cubicBezTo>
                  <a:pt x="2154750" y="469987"/>
                  <a:pt x="2160520" y="475757"/>
                  <a:pt x="2160520" y="482875"/>
                </a:cubicBezTo>
                <a:cubicBezTo>
                  <a:pt x="2160520" y="489992"/>
                  <a:pt x="2154750" y="495762"/>
                  <a:pt x="2147633" y="495762"/>
                </a:cubicBezTo>
                <a:cubicBezTo>
                  <a:pt x="2140515" y="495762"/>
                  <a:pt x="2134746" y="489992"/>
                  <a:pt x="2134746" y="482875"/>
                </a:cubicBezTo>
                <a:cubicBezTo>
                  <a:pt x="2134746" y="475757"/>
                  <a:pt x="2140515" y="469987"/>
                  <a:pt x="2147633" y="469987"/>
                </a:cubicBezTo>
                <a:close/>
                <a:moveTo>
                  <a:pt x="2083427" y="469987"/>
                </a:moveTo>
                <a:cubicBezTo>
                  <a:pt x="2090546" y="469987"/>
                  <a:pt x="2096314" y="475757"/>
                  <a:pt x="2096314" y="482875"/>
                </a:cubicBezTo>
                <a:cubicBezTo>
                  <a:pt x="2096314" y="489992"/>
                  <a:pt x="2090546" y="495762"/>
                  <a:pt x="2083427" y="495762"/>
                </a:cubicBezTo>
                <a:cubicBezTo>
                  <a:pt x="2076310" y="495762"/>
                  <a:pt x="2070540" y="489992"/>
                  <a:pt x="2070540" y="482875"/>
                </a:cubicBezTo>
                <a:cubicBezTo>
                  <a:pt x="2070540" y="475757"/>
                  <a:pt x="2076310" y="469987"/>
                  <a:pt x="2083427" y="469987"/>
                </a:cubicBezTo>
                <a:close/>
                <a:moveTo>
                  <a:pt x="10619297" y="457216"/>
                </a:moveTo>
                <a:cubicBezTo>
                  <a:pt x="10633462" y="457216"/>
                  <a:pt x="10644955" y="468710"/>
                  <a:pt x="10644955" y="482875"/>
                </a:cubicBezTo>
                <a:cubicBezTo>
                  <a:pt x="10644955" y="497040"/>
                  <a:pt x="10633462" y="508534"/>
                  <a:pt x="10619297" y="508534"/>
                </a:cubicBezTo>
                <a:cubicBezTo>
                  <a:pt x="10605132" y="508534"/>
                  <a:pt x="10593639" y="497040"/>
                  <a:pt x="10593639" y="482875"/>
                </a:cubicBezTo>
                <a:cubicBezTo>
                  <a:pt x="10593639" y="468710"/>
                  <a:pt x="10605132" y="457216"/>
                  <a:pt x="10619297" y="457216"/>
                </a:cubicBezTo>
                <a:close/>
                <a:moveTo>
                  <a:pt x="10362474" y="457216"/>
                </a:moveTo>
                <a:cubicBezTo>
                  <a:pt x="10376639" y="457216"/>
                  <a:pt x="10388135" y="468710"/>
                  <a:pt x="10388135" y="482875"/>
                </a:cubicBezTo>
                <a:cubicBezTo>
                  <a:pt x="10388135" y="497040"/>
                  <a:pt x="10376639" y="508534"/>
                  <a:pt x="10362474" y="508534"/>
                </a:cubicBezTo>
                <a:cubicBezTo>
                  <a:pt x="10348312" y="508534"/>
                  <a:pt x="10336816" y="497040"/>
                  <a:pt x="10336816" y="482875"/>
                </a:cubicBezTo>
                <a:cubicBezTo>
                  <a:pt x="10336816" y="468710"/>
                  <a:pt x="10348312" y="457216"/>
                  <a:pt x="10362474" y="457216"/>
                </a:cubicBezTo>
                <a:close/>
                <a:moveTo>
                  <a:pt x="7665621" y="457216"/>
                </a:moveTo>
                <a:cubicBezTo>
                  <a:pt x="7679786" y="457216"/>
                  <a:pt x="7691279" y="468710"/>
                  <a:pt x="7691279" y="482875"/>
                </a:cubicBezTo>
                <a:cubicBezTo>
                  <a:pt x="7691279" y="497040"/>
                  <a:pt x="7679786" y="508534"/>
                  <a:pt x="7665621" y="508534"/>
                </a:cubicBezTo>
                <a:cubicBezTo>
                  <a:pt x="7651456" y="508534"/>
                  <a:pt x="7639963" y="497040"/>
                  <a:pt x="7639963" y="482875"/>
                </a:cubicBezTo>
                <a:cubicBezTo>
                  <a:pt x="7639963" y="468710"/>
                  <a:pt x="7651456" y="457216"/>
                  <a:pt x="7665621" y="457216"/>
                </a:cubicBezTo>
                <a:close/>
                <a:moveTo>
                  <a:pt x="7601299" y="457216"/>
                </a:moveTo>
                <a:cubicBezTo>
                  <a:pt x="7615464" y="457216"/>
                  <a:pt x="7626959" y="468710"/>
                  <a:pt x="7626959" y="482875"/>
                </a:cubicBezTo>
                <a:cubicBezTo>
                  <a:pt x="7626959" y="497040"/>
                  <a:pt x="7615464" y="508534"/>
                  <a:pt x="7601299" y="508534"/>
                </a:cubicBezTo>
                <a:cubicBezTo>
                  <a:pt x="7587134" y="508534"/>
                  <a:pt x="7575640" y="497040"/>
                  <a:pt x="7575640" y="482875"/>
                </a:cubicBezTo>
                <a:cubicBezTo>
                  <a:pt x="7575640" y="468710"/>
                  <a:pt x="7587134" y="457216"/>
                  <a:pt x="7601299" y="457216"/>
                </a:cubicBezTo>
                <a:close/>
                <a:moveTo>
                  <a:pt x="4908693" y="457216"/>
                </a:moveTo>
                <a:cubicBezTo>
                  <a:pt x="4922857" y="457216"/>
                  <a:pt x="4934352" y="468710"/>
                  <a:pt x="4934352" y="482875"/>
                </a:cubicBezTo>
                <a:cubicBezTo>
                  <a:pt x="4934352" y="497040"/>
                  <a:pt x="4922857" y="508534"/>
                  <a:pt x="4908693" y="508534"/>
                </a:cubicBezTo>
                <a:cubicBezTo>
                  <a:pt x="4894527" y="508534"/>
                  <a:pt x="4883033" y="497040"/>
                  <a:pt x="4883033" y="482875"/>
                </a:cubicBezTo>
                <a:cubicBezTo>
                  <a:pt x="4883033" y="468710"/>
                  <a:pt x="4894527" y="457216"/>
                  <a:pt x="4908693" y="457216"/>
                </a:cubicBezTo>
                <a:close/>
                <a:moveTo>
                  <a:pt x="4651872" y="457216"/>
                </a:moveTo>
                <a:cubicBezTo>
                  <a:pt x="4666036" y="457216"/>
                  <a:pt x="4677531" y="468710"/>
                  <a:pt x="4677531" y="482875"/>
                </a:cubicBezTo>
                <a:cubicBezTo>
                  <a:pt x="4677531" y="497040"/>
                  <a:pt x="4666036" y="508534"/>
                  <a:pt x="4651872" y="508534"/>
                </a:cubicBezTo>
                <a:cubicBezTo>
                  <a:pt x="4637706" y="508534"/>
                  <a:pt x="4626213" y="497040"/>
                  <a:pt x="4626213" y="482875"/>
                </a:cubicBezTo>
                <a:cubicBezTo>
                  <a:pt x="4626213" y="468710"/>
                  <a:pt x="4637706" y="457216"/>
                  <a:pt x="4651872" y="457216"/>
                </a:cubicBezTo>
                <a:close/>
                <a:moveTo>
                  <a:pt x="1955016" y="457216"/>
                </a:moveTo>
                <a:cubicBezTo>
                  <a:pt x="1969181" y="457216"/>
                  <a:pt x="1980676" y="468710"/>
                  <a:pt x="1980676" y="482875"/>
                </a:cubicBezTo>
                <a:cubicBezTo>
                  <a:pt x="1980676" y="497040"/>
                  <a:pt x="1969181" y="508534"/>
                  <a:pt x="1955016" y="508534"/>
                </a:cubicBezTo>
                <a:cubicBezTo>
                  <a:pt x="1940851" y="508534"/>
                  <a:pt x="1929358" y="497040"/>
                  <a:pt x="1929358" y="482875"/>
                </a:cubicBezTo>
                <a:cubicBezTo>
                  <a:pt x="1929358" y="468710"/>
                  <a:pt x="1940851" y="457216"/>
                  <a:pt x="1955016" y="457216"/>
                </a:cubicBezTo>
                <a:close/>
                <a:moveTo>
                  <a:pt x="1890696" y="457216"/>
                </a:moveTo>
                <a:cubicBezTo>
                  <a:pt x="1904860" y="457216"/>
                  <a:pt x="1916355" y="468710"/>
                  <a:pt x="1916355" y="482875"/>
                </a:cubicBezTo>
                <a:cubicBezTo>
                  <a:pt x="1916355" y="497040"/>
                  <a:pt x="1904860" y="508534"/>
                  <a:pt x="1890696" y="508534"/>
                </a:cubicBezTo>
                <a:cubicBezTo>
                  <a:pt x="1876531" y="508534"/>
                  <a:pt x="1865037" y="497040"/>
                  <a:pt x="1865037" y="482875"/>
                </a:cubicBezTo>
                <a:cubicBezTo>
                  <a:pt x="1865037" y="468710"/>
                  <a:pt x="1876531" y="457216"/>
                  <a:pt x="1890696" y="457216"/>
                </a:cubicBezTo>
                <a:close/>
                <a:moveTo>
                  <a:pt x="11197259" y="402879"/>
                </a:moveTo>
                <a:cubicBezTo>
                  <a:pt x="11204378" y="402879"/>
                  <a:pt x="11210147" y="408649"/>
                  <a:pt x="11210147" y="415767"/>
                </a:cubicBezTo>
                <a:cubicBezTo>
                  <a:pt x="11210147" y="422885"/>
                  <a:pt x="11204378" y="428655"/>
                  <a:pt x="11197259" y="428655"/>
                </a:cubicBezTo>
                <a:cubicBezTo>
                  <a:pt x="11190143" y="428655"/>
                  <a:pt x="11184374" y="422885"/>
                  <a:pt x="11184374" y="415767"/>
                </a:cubicBezTo>
                <a:cubicBezTo>
                  <a:pt x="11184374" y="408649"/>
                  <a:pt x="11190143" y="402879"/>
                  <a:pt x="11197259" y="402879"/>
                </a:cubicBezTo>
                <a:close/>
                <a:moveTo>
                  <a:pt x="10362474" y="402879"/>
                </a:moveTo>
                <a:cubicBezTo>
                  <a:pt x="10369593" y="402879"/>
                  <a:pt x="10375362" y="408649"/>
                  <a:pt x="10375362" y="415767"/>
                </a:cubicBezTo>
                <a:cubicBezTo>
                  <a:pt x="10375362" y="422885"/>
                  <a:pt x="10369593" y="428655"/>
                  <a:pt x="10362474" y="428655"/>
                </a:cubicBezTo>
                <a:cubicBezTo>
                  <a:pt x="10355358" y="428655"/>
                  <a:pt x="10349589" y="422885"/>
                  <a:pt x="10349589" y="415767"/>
                </a:cubicBezTo>
                <a:cubicBezTo>
                  <a:pt x="10349589" y="408649"/>
                  <a:pt x="10355358" y="402879"/>
                  <a:pt x="10362474" y="402879"/>
                </a:cubicBezTo>
                <a:close/>
                <a:moveTo>
                  <a:pt x="8564495" y="402879"/>
                </a:moveTo>
                <a:cubicBezTo>
                  <a:pt x="8571614" y="402879"/>
                  <a:pt x="8577383" y="408649"/>
                  <a:pt x="8577383" y="415767"/>
                </a:cubicBezTo>
                <a:cubicBezTo>
                  <a:pt x="8577383" y="422885"/>
                  <a:pt x="8571614" y="428655"/>
                  <a:pt x="8564495" y="428655"/>
                </a:cubicBezTo>
                <a:cubicBezTo>
                  <a:pt x="8557376" y="428655"/>
                  <a:pt x="8551607" y="422885"/>
                  <a:pt x="8551607" y="415767"/>
                </a:cubicBezTo>
                <a:cubicBezTo>
                  <a:pt x="8551607" y="408649"/>
                  <a:pt x="8557376" y="402879"/>
                  <a:pt x="8564495" y="402879"/>
                </a:cubicBezTo>
                <a:close/>
                <a:moveTo>
                  <a:pt x="8050737" y="402879"/>
                </a:moveTo>
                <a:cubicBezTo>
                  <a:pt x="8057936" y="402879"/>
                  <a:pt x="8063625" y="408685"/>
                  <a:pt x="8063625" y="415767"/>
                </a:cubicBezTo>
                <a:cubicBezTo>
                  <a:pt x="8063625" y="422849"/>
                  <a:pt x="8057936" y="428655"/>
                  <a:pt x="8050737" y="428655"/>
                </a:cubicBezTo>
                <a:cubicBezTo>
                  <a:pt x="8043653" y="428655"/>
                  <a:pt x="8037849" y="422965"/>
                  <a:pt x="8037849" y="415767"/>
                </a:cubicBezTo>
                <a:cubicBezTo>
                  <a:pt x="8037849" y="408685"/>
                  <a:pt x="8043538" y="402879"/>
                  <a:pt x="8050737" y="402879"/>
                </a:cubicBezTo>
                <a:close/>
                <a:moveTo>
                  <a:pt x="7858237" y="402879"/>
                </a:moveTo>
                <a:cubicBezTo>
                  <a:pt x="7865355" y="402879"/>
                  <a:pt x="7871124" y="408649"/>
                  <a:pt x="7871124" y="415767"/>
                </a:cubicBezTo>
                <a:cubicBezTo>
                  <a:pt x="7871124" y="422885"/>
                  <a:pt x="7865355" y="428655"/>
                  <a:pt x="7858237" y="428655"/>
                </a:cubicBezTo>
                <a:cubicBezTo>
                  <a:pt x="7851118" y="428655"/>
                  <a:pt x="7845349" y="422885"/>
                  <a:pt x="7845349" y="415767"/>
                </a:cubicBezTo>
                <a:cubicBezTo>
                  <a:pt x="7845349" y="408649"/>
                  <a:pt x="7851118" y="402879"/>
                  <a:pt x="7858237" y="402879"/>
                </a:cubicBezTo>
                <a:close/>
                <a:moveTo>
                  <a:pt x="7794032" y="402879"/>
                </a:moveTo>
                <a:cubicBezTo>
                  <a:pt x="7801148" y="402879"/>
                  <a:pt x="7806920" y="408649"/>
                  <a:pt x="7806920" y="415767"/>
                </a:cubicBezTo>
                <a:cubicBezTo>
                  <a:pt x="7806920" y="422885"/>
                  <a:pt x="7801148" y="428655"/>
                  <a:pt x="7794032" y="428655"/>
                </a:cubicBezTo>
                <a:cubicBezTo>
                  <a:pt x="7786914" y="428655"/>
                  <a:pt x="7781144" y="422885"/>
                  <a:pt x="7781144" y="415767"/>
                </a:cubicBezTo>
                <a:cubicBezTo>
                  <a:pt x="7781144" y="408649"/>
                  <a:pt x="7786914" y="402879"/>
                  <a:pt x="7794032" y="402879"/>
                </a:cubicBezTo>
                <a:close/>
                <a:moveTo>
                  <a:pt x="7665506" y="402879"/>
                </a:moveTo>
                <a:cubicBezTo>
                  <a:pt x="7672587" y="402879"/>
                  <a:pt x="7678394" y="408685"/>
                  <a:pt x="7678394" y="415767"/>
                </a:cubicBezTo>
                <a:cubicBezTo>
                  <a:pt x="7678394" y="422849"/>
                  <a:pt x="7672702" y="428655"/>
                  <a:pt x="7665506" y="428655"/>
                </a:cubicBezTo>
                <a:cubicBezTo>
                  <a:pt x="7658422" y="428655"/>
                  <a:pt x="7652618" y="422965"/>
                  <a:pt x="7652618" y="415767"/>
                </a:cubicBezTo>
                <a:cubicBezTo>
                  <a:pt x="7652618" y="408685"/>
                  <a:pt x="7658307" y="402879"/>
                  <a:pt x="7665506" y="402879"/>
                </a:cubicBezTo>
                <a:close/>
                <a:moveTo>
                  <a:pt x="5486655" y="402879"/>
                </a:moveTo>
                <a:cubicBezTo>
                  <a:pt x="5493773" y="402879"/>
                  <a:pt x="5499543" y="408649"/>
                  <a:pt x="5499543" y="415767"/>
                </a:cubicBezTo>
                <a:cubicBezTo>
                  <a:pt x="5499543" y="422885"/>
                  <a:pt x="5493773" y="428655"/>
                  <a:pt x="5486655" y="428655"/>
                </a:cubicBezTo>
                <a:cubicBezTo>
                  <a:pt x="5479539" y="428655"/>
                  <a:pt x="5473769" y="422885"/>
                  <a:pt x="5473769" y="415767"/>
                </a:cubicBezTo>
                <a:cubicBezTo>
                  <a:pt x="5473769" y="408649"/>
                  <a:pt x="5479539" y="402879"/>
                  <a:pt x="5486655" y="402879"/>
                </a:cubicBezTo>
                <a:close/>
                <a:moveTo>
                  <a:pt x="4651872" y="402879"/>
                </a:moveTo>
                <a:cubicBezTo>
                  <a:pt x="4658989" y="402879"/>
                  <a:pt x="4664758" y="408649"/>
                  <a:pt x="4664758" y="415767"/>
                </a:cubicBezTo>
                <a:cubicBezTo>
                  <a:pt x="4664758" y="422885"/>
                  <a:pt x="4658989" y="428655"/>
                  <a:pt x="4651872" y="428655"/>
                </a:cubicBezTo>
                <a:cubicBezTo>
                  <a:pt x="4644754" y="428655"/>
                  <a:pt x="4638984" y="422885"/>
                  <a:pt x="4638984" y="415767"/>
                </a:cubicBezTo>
                <a:cubicBezTo>
                  <a:pt x="4638984" y="408649"/>
                  <a:pt x="4644754" y="402879"/>
                  <a:pt x="4651872" y="402879"/>
                </a:cubicBezTo>
                <a:close/>
                <a:moveTo>
                  <a:pt x="2853891" y="402879"/>
                </a:moveTo>
                <a:cubicBezTo>
                  <a:pt x="2861009" y="402879"/>
                  <a:pt x="2866779" y="408649"/>
                  <a:pt x="2866779" y="415767"/>
                </a:cubicBezTo>
                <a:cubicBezTo>
                  <a:pt x="2866779" y="422885"/>
                  <a:pt x="2861009" y="428655"/>
                  <a:pt x="2853891" y="428655"/>
                </a:cubicBezTo>
                <a:cubicBezTo>
                  <a:pt x="2846773" y="428655"/>
                  <a:pt x="2841003" y="422885"/>
                  <a:pt x="2841003" y="415767"/>
                </a:cubicBezTo>
                <a:cubicBezTo>
                  <a:pt x="2841003" y="408649"/>
                  <a:pt x="2846773" y="402879"/>
                  <a:pt x="2853891" y="402879"/>
                </a:cubicBezTo>
                <a:close/>
                <a:moveTo>
                  <a:pt x="2340133" y="402879"/>
                </a:moveTo>
                <a:cubicBezTo>
                  <a:pt x="2347331" y="402879"/>
                  <a:pt x="2353019" y="408685"/>
                  <a:pt x="2353019" y="415767"/>
                </a:cubicBezTo>
                <a:cubicBezTo>
                  <a:pt x="2353019" y="422849"/>
                  <a:pt x="2347331" y="428655"/>
                  <a:pt x="2340133" y="428655"/>
                </a:cubicBezTo>
                <a:cubicBezTo>
                  <a:pt x="2333051" y="428655"/>
                  <a:pt x="2327245" y="422965"/>
                  <a:pt x="2327245" y="415767"/>
                </a:cubicBezTo>
                <a:cubicBezTo>
                  <a:pt x="2327245" y="408685"/>
                  <a:pt x="2332935" y="402879"/>
                  <a:pt x="2340133" y="402879"/>
                </a:cubicBezTo>
                <a:close/>
                <a:moveTo>
                  <a:pt x="2147633" y="402879"/>
                </a:moveTo>
                <a:cubicBezTo>
                  <a:pt x="2154750" y="402879"/>
                  <a:pt x="2160520" y="408649"/>
                  <a:pt x="2160520" y="415767"/>
                </a:cubicBezTo>
                <a:cubicBezTo>
                  <a:pt x="2160520" y="422885"/>
                  <a:pt x="2154750" y="428655"/>
                  <a:pt x="2147633" y="428655"/>
                </a:cubicBezTo>
                <a:cubicBezTo>
                  <a:pt x="2140515" y="428655"/>
                  <a:pt x="2134746" y="422885"/>
                  <a:pt x="2134746" y="415767"/>
                </a:cubicBezTo>
                <a:cubicBezTo>
                  <a:pt x="2134746" y="408649"/>
                  <a:pt x="2140515" y="402879"/>
                  <a:pt x="2147633" y="402879"/>
                </a:cubicBezTo>
                <a:close/>
                <a:moveTo>
                  <a:pt x="2083427" y="402879"/>
                </a:moveTo>
                <a:cubicBezTo>
                  <a:pt x="2090546" y="402879"/>
                  <a:pt x="2096314" y="408649"/>
                  <a:pt x="2096314" y="415767"/>
                </a:cubicBezTo>
                <a:cubicBezTo>
                  <a:pt x="2096314" y="422885"/>
                  <a:pt x="2090546" y="428655"/>
                  <a:pt x="2083427" y="428655"/>
                </a:cubicBezTo>
                <a:cubicBezTo>
                  <a:pt x="2076310" y="428655"/>
                  <a:pt x="2070540" y="422885"/>
                  <a:pt x="2070540" y="415767"/>
                </a:cubicBezTo>
                <a:cubicBezTo>
                  <a:pt x="2070540" y="408649"/>
                  <a:pt x="2076310" y="402879"/>
                  <a:pt x="2083427" y="402879"/>
                </a:cubicBezTo>
                <a:close/>
                <a:moveTo>
                  <a:pt x="1954901" y="402879"/>
                </a:moveTo>
                <a:cubicBezTo>
                  <a:pt x="1961983" y="402879"/>
                  <a:pt x="1967788" y="408685"/>
                  <a:pt x="1967788" y="415767"/>
                </a:cubicBezTo>
                <a:cubicBezTo>
                  <a:pt x="1967788" y="422849"/>
                  <a:pt x="1962100" y="428655"/>
                  <a:pt x="1954901" y="428655"/>
                </a:cubicBezTo>
                <a:cubicBezTo>
                  <a:pt x="1947819" y="428655"/>
                  <a:pt x="1942013" y="422965"/>
                  <a:pt x="1942013" y="415767"/>
                </a:cubicBezTo>
                <a:cubicBezTo>
                  <a:pt x="1942013" y="408685"/>
                  <a:pt x="1947704" y="402879"/>
                  <a:pt x="1954901" y="402879"/>
                </a:cubicBezTo>
                <a:close/>
                <a:moveTo>
                  <a:pt x="10619297" y="390108"/>
                </a:moveTo>
                <a:cubicBezTo>
                  <a:pt x="10633462" y="390108"/>
                  <a:pt x="10644955" y="401602"/>
                  <a:pt x="10644955" y="415767"/>
                </a:cubicBezTo>
                <a:cubicBezTo>
                  <a:pt x="10644955" y="429932"/>
                  <a:pt x="10633462" y="441426"/>
                  <a:pt x="10619297" y="441426"/>
                </a:cubicBezTo>
                <a:cubicBezTo>
                  <a:pt x="10605132" y="441426"/>
                  <a:pt x="10593639" y="429932"/>
                  <a:pt x="10593639" y="415767"/>
                </a:cubicBezTo>
                <a:cubicBezTo>
                  <a:pt x="10593639" y="401602"/>
                  <a:pt x="10605132" y="390108"/>
                  <a:pt x="10619297" y="390108"/>
                </a:cubicBezTo>
                <a:close/>
                <a:moveTo>
                  <a:pt x="4908693" y="390108"/>
                </a:moveTo>
                <a:cubicBezTo>
                  <a:pt x="4922857" y="390108"/>
                  <a:pt x="4934352" y="401602"/>
                  <a:pt x="4934352" y="415767"/>
                </a:cubicBezTo>
                <a:cubicBezTo>
                  <a:pt x="4934352" y="429932"/>
                  <a:pt x="4922857" y="441426"/>
                  <a:pt x="4908693" y="441426"/>
                </a:cubicBezTo>
                <a:cubicBezTo>
                  <a:pt x="4894527" y="441426"/>
                  <a:pt x="4883033" y="429932"/>
                  <a:pt x="4883033" y="415767"/>
                </a:cubicBezTo>
                <a:cubicBezTo>
                  <a:pt x="4883033" y="401602"/>
                  <a:pt x="4894527" y="390108"/>
                  <a:pt x="4908693" y="390108"/>
                </a:cubicBezTo>
                <a:close/>
                <a:moveTo>
                  <a:pt x="11197259" y="335772"/>
                </a:moveTo>
                <a:cubicBezTo>
                  <a:pt x="11204378" y="335772"/>
                  <a:pt x="11210147" y="341542"/>
                  <a:pt x="11210147" y="348659"/>
                </a:cubicBezTo>
                <a:cubicBezTo>
                  <a:pt x="11210147" y="355777"/>
                  <a:pt x="11204378" y="361547"/>
                  <a:pt x="11197259" y="361547"/>
                </a:cubicBezTo>
                <a:cubicBezTo>
                  <a:pt x="11190143" y="361547"/>
                  <a:pt x="11184374" y="355777"/>
                  <a:pt x="11184374" y="348659"/>
                </a:cubicBezTo>
                <a:cubicBezTo>
                  <a:pt x="11184374" y="341542"/>
                  <a:pt x="11190143" y="335772"/>
                  <a:pt x="11197259" y="335772"/>
                </a:cubicBezTo>
                <a:close/>
                <a:moveTo>
                  <a:pt x="10362474" y="335772"/>
                </a:moveTo>
                <a:cubicBezTo>
                  <a:pt x="10369593" y="335772"/>
                  <a:pt x="10375362" y="341542"/>
                  <a:pt x="10375362" y="348659"/>
                </a:cubicBezTo>
                <a:cubicBezTo>
                  <a:pt x="10375362" y="355777"/>
                  <a:pt x="10369593" y="361547"/>
                  <a:pt x="10362474" y="361547"/>
                </a:cubicBezTo>
                <a:cubicBezTo>
                  <a:pt x="10355358" y="361547"/>
                  <a:pt x="10349589" y="355777"/>
                  <a:pt x="10349589" y="348659"/>
                </a:cubicBezTo>
                <a:cubicBezTo>
                  <a:pt x="10349589" y="341542"/>
                  <a:pt x="10355358" y="335772"/>
                  <a:pt x="10362474" y="335772"/>
                </a:cubicBezTo>
                <a:close/>
                <a:moveTo>
                  <a:pt x="8564495" y="335772"/>
                </a:moveTo>
                <a:cubicBezTo>
                  <a:pt x="8571614" y="335772"/>
                  <a:pt x="8577383" y="341542"/>
                  <a:pt x="8577383" y="348659"/>
                </a:cubicBezTo>
                <a:cubicBezTo>
                  <a:pt x="8577383" y="355777"/>
                  <a:pt x="8571614" y="361547"/>
                  <a:pt x="8564495" y="361547"/>
                </a:cubicBezTo>
                <a:cubicBezTo>
                  <a:pt x="8557376" y="361547"/>
                  <a:pt x="8551607" y="355777"/>
                  <a:pt x="8551607" y="348659"/>
                </a:cubicBezTo>
                <a:cubicBezTo>
                  <a:pt x="8551607" y="341542"/>
                  <a:pt x="8557376" y="335772"/>
                  <a:pt x="8564495" y="335772"/>
                </a:cubicBezTo>
                <a:close/>
                <a:moveTo>
                  <a:pt x="8050737" y="335772"/>
                </a:moveTo>
                <a:cubicBezTo>
                  <a:pt x="8057936" y="335772"/>
                  <a:pt x="8063625" y="341576"/>
                  <a:pt x="8063625" y="348659"/>
                </a:cubicBezTo>
                <a:cubicBezTo>
                  <a:pt x="8063625" y="355741"/>
                  <a:pt x="8057936" y="361547"/>
                  <a:pt x="8050737" y="361547"/>
                </a:cubicBezTo>
                <a:cubicBezTo>
                  <a:pt x="8043653" y="361547"/>
                  <a:pt x="8037849" y="355857"/>
                  <a:pt x="8037849" y="348659"/>
                </a:cubicBezTo>
                <a:cubicBezTo>
                  <a:pt x="8037849" y="341576"/>
                  <a:pt x="8043538" y="335772"/>
                  <a:pt x="8050737" y="335772"/>
                </a:cubicBezTo>
                <a:close/>
                <a:moveTo>
                  <a:pt x="7858237" y="335772"/>
                </a:moveTo>
                <a:cubicBezTo>
                  <a:pt x="7865355" y="335772"/>
                  <a:pt x="7871124" y="341542"/>
                  <a:pt x="7871124" y="348659"/>
                </a:cubicBezTo>
                <a:cubicBezTo>
                  <a:pt x="7871124" y="355777"/>
                  <a:pt x="7865355" y="361547"/>
                  <a:pt x="7858237" y="361547"/>
                </a:cubicBezTo>
                <a:cubicBezTo>
                  <a:pt x="7851118" y="361547"/>
                  <a:pt x="7845349" y="355777"/>
                  <a:pt x="7845349" y="348659"/>
                </a:cubicBezTo>
                <a:cubicBezTo>
                  <a:pt x="7845349" y="341542"/>
                  <a:pt x="7851118" y="335772"/>
                  <a:pt x="7858237" y="335772"/>
                </a:cubicBezTo>
                <a:close/>
                <a:moveTo>
                  <a:pt x="7794032" y="335772"/>
                </a:moveTo>
                <a:cubicBezTo>
                  <a:pt x="7801148" y="335772"/>
                  <a:pt x="7806920" y="341542"/>
                  <a:pt x="7806920" y="348659"/>
                </a:cubicBezTo>
                <a:cubicBezTo>
                  <a:pt x="7806920" y="355777"/>
                  <a:pt x="7801148" y="361547"/>
                  <a:pt x="7794032" y="361547"/>
                </a:cubicBezTo>
                <a:cubicBezTo>
                  <a:pt x="7786914" y="361547"/>
                  <a:pt x="7781144" y="355777"/>
                  <a:pt x="7781144" y="348659"/>
                </a:cubicBezTo>
                <a:cubicBezTo>
                  <a:pt x="7781144" y="341542"/>
                  <a:pt x="7786914" y="335772"/>
                  <a:pt x="7794032" y="335772"/>
                </a:cubicBezTo>
                <a:close/>
                <a:moveTo>
                  <a:pt x="7665506" y="335772"/>
                </a:moveTo>
                <a:cubicBezTo>
                  <a:pt x="7672587" y="335772"/>
                  <a:pt x="7678394" y="341576"/>
                  <a:pt x="7678394" y="348659"/>
                </a:cubicBezTo>
                <a:cubicBezTo>
                  <a:pt x="7678394" y="355741"/>
                  <a:pt x="7672702" y="361547"/>
                  <a:pt x="7665506" y="361547"/>
                </a:cubicBezTo>
                <a:cubicBezTo>
                  <a:pt x="7658422" y="361547"/>
                  <a:pt x="7652618" y="355857"/>
                  <a:pt x="7652618" y="348659"/>
                </a:cubicBezTo>
                <a:cubicBezTo>
                  <a:pt x="7652618" y="341576"/>
                  <a:pt x="7658307" y="335772"/>
                  <a:pt x="7665506" y="335772"/>
                </a:cubicBezTo>
                <a:close/>
                <a:moveTo>
                  <a:pt x="5486655" y="335772"/>
                </a:moveTo>
                <a:cubicBezTo>
                  <a:pt x="5493773" y="335772"/>
                  <a:pt x="5499543" y="341542"/>
                  <a:pt x="5499543" y="348659"/>
                </a:cubicBezTo>
                <a:cubicBezTo>
                  <a:pt x="5499543" y="355777"/>
                  <a:pt x="5493773" y="361547"/>
                  <a:pt x="5486655" y="361547"/>
                </a:cubicBezTo>
                <a:cubicBezTo>
                  <a:pt x="5479539" y="361547"/>
                  <a:pt x="5473769" y="355777"/>
                  <a:pt x="5473769" y="348659"/>
                </a:cubicBezTo>
                <a:cubicBezTo>
                  <a:pt x="5473769" y="341542"/>
                  <a:pt x="5479539" y="335772"/>
                  <a:pt x="5486655" y="335772"/>
                </a:cubicBezTo>
                <a:close/>
                <a:moveTo>
                  <a:pt x="4651872" y="335772"/>
                </a:moveTo>
                <a:cubicBezTo>
                  <a:pt x="4658989" y="335772"/>
                  <a:pt x="4664758" y="341542"/>
                  <a:pt x="4664758" y="348659"/>
                </a:cubicBezTo>
                <a:cubicBezTo>
                  <a:pt x="4664758" y="355777"/>
                  <a:pt x="4658989" y="361547"/>
                  <a:pt x="4651872" y="361547"/>
                </a:cubicBezTo>
                <a:cubicBezTo>
                  <a:pt x="4644754" y="361547"/>
                  <a:pt x="4638984" y="355777"/>
                  <a:pt x="4638984" y="348659"/>
                </a:cubicBezTo>
                <a:cubicBezTo>
                  <a:pt x="4638984" y="341542"/>
                  <a:pt x="4644754" y="335772"/>
                  <a:pt x="4651872" y="335772"/>
                </a:cubicBezTo>
                <a:close/>
                <a:moveTo>
                  <a:pt x="2853891" y="335772"/>
                </a:moveTo>
                <a:cubicBezTo>
                  <a:pt x="2861009" y="335772"/>
                  <a:pt x="2866779" y="341542"/>
                  <a:pt x="2866779" y="348659"/>
                </a:cubicBezTo>
                <a:cubicBezTo>
                  <a:pt x="2866779" y="355777"/>
                  <a:pt x="2861009" y="361547"/>
                  <a:pt x="2853891" y="361547"/>
                </a:cubicBezTo>
                <a:cubicBezTo>
                  <a:pt x="2846773" y="361547"/>
                  <a:pt x="2841003" y="355777"/>
                  <a:pt x="2841003" y="348659"/>
                </a:cubicBezTo>
                <a:cubicBezTo>
                  <a:pt x="2841003" y="341542"/>
                  <a:pt x="2846773" y="335772"/>
                  <a:pt x="2853891" y="335772"/>
                </a:cubicBezTo>
                <a:close/>
                <a:moveTo>
                  <a:pt x="2340133" y="335772"/>
                </a:moveTo>
                <a:cubicBezTo>
                  <a:pt x="2347331" y="335772"/>
                  <a:pt x="2353019" y="341576"/>
                  <a:pt x="2353019" y="348659"/>
                </a:cubicBezTo>
                <a:cubicBezTo>
                  <a:pt x="2353019" y="355741"/>
                  <a:pt x="2347331" y="361547"/>
                  <a:pt x="2340133" y="361547"/>
                </a:cubicBezTo>
                <a:cubicBezTo>
                  <a:pt x="2333051" y="361547"/>
                  <a:pt x="2327245" y="355857"/>
                  <a:pt x="2327245" y="348659"/>
                </a:cubicBezTo>
                <a:cubicBezTo>
                  <a:pt x="2327245" y="341576"/>
                  <a:pt x="2332935" y="335772"/>
                  <a:pt x="2340133" y="335772"/>
                </a:cubicBezTo>
                <a:close/>
                <a:moveTo>
                  <a:pt x="2147633" y="335772"/>
                </a:moveTo>
                <a:cubicBezTo>
                  <a:pt x="2154750" y="335772"/>
                  <a:pt x="2160520" y="341542"/>
                  <a:pt x="2160520" y="348659"/>
                </a:cubicBezTo>
                <a:cubicBezTo>
                  <a:pt x="2160520" y="355777"/>
                  <a:pt x="2154750" y="361547"/>
                  <a:pt x="2147633" y="361547"/>
                </a:cubicBezTo>
                <a:cubicBezTo>
                  <a:pt x="2140515" y="361547"/>
                  <a:pt x="2134746" y="355777"/>
                  <a:pt x="2134746" y="348659"/>
                </a:cubicBezTo>
                <a:cubicBezTo>
                  <a:pt x="2134746" y="341542"/>
                  <a:pt x="2140515" y="335772"/>
                  <a:pt x="2147633" y="335772"/>
                </a:cubicBezTo>
                <a:close/>
                <a:moveTo>
                  <a:pt x="2083427" y="335772"/>
                </a:moveTo>
                <a:cubicBezTo>
                  <a:pt x="2090546" y="335772"/>
                  <a:pt x="2096314" y="341542"/>
                  <a:pt x="2096314" y="348659"/>
                </a:cubicBezTo>
                <a:cubicBezTo>
                  <a:pt x="2096314" y="355777"/>
                  <a:pt x="2090546" y="361547"/>
                  <a:pt x="2083427" y="361547"/>
                </a:cubicBezTo>
                <a:cubicBezTo>
                  <a:pt x="2076310" y="361547"/>
                  <a:pt x="2070540" y="355777"/>
                  <a:pt x="2070540" y="348659"/>
                </a:cubicBezTo>
                <a:cubicBezTo>
                  <a:pt x="2070540" y="341542"/>
                  <a:pt x="2076310" y="335772"/>
                  <a:pt x="2083427" y="335772"/>
                </a:cubicBezTo>
                <a:close/>
                <a:moveTo>
                  <a:pt x="1954901" y="335772"/>
                </a:moveTo>
                <a:cubicBezTo>
                  <a:pt x="1961983" y="335772"/>
                  <a:pt x="1967788" y="341576"/>
                  <a:pt x="1967788" y="348659"/>
                </a:cubicBezTo>
                <a:cubicBezTo>
                  <a:pt x="1967788" y="355741"/>
                  <a:pt x="1962100" y="361547"/>
                  <a:pt x="1954901" y="361547"/>
                </a:cubicBezTo>
                <a:cubicBezTo>
                  <a:pt x="1947819" y="361547"/>
                  <a:pt x="1942013" y="355857"/>
                  <a:pt x="1942013" y="348659"/>
                </a:cubicBezTo>
                <a:cubicBezTo>
                  <a:pt x="1942013" y="341576"/>
                  <a:pt x="1947704" y="335772"/>
                  <a:pt x="1954901" y="335772"/>
                </a:cubicBezTo>
                <a:close/>
                <a:moveTo>
                  <a:pt x="10619297" y="323000"/>
                </a:moveTo>
                <a:cubicBezTo>
                  <a:pt x="10633462" y="323000"/>
                  <a:pt x="10644955" y="334378"/>
                  <a:pt x="10644955" y="348659"/>
                </a:cubicBezTo>
                <a:cubicBezTo>
                  <a:pt x="10644955" y="362824"/>
                  <a:pt x="10633462" y="374318"/>
                  <a:pt x="10619297" y="374318"/>
                </a:cubicBezTo>
                <a:cubicBezTo>
                  <a:pt x="10605132" y="374318"/>
                  <a:pt x="10593639" y="362824"/>
                  <a:pt x="10593639" y="348659"/>
                </a:cubicBezTo>
                <a:cubicBezTo>
                  <a:pt x="10593639" y="334495"/>
                  <a:pt x="10605132" y="323000"/>
                  <a:pt x="10619297" y="323000"/>
                </a:cubicBezTo>
                <a:close/>
                <a:moveTo>
                  <a:pt x="4908693" y="323000"/>
                </a:moveTo>
                <a:cubicBezTo>
                  <a:pt x="4922857" y="323000"/>
                  <a:pt x="4934352" y="334378"/>
                  <a:pt x="4934352" y="348659"/>
                </a:cubicBezTo>
                <a:cubicBezTo>
                  <a:pt x="4934352" y="362824"/>
                  <a:pt x="4922857" y="374318"/>
                  <a:pt x="4908693" y="374318"/>
                </a:cubicBezTo>
                <a:cubicBezTo>
                  <a:pt x="4894527" y="374318"/>
                  <a:pt x="4883033" y="362824"/>
                  <a:pt x="4883033" y="348659"/>
                </a:cubicBezTo>
                <a:cubicBezTo>
                  <a:pt x="4883033" y="334495"/>
                  <a:pt x="4894527" y="323000"/>
                  <a:pt x="4908693" y="323000"/>
                </a:cubicBezTo>
                <a:close/>
                <a:moveTo>
                  <a:pt x="11197259" y="268548"/>
                </a:moveTo>
                <a:cubicBezTo>
                  <a:pt x="11204378" y="268548"/>
                  <a:pt x="11210147" y="274317"/>
                  <a:pt x="11210147" y="281435"/>
                </a:cubicBezTo>
                <a:cubicBezTo>
                  <a:pt x="11210147" y="288553"/>
                  <a:pt x="11204378" y="294323"/>
                  <a:pt x="11197259" y="294323"/>
                </a:cubicBezTo>
                <a:cubicBezTo>
                  <a:pt x="11190143" y="294323"/>
                  <a:pt x="11184374" y="288553"/>
                  <a:pt x="11184374" y="281435"/>
                </a:cubicBezTo>
                <a:cubicBezTo>
                  <a:pt x="11184374" y="274317"/>
                  <a:pt x="11190143" y="268548"/>
                  <a:pt x="11197259" y="268548"/>
                </a:cubicBezTo>
                <a:close/>
                <a:moveTo>
                  <a:pt x="10619297" y="268548"/>
                </a:moveTo>
                <a:cubicBezTo>
                  <a:pt x="10626378" y="268664"/>
                  <a:pt x="10632182" y="274353"/>
                  <a:pt x="10632182" y="281435"/>
                </a:cubicBezTo>
                <a:cubicBezTo>
                  <a:pt x="10632182" y="288518"/>
                  <a:pt x="10626496" y="294323"/>
                  <a:pt x="10619297" y="294323"/>
                </a:cubicBezTo>
                <a:cubicBezTo>
                  <a:pt x="10612213" y="294323"/>
                  <a:pt x="10606409" y="288634"/>
                  <a:pt x="10606409" y="281435"/>
                </a:cubicBezTo>
                <a:cubicBezTo>
                  <a:pt x="10606409" y="274353"/>
                  <a:pt x="10612098" y="268548"/>
                  <a:pt x="10619297" y="268548"/>
                </a:cubicBezTo>
                <a:close/>
                <a:moveTo>
                  <a:pt x="10362474" y="268548"/>
                </a:moveTo>
                <a:cubicBezTo>
                  <a:pt x="10369593" y="268548"/>
                  <a:pt x="10375362" y="274317"/>
                  <a:pt x="10375362" y="281435"/>
                </a:cubicBezTo>
                <a:cubicBezTo>
                  <a:pt x="10375362" y="288553"/>
                  <a:pt x="10369593" y="294323"/>
                  <a:pt x="10362474" y="294323"/>
                </a:cubicBezTo>
                <a:cubicBezTo>
                  <a:pt x="10355358" y="294323"/>
                  <a:pt x="10349589" y="288553"/>
                  <a:pt x="10349589" y="281435"/>
                </a:cubicBezTo>
                <a:cubicBezTo>
                  <a:pt x="10349589" y="274317"/>
                  <a:pt x="10355358" y="268548"/>
                  <a:pt x="10362474" y="268548"/>
                </a:cubicBezTo>
                <a:close/>
                <a:moveTo>
                  <a:pt x="8564495" y="268548"/>
                </a:moveTo>
                <a:cubicBezTo>
                  <a:pt x="8571614" y="268548"/>
                  <a:pt x="8577383" y="274317"/>
                  <a:pt x="8577383" y="281435"/>
                </a:cubicBezTo>
                <a:cubicBezTo>
                  <a:pt x="8577383" y="288553"/>
                  <a:pt x="8571614" y="294323"/>
                  <a:pt x="8564495" y="294323"/>
                </a:cubicBezTo>
                <a:cubicBezTo>
                  <a:pt x="8557376" y="294323"/>
                  <a:pt x="8551607" y="288553"/>
                  <a:pt x="8551607" y="281435"/>
                </a:cubicBezTo>
                <a:cubicBezTo>
                  <a:pt x="8551607" y="274317"/>
                  <a:pt x="8557376" y="268548"/>
                  <a:pt x="8564495" y="268548"/>
                </a:cubicBezTo>
                <a:close/>
                <a:moveTo>
                  <a:pt x="7858237" y="268548"/>
                </a:moveTo>
                <a:cubicBezTo>
                  <a:pt x="7865355" y="268548"/>
                  <a:pt x="7871124" y="274317"/>
                  <a:pt x="7871124" y="281435"/>
                </a:cubicBezTo>
                <a:cubicBezTo>
                  <a:pt x="7871124" y="288553"/>
                  <a:pt x="7865355" y="294323"/>
                  <a:pt x="7858237" y="294323"/>
                </a:cubicBezTo>
                <a:cubicBezTo>
                  <a:pt x="7851118" y="294323"/>
                  <a:pt x="7845349" y="288553"/>
                  <a:pt x="7845349" y="281435"/>
                </a:cubicBezTo>
                <a:cubicBezTo>
                  <a:pt x="7845349" y="274317"/>
                  <a:pt x="7851118" y="268548"/>
                  <a:pt x="7858237" y="268548"/>
                </a:cubicBezTo>
                <a:close/>
                <a:moveTo>
                  <a:pt x="7794032" y="268548"/>
                </a:moveTo>
                <a:cubicBezTo>
                  <a:pt x="7801148" y="268548"/>
                  <a:pt x="7806920" y="274317"/>
                  <a:pt x="7806920" y="281435"/>
                </a:cubicBezTo>
                <a:cubicBezTo>
                  <a:pt x="7806920" y="288553"/>
                  <a:pt x="7801148" y="294323"/>
                  <a:pt x="7794032" y="294323"/>
                </a:cubicBezTo>
                <a:cubicBezTo>
                  <a:pt x="7786914" y="294323"/>
                  <a:pt x="7781144" y="288553"/>
                  <a:pt x="7781144" y="281435"/>
                </a:cubicBezTo>
                <a:cubicBezTo>
                  <a:pt x="7781144" y="274317"/>
                  <a:pt x="7786914" y="268548"/>
                  <a:pt x="7794032" y="268548"/>
                </a:cubicBezTo>
                <a:close/>
                <a:moveTo>
                  <a:pt x="7665506" y="268548"/>
                </a:moveTo>
                <a:cubicBezTo>
                  <a:pt x="7672587" y="268664"/>
                  <a:pt x="7678394" y="274353"/>
                  <a:pt x="7678394" y="281435"/>
                </a:cubicBezTo>
                <a:cubicBezTo>
                  <a:pt x="7678394" y="288518"/>
                  <a:pt x="7672702" y="294323"/>
                  <a:pt x="7665506" y="294323"/>
                </a:cubicBezTo>
                <a:cubicBezTo>
                  <a:pt x="7658422" y="294323"/>
                  <a:pt x="7652618" y="288634"/>
                  <a:pt x="7652618" y="281435"/>
                </a:cubicBezTo>
                <a:cubicBezTo>
                  <a:pt x="7652618" y="274353"/>
                  <a:pt x="7658307" y="268548"/>
                  <a:pt x="7665506" y="268548"/>
                </a:cubicBezTo>
                <a:close/>
                <a:moveTo>
                  <a:pt x="5486655" y="268548"/>
                </a:moveTo>
                <a:cubicBezTo>
                  <a:pt x="5493773" y="268548"/>
                  <a:pt x="5499543" y="274317"/>
                  <a:pt x="5499543" y="281435"/>
                </a:cubicBezTo>
                <a:cubicBezTo>
                  <a:pt x="5499543" y="288553"/>
                  <a:pt x="5493773" y="294323"/>
                  <a:pt x="5486655" y="294323"/>
                </a:cubicBezTo>
                <a:cubicBezTo>
                  <a:pt x="5479539" y="294323"/>
                  <a:pt x="5473769" y="288553"/>
                  <a:pt x="5473769" y="281435"/>
                </a:cubicBezTo>
                <a:cubicBezTo>
                  <a:pt x="5473769" y="274317"/>
                  <a:pt x="5479539" y="268548"/>
                  <a:pt x="5486655" y="268548"/>
                </a:cubicBezTo>
                <a:close/>
                <a:moveTo>
                  <a:pt x="4908693" y="268548"/>
                </a:moveTo>
                <a:cubicBezTo>
                  <a:pt x="4915774" y="268664"/>
                  <a:pt x="4921580" y="274353"/>
                  <a:pt x="4921580" y="281435"/>
                </a:cubicBezTo>
                <a:cubicBezTo>
                  <a:pt x="4921580" y="288518"/>
                  <a:pt x="4915891" y="294323"/>
                  <a:pt x="4908693" y="294323"/>
                </a:cubicBezTo>
                <a:cubicBezTo>
                  <a:pt x="4901610" y="294323"/>
                  <a:pt x="4895806" y="288634"/>
                  <a:pt x="4895806" y="281435"/>
                </a:cubicBezTo>
                <a:cubicBezTo>
                  <a:pt x="4895806" y="274353"/>
                  <a:pt x="4901493" y="268548"/>
                  <a:pt x="4908693" y="268548"/>
                </a:cubicBezTo>
                <a:close/>
                <a:moveTo>
                  <a:pt x="4651872" y="268548"/>
                </a:moveTo>
                <a:cubicBezTo>
                  <a:pt x="4658989" y="268548"/>
                  <a:pt x="4664758" y="274317"/>
                  <a:pt x="4664758" y="281435"/>
                </a:cubicBezTo>
                <a:cubicBezTo>
                  <a:pt x="4664758" y="288553"/>
                  <a:pt x="4658989" y="294323"/>
                  <a:pt x="4651872" y="294323"/>
                </a:cubicBezTo>
                <a:cubicBezTo>
                  <a:pt x="4644754" y="294323"/>
                  <a:pt x="4638984" y="288553"/>
                  <a:pt x="4638984" y="281435"/>
                </a:cubicBezTo>
                <a:cubicBezTo>
                  <a:pt x="4638984" y="274317"/>
                  <a:pt x="4644754" y="268548"/>
                  <a:pt x="4651872" y="268548"/>
                </a:cubicBezTo>
                <a:close/>
                <a:moveTo>
                  <a:pt x="2853891" y="268548"/>
                </a:moveTo>
                <a:cubicBezTo>
                  <a:pt x="2861009" y="268548"/>
                  <a:pt x="2866779" y="274317"/>
                  <a:pt x="2866779" y="281435"/>
                </a:cubicBezTo>
                <a:cubicBezTo>
                  <a:pt x="2866779" y="288553"/>
                  <a:pt x="2861009" y="294323"/>
                  <a:pt x="2853891" y="294323"/>
                </a:cubicBezTo>
                <a:cubicBezTo>
                  <a:pt x="2846773" y="294323"/>
                  <a:pt x="2841003" y="288553"/>
                  <a:pt x="2841003" y="281435"/>
                </a:cubicBezTo>
                <a:cubicBezTo>
                  <a:pt x="2841003" y="274317"/>
                  <a:pt x="2846773" y="268548"/>
                  <a:pt x="2853891" y="268548"/>
                </a:cubicBezTo>
                <a:close/>
                <a:moveTo>
                  <a:pt x="2147633" y="268548"/>
                </a:moveTo>
                <a:cubicBezTo>
                  <a:pt x="2154750" y="268548"/>
                  <a:pt x="2160520" y="274317"/>
                  <a:pt x="2160520" y="281435"/>
                </a:cubicBezTo>
                <a:cubicBezTo>
                  <a:pt x="2160520" y="288553"/>
                  <a:pt x="2154750" y="294323"/>
                  <a:pt x="2147633" y="294323"/>
                </a:cubicBezTo>
                <a:cubicBezTo>
                  <a:pt x="2140515" y="294323"/>
                  <a:pt x="2134746" y="288553"/>
                  <a:pt x="2134746" y="281435"/>
                </a:cubicBezTo>
                <a:cubicBezTo>
                  <a:pt x="2134746" y="274317"/>
                  <a:pt x="2140515" y="268548"/>
                  <a:pt x="2147633" y="268548"/>
                </a:cubicBezTo>
                <a:close/>
                <a:moveTo>
                  <a:pt x="2083427" y="268548"/>
                </a:moveTo>
                <a:cubicBezTo>
                  <a:pt x="2090546" y="268548"/>
                  <a:pt x="2096314" y="274317"/>
                  <a:pt x="2096314" y="281435"/>
                </a:cubicBezTo>
                <a:cubicBezTo>
                  <a:pt x="2096314" y="288553"/>
                  <a:pt x="2090546" y="294323"/>
                  <a:pt x="2083427" y="294323"/>
                </a:cubicBezTo>
                <a:cubicBezTo>
                  <a:pt x="2076310" y="294323"/>
                  <a:pt x="2070540" y="288553"/>
                  <a:pt x="2070540" y="281435"/>
                </a:cubicBezTo>
                <a:cubicBezTo>
                  <a:pt x="2070540" y="274317"/>
                  <a:pt x="2076310" y="268548"/>
                  <a:pt x="2083427" y="268548"/>
                </a:cubicBezTo>
                <a:close/>
                <a:moveTo>
                  <a:pt x="1954901" y="268548"/>
                </a:moveTo>
                <a:cubicBezTo>
                  <a:pt x="1961983" y="268664"/>
                  <a:pt x="1967788" y="274353"/>
                  <a:pt x="1967788" y="281435"/>
                </a:cubicBezTo>
                <a:cubicBezTo>
                  <a:pt x="1967788" y="288518"/>
                  <a:pt x="1962100" y="294323"/>
                  <a:pt x="1954901" y="294323"/>
                </a:cubicBezTo>
                <a:cubicBezTo>
                  <a:pt x="1947819" y="294323"/>
                  <a:pt x="1942013" y="288634"/>
                  <a:pt x="1942013" y="281435"/>
                </a:cubicBezTo>
                <a:cubicBezTo>
                  <a:pt x="1942013" y="274353"/>
                  <a:pt x="1947704" y="268548"/>
                  <a:pt x="1954901" y="268548"/>
                </a:cubicBezTo>
                <a:close/>
                <a:moveTo>
                  <a:pt x="10619297" y="201440"/>
                </a:moveTo>
                <a:cubicBezTo>
                  <a:pt x="10626378" y="201440"/>
                  <a:pt x="10632182" y="207245"/>
                  <a:pt x="10632182" y="214327"/>
                </a:cubicBezTo>
                <a:cubicBezTo>
                  <a:pt x="10632182" y="221410"/>
                  <a:pt x="10626496" y="227215"/>
                  <a:pt x="10619297" y="227215"/>
                </a:cubicBezTo>
                <a:cubicBezTo>
                  <a:pt x="10612213" y="227215"/>
                  <a:pt x="10606409" y="221526"/>
                  <a:pt x="10606409" y="214327"/>
                </a:cubicBezTo>
                <a:cubicBezTo>
                  <a:pt x="10606409" y="207245"/>
                  <a:pt x="10612098" y="201440"/>
                  <a:pt x="10619297" y="201440"/>
                </a:cubicBezTo>
                <a:close/>
                <a:moveTo>
                  <a:pt x="10362474" y="201440"/>
                </a:moveTo>
                <a:cubicBezTo>
                  <a:pt x="10369593" y="201440"/>
                  <a:pt x="10375362" y="207209"/>
                  <a:pt x="10375362" y="214327"/>
                </a:cubicBezTo>
                <a:cubicBezTo>
                  <a:pt x="10375362" y="221445"/>
                  <a:pt x="10369593" y="227215"/>
                  <a:pt x="10362474" y="227215"/>
                </a:cubicBezTo>
                <a:cubicBezTo>
                  <a:pt x="10355358" y="227215"/>
                  <a:pt x="10349589" y="221445"/>
                  <a:pt x="10349589" y="214327"/>
                </a:cubicBezTo>
                <a:cubicBezTo>
                  <a:pt x="10349589" y="207209"/>
                  <a:pt x="10355358" y="201440"/>
                  <a:pt x="10362474" y="201440"/>
                </a:cubicBezTo>
                <a:close/>
                <a:moveTo>
                  <a:pt x="7858237" y="201440"/>
                </a:moveTo>
                <a:cubicBezTo>
                  <a:pt x="7865355" y="201440"/>
                  <a:pt x="7871124" y="207209"/>
                  <a:pt x="7871124" y="214327"/>
                </a:cubicBezTo>
                <a:cubicBezTo>
                  <a:pt x="7871124" y="221445"/>
                  <a:pt x="7865355" y="227215"/>
                  <a:pt x="7858237" y="227215"/>
                </a:cubicBezTo>
                <a:cubicBezTo>
                  <a:pt x="7851118" y="227215"/>
                  <a:pt x="7845349" y="221445"/>
                  <a:pt x="7845349" y="214327"/>
                </a:cubicBezTo>
                <a:cubicBezTo>
                  <a:pt x="7845349" y="207209"/>
                  <a:pt x="7851118" y="201440"/>
                  <a:pt x="7858237" y="201440"/>
                </a:cubicBezTo>
                <a:close/>
                <a:moveTo>
                  <a:pt x="7665506" y="201440"/>
                </a:moveTo>
                <a:cubicBezTo>
                  <a:pt x="7672587" y="201440"/>
                  <a:pt x="7678394" y="207245"/>
                  <a:pt x="7678394" y="214327"/>
                </a:cubicBezTo>
                <a:cubicBezTo>
                  <a:pt x="7678394" y="221410"/>
                  <a:pt x="7672702" y="227215"/>
                  <a:pt x="7665506" y="227215"/>
                </a:cubicBezTo>
                <a:cubicBezTo>
                  <a:pt x="7658422" y="227215"/>
                  <a:pt x="7652618" y="221526"/>
                  <a:pt x="7652618" y="214327"/>
                </a:cubicBezTo>
                <a:cubicBezTo>
                  <a:pt x="7652618" y="207245"/>
                  <a:pt x="7658307" y="201440"/>
                  <a:pt x="7665506" y="201440"/>
                </a:cubicBezTo>
                <a:close/>
                <a:moveTo>
                  <a:pt x="4908693" y="201440"/>
                </a:moveTo>
                <a:cubicBezTo>
                  <a:pt x="4915774" y="201440"/>
                  <a:pt x="4921580" y="207245"/>
                  <a:pt x="4921580" y="214327"/>
                </a:cubicBezTo>
                <a:cubicBezTo>
                  <a:pt x="4921580" y="221410"/>
                  <a:pt x="4915891" y="227215"/>
                  <a:pt x="4908693" y="227215"/>
                </a:cubicBezTo>
                <a:cubicBezTo>
                  <a:pt x="4901610" y="227215"/>
                  <a:pt x="4895806" y="221526"/>
                  <a:pt x="4895806" y="214327"/>
                </a:cubicBezTo>
                <a:cubicBezTo>
                  <a:pt x="4895806" y="207245"/>
                  <a:pt x="4901493" y="201440"/>
                  <a:pt x="4908693" y="201440"/>
                </a:cubicBezTo>
                <a:close/>
                <a:moveTo>
                  <a:pt x="4651872" y="201440"/>
                </a:moveTo>
                <a:cubicBezTo>
                  <a:pt x="4658989" y="201440"/>
                  <a:pt x="4664758" y="207209"/>
                  <a:pt x="4664758" y="214327"/>
                </a:cubicBezTo>
                <a:cubicBezTo>
                  <a:pt x="4664758" y="221445"/>
                  <a:pt x="4658989" y="227215"/>
                  <a:pt x="4651872" y="227215"/>
                </a:cubicBezTo>
                <a:cubicBezTo>
                  <a:pt x="4644754" y="227215"/>
                  <a:pt x="4638984" y="221445"/>
                  <a:pt x="4638984" y="214327"/>
                </a:cubicBezTo>
                <a:cubicBezTo>
                  <a:pt x="4638984" y="207209"/>
                  <a:pt x="4644754" y="201440"/>
                  <a:pt x="4651872" y="201440"/>
                </a:cubicBezTo>
                <a:close/>
                <a:moveTo>
                  <a:pt x="2147633" y="201440"/>
                </a:moveTo>
                <a:cubicBezTo>
                  <a:pt x="2154750" y="201440"/>
                  <a:pt x="2160520" y="207209"/>
                  <a:pt x="2160520" y="214327"/>
                </a:cubicBezTo>
                <a:cubicBezTo>
                  <a:pt x="2160520" y="221445"/>
                  <a:pt x="2154750" y="227215"/>
                  <a:pt x="2147633" y="227215"/>
                </a:cubicBezTo>
                <a:cubicBezTo>
                  <a:pt x="2140515" y="227215"/>
                  <a:pt x="2134746" y="221445"/>
                  <a:pt x="2134746" y="214327"/>
                </a:cubicBezTo>
                <a:cubicBezTo>
                  <a:pt x="2134746" y="207209"/>
                  <a:pt x="2140515" y="201440"/>
                  <a:pt x="2147633" y="201440"/>
                </a:cubicBezTo>
                <a:close/>
                <a:moveTo>
                  <a:pt x="1954901" y="201440"/>
                </a:moveTo>
                <a:cubicBezTo>
                  <a:pt x="1961983" y="201440"/>
                  <a:pt x="1967788" y="207245"/>
                  <a:pt x="1967788" y="214327"/>
                </a:cubicBezTo>
                <a:cubicBezTo>
                  <a:pt x="1967788" y="221410"/>
                  <a:pt x="1962100" y="227215"/>
                  <a:pt x="1954901" y="227215"/>
                </a:cubicBezTo>
                <a:cubicBezTo>
                  <a:pt x="1947819" y="227215"/>
                  <a:pt x="1942013" y="221526"/>
                  <a:pt x="1942013" y="214327"/>
                </a:cubicBezTo>
                <a:cubicBezTo>
                  <a:pt x="1942013" y="207245"/>
                  <a:pt x="1947704" y="201440"/>
                  <a:pt x="1954901" y="201440"/>
                </a:cubicBezTo>
                <a:close/>
                <a:moveTo>
                  <a:pt x="10619297" y="134216"/>
                </a:moveTo>
                <a:cubicBezTo>
                  <a:pt x="10626378" y="134332"/>
                  <a:pt x="10632182" y="140021"/>
                  <a:pt x="10632182" y="147103"/>
                </a:cubicBezTo>
                <a:cubicBezTo>
                  <a:pt x="10632182" y="154186"/>
                  <a:pt x="10626496" y="159991"/>
                  <a:pt x="10619297" y="159991"/>
                </a:cubicBezTo>
                <a:cubicBezTo>
                  <a:pt x="10612213" y="159991"/>
                  <a:pt x="10606409" y="154301"/>
                  <a:pt x="10606409" y="147103"/>
                </a:cubicBezTo>
                <a:cubicBezTo>
                  <a:pt x="10606409" y="140021"/>
                  <a:pt x="10612098" y="134216"/>
                  <a:pt x="10619297" y="134216"/>
                </a:cubicBezTo>
                <a:close/>
                <a:moveTo>
                  <a:pt x="10362474" y="134216"/>
                </a:moveTo>
                <a:cubicBezTo>
                  <a:pt x="10369593" y="134216"/>
                  <a:pt x="10375362" y="139985"/>
                  <a:pt x="10375362" y="147103"/>
                </a:cubicBezTo>
                <a:cubicBezTo>
                  <a:pt x="10375362" y="154221"/>
                  <a:pt x="10369593" y="159991"/>
                  <a:pt x="10362474" y="159991"/>
                </a:cubicBezTo>
                <a:cubicBezTo>
                  <a:pt x="10355358" y="159991"/>
                  <a:pt x="10349589" y="154221"/>
                  <a:pt x="10349589" y="147103"/>
                </a:cubicBezTo>
                <a:cubicBezTo>
                  <a:pt x="10349589" y="139985"/>
                  <a:pt x="10355358" y="134216"/>
                  <a:pt x="10362474" y="134216"/>
                </a:cubicBezTo>
                <a:close/>
                <a:moveTo>
                  <a:pt x="7858237" y="134216"/>
                </a:moveTo>
                <a:cubicBezTo>
                  <a:pt x="7865355" y="134216"/>
                  <a:pt x="7871124" y="139985"/>
                  <a:pt x="7871124" y="147103"/>
                </a:cubicBezTo>
                <a:cubicBezTo>
                  <a:pt x="7871124" y="154221"/>
                  <a:pt x="7865355" y="159991"/>
                  <a:pt x="7858237" y="159991"/>
                </a:cubicBezTo>
                <a:cubicBezTo>
                  <a:pt x="7851118" y="159991"/>
                  <a:pt x="7845349" y="154221"/>
                  <a:pt x="7845349" y="147103"/>
                </a:cubicBezTo>
                <a:cubicBezTo>
                  <a:pt x="7845349" y="139985"/>
                  <a:pt x="7851118" y="134216"/>
                  <a:pt x="7858237" y="134216"/>
                </a:cubicBezTo>
                <a:close/>
                <a:moveTo>
                  <a:pt x="7665506" y="134216"/>
                </a:moveTo>
                <a:cubicBezTo>
                  <a:pt x="7672587" y="134332"/>
                  <a:pt x="7678394" y="140021"/>
                  <a:pt x="7678394" y="147103"/>
                </a:cubicBezTo>
                <a:cubicBezTo>
                  <a:pt x="7678394" y="154186"/>
                  <a:pt x="7672702" y="159991"/>
                  <a:pt x="7665506" y="159991"/>
                </a:cubicBezTo>
                <a:cubicBezTo>
                  <a:pt x="7658422" y="159991"/>
                  <a:pt x="7652618" y="154301"/>
                  <a:pt x="7652618" y="147103"/>
                </a:cubicBezTo>
                <a:cubicBezTo>
                  <a:pt x="7652618" y="140021"/>
                  <a:pt x="7658307" y="134216"/>
                  <a:pt x="7665506" y="134216"/>
                </a:cubicBezTo>
                <a:close/>
                <a:moveTo>
                  <a:pt x="4908693" y="134216"/>
                </a:moveTo>
                <a:cubicBezTo>
                  <a:pt x="4915774" y="134332"/>
                  <a:pt x="4921580" y="140021"/>
                  <a:pt x="4921580" y="147103"/>
                </a:cubicBezTo>
                <a:cubicBezTo>
                  <a:pt x="4921580" y="154186"/>
                  <a:pt x="4915891" y="159991"/>
                  <a:pt x="4908693" y="159991"/>
                </a:cubicBezTo>
                <a:cubicBezTo>
                  <a:pt x="4901610" y="159991"/>
                  <a:pt x="4895806" y="154301"/>
                  <a:pt x="4895806" y="147103"/>
                </a:cubicBezTo>
                <a:cubicBezTo>
                  <a:pt x="4895806" y="140021"/>
                  <a:pt x="4901493" y="134216"/>
                  <a:pt x="4908693" y="134216"/>
                </a:cubicBezTo>
                <a:close/>
                <a:moveTo>
                  <a:pt x="4651872" y="134216"/>
                </a:moveTo>
                <a:cubicBezTo>
                  <a:pt x="4658989" y="134216"/>
                  <a:pt x="4664758" y="139985"/>
                  <a:pt x="4664758" y="147103"/>
                </a:cubicBezTo>
                <a:cubicBezTo>
                  <a:pt x="4664758" y="154221"/>
                  <a:pt x="4658989" y="159991"/>
                  <a:pt x="4651872" y="159991"/>
                </a:cubicBezTo>
                <a:cubicBezTo>
                  <a:pt x="4644754" y="159991"/>
                  <a:pt x="4638984" y="154221"/>
                  <a:pt x="4638984" y="147103"/>
                </a:cubicBezTo>
                <a:cubicBezTo>
                  <a:pt x="4638984" y="139985"/>
                  <a:pt x="4644754" y="134216"/>
                  <a:pt x="4651872" y="134216"/>
                </a:cubicBezTo>
                <a:close/>
                <a:moveTo>
                  <a:pt x="2147633" y="134216"/>
                </a:moveTo>
                <a:cubicBezTo>
                  <a:pt x="2154750" y="134216"/>
                  <a:pt x="2160520" y="139985"/>
                  <a:pt x="2160520" y="147103"/>
                </a:cubicBezTo>
                <a:cubicBezTo>
                  <a:pt x="2160520" y="154221"/>
                  <a:pt x="2154750" y="159991"/>
                  <a:pt x="2147633" y="159991"/>
                </a:cubicBezTo>
                <a:cubicBezTo>
                  <a:pt x="2140515" y="159991"/>
                  <a:pt x="2134746" y="154221"/>
                  <a:pt x="2134746" y="147103"/>
                </a:cubicBezTo>
                <a:cubicBezTo>
                  <a:pt x="2134746" y="139985"/>
                  <a:pt x="2140515" y="134216"/>
                  <a:pt x="2147633" y="134216"/>
                </a:cubicBezTo>
                <a:close/>
                <a:moveTo>
                  <a:pt x="1954901" y="134216"/>
                </a:moveTo>
                <a:cubicBezTo>
                  <a:pt x="1961983" y="134332"/>
                  <a:pt x="1967788" y="140021"/>
                  <a:pt x="1967788" y="147103"/>
                </a:cubicBezTo>
                <a:cubicBezTo>
                  <a:pt x="1967788" y="154186"/>
                  <a:pt x="1962100" y="159991"/>
                  <a:pt x="1954901" y="159991"/>
                </a:cubicBezTo>
                <a:cubicBezTo>
                  <a:pt x="1947819" y="159991"/>
                  <a:pt x="1942013" y="154301"/>
                  <a:pt x="1942013" y="147103"/>
                </a:cubicBezTo>
                <a:cubicBezTo>
                  <a:pt x="1942013" y="140021"/>
                  <a:pt x="1947704" y="134216"/>
                  <a:pt x="1954901" y="134216"/>
                </a:cubicBezTo>
                <a:close/>
                <a:moveTo>
                  <a:pt x="10619297" y="67108"/>
                </a:moveTo>
                <a:cubicBezTo>
                  <a:pt x="10626378" y="67108"/>
                  <a:pt x="10632182" y="72913"/>
                  <a:pt x="10632182" y="79995"/>
                </a:cubicBezTo>
                <a:cubicBezTo>
                  <a:pt x="10632182" y="87078"/>
                  <a:pt x="10626496" y="92883"/>
                  <a:pt x="10619297" y="92883"/>
                </a:cubicBezTo>
                <a:cubicBezTo>
                  <a:pt x="10612213" y="92883"/>
                  <a:pt x="10606409" y="87194"/>
                  <a:pt x="10606409" y="79995"/>
                </a:cubicBezTo>
                <a:cubicBezTo>
                  <a:pt x="10606409" y="72913"/>
                  <a:pt x="10612098" y="67108"/>
                  <a:pt x="10619297" y="67108"/>
                </a:cubicBezTo>
                <a:close/>
                <a:moveTo>
                  <a:pt x="4908693" y="67108"/>
                </a:moveTo>
                <a:cubicBezTo>
                  <a:pt x="4915774" y="67108"/>
                  <a:pt x="4921580" y="72913"/>
                  <a:pt x="4921580" y="79995"/>
                </a:cubicBezTo>
                <a:cubicBezTo>
                  <a:pt x="4921580" y="87078"/>
                  <a:pt x="4915891" y="92883"/>
                  <a:pt x="4908693" y="92883"/>
                </a:cubicBezTo>
                <a:cubicBezTo>
                  <a:pt x="4901610" y="92883"/>
                  <a:pt x="4895806" y="87194"/>
                  <a:pt x="4895806" y="79995"/>
                </a:cubicBezTo>
                <a:cubicBezTo>
                  <a:pt x="4895806" y="72913"/>
                  <a:pt x="4901493" y="67108"/>
                  <a:pt x="4908693" y="67108"/>
                </a:cubicBezTo>
                <a:close/>
                <a:moveTo>
                  <a:pt x="10619297" y="0"/>
                </a:moveTo>
                <a:cubicBezTo>
                  <a:pt x="10626378" y="0"/>
                  <a:pt x="10632182" y="5689"/>
                  <a:pt x="10632182" y="12888"/>
                </a:cubicBezTo>
                <a:cubicBezTo>
                  <a:pt x="10632182" y="19970"/>
                  <a:pt x="10626496" y="25775"/>
                  <a:pt x="10619297" y="25775"/>
                </a:cubicBezTo>
                <a:cubicBezTo>
                  <a:pt x="10612213" y="25775"/>
                  <a:pt x="10606409" y="20087"/>
                  <a:pt x="10606409" y="12888"/>
                </a:cubicBezTo>
                <a:cubicBezTo>
                  <a:pt x="10606409" y="5805"/>
                  <a:pt x="10612098" y="0"/>
                  <a:pt x="10619297" y="0"/>
                </a:cubicBezTo>
                <a:close/>
                <a:moveTo>
                  <a:pt x="4908693" y="0"/>
                </a:moveTo>
                <a:cubicBezTo>
                  <a:pt x="4915774" y="0"/>
                  <a:pt x="4921580" y="5689"/>
                  <a:pt x="4921580" y="12888"/>
                </a:cubicBezTo>
                <a:cubicBezTo>
                  <a:pt x="4921580" y="19970"/>
                  <a:pt x="4915891" y="25775"/>
                  <a:pt x="4908693" y="25775"/>
                </a:cubicBezTo>
                <a:cubicBezTo>
                  <a:pt x="4901610" y="25775"/>
                  <a:pt x="4895806" y="20087"/>
                  <a:pt x="4895806" y="12888"/>
                </a:cubicBezTo>
                <a:cubicBezTo>
                  <a:pt x="4895806" y="5805"/>
                  <a:pt x="4901493" y="0"/>
                  <a:pt x="4908693" y="0"/>
                </a:cubicBezTo>
                <a:close/>
              </a:path>
            </a:pathLst>
          </a:custGeom>
          <a:solidFill>
            <a:schemeClr val="accent1">
              <a:alpha val="3000"/>
            </a:schemeClr>
          </a:solidFill>
          <a:ln w="361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  <p:sp>
        <p:nvSpPr>
          <p:cNvPr id="2" name="页面-上"/>
          <p:cNvSpPr/>
          <p:nvPr userDrawn="1"/>
        </p:nvSpPr>
        <p:spPr bwMode="auto">
          <a:xfrm>
            <a:off x="5778500" y="-22860000"/>
            <a:ext cx="635000" cy="635000"/>
          </a:xfrm>
          <a:prstGeom prst="ellipse">
            <a:avLst/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254000" dist="63500" algn="l" rotWithShape="0">
              <a:schemeClr val="accent1">
                <a:alpha val="2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gradFill>
                  <a:gsLst>
                    <a:gs pos="100000">
                      <a:schemeClr val="accent1"/>
                    </a:gs>
                    <a:gs pos="40000">
                      <a:schemeClr val="accent1">
                        <a:alpha val="0"/>
                      </a:schemeClr>
                    </a:gs>
                  </a:gsLst>
                  <a:lin ang="0" scaled="0"/>
                </a:gra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  <a:cs typeface="Roboto" panose="02000000000000000000" charset="0"/>
              <a:sym typeface="+mn-ea"/>
            </a:endParaRPr>
          </a:p>
        </p:txBody>
      </p:sp>
      <p:sp>
        <p:nvSpPr>
          <p:cNvPr id="4" name="页面-下"/>
          <p:cNvSpPr/>
          <p:nvPr userDrawn="1"/>
        </p:nvSpPr>
        <p:spPr bwMode="auto">
          <a:xfrm>
            <a:off x="5778500" y="22860000"/>
            <a:ext cx="635000" cy="635000"/>
          </a:xfrm>
          <a:prstGeom prst="ellipse">
            <a:avLst/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254000" dist="63500" algn="l" rotWithShape="0">
              <a:schemeClr val="accent1">
                <a:alpha val="2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6350">
                <a:gradFill>
                  <a:gsLst>
                    <a:gs pos="100000">
                      <a:schemeClr val="accent1"/>
                    </a:gs>
                    <a:gs pos="40000">
                      <a:schemeClr val="accent1">
                        <a:alpha val="0"/>
                      </a:schemeClr>
                    </a:gs>
                  </a:gsLst>
                  <a:lin ang="0" scaled="0"/>
                </a:gra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  <a:cs typeface="Roboto" panose="02000000000000000000" charset="0"/>
              <a:sym typeface="+mn-ea"/>
            </a:endParaRPr>
          </a:p>
        </p:txBody>
      </p:sp>
      <p:sp>
        <p:nvSpPr>
          <p:cNvPr id="3" name="页面-上"/>
          <p:cNvSpPr/>
          <p:nvPr userDrawn="1"/>
        </p:nvSpPr>
        <p:spPr bwMode="auto">
          <a:xfrm>
            <a:off x="5778500" y="-22860000"/>
            <a:ext cx="635000" cy="635000"/>
          </a:xfrm>
          <a:prstGeom prst="ellipse">
            <a:avLst/>
          </a:prstGeom>
          <a:noFill/>
          <a:ln w="63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  <a:cs typeface="Roboto" panose="02000000000000000000" charset="0"/>
              <a:sym typeface="+mn-ea"/>
            </a:endParaRPr>
          </a:p>
        </p:txBody>
      </p:sp>
      <p:sp>
        <p:nvSpPr>
          <p:cNvPr id="5" name="页面-下"/>
          <p:cNvSpPr/>
          <p:nvPr userDrawn="1"/>
        </p:nvSpPr>
        <p:spPr bwMode="auto">
          <a:xfrm>
            <a:off x="5778500" y="22860000"/>
            <a:ext cx="635000" cy="635000"/>
          </a:xfrm>
          <a:prstGeom prst="ellipse">
            <a:avLst/>
          </a:prstGeom>
          <a:noFill/>
          <a:ln w="63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  <a:cs typeface="Roboto" panose="02000000000000000000" charset="0"/>
              <a:sym typeface="+mn-ea"/>
            </a:endParaRPr>
          </a:p>
        </p:txBody>
      </p:sp>
    </p:spTree>
    <p:custDataLst>
      <p:tags r:id="rId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Roboto" panose="02000000000000000000" charset="0"/>
          <a:ea typeface="思源黑体 CN Bold" panose="020B0800000000000000" pitchFamily="34" charset="-122"/>
          <a:cs typeface="Roboto" panose="0200000000000000000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思源黑体 CN Normal" panose="020B04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tags" Target="../tags/tag48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8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tags" Target="../tags/tag482.xml"/><Relationship Id="rId2" Type="http://schemas.openxmlformats.org/officeDocument/2006/relationships/tags" Target="../tags/tag483.xml"/><Relationship Id="rId3" Type="http://schemas.openxmlformats.org/officeDocument/2006/relationships/tags" Target="../tags/tag484.xml"/><Relationship Id="rId4" Type="http://schemas.openxmlformats.org/officeDocument/2006/relationships/tags" Target="../tags/tag485.xml"/><Relationship Id="rId5" Type="http://schemas.openxmlformats.org/officeDocument/2006/relationships/tags" Target="../tags/tag486.xml"/><Relationship Id="rId6" Type="http://schemas.openxmlformats.org/officeDocument/2006/relationships/tags" Target="../tags/tag487.xml"/><Relationship Id="rId7" Type="http://schemas.openxmlformats.org/officeDocument/2006/relationships/tags" Target="../tags/tag488.xml"/><Relationship Id="rId8" Type="http://schemas.openxmlformats.org/officeDocument/2006/relationships/tags" Target="../tags/tag489.xml"/><Relationship Id="rId9" Type="http://schemas.openxmlformats.org/officeDocument/2006/relationships/tags" Target="../tags/tag490.xml"/><Relationship Id="rId10" Type="http://schemas.openxmlformats.org/officeDocument/2006/relationships/tags" Target="../tags/tag491.xml"/><Relationship Id="rId11" Type="http://schemas.openxmlformats.org/officeDocument/2006/relationships/tags" Target="../tags/tag492.xml"/><Relationship Id="rId12" Type="http://schemas.openxmlformats.org/officeDocument/2006/relationships/tags" Target="../tags/tag493.xml"/><Relationship Id="rId13" Type="http://schemas.openxmlformats.org/officeDocument/2006/relationships/tags" Target="../tags/tag494.xml"/><Relationship Id="rId14" Type="http://schemas.openxmlformats.org/officeDocument/2006/relationships/tags" Target="../tags/tag495.xml"/><Relationship Id="rId15" Type="http://schemas.openxmlformats.org/officeDocument/2006/relationships/tags" Target="../tags/tag496.xml"/><Relationship Id="rId16" Type="http://schemas.openxmlformats.org/officeDocument/2006/relationships/tags" Target="../tags/tag497.xml"/><Relationship Id="rId17" Type="http://schemas.openxmlformats.org/officeDocument/2006/relationships/tags" Target="../tags/tag498.xml"/><Relationship Id="rId18" Type="http://schemas.openxmlformats.org/officeDocument/2006/relationships/tags" Target="../tags/tag499.xml"/><Relationship Id="rId19" Type="http://schemas.openxmlformats.org/officeDocument/2006/relationships/tags" Target="../tags/tag500.xml"/><Relationship Id="rId20" Type="http://schemas.openxmlformats.org/officeDocument/2006/relationships/tags" Target="../tags/tag501.xml"/><Relationship Id="rId21" Type="http://schemas.openxmlformats.org/officeDocument/2006/relationships/tags" Target="../tags/tag502.xml"/><Relationship Id="rId22" Type="http://schemas.openxmlformats.org/officeDocument/2006/relationships/slideLayout" Target="../slideLayouts/slideLayout5.xml"/><Relationship Id="rId23" Type="http://schemas.openxmlformats.org/officeDocument/2006/relationships/notesSlide" Target="../notesSlides/notesSlide19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tags" Target="../tags/tag503.xml"/><Relationship Id="rId2" Type="http://schemas.openxmlformats.org/officeDocument/2006/relationships/tags" Target="../tags/tag504.xml"/><Relationship Id="rId3" Type="http://schemas.openxmlformats.org/officeDocument/2006/relationships/tags" Target="../tags/tag505.xml"/><Relationship Id="rId4" Type="http://schemas.openxmlformats.org/officeDocument/2006/relationships/tags" Target="../tags/tag506.xml"/><Relationship Id="rId5" Type="http://schemas.openxmlformats.org/officeDocument/2006/relationships/tags" Target="../tags/tag507.xml"/><Relationship Id="rId6" Type="http://schemas.openxmlformats.org/officeDocument/2006/relationships/tags" Target="../tags/tag508.xml"/><Relationship Id="rId7" Type="http://schemas.openxmlformats.org/officeDocument/2006/relationships/tags" Target="../tags/tag509.xml"/><Relationship Id="rId8" Type="http://schemas.openxmlformats.org/officeDocument/2006/relationships/tags" Target="../tags/tag510.xml"/><Relationship Id="rId9" Type="http://schemas.openxmlformats.org/officeDocument/2006/relationships/tags" Target="../tags/tag511.xml"/><Relationship Id="rId10" Type="http://schemas.openxmlformats.org/officeDocument/2006/relationships/tags" Target="../tags/tag512.xml"/><Relationship Id="rId11" Type="http://schemas.openxmlformats.org/officeDocument/2006/relationships/tags" Target="../tags/tag513.xml"/><Relationship Id="rId12" Type="http://schemas.openxmlformats.org/officeDocument/2006/relationships/tags" Target="../tags/tag514.xml"/><Relationship Id="rId13" Type="http://schemas.openxmlformats.org/officeDocument/2006/relationships/tags" Target="../tags/tag515.xml"/><Relationship Id="rId14" Type="http://schemas.openxmlformats.org/officeDocument/2006/relationships/tags" Target="../tags/tag516.xml"/><Relationship Id="rId15" Type="http://schemas.openxmlformats.org/officeDocument/2006/relationships/tags" Target="../tags/tag517.xml"/><Relationship Id="rId16" Type="http://schemas.openxmlformats.org/officeDocument/2006/relationships/tags" Target="../tags/tag518.xml"/><Relationship Id="rId17" Type="http://schemas.openxmlformats.org/officeDocument/2006/relationships/tags" Target="../tags/tag519.xml"/><Relationship Id="rId18" Type="http://schemas.openxmlformats.org/officeDocument/2006/relationships/tags" Target="../tags/tag520.xml"/><Relationship Id="rId19" Type="http://schemas.openxmlformats.org/officeDocument/2006/relationships/tags" Target="../tags/tag521.xml"/><Relationship Id="rId20" Type="http://schemas.openxmlformats.org/officeDocument/2006/relationships/tags" Target="../tags/tag522.xml"/><Relationship Id="rId21" Type="http://schemas.openxmlformats.org/officeDocument/2006/relationships/tags" Target="../tags/tag523.xml"/><Relationship Id="rId22" Type="http://schemas.openxmlformats.org/officeDocument/2006/relationships/tags" Target="../tags/tag524.xml"/><Relationship Id="rId23" Type="http://schemas.openxmlformats.org/officeDocument/2006/relationships/tags" Target="../tags/tag525.xml"/><Relationship Id="rId24" Type="http://schemas.openxmlformats.org/officeDocument/2006/relationships/tags" Target="../tags/tag526.xml"/><Relationship Id="rId25" Type="http://schemas.openxmlformats.org/officeDocument/2006/relationships/tags" Target="../tags/tag527.xml"/><Relationship Id="rId26" Type="http://schemas.openxmlformats.org/officeDocument/2006/relationships/tags" Target="../tags/tag528.xml"/><Relationship Id="rId27" Type="http://schemas.openxmlformats.org/officeDocument/2006/relationships/tags" Target="../tags/tag529.xml"/><Relationship Id="rId28" Type="http://schemas.openxmlformats.org/officeDocument/2006/relationships/tags" Target="../tags/tag530.xml"/><Relationship Id="rId29" Type="http://schemas.openxmlformats.org/officeDocument/2006/relationships/tags" Target="../tags/tag531.xml"/><Relationship Id="rId30" Type="http://schemas.openxmlformats.org/officeDocument/2006/relationships/tags" Target="../tags/tag532.xml"/><Relationship Id="rId31" Type="http://schemas.openxmlformats.org/officeDocument/2006/relationships/tags" Target="../tags/tag533.xml"/><Relationship Id="rId32" Type="http://schemas.openxmlformats.org/officeDocument/2006/relationships/tags" Target="../tags/tag534.xml"/><Relationship Id="rId33" Type="http://schemas.openxmlformats.org/officeDocument/2006/relationships/tags" Target="../tags/tag535.xml"/><Relationship Id="rId34" Type="http://schemas.openxmlformats.org/officeDocument/2006/relationships/tags" Target="../tags/tag536.xml"/><Relationship Id="rId35" Type="http://schemas.openxmlformats.org/officeDocument/2006/relationships/tags" Target="../tags/tag537.xml"/><Relationship Id="rId36" Type="http://schemas.openxmlformats.org/officeDocument/2006/relationships/tags" Target="../tags/tag538.xml"/><Relationship Id="rId37" Type="http://schemas.openxmlformats.org/officeDocument/2006/relationships/tags" Target="../tags/tag539.xml"/><Relationship Id="rId38" Type="http://schemas.openxmlformats.org/officeDocument/2006/relationships/tags" Target="../tags/tag540.xml"/><Relationship Id="rId39" Type="http://schemas.openxmlformats.org/officeDocument/2006/relationships/tags" Target="../tags/tag541.xml"/><Relationship Id="rId40" Type="http://schemas.openxmlformats.org/officeDocument/2006/relationships/tags" Target="../tags/tag542.xml"/><Relationship Id="rId41" Type="http://schemas.openxmlformats.org/officeDocument/2006/relationships/tags" Target="../tags/tag543.xml"/><Relationship Id="rId42" Type="http://schemas.openxmlformats.org/officeDocument/2006/relationships/tags" Target="../tags/tag544.xml"/><Relationship Id="rId43" Type="http://schemas.openxmlformats.org/officeDocument/2006/relationships/tags" Target="../tags/tag545.xml"/><Relationship Id="rId44" Type="http://schemas.openxmlformats.org/officeDocument/2006/relationships/tags" Target="../tags/tag546.xml"/><Relationship Id="rId45" Type="http://schemas.openxmlformats.org/officeDocument/2006/relationships/tags" Target="../tags/tag547.xml"/><Relationship Id="rId46" Type="http://schemas.openxmlformats.org/officeDocument/2006/relationships/tags" Target="../tags/tag548.xml"/><Relationship Id="rId47" Type="http://schemas.openxmlformats.org/officeDocument/2006/relationships/tags" Target="../tags/tag549.xml"/><Relationship Id="rId48" Type="http://schemas.openxmlformats.org/officeDocument/2006/relationships/tags" Target="../tags/tag550.xml"/><Relationship Id="rId49" Type="http://schemas.openxmlformats.org/officeDocument/2006/relationships/tags" Target="../tags/tag551.xml"/><Relationship Id="rId50" Type="http://schemas.openxmlformats.org/officeDocument/2006/relationships/tags" Target="../tags/tag552.xml"/><Relationship Id="rId51" Type="http://schemas.openxmlformats.org/officeDocument/2006/relationships/tags" Target="../tags/tag553.xml"/><Relationship Id="rId52" Type="http://schemas.openxmlformats.org/officeDocument/2006/relationships/tags" Target="../tags/tag554.xml"/><Relationship Id="rId53" Type="http://schemas.openxmlformats.org/officeDocument/2006/relationships/tags" Target="../tags/tag555.xml"/><Relationship Id="rId54" Type="http://schemas.openxmlformats.org/officeDocument/2006/relationships/tags" Target="../tags/tag556.xml"/><Relationship Id="rId55" Type="http://schemas.openxmlformats.org/officeDocument/2006/relationships/tags" Target="../tags/tag557.xml"/><Relationship Id="rId56" Type="http://schemas.openxmlformats.org/officeDocument/2006/relationships/tags" Target="../tags/tag558.xml"/><Relationship Id="rId57" Type="http://schemas.openxmlformats.org/officeDocument/2006/relationships/tags" Target="../tags/tag559.xml"/><Relationship Id="rId58" Type="http://schemas.openxmlformats.org/officeDocument/2006/relationships/tags" Target="../tags/tag560.xml"/><Relationship Id="rId59" Type="http://schemas.openxmlformats.org/officeDocument/2006/relationships/tags" Target="../tags/tag561.xml"/><Relationship Id="rId60" Type="http://schemas.openxmlformats.org/officeDocument/2006/relationships/tags" Target="../tags/tag562.xml"/><Relationship Id="rId61" Type="http://schemas.openxmlformats.org/officeDocument/2006/relationships/tags" Target="../tags/tag563.xml"/><Relationship Id="rId62" Type="http://schemas.openxmlformats.org/officeDocument/2006/relationships/tags" Target="../tags/tag564.xml"/><Relationship Id="rId63" Type="http://schemas.openxmlformats.org/officeDocument/2006/relationships/slideLayout" Target="../slideLayouts/slideLayout5.xml"/><Relationship Id="rId64" Type="http://schemas.openxmlformats.org/officeDocument/2006/relationships/notesSlide" Target="../notesSlides/notesSlide20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image" Target="../media/image58.png"/><Relationship Id="rId2" Type="http://schemas.openxmlformats.org/officeDocument/2006/relationships/image" Target="../media/image19.svg"/><Relationship Id="rId3" Type="http://schemas.openxmlformats.org/officeDocument/2006/relationships/image" Target="../media/image59.png"/><Relationship Id="rId4" Type="http://schemas.openxmlformats.org/officeDocument/2006/relationships/image" Target="../media/image20.svg"/><Relationship Id="rId5" Type="http://schemas.openxmlformats.org/officeDocument/2006/relationships/image" Target="../media/image60.png"/><Relationship Id="rId6" Type="http://schemas.openxmlformats.org/officeDocument/2006/relationships/image" Target="../media/image21.svg"/><Relationship Id="rId7" Type="http://schemas.openxmlformats.org/officeDocument/2006/relationships/image" Target="../media/image61.png"/><Relationship Id="rId8" Type="http://schemas.openxmlformats.org/officeDocument/2006/relationships/image" Target="../media/image22.svg"/><Relationship Id="rId9" Type="http://schemas.openxmlformats.org/officeDocument/2006/relationships/image" Target="../media/image62.png"/><Relationship Id="rId10" Type="http://schemas.openxmlformats.org/officeDocument/2006/relationships/image" Target="../media/image23.svg"/><Relationship Id="rId11" Type="http://schemas.openxmlformats.org/officeDocument/2006/relationships/tags" Target="../tags/tag565.xml"/><Relationship Id="rId12" Type="http://schemas.openxmlformats.org/officeDocument/2006/relationships/slideLayout" Target="../slideLayouts/slideLayout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image" Target="../media/image63.png"/><Relationship Id="rId2" Type="http://schemas.openxmlformats.org/officeDocument/2006/relationships/image" Target="../media/image24.svg"/><Relationship Id="rId3" Type="http://schemas.openxmlformats.org/officeDocument/2006/relationships/tags" Target="../tags/tag566.xml"/><Relationship Id="rId4" Type="http://schemas.openxmlformats.org/officeDocument/2006/relationships/slideLayout" Target="../slideLayouts/slideLayout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tags" Target="../tags/tag567.xml"/><Relationship Id="rId2" Type="http://schemas.openxmlformats.org/officeDocument/2006/relationships/slideLayout" Target="../slideLayouts/slideLayout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image" Target="../media/image64.png"/><Relationship Id="rId2" Type="http://schemas.openxmlformats.org/officeDocument/2006/relationships/image" Target="../media/image25.svg"/><Relationship Id="rId3" Type="http://schemas.openxmlformats.org/officeDocument/2006/relationships/image" Target="../media/image65.png"/><Relationship Id="rId4" Type="http://schemas.openxmlformats.org/officeDocument/2006/relationships/image" Target="../media/image26.svg"/><Relationship Id="rId5" Type="http://schemas.openxmlformats.org/officeDocument/2006/relationships/tags" Target="../tags/tag568.xml"/><Relationship Id="rId6" Type="http://schemas.openxmlformats.org/officeDocument/2006/relationships/slideLayout" Target="../slideLayouts/slideLayout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image" Target="../media/image61.png"/><Relationship Id="rId2" Type="http://schemas.openxmlformats.org/officeDocument/2006/relationships/image" Target="../media/image27.svg"/><Relationship Id="rId3" Type="http://schemas.openxmlformats.org/officeDocument/2006/relationships/image" Target="../media/image66.png"/><Relationship Id="rId4" Type="http://schemas.openxmlformats.org/officeDocument/2006/relationships/image" Target="../media/image28.svg"/><Relationship Id="rId5" Type="http://schemas.openxmlformats.org/officeDocument/2006/relationships/image" Target="../media/image59.png"/><Relationship Id="rId6" Type="http://schemas.openxmlformats.org/officeDocument/2006/relationships/image" Target="../media/image29.svg"/><Relationship Id="rId7" Type="http://schemas.openxmlformats.org/officeDocument/2006/relationships/image" Target="../media/image60.png"/><Relationship Id="rId8" Type="http://schemas.openxmlformats.org/officeDocument/2006/relationships/image" Target="../media/image30.svg"/><Relationship Id="rId9" Type="http://schemas.openxmlformats.org/officeDocument/2006/relationships/image" Target="../media/image67.png"/><Relationship Id="rId10" Type="http://schemas.openxmlformats.org/officeDocument/2006/relationships/image" Target="../media/image31.svg"/><Relationship Id="rId11" Type="http://schemas.openxmlformats.org/officeDocument/2006/relationships/image" Target="../media/image62.png"/><Relationship Id="rId12" Type="http://schemas.openxmlformats.org/officeDocument/2006/relationships/image" Target="../media/image32.svg"/><Relationship Id="rId13" Type="http://schemas.openxmlformats.org/officeDocument/2006/relationships/tags" Target="../tags/tag569.xml"/><Relationship Id="rId14" Type="http://schemas.openxmlformats.org/officeDocument/2006/relationships/slideLayout" Target="../slideLayouts/slideLayout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image" Target="../media/image68.png"/><Relationship Id="rId2" Type="http://schemas.openxmlformats.org/officeDocument/2006/relationships/image" Target="../media/image33.svg"/><Relationship Id="rId3" Type="http://schemas.openxmlformats.org/officeDocument/2006/relationships/image" Target="../media/image69.png"/><Relationship Id="rId4" Type="http://schemas.openxmlformats.org/officeDocument/2006/relationships/image" Target="../media/image34.svg"/><Relationship Id="rId5" Type="http://schemas.openxmlformats.org/officeDocument/2006/relationships/image" Target="../media/image70.png"/><Relationship Id="rId6" Type="http://schemas.openxmlformats.org/officeDocument/2006/relationships/image" Target="../media/image35.svg"/><Relationship Id="rId7" Type="http://schemas.openxmlformats.org/officeDocument/2006/relationships/tags" Target="../tags/tag570.xml"/><Relationship Id="rId8" Type="http://schemas.openxmlformats.org/officeDocument/2006/relationships/slideLayout" Target="../slideLayouts/slideLayout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image" Target="../media/image36.svg"/><Relationship Id="rId3" Type="http://schemas.openxmlformats.org/officeDocument/2006/relationships/image" Target="../media/image61.png"/><Relationship Id="rId4" Type="http://schemas.openxmlformats.org/officeDocument/2006/relationships/image" Target="../media/image37.svg"/><Relationship Id="rId5" Type="http://schemas.openxmlformats.org/officeDocument/2006/relationships/image" Target="../media/image66.png"/><Relationship Id="rId6" Type="http://schemas.openxmlformats.org/officeDocument/2006/relationships/image" Target="../media/image38.svg"/><Relationship Id="rId7" Type="http://schemas.openxmlformats.org/officeDocument/2006/relationships/image" Target="../media/image62.png"/><Relationship Id="rId8" Type="http://schemas.openxmlformats.org/officeDocument/2006/relationships/image" Target="../media/image39.svg"/><Relationship Id="rId9" Type="http://schemas.openxmlformats.org/officeDocument/2006/relationships/image" Target="../media/image67.png"/><Relationship Id="rId10" Type="http://schemas.openxmlformats.org/officeDocument/2006/relationships/image" Target="../media/image40.svg"/><Relationship Id="rId11" Type="http://schemas.openxmlformats.org/officeDocument/2006/relationships/tags" Target="../tags/tag571.xml"/><Relationship Id="rId12" Type="http://schemas.openxmlformats.org/officeDocument/2006/relationships/slideLayout" Target="../slideLayouts/slideLayout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chart" Target="../charts/chart41.xml"/><Relationship Id="rId2" Type="http://schemas.openxmlformats.org/officeDocument/2006/relationships/chart" Target="../charts/chart42.xml"/><Relationship Id="rId3" Type="http://schemas.openxmlformats.org/officeDocument/2006/relationships/chart" Target="../charts/chart43.xml"/><Relationship Id="rId4" Type="http://schemas.openxmlformats.org/officeDocument/2006/relationships/image" Target="../media/image68.png"/><Relationship Id="rId5" Type="http://schemas.openxmlformats.org/officeDocument/2006/relationships/image" Target="../media/image41.svg"/><Relationship Id="rId6" Type="http://schemas.openxmlformats.org/officeDocument/2006/relationships/tags" Target="../tags/tag572.xml"/><Relationship Id="rId7" Type="http://schemas.openxmlformats.org/officeDocument/2006/relationships/slideLayout" Target="../slideLayouts/slideLayout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image" Target="../media/image61.png"/><Relationship Id="rId2" Type="http://schemas.openxmlformats.org/officeDocument/2006/relationships/image" Target="../media/image37.svg"/><Relationship Id="rId3" Type="http://schemas.openxmlformats.org/officeDocument/2006/relationships/image" Target="../media/image66.png"/><Relationship Id="rId4" Type="http://schemas.openxmlformats.org/officeDocument/2006/relationships/image" Target="../media/image38.svg"/><Relationship Id="rId5" Type="http://schemas.openxmlformats.org/officeDocument/2006/relationships/image" Target="../media/image62.png"/><Relationship Id="rId6" Type="http://schemas.openxmlformats.org/officeDocument/2006/relationships/image" Target="../media/image39.svg"/><Relationship Id="rId7" Type="http://schemas.openxmlformats.org/officeDocument/2006/relationships/image" Target="../media/image67.png"/><Relationship Id="rId8" Type="http://schemas.openxmlformats.org/officeDocument/2006/relationships/image" Target="../media/image40.svg"/><Relationship Id="rId9" Type="http://schemas.openxmlformats.org/officeDocument/2006/relationships/tags" Target="../tags/tag573.xml"/><Relationship Id="rId10" Type="http://schemas.openxmlformats.org/officeDocument/2006/relationships/slideLayout" Target="../slideLayouts/slideLayout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image" Target="../media/image61.png"/><Relationship Id="rId2" Type="http://schemas.openxmlformats.org/officeDocument/2006/relationships/image" Target="../media/image22.svg"/><Relationship Id="rId3" Type="http://schemas.openxmlformats.org/officeDocument/2006/relationships/image" Target="../media/image66.png"/><Relationship Id="rId4" Type="http://schemas.openxmlformats.org/officeDocument/2006/relationships/image" Target="../media/image42.svg"/><Relationship Id="rId5" Type="http://schemas.openxmlformats.org/officeDocument/2006/relationships/image" Target="../media/image62.png"/><Relationship Id="rId6" Type="http://schemas.openxmlformats.org/officeDocument/2006/relationships/image" Target="../media/image23.svg"/><Relationship Id="rId7" Type="http://schemas.openxmlformats.org/officeDocument/2006/relationships/image" Target="../media/image59.png"/><Relationship Id="rId8" Type="http://schemas.openxmlformats.org/officeDocument/2006/relationships/image" Target="../media/image20.svg"/><Relationship Id="rId9" Type="http://schemas.openxmlformats.org/officeDocument/2006/relationships/image" Target="../media/image60.png"/><Relationship Id="rId10" Type="http://schemas.openxmlformats.org/officeDocument/2006/relationships/image" Target="../media/image21.svg"/><Relationship Id="rId11" Type="http://schemas.openxmlformats.org/officeDocument/2006/relationships/image" Target="../media/image67.png"/><Relationship Id="rId12" Type="http://schemas.openxmlformats.org/officeDocument/2006/relationships/image" Target="../media/image43.svg"/><Relationship Id="rId13" Type="http://schemas.openxmlformats.org/officeDocument/2006/relationships/image" Target="../media/image68.png"/><Relationship Id="rId14" Type="http://schemas.openxmlformats.org/officeDocument/2006/relationships/image" Target="../media/image41.svg"/><Relationship Id="rId15" Type="http://schemas.openxmlformats.org/officeDocument/2006/relationships/tags" Target="../tags/tag574.xml"/><Relationship Id="rId16" Type="http://schemas.openxmlformats.org/officeDocument/2006/relationships/slideLayout" Target="../slideLayouts/slideLayout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tags" Target="../tags/tag575.xml"/><Relationship Id="rId2" Type="http://schemas.openxmlformats.org/officeDocument/2006/relationships/slideLayout" Target="../slideLayouts/slideLayout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image" Target="../media/image20.svg"/><Relationship Id="rId3" Type="http://schemas.openxmlformats.org/officeDocument/2006/relationships/image" Target="../media/image60.png"/><Relationship Id="rId4" Type="http://schemas.openxmlformats.org/officeDocument/2006/relationships/image" Target="../media/image21.svg"/><Relationship Id="rId5" Type="http://schemas.openxmlformats.org/officeDocument/2006/relationships/image" Target="../media/image67.png"/><Relationship Id="rId6" Type="http://schemas.openxmlformats.org/officeDocument/2006/relationships/image" Target="../media/image43.svg"/><Relationship Id="rId7" Type="http://schemas.openxmlformats.org/officeDocument/2006/relationships/image" Target="../media/image61.png"/><Relationship Id="rId8" Type="http://schemas.openxmlformats.org/officeDocument/2006/relationships/image" Target="../media/image22.svg"/><Relationship Id="rId9" Type="http://schemas.openxmlformats.org/officeDocument/2006/relationships/image" Target="../media/image62.png"/><Relationship Id="rId10" Type="http://schemas.openxmlformats.org/officeDocument/2006/relationships/image" Target="../media/image23.svg"/><Relationship Id="rId11" Type="http://schemas.openxmlformats.org/officeDocument/2006/relationships/tags" Target="../tags/tag576.xml"/><Relationship Id="rId12" Type="http://schemas.openxmlformats.org/officeDocument/2006/relationships/slideLayout" Target="../slideLayouts/slideLayout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chart" Target="../charts/chart44.xml"/><Relationship Id="rId2" Type="http://schemas.openxmlformats.org/officeDocument/2006/relationships/chart" Target="../charts/chart45.xml"/><Relationship Id="rId3" Type="http://schemas.openxmlformats.org/officeDocument/2006/relationships/chart" Target="../charts/chart46.xml"/><Relationship Id="rId4" Type="http://schemas.openxmlformats.org/officeDocument/2006/relationships/image" Target="../media/image68.png"/><Relationship Id="rId5" Type="http://schemas.openxmlformats.org/officeDocument/2006/relationships/image" Target="../media/image41.svg"/><Relationship Id="rId6" Type="http://schemas.openxmlformats.org/officeDocument/2006/relationships/tags" Target="../tags/tag577.xml"/><Relationship Id="rId7" Type="http://schemas.openxmlformats.org/officeDocument/2006/relationships/slideLayout" Target="../slideLayouts/slideLayout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image" Target="../media/image20.svg"/><Relationship Id="rId3" Type="http://schemas.openxmlformats.org/officeDocument/2006/relationships/image" Target="../media/image62.png"/><Relationship Id="rId4" Type="http://schemas.openxmlformats.org/officeDocument/2006/relationships/image" Target="../media/image23.svg"/><Relationship Id="rId5" Type="http://schemas.openxmlformats.org/officeDocument/2006/relationships/tags" Target="../tags/tag578.xml"/><Relationship Id="rId6" Type="http://schemas.openxmlformats.org/officeDocument/2006/relationships/slideLayout" Target="../slideLayouts/slideLayout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image" Target="../media/image21.svg"/><Relationship Id="rId3" Type="http://schemas.openxmlformats.org/officeDocument/2006/relationships/image" Target="../media/image67.png"/><Relationship Id="rId4" Type="http://schemas.openxmlformats.org/officeDocument/2006/relationships/image" Target="../media/image43.svg"/><Relationship Id="rId5" Type="http://schemas.openxmlformats.org/officeDocument/2006/relationships/image" Target="../media/image61.png"/><Relationship Id="rId6" Type="http://schemas.openxmlformats.org/officeDocument/2006/relationships/image" Target="../media/image22.svg"/><Relationship Id="rId7" Type="http://schemas.openxmlformats.org/officeDocument/2006/relationships/image" Target="../media/image62.png"/><Relationship Id="rId8" Type="http://schemas.openxmlformats.org/officeDocument/2006/relationships/image" Target="../media/image23.svg"/><Relationship Id="rId9" Type="http://schemas.openxmlformats.org/officeDocument/2006/relationships/tags" Target="../tags/tag579.xml"/><Relationship Id="rId10" Type="http://schemas.openxmlformats.org/officeDocument/2006/relationships/slideLayout" Target="../slideLayouts/slideLayout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image" Target="../media/image71.png"/><Relationship Id="rId2" Type="http://schemas.openxmlformats.org/officeDocument/2006/relationships/image" Target="../media/image44.svg"/><Relationship Id="rId3" Type="http://schemas.openxmlformats.org/officeDocument/2006/relationships/image" Target="../media/image72.png"/><Relationship Id="rId4" Type="http://schemas.openxmlformats.org/officeDocument/2006/relationships/image" Target="../media/image45.svg"/><Relationship Id="rId5" Type="http://schemas.openxmlformats.org/officeDocument/2006/relationships/image" Target="../media/image73.png"/><Relationship Id="rId6" Type="http://schemas.openxmlformats.org/officeDocument/2006/relationships/image" Target="../media/image46.svg"/><Relationship Id="rId7" Type="http://schemas.openxmlformats.org/officeDocument/2006/relationships/tags" Target="../tags/tag580.xml"/><Relationship Id="rId8" Type="http://schemas.openxmlformats.org/officeDocument/2006/relationships/slideLayout" Target="../slideLayouts/slideLayout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image" Target="../media/image74.png"/><Relationship Id="rId2" Type="http://schemas.openxmlformats.org/officeDocument/2006/relationships/image" Target="../media/image47.svg"/><Relationship Id="rId3" Type="http://schemas.openxmlformats.org/officeDocument/2006/relationships/tags" Target="../tags/tag581.xml"/><Relationship Id="rId4" Type="http://schemas.openxmlformats.org/officeDocument/2006/relationships/slideLayout" Target="../slideLayouts/slideLayout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image" Target="../media/image20.svg"/><Relationship Id="rId3" Type="http://schemas.openxmlformats.org/officeDocument/2006/relationships/image" Target="../media/image60.png"/><Relationship Id="rId4" Type="http://schemas.openxmlformats.org/officeDocument/2006/relationships/image" Target="../media/image21.svg"/><Relationship Id="rId5" Type="http://schemas.openxmlformats.org/officeDocument/2006/relationships/image" Target="../media/image61.png"/><Relationship Id="rId6" Type="http://schemas.openxmlformats.org/officeDocument/2006/relationships/image" Target="../media/image22.svg"/><Relationship Id="rId7" Type="http://schemas.openxmlformats.org/officeDocument/2006/relationships/image" Target="../media/image62.png"/><Relationship Id="rId8" Type="http://schemas.openxmlformats.org/officeDocument/2006/relationships/image" Target="../media/image23.svg"/><Relationship Id="rId9" Type="http://schemas.openxmlformats.org/officeDocument/2006/relationships/tags" Target="../tags/tag582.xml"/><Relationship Id="rId10" Type="http://schemas.openxmlformats.org/officeDocument/2006/relationships/slideLayout" Target="../slideLayouts/slideLayout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tags" Target="../tags/tag583.xml"/><Relationship Id="rId2" Type="http://schemas.openxmlformats.org/officeDocument/2006/relationships/slideLayout" Target="../slideLayouts/slideLayout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tags" Target="../tags/tag584.xml"/><Relationship Id="rId2" Type="http://schemas.openxmlformats.org/officeDocument/2006/relationships/tags" Target="../tags/tag585.xml"/><Relationship Id="rId3" Type="http://schemas.openxmlformats.org/officeDocument/2006/relationships/tags" Target="../tags/tag586.xml"/><Relationship Id="rId4" Type="http://schemas.openxmlformats.org/officeDocument/2006/relationships/tags" Target="../tags/tag587.xml"/><Relationship Id="rId5" Type="http://schemas.openxmlformats.org/officeDocument/2006/relationships/tags" Target="../tags/tag588.xml"/><Relationship Id="rId6" Type="http://schemas.openxmlformats.org/officeDocument/2006/relationships/tags" Target="../tags/tag589.xml"/><Relationship Id="rId7" Type="http://schemas.openxmlformats.org/officeDocument/2006/relationships/tags" Target="../tags/tag590.xml"/><Relationship Id="rId8" Type="http://schemas.openxmlformats.org/officeDocument/2006/relationships/tags" Target="../tags/tag591.xml"/><Relationship Id="rId9" Type="http://schemas.openxmlformats.org/officeDocument/2006/relationships/tags" Target="../tags/tag592.xml"/><Relationship Id="rId10" Type="http://schemas.openxmlformats.org/officeDocument/2006/relationships/tags" Target="../tags/tag593.xml"/><Relationship Id="rId11" Type="http://schemas.openxmlformats.org/officeDocument/2006/relationships/tags" Target="../tags/tag594.xml"/><Relationship Id="rId12" Type="http://schemas.openxmlformats.org/officeDocument/2006/relationships/tags" Target="../tags/tag595.xml"/><Relationship Id="rId13" Type="http://schemas.openxmlformats.org/officeDocument/2006/relationships/tags" Target="../tags/tag596.xml"/><Relationship Id="rId14" Type="http://schemas.openxmlformats.org/officeDocument/2006/relationships/tags" Target="../tags/tag597.xml"/><Relationship Id="rId15" Type="http://schemas.openxmlformats.org/officeDocument/2006/relationships/tags" Target="../tags/tag598.xml"/><Relationship Id="rId16" Type="http://schemas.openxmlformats.org/officeDocument/2006/relationships/tags" Target="../tags/tag599.xml"/><Relationship Id="rId17" Type="http://schemas.openxmlformats.org/officeDocument/2006/relationships/tags" Target="../tags/tag600.xml"/><Relationship Id="rId18" Type="http://schemas.openxmlformats.org/officeDocument/2006/relationships/image" Target="../media/image59.png"/><Relationship Id="rId19" Type="http://schemas.openxmlformats.org/officeDocument/2006/relationships/image" Target="../media/image20.svg"/><Relationship Id="rId20" Type="http://schemas.openxmlformats.org/officeDocument/2006/relationships/image" Target="../media/image60.png"/><Relationship Id="rId21" Type="http://schemas.openxmlformats.org/officeDocument/2006/relationships/image" Target="../media/image21.svg"/><Relationship Id="rId22" Type="http://schemas.openxmlformats.org/officeDocument/2006/relationships/tags" Target="../tags/tag601.xml"/><Relationship Id="rId23" Type="http://schemas.openxmlformats.org/officeDocument/2006/relationships/image" Target="../media/image61.png"/><Relationship Id="rId24" Type="http://schemas.openxmlformats.org/officeDocument/2006/relationships/image" Target="../media/image22.svg"/><Relationship Id="rId25" Type="http://schemas.openxmlformats.org/officeDocument/2006/relationships/tags" Target="../tags/tag602.xml"/><Relationship Id="rId26" Type="http://schemas.openxmlformats.org/officeDocument/2006/relationships/image" Target="../media/image62.png"/><Relationship Id="rId27" Type="http://schemas.openxmlformats.org/officeDocument/2006/relationships/image" Target="../media/image23.svg"/><Relationship Id="rId28" Type="http://schemas.openxmlformats.org/officeDocument/2006/relationships/tags" Target="../tags/tag603.xml"/><Relationship Id="rId29" Type="http://schemas.openxmlformats.org/officeDocument/2006/relationships/slideLayout" Target="../slideLayouts/slideLayout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image" Target="../media/image75.png"/><Relationship Id="rId2" Type="http://schemas.openxmlformats.org/officeDocument/2006/relationships/image" Target="../media/image48.svg"/><Relationship Id="rId3" Type="http://schemas.openxmlformats.org/officeDocument/2006/relationships/image" Target="../media/image76.png"/><Relationship Id="rId4" Type="http://schemas.openxmlformats.org/officeDocument/2006/relationships/image" Target="../media/image49.svg"/><Relationship Id="rId5" Type="http://schemas.openxmlformats.org/officeDocument/2006/relationships/image" Target="../media/image77.png"/><Relationship Id="rId6" Type="http://schemas.openxmlformats.org/officeDocument/2006/relationships/image" Target="../media/image50.svg"/><Relationship Id="rId7" Type="http://schemas.openxmlformats.org/officeDocument/2006/relationships/image" Target="../media/image78.png"/><Relationship Id="rId8" Type="http://schemas.openxmlformats.org/officeDocument/2006/relationships/image" Target="../media/image51.svg"/><Relationship Id="rId9" Type="http://schemas.openxmlformats.org/officeDocument/2006/relationships/image" Target="../media/image79.png"/><Relationship Id="rId10" Type="http://schemas.openxmlformats.org/officeDocument/2006/relationships/image" Target="../media/image52.svg"/><Relationship Id="rId11" Type="http://schemas.openxmlformats.org/officeDocument/2006/relationships/tags" Target="../tags/tag604.xml"/><Relationship Id="rId12" Type="http://schemas.openxmlformats.org/officeDocument/2006/relationships/slideLayout" Target="../slideLayouts/slideLayout1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chart" Target="../charts/chart47.xml"/><Relationship Id="rId2" Type="http://schemas.openxmlformats.org/officeDocument/2006/relationships/chart" Target="../charts/chart48.xml"/><Relationship Id="rId3" Type="http://schemas.openxmlformats.org/officeDocument/2006/relationships/tags" Target="../tags/tag605.xml"/><Relationship Id="rId4" Type="http://schemas.openxmlformats.org/officeDocument/2006/relationships/slideLayout" Target="../slideLayouts/slideLayout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tags" Target="../tags/tag606.xml"/><Relationship Id="rId2" Type="http://schemas.openxmlformats.org/officeDocument/2006/relationships/slideLayout" Target="../slideLayouts/slideLayout1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tags" Target="../tags/tag607.xml"/><Relationship Id="rId2" Type="http://schemas.openxmlformats.org/officeDocument/2006/relationships/slideLayout" Target="../slideLayouts/slideLayout1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tags" Target="../tags/tag608.xml"/><Relationship Id="rId2" Type="http://schemas.openxmlformats.org/officeDocument/2006/relationships/slideLayout" Target="../slideLayouts/slideLayout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image" Target="../media/image66.png"/><Relationship Id="rId2" Type="http://schemas.openxmlformats.org/officeDocument/2006/relationships/image" Target="../media/image53.svg"/><Relationship Id="rId3" Type="http://schemas.openxmlformats.org/officeDocument/2006/relationships/tags" Target="../tags/tag609.xml"/><Relationship Id="rId4" Type="http://schemas.openxmlformats.org/officeDocument/2006/relationships/slideLayout" Target="../slideLayouts/slideLayout1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tags" Target="../tags/tag610.xml"/><Relationship Id="rId2" Type="http://schemas.openxmlformats.org/officeDocument/2006/relationships/slideLayout" Target="../slideLayouts/slideLayout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tags" Target="../tags/tag611.xml"/><Relationship Id="rId2" Type="http://schemas.openxmlformats.org/officeDocument/2006/relationships/slideLayout" Target="../slideLayouts/slideLayout1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tags" Target="../tags/tag612.xml"/><Relationship Id="rId2" Type="http://schemas.openxmlformats.org/officeDocument/2006/relationships/slideLayout" Target="../slideLayouts/slideLayout1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tags" Target="../tags/tag613.xml"/><Relationship Id="rId2" Type="http://schemas.openxmlformats.org/officeDocument/2006/relationships/tags" Target="../tags/tag614.xml"/><Relationship Id="rId3" Type="http://schemas.openxmlformats.org/officeDocument/2006/relationships/tags" Target="../tags/tag615.xml"/><Relationship Id="rId4" Type="http://schemas.openxmlformats.org/officeDocument/2006/relationships/tags" Target="../tags/tag616.xml"/><Relationship Id="rId5" Type="http://schemas.openxmlformats.org/officeDocument/2006/relationships/tags" Target="../tags/tag617.xml"/><Relationship Id="rId6" Type="http://schemas.openxmlformats.org/officeDocument/2006/relationships/tags" Target="../tags/tag618.xml"/><Relationship Id="rId7" Type="http://schemas.openxmlformats.org/officeDocument/2006/relationships/tags" Target="../tags/tag619.xml"/><Relationship Id="rId8" Type="http://schemas.openxmlformats.org/officeDocument/2006/relationships/tags" Target="../tags/tag620.xml"/><Relationship Id="rId9" Type="http://schemas.openxmlformats.org/officeDocument/2006/relationships/tags" Target="../tags/tag621.xml"/><Relationship Id="rId10" Type="http://schemas.openxmlformats.org/officeDocument/2006/relationships/tags" Target="../tags/tag622.xml"/><Relationship Id="rId11" Type="http://schemas.openxmlformats.org/officeDocument/2006/relationships/tags" Target="../tags/tag623.xml"/><Relationship Id="rId12" Type="http://schemas.openxmlformats.org/officeDocument/2006/relationships/tags" Target="../tags/tag624.xml"/><Relationship Id="rId13" Type="http://schemas.openxmlformats.org/officeDocument/2006/relationships/tags" Target="../tags/tag625.xml"/><Relationship Id="rId14" Type="http://schemas.openxmlformats.org/officeDocument/2006/relationships/tags" Target="../tags/tag626.xml"/><Relationship Id="rId15" Type="http://schemas.openxmlformats.org/officeDocument/2006/relationships/tags" Target="../tags/tag627.xml"/><Relationship Id="rId16" Type="http://schemas.openxmlformats.org/officeDocument/2006/relationships/tags" Target="../tags/tag628.xml"/><Relationship Id="rId17" Type="http://schemas.openxmlformats.org/officeDocument/2006/relationships/tags" Target="../tags/tag629.xml"/><Relationship Id="rId18" Type="http://schemas.openxmlformats.org/officeDocument/2006/relationships/tags" Target="../tags/tag630.xml"/><Relationship Id="rId19" Type="http://schemas.openxmlformats.org/officeDocument/2006/relationships/tags" Target="../tags/tag631.xml"/><Relationship Id="rId20" Type="http://schemas.openxmlformats.org/officeDocument/2006/relationships/tags" Target="../tags/tag632.xml"/><Relationship Id="rId21" Type="http://schemas.openxmlformats.org/officeDocument/2006/relationships/tags" Target="../tags/tag633.xml"/><Relationship Id="rId22" Type="http://schemas.openxmlformats.org/officeDocument/2006/relationships/tags" Target="../tags/tag634.xml"/><Relationship Id="rId23" Type="http://schemas.openxmlformats.org/officeDocument/2006/relationships/tags" Target="../tags/tag635.xml"/><Relationship Id="rId24" Type="http://schemas.openxmlformats.org/officeDocument/2006/relationships/tags" Target="../tags/tag636.xml"/><Relationship Id="rId25" Type="http://schemas.openxmlformats.org/officeDocument/2006/relationships/tags" Target="../tags/tag637.xml"/><Relationship Id="rId26" Type="http://schemas.openxmlformats.org/officeDocument/2006/relationships/tags" Target="../tags/tag638.xml"/><Relationship Id="rId27" Type="http://schemas.openxmlformats.org/officeDocument/2006/relationships/tags" Target="../tags/tag639.xml"/><Relationship Id="rId28" Type="http://schemas.openxmlformats.org/officeDocument/2006/relationships/tags" Target="../tags/tag640.xml"/><Relationship Id="rId29" Type="http://schemas.openxmlformats.org/officeDocument/2006/relationships/tags" Target="../tags/tag641.xml"/><Relationship Id="rId30" Type="http://schemas.openxmlformats.org/officeDocument/2006/relationships/tags" Target="../tags/tag642.xml"/><Relationship Id="rId31" Type="http://schemas.openxmlformats.org/officeDocument/2006/relationships/tags" Target="../tags/tag643.xml"/><Relationship Id="rId32" Type="http://schemas.openxmlformats.org/officeDocument/2006/relationships/tags" Target="../tags/tag644.xml"/><Relationship Id="rId33" Type="http://schemas.openxmlformats.org/officeDocument/2006/relationships/tags" Target="../tags/tag645.xml"/><Relationship Id="rId34" Type="http://schemas.openxmlformats.org/officeDocument/2006/relationships/tags" Target="../tags/tag646.xml"/><Relationship Id="rId35" Type="http://schemas.openxmlformats.org/officeDocument/2006/relationships/tags" Target="../tags/tag647.xml"/><Relationship Id="rId36" Type="http://schemas.openxmlformats.org/officeDocument/2006/relationships/tags" Target="../tags/tag648.xml"/><Relationship Id="rId37" Type="http://schemas.openxmlformats.org/officeDocument/2006/relationships/tags" Target="../tags/tag649.xml"/><Relationship Id="rId38" Type="http://schemas.openxmlformats.org/officeDocument/2006/relationships/tags" Target="../tags/tag650.xml"/><Relationship Id="rId39" Type="http://schemas.openxmlformats.org/officeDocument/2006/relationships/tags" Target="../tags/tag651.xml"/><Relationship Id="rId40" Type="http://schemas.openxmlformats.org/officeDocument/2006/relationships/tags" Target="../tags/tag652.xml"/><Relationship Id="rId41" Type="http://schemas.openxmlformats.org/officeDocument/2006/relationships/tags" Target="../tags/tag653.xml"/><Relationship Id="rId42" Type="http://schemas.openxmlformats.org/officeDocument/2006/relationships/image" Target="../media/image59.png"/><Relationship Id="rId43" Type="http://schemas.openxmlformats.org/officeDocument/2006/relationships/image" Target="../media/image20.svg"/><Relationship Id="rId44" Type="http://schemas.openxmlformats.org/officeDocument/2006/relationships/image" Target="../media/image60.png"/><Relationship Id="rId45" Type="http://schemas.openxmlformats.org/officeDocument/2006/relationships/image" Target="../media/image21.svg"/><Relationship Id="rId46" Type="http://schemas.openxmlformats.org/officeDocument/2006/relationships/image" Target="../media/image61.png"/><Relationship Id="rId47" Type="http://schemas.openxmlformats.org/officeDocument/2006/relationships/image" Target="../media/image22.svg"/><Relationship Id="rId48" Type="http://schemas.openxmlformats.org/officeDocument/2006/relationships/image" Target="../media/image62.png"/><Relationship Id="rId49" Type="http://schemas.openxmlformats.org/officeDocument/2006/relationships/image" Target="../media/image23.svg"/><Relationship Id="rId50" Type="http://schemas.openxmlformats.org/officeDocument/2006/relationships/tags" Target="../tags/tag654.xml"/><Relationship Id="rId51" Type="http://schemas.openxmlformats.org/officeDocument/2006/relationships/slideLayout" Target="../slideLayouts/slideLayout1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tags" Target="../tags/tag65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tags" Target="../tags/tag65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tags" Target="../tags/tag65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tags" Target="../tags/tag65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" name="Google Shape;423;p17"/>
          <p:cNvGraphicFramePr/>
          <p:nvPr/>
        </p:nvGraphicFramePr>
        <p:xfrm>
          <a:off x="463550" y="2319020"/>
          <a:ext cx="11266170" cy="290957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797050"/>
                <a:gridCol w="9469120"/>
              </a:tblGrid>
              <a:tr h="44005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思源黑体 CN Heavy" panose="020B0A00000000000000" pitchFamily="34" charset="-122"/>
                        <a:buNone/>
                      </a:pPr>
                      <a:endParaRPr sz="1200" b="1" dirty="0">
                        <a:solidFill>
                          <a:schemeClr val="bg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16000" marR="108000" marT="10800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cPr marL="216000" marR="108000" marT="108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49403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n-ea"/>
                          <a:cs typeface="思源黑体 CN Heavy" panose="020B0A00000000000000" pitchFamily="34" charset="-122"/>
                        </a:rPr>
                        <a:t>年初基准期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0" marT="108000" marB="144000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dirty="0">
                        <a:solidFill>
                          <a:schemeClr val="bg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0" marT="181175" marB="453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30000"/>
                      </a:schemeClr>
                    </a:solidFill>
                  </a:tcPr>
                </a:tc>
              </a:tr>
              <a:tr h="49403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n-ea"/>
                          <a:cs typeface="思源黑体 CN Heavy" panose="020B0A00000000000000" pitchFamily="34" charset="-122"/>
                        </a:rPr>
                        <a:t>短视频推广启动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0" marT="108000" marB="144000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dirty="0">
                        <a:solidFill>
                          <a:schemeClr val="bg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0" marT="181175" marB="453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20000"/>
                      </a:schemeClr>
                    </a:solidFill>
                  </a:tcPr>
                </a:tc>
              </a:tr>
              <a:tr h="49339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n-ea"/>
                          <a:cs typeface="思源黑体 CN Heavy" panose="020B0A00000000000000" pitchFamily="34" charset="-122"/>
                        </a:rPr>
                        <a:t>老用户裂变活动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0" marT="108000" marB="144000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dirty="0">
                        <a:solidFill>
                          <a:schemeClr val="bg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0" marT="181175" marB="453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30000"/>
                      </a:schemeClr>
                    </a:solidFill>
                  </a:tcPr>
                </a:tc>
              </a:tr>
              <a:tr h="49403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n-ea"/>
                          <a:cs typeface="思源黑体 CN Heavy" panose="020B0A00000000000000" pitchFamily="34" charset="-122"/>
                        </a:rPr>
                        <a:t>秋季推广活动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0" marT="108000" marB="144000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90575" marT="181175" marB="453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20000"/>
                      </a:schemeClr>
                    </a:solidFill>
                  </a:tcPr>
                </a:tc>
              </a:tr>
              <a:tr h="49403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n-ea"/>
                          <a:cs typeface="思源黑体 CN Heavy" panose="020B0A00000000000000" pitchFamily="34" charset="-122"/>
                        </a:rPr>
                        <a:t>年底收尾期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90575" marT="108000" marB="144000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90575" marT="181175" marB="453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3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7" name="文本框 36"/>
          <p:cNvSpPr txBox="1"/>
          <p:nvPr/>
        </p:nvSpPr>
        <p:spPr>
          <a:xfrm>
            <a:off x="236855" y="1574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核心指标趋势图</a:t>
            </a:r>
            <a:endParaRPr kumimoji="0" lang="zh-CN" altLang="en-US" sz="2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402715" y="964565"/>
            <a:ext cx="10327005" cy="440690"/>
            <a:chOff x="730" y="1655"/>
            <a:chExt cx="17742" cy="694"/>
          </a:xfrm>
        </p:grpSpPr>
        <p:sp>
          <p:nvSpPr>
            <p:cNvPr id="43" name="任意形状 42"/>
            <p:cNvSpPr/>
            <p:nvPr/>
          </p:nvSpPr>
          <p:spPr>
            <a:xfrm>
              <a:off x="730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1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2" name="任意形状 43"/>
            <p:cNvSpPr/>
            <p:nvPr/>
          </p:nvSpPr>
          <p:spPr>
            <a:xfrm>
              <a:off x="2208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2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45" name="任意形状 44"/>
            <p:cNvSpPr/>
            <p:nvPr/>
          </p:nvSpPr>
          <p:spPr>
            <a:xfrm>
              <a:off x="3686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3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46" name="任意形状 45"/>
            <p:cNvSpPr/>
            <p:nvPr/>
          </p:nvSpPr>
          <p:spPr>
            <a:xfrm>
              <a:off x="5166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4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47" name="任意形状 46"/>
            <p:cNvSpPr/>
            <p:nvPr/>
          </p:nvSpPr>
          <p:spPr>
            <a:xfrm>
              <a:off x="6644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5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3" name="任意形状 47"/>
            <p:cNvSpPr/>
            <p:nvPr/>
          </p:nvSpPr>
          <p:spPr>
            <a:xfrm>
              <a:off x="8122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6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4" name="任意形状 48"/>
            <p:cNvSpPr/>
            <p:nvPr/>
          </p:nvSpPr>
          <p:spPr>
            <a:xfrm>
              <a:off x="9600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7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8" name="任意形状 49"/>
            <p:cNvSpPr/>
            <p:nvPr/>
          </p:nvSpPr>
          <p:spPr>
            <a:xfrm>
              <a:off x="11080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8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9" name="任意形状 50"/>
            <p:cNvSpPr/>
            <p:nvPr/>
          </p:nvSpPr>
          <p:spPr>
            <a:xfrm>
              <a:off x="12558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1 w 938529"/>
                <a:gd name="connsiteY1" fmla="*/ 0 h 440690"/>
                <a:gd name="connsiteX2" fmla="*/ 938531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1" y="0"/>
                  </a:lnTo>
                  <a:lnTo>
                    <a:pt x="938531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9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52" name="任意形状 51"/>
            <p:cNvSpPr/>
            <p:nvPr/>
          </p:nvSpPr>
          <p:spPr>
            <a:xfrm>
              <a:off x="14036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10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10" name="任意形状 52"/>
            <p:cNvSpPr/>
            <p:nvPr/>
          </p:nvSpPr>
          <p:spPr>
            <a:xfrm>
              <a:off x="15516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11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54" name="任意形状 53"/>
            <p:cNvSpPr/>
            <p:nvPr/>
          </p:nvSpPr>
          <p:spPr>
            <a:xfrm>
              <a:off x="16994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12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</p:grpSp>
      <p:cxnSp>
        <p:nvCxnSpPr>
          <p:cNvPr id="118" name="直线连接符 117"/>
          <p:cNvCxnSpPr/>
          <p:nvPr/>
        </p:nvCxnSpPr>
        <p:spPr>
          <a:xfrm>
            <a:off x="463550" y="1615251"/>
            <a:ext cx="11266169" cy="0"/>
          </a:xfrm>
          <a:prstGeom prst="line">
            <a:avLst/>
          </a:prstGeom>
          <a:ln w="15875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组合 12"/>
          <p:cNvGrpSpPr/>
          <p:nvPr/>
        </p:nvGrpSpPr>
        <p:grpSpPr>
          <a:xfrm>
            <a:off x="1402715" y="1807210"/>
            <a:ext cx="10327005" cy="440690"/>
            <a:chOff x="730" y="1655"/>
            <a:chExt cx="17742" cy="694"/>
          </a:xfrm>
        </p:grpSpPr>
        <p:sp>
          <p:nvSpPr>
            <p:cNvPr id="16" name="任意形状 42"/>
            <p:cNvSpPr/>
            <p:nvPr/>
          </p:nvSpPr>
          <p:spPr>
            <a:xfrm>
              <a:off x="730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55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7" name="任意形状 43"/>
            <p:cNvSpPr/>
            <p:nvPr/>
          </p:nvSpPr>
          <p:spPr>
            <a:xfrm>
              <a:off x="2208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58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0" name="任意形状 44"/>
            <p:cNvSpPr/>
            <p:nvPr/>
          </p:nvSpPr>
          <p:spPr>
            <a:xfrm>
              <a:off x="3686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31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2" name="任意形状 45"/>
            <p:cNvSpPr/>
            <p:nvPr/>
          </p:nvSpPr>
          <p:spPr>
            <a:xfrm>
              <a:off x="5166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4" name="任意形状 46"/>
            <p:cNvSpPr/>
            <p:nvPr/>
          </p:nvSpPr>
          <p:spPr>
            <a:xfrm>
              <a:off x="6644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56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0" name="任意形状 47"/>
            <p:cNvSpPr/>
            <p:nvPr/>
          </p:nvSpPr>
          <p:spPr>
            <a:xfrm>
              <a:off x="8122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72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2" name="任意形状 48"/>
            <p:cNvSpPr/>
            <p:nvPr/>
          </p:nvSpPr>
          <p:spPr>
            <a:xfrm>
              <a:off x="9600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84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3" name="任意形状 49"/>
            <p:cNvSpPr/>
            <p:nvPr/>
          </p:nvSpPr>
          <p:spPr>
            <a:xfrm>
              <a:off x="11080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34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4" name="任意形状 50"/>
            <p:cNvSpPr/>
            <p:nvPr/>
          </p:nvSpPr>
          <p:spPr>
            <a:xfrm>
              <a:off x="12558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1 w 938529"/>
                <a:gd name="connsiteY1" fmla="*/ 0 h 440690"/>
                <a:gd name="connsiteX2" fmla="*/ 938531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1" y="0"/>
                  </a:lnTo>
                  <a:lnTo>
                    <a:pt x="938531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58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5" name="任意形状 51"/>
            <p:cNvSpPr/>
            <p:nvPr/>
          </p:nvSpPr>
          <p:spPr>
            <a:xfrm>
              <a:off x="14036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62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6" name="任意形状 52"/>
            <p:cNvSpPr/>
            <p:nvPr/>
          </p:nvSpPr>
          <p:spPr>
            <a:xfrm>
              <a:off x="15516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70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9" name="任意形状 53"/>
            <p:cNvSpPr/>
            <p:nvPr/>
          </p:nvSpPr>
          <p:spPr>
            <a:xfrm>
              <a:off x="16994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46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1402080" y="2322830"/>
            <a:ext cx="10327640" cy="440690"/>
            <a:chOff x="730" y="1655"/>
            <a:chExt cx="17742" cy="694"/>
          </a:xfrm>
        </p:grpSpPr>
        <p:sp>
          <p:nvSpPr>
            <p:cNvPr id="55" name="任意形状 42"/>
            <p:cNvSpPr/>
            <p:nvPr/>
          </p:nvSpPr>
          <p:spPr>
            <a:xfrm>
              <a:off x="730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28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5" name="任意形状 43"/>
            <p:cNvSpPr/>
            <p:nvPr/>
          </p:nvSpPr>
          <p:spPr>
            <a:xfrm>
              <a:off x="2207" y="1655"/>
              <a:ext cx="1477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6" name="任意形状 44"/>
            <p:cNvSpPr/>
            <p:nvPr/>
          </p:nvSpPr>
          <p:spPr>
            <a:xfrm>
              <a:off x="3683" y="1655"/>
              <a:ext cx="1481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24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0" name="任意形状 45"/>
            <p:cNvSpPr/>
            <p:nvPr/>
          </p:nvSpPr>
          <p:spPr>
            <a:xfrm>
              <a:off x="5166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40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2" name="任意形状 46"/>
            <p:cNvSpPr/>
            <p:nvPr/>
          </p:nvSpPr>
          <p:spPr>
            <a:xfrm>
              <a:off x="6644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62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3" name="任意形状 47"/>
            <p:cNvSpPr/>
            <p:nvPr/>
          </p:nvSpPr>
          <p:spPr>
            <a:xfrm>
              <a:off x="8122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48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4" name="任意形状 48"/>
            <p:cNvSpPr/>
            <p:nvPr/>
          </p:nvSpPr>
          <p:spPr>
            <a:xfrm>
              <a:off x="9600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51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5" name="任意形状 49"/>
            <p:cNvSpPr/>
            <p:nvPr/>
          </p:nvSpPr>
          <p:spPr>
            <a:xfrm>
              <a:off x="11080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71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6" name="任意形状 50"/>
            <p:cNvSpPr/>
            <p:nvPr/>
          </p:nvSpPr>
          <p:spPr>
            <a:xfrm>
              <a:off x="12558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1 w 938529"/>
                <a:gd name="connsiteY1" fmla="*/ 0 h 440690"/>
                <a:gd name="connsiteX2" fmla="*/ 938531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1" y="0"/>
                  </a:lnTo>
                  <a:lnTo>
                    <a:pt x="938531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62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7" name="任意形状 51"/>
            <p:cNvSpPr/>
            <p:nvPr/>
          </p:nvSpPr>
          <p:spPr>
            <a:xfrm>
              <a:off x="14036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8" name="任意形状 52"/>
            <p:cNvSpPr/>
            <p:nvPr/>
          </p:nvSpPr>
          <p:spPr>
            <a:xfrm>
              <a:off x="15516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48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9" name="任意形状 53"/>
            <p:cNvSpPr/>
            <p:nvPr/>
          </p:nvSpPr>
          <p:spPr>
            <a:xfrm>
              <a:off x="16994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05" name="Rounded Rectangle 4"/>
          <p:cNvSpPr/>
          <p:nvPr/>
        </p:nvSpPr>
        <p:spPr>
          <a:xfrm>
            <a:off x="2423478" y="2892354"/>
            <a:ext cx="9174737" cy="2515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06" name="Rounded Rectangle 4"/>
          <p:cNvSpPr/>
          <p:nvPr/>
        </p:nvSpPr>
        <p:spPr>
          <a:xfrm>
            <a:off x="2423795" y="2892425"/>
            <a:ext cx="4582795" cy="2514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07" name="Rounded Rectangle 4"/>
          <p:cNvSpPr/>
          <p:nvPr/>
        </p:nvSpPr>
        <p:spPr>
          <a:xfrm>
            <a:off x="2423478" y="3363694"/>
            <a:ext cx="9174737" cy="2515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08" name="Rounded Rectangle 4"/>
          <p:cNvSpPr/>
          <p:nvPr/>
        </p:nvSpPr>
        <p:spPr>
          <a:xfrm>
            <a:off x="2423160" y="3363595"/>
            <a:ext cx="3904615" cy="2514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09" name="Rounded Rectangle 4"/>
          <p:cNvSpPr/>
          <p:nvPr/>
        </p:nvSpPr>
        <p:spPr>
          <a:xfrm>
            <a:off x="2423478" y="3856624"/>
            <a:ext cx="9174737" cy="2515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0" name="Rounded Rectangle 4"/>
          <p:cNvSpPr/>
          <p:nvPr/>
        </p:nvSpPr>
        <p:spPr>
          <a:xfrm>
            <a:off x="2423795" y="3856355"/>
            <a:ext cx="6740525" cy="2514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1" name="Rounded Rectangle 4"/>
          <p:cNvSpPr/>
          <p:nvPr/>
        </p:nvSpPr>
        <p:spPr>
          <a:xfrm>
            <a:off x="2423478" y="4327964"/>
            <a:ext cx="9174737" cy="2515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2" name="Rounded Rectangle 4"/>
          <p:cNvSpPr/>
          <p:nvPr/>
        </p:nvSpPr>
        <p:spPr>
          <a:xfrm>
            <a:off x="2423160" y="4328160"/>
            <a:ext cx="5283835" cy="27051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3" name="Rounded Rectangle 4"/>
          <p:cNvSpPr/>
          <p:nvPr/>
        </p:nvSpPr>
        <p:spPr>
          <a:xfrm>
            <a:off x="2423478" y="4854647"/>
            <a:ext cx="9174737" cy="2515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4" name="Rounded Rectangle 4"/>
          <p:cNvSpPr/>
          <p:nvPr/>
        </p:nvSpPr>
        <p:spPr>
          <a:xfrm>
            <a:off x="2423160" y="4854575"/>
            <a:ext cx="7553325" cy="2514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7006425" y="2818916"/>
            <a:ext cx="296381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项目进度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50%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6327688" y="3282001"/>
            <a:ext cx="296381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项目进度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45%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17" name="文本框 116"/>
          <p:cNvSpPr txBox="1"/>
          <p:nvPr/>
        </p:nvSpPr>
        <p:spPr>
          <a:xfrm>
            <a:off x="9164691" y="3783186"/>
            <a:ext cx="274685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项目进度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72%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7706902" y="4255161"/>
            <a:ext cx="296381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项目进度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50%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20" name="文本框 119"/>
          <p:cNvSpPr txBox="1"/>
          <p:nvPr/>
        </p:nvSpPr>
        <p:spPr>
          <a:xfrm>
            <a:off x="9970032" y="4769047"/>
            <a:ext cx="1727091" cy="368300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项目进度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80%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21" name="任意形状 42"/>
          <p:cNvSpPr/>
          <p:nvPr/>
        </p:nvSpPr>
        <p:spPr>
          <a:xfrm>
            <a:off x="463550" y="964565"/>
            <a:ext cx="939165" cy="440690"/>
          </a:xfrm>
          <a:custGeom>
            <a:avLst/>
            <a:gdLst>
              <a:gd name="connsiteX0" fmla="*/ 0 w 938530"/>
              <a:gd name="connsiteY0" fmla="*/ 0 h 440690"/>
              <a:gd name="connsiteX1" fmla="*/ 938530 w 938530"/>
              <a:gd name="connsiteY1" fmla="*/ 0 h 440690"/>
              <a:gd name="connsiteX2" fmla="*/ 938530 w 938530"/>
              <a:gd name="connsiteY2" fmla="*/ 440690 h 440690"/>
              <a:gd name="connsiteX3" fmla="*/ 0 w 938530"/>
              <a:gd name="connsiteY3" fmla="*/ 440690 h 440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8530" h="440690">
                <a:moveTo>
                  <a:pt x="0" y="0"/>
                </a:moveTo>
                <a:lnTo>
                  <a:pt x="938530" y="0"/>
                </a:lnTo>
                <a:lnTo>
                  <a:pt x="938530" y="440690"/>
                </a:lnTo>
                <a:lnTo>
                  <a:pt x="0" y="440690"/>
                </a:lnTo>
                <a:close/>
              </a:path>
            </a:pathLst>
          </a:custGeom>
          <a:solidFill>
            <a:schemeClr val="accent2"/>
          </a:solidFill>
          <a:ln w="127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数据明细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2" name="任意形状 42"/>
          <p:cNvSpPr/>
          <p:nvPr/>
        </p:nvSpPr>
        <p:spPr>
          <a:xfrm>
            <a:off x="462915" y="1807210"/>
            <a:ext cx="939165" cy="440690"/>
          </a:xfrm>
          <a:custGeom>
            <a:avLst/>
            <a:gdLst>
              <a:gd name="connsiteX0" fmla="*/ 0 w 938530"/>
              <a:gd name="connsiteY0" fmla="*/ 0 h 440690"/>
              <a:gd name="connsiteX1" fmla="*/ 938530 w 938530"/>
              <a:gd name="connsiteY1" fmla="*/ 0 h 440690"/>
              <a:gd name="connsiteX2" fmla="*/ 938530 w 938530"/>
              <a:gd name="connsiteY2" fmla="*/ 440690 h 440690"/>
              <a:gd name="connsiteX3" fmla="*/ 0 w 938530"/>
              <a:gd name="connsiteY3" fmla="*/ 440690 h 440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8530" h="440690">
                <a:moveTo>
                  <a:pt x="0" y="0"/>
                </a:moveTo>
                <a:lnTo>
                  <a:pt x="938530" y="0"/>
                </a:lnTo>
                <a:lnTo>
                  <a:pt x="938530" y="440690"/>
                </a:lnTo>
                <a:lnTo>
                  <a:pt x="0" y="440690"/>
                </a:lnTo>
                <a:close/>
              </a:path>
            </a:pathLst>
          </a:custGeom>
          <a:solidFill>
            <a:schemeClr val="accent2"/>
          </a:solidFill>
          <a:ln w="127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月度营收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3" name="任意形状 42"/>
          <p:cNvSpPr/>
          <p:nvPr/>
        </p:nvSpPr>
        <p:spPr>
          <a:xfrm>
            <a:off x="462915" y="2319020"/>
            <a:ext cx="939800" cy="440690"/>
          </a:xfrm>
          <a:custGeom>
            <a:avLst/>
            <a:gdLst>
              <a:gd name="connsiteX0" fmla="*/ 0 w 938530"/>
              <a:gd name="connsiteY0" fmla="*/ 0 h 440690"/>
              <a:gd name="connsiteX1" fmla="*/ 938530 w 938530"/>
              <a:gd name="connsiteY1" fmla="*/ 0 h 440690"/>
              <a:gd name="connsiteX2" fmla="*/ 938530 w 938530"/>
              <a:gd name="connsiteY2" fmla="*/ 440690 h 440690"/>
              <a:gd name="connsiteX3" fmla="*/ 0 w 938530"/>
              <a:gd name="connsiteY3" fmla="*/ 440690 h 440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8530" h="440690">
                <a:moveTo>
                  <a:pt x="0" y="0"/>
                </a:moveTo>
                <a:lnTo>
                  <a:pt x="938530" y="0"/>
                </a:lnTo>
                <a:lnTo>
                  <a:pt x="938530" y="440690"/>
                </a:lnTo>
                <a:lnTo>
                  <a:pt x="0" y="440690"/>
                </a:lnTo>
                <a:close/>
              </a:path>
            </a:pathLst>
          </a:custGeom>
          <a:solidFill>
            <a:schemeClr val="accent2"/>
          </a:solidFill>
          <a:ln w="127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活跃用户数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6" name="圆角矩形 125"/>
          <p:cNvSpPr/>
          <p:nvPr/>
        </p:nvSpPr>
        <p:spPr>
          <a:xfrm flipH="1">
            <a:off x="9051290" y="5372100"/>
            <a:ext cx="2677795" cy="1206500"/>
          </a:xfrm>
          <a:prstGeom prst="roundRect">
            <a:avLst>
              <a:gd name="adj" fmla="val 6105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>
                <a:solidFill>
                  <a:srgbClr val="FFFFFF"/>
                </a:solidFill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28" name="圆角矩形 127"/>
          <p:cNvSpPr/>
          <p:nvPr/>
        </p:nvSpPr>
        <p:spPr>
          <a:xfrm flipH="1">
            <a:off x="6188710" y="5372100"/>
            <a:ext cx="2677795" cy="1206500"/>
          </a:xfrm>
          <a:prstGeom prst="roundRect">
            <a:avLst>
              <a:gd name="adj" fmla="val 6105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>
                <a:solidFill>
                  <a:srgbClr val="FFFFFF"/>
                </a:solidFill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29" name="圆角矩形 128"/>
          <p:cNvSpPr/>
          <p:nvPr/>
        </p:nvSpPr>
        <p:spPr>
          <a:xfrm flipH="1">
            <a:off x="3326130" y="5372100"/>
            <a:ext cx="2677795" cy="1206500"/>
          </a:xfrm>
          <a:prstGeom prst="roundRect">
            <a:avLst>
              <a:gd name="adj" fmla="val 6105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>
                <a:solidFill>
                  <a:srgbClr val="FFFFFF"/>
                </a:solidFill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30" name="圆角矩形 129"/>
          <p:cNvSpPr/>
          <p:nvPr/>
        </p:nvSpPr>
        <p:spPr>
          <a:xfrm flipH="1">
            <a:off x="463550" y="5372100"/>
            <a:ext cx="2677795" cy="1206500"/>
          </a:xfrm>
          <a:prstGeom prst="roundRect">
            <a:avLst>
              <a:gd name="adj" fmla="val 6105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>
                <a:solidFill>
                  <a:srgbClr val="FFFFFF"/>
                </a:solidFill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509270" y="5469255"/>
            <a:ext cx="2505075" cy="1011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3 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月：短视频推广启动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​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在 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3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月数据点旁添加橙色 “播放” 图标，配文字气泡 “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3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月短视频推广：抖音 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/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快手投放，单月营收 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+ 29%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、用户 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+ 26%”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；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32" name="文本框 131"/>
          <p:cNvSpPr txBox="1"/>
          <p:nvPr/>
        </p:nvSpPr>
        <p:spPr>
          <a:xfrm>
            <a:off x="3371215" y="5469255"/>
            <a:ext cx="2505075" cy="1011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8 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月：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3.0 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版本全量上线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​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配文字气泡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“8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V3.0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上线：优化操作流程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+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新增核心功能，用户留存率提升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12%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，带动后续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3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个月用户稳步增长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”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；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6233160" y="5469255"/>
            <a:ext cx="2505075" cy="1011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9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月：产品体验升级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产品体验优化推动用户粘性提升，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8-11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月活跃用户月均增长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5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万，营收月均增长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8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万元，形成持续增长曲线。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34" name="文本框 133"/>
          <p:cNvSpPr txBox="1"/>
          <p:nvPr/>
        </p:nvSpPr>
        <p:spPr>
          <a:xfrm>
            <a:off x="9095105" y="5469255"/>
            <a:ext cx="2505075" cy="1011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11 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月：双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11 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流量高峰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​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配文字气泡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“11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月双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11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活动：满减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+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专属权益，单月营收创年度峰值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110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万，用户达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52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万（年度目标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148%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）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”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；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cxnSp>
        <p:nvCxnSpPr>
          <p:cNvPr id="135" name="直接连接符 134"/>
          <p:cNvCxnSpPr/>
          <p:nvPr/>
        </p:nvCxnSpPr>
        <p:spPr>
          <a:xfrm>
            <a:off x="3225165" y="5524401"/>
            <a:ext cx="0" cy="914400"/>
          </a:xfrm>
          <a:prstGeom prst="line">
            <a:avLst/>
          </a:prstGeom>
          <a:ln w="28575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直接连接符 136"/>
          <p:cNvCxnSpPr/>
          <p:nvPr/>
        </p:nvCxnSpPr>
        <p:spPr>
          <a:xfrm>
            <a:off x="6087110" y="5524401"/>
            <a:ext cx="0" cy="914400"/>
          </a:xfrm>
          <a:prstGeom prst="line">
            <a:avLst/>
          </a:prstGeom>
          <a:ln w="28575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直接连接符 137"/>
          <p:cNvCxnSpPr/>
          <p:nvPr/>
        </p:nvCxnSpPr>
        <p:spPr>
          <a:xfrm>
            <a:off x="8949055" y="5566311"/>
            <a:ext cx="0" cy="914400"/>
          </a:xfrm>
          <a:prstGeom prst="line">
            <a:avLst/>
          </a:prstGeom>
          <a:ln w="28575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组合 202"/>
          <p:cNvGrpSpPr/>
          <p:nvPr/>
        </p:nvGrpSpPr>
        <p:grpSpPr>
          <a:xfrm>
            <a:off x="310515" y="1012190"/>
            <a:ext cx="11621135" cy="2516505"/>
            <a:chOff x="478" y="1594"/>
            <a:chExt cx="18301" cy="3963"/>
          </a:xfrm>
        </p:grpSpPr>
        <p:sp>
          <p:nvSpPr>
            <p:cNvPr id="200" name="任意多边形 199"/>
            <p:cNvSpPr/>
            <p:nvPr/>
          </p:nvSpPr>
          <p:spPr>
            <a:xfrm>
              <a:off x="478" y="1594"/>
              <a:ext cx="8807" cy="3963"/>
            </a:xfrm>
            <a:custGeom>
              <a:avLst/>
              <a:gdLst>
                <a:gd name="ir" fmla="*/ w 3 4"/>
                <a:gd name="ib" fmla="*/ h 3 4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807" h="3963">
                  <a:moveTo>
                    <a:pt x="0" y="0"/>
                  </a:moveTo>
                  <a:lnTo>
                    <a:pt x="8807" y="0"/>
                  </a:lnTo>
                  <a:lnTo>
                    <a:pt x="8807" y="958"/>
                  </a:lnTo>
                  <a:lnTo>
                    <a:pt x="5845" y="3963"/>
                  </a:lnTo>
                  <a:lnTo>
                    <a:pt x="0" y="3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202" name="任意多边形 201"/>
            <p:cNvSpPr/>
            <p:nvPr/>
          </p:nvSpPr>
          <p:spPr>
            <a:xfrm flipH="1">
              <a:off x="9847" y="1594"/>
              <a:ext cx="8932" cy="3963"/>
            </a:xfrm>
            <a:custGeom>
              <a:avLst/>
              <a:gdLst>
                <a:gd name="ir" fmla="*/ w 3 4"/>
                <a:gd name="ib" fmla="*/ h 3 4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807" h="3963">
                  <a:moveTo>
                    <a:pt x="0" y="0"/>
                  </a:moveTo>
                  <a:lnTo>
                    <a:pt x="8807" y="0"/>
                  </a:lnTo>
                  <a:lnTo>
                    <a:pt x="8807" y="958"/>
                  </a:lnTo>
                  <a:lnTo>
                    <a:pt x="5845" y="3963"/>
                  </a:lnTo>
                  <a:lnTo>
                    <a:pt x="0" y="3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204" name="组合 203"/>
          <p:cNvGrpSpPr/>
          <p:nvPr/>
        </p:nvGrpSpPr>
        <p:grpSpPr>
          <a:xfrm flipV="1">
            <a:off x="310515" y="3891915"/>
            <a:ext cx="11541125" cy="2515870"/>
            <a:chOff x="478" y="1594"/>
            <a:chExt cx="18175" cy="3962"/>
          </a:xfrm>
        </p:grpSpPr>
        <p:sp>
          <p:nvSpPr>
            <p:cNvPr id="205" name="任意多边形 204"/>
            <p:cNvSpPr/>
            <p:nvPr/>
          </p:nvSpPr>
          <p:spPr>
            <a:xfrm>
              <a:off x="478" y="1594"/>
              <a:ext cx="8807" cy="3963"/>
            </a:xfrm>
            <a:custGeom>
              <a:avLst/>
              <a:gdLst>
                <a:gd name="ir" fmla="*/ w 3 4"/>
                <a:gd name="ib" fmla="*/ h 3 4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807" h="3963">
                  <a:moveTo>
                    <a:pt x="0" y="0"/>
                  </a:moveTo>
                  <a:lnTo>
                    <a:pt x="8807" y="0"/>
                  </a:lnTo>
                  <a:lnTo>
                    <a:pt x="8807" y="958"/>
                  </a:lnTo>
                  <a:lnTo>
                    <a:pt x="5845" y="3963"/>
                  </a:lnTo>
                  <a:lnTo>
                    <a:pt x="0" y="3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206" name="任意多边形 205"/>
            <p:cNvSpPr/>
            <p:nvPr/>
          </p:nvSpPr>
          <p:spPr>
            <a:xfrm flipH="1">
              <a:off x="9847" y="1594"/>
              <a:ext cx="8807" cy="3963"/>
            </a:xfrm>
            <a:custGeom>
              <a:avLst/>
              <a:gdLst>
                <a:gd name="ir" fmla="*/ w 3 4"/>
                <a:gd name="ib" fmla="*/ h 3 4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807" h="3963">
                  <a:moveTo>
                    <a:pt x="0" y="0"/>
                  </a:moveTo>
                  <a:lnTo>
                    <a:pt x="8807" y="0"/>
                  </a:lnTo>
                  <a:lnTo>
                    <a:pt x="8807" y="958"/>
                  </a:lnTo>
                  <a:lnTo>
                    <a:pt x="5845" y="3963"/>
                  </a:lnTo>
                  <a:lnTo>
                    <a:pt x="0" y="3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sp>
        <p:nvSpPr>
          <p:cNvPr id="37" name="文本框 36"/>
          <p:cNvSpPr txBox="1"/>
          <p:nvPr/>
        </p:nvSpPr>
        <p:spPr>
          <a:xfrm>
            <a:off x="186690" y="158115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年度工作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SWOT 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分析</a:t>
            </a:r>
            <a:endParaRPr kumimoji="0" lang="zh-CN" altLang="en-US" sz="2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28295" y="1192530"/>
            <a:ext cx="1461770" cy="22758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alpha val="10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S</a:t>
            </a:r>
            <a:endParaRPr kumimoji="0" lang="en-US" altLang="zh-CN" sz="160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alpha val="10000"/>
                </a:srgb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557813" y="981060"/>
            <a:ext cx="2259965" cy="25533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alpha val="10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W</a:t>
            </a:r>
            <a:endParaRPr kumimoji="0" lang="en-US" altLang="zh-CN" sz="160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alpha val="10000"/>
                </a:srgb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148509" y="3983162"/>
            <a:ext cx="1807210" cy="25533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alpha val="10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O</a:t>
            </a:r>
            <a:endParaRPr kumimoji="0" lang="en-US" altLang="zh-CN" sz="160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alpha val="10000"/>
                </a:srgb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10289968" y="3983162"/>
            <a:ext cx="1451610" cy="25533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alpha val="10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T</a:t>
            </a:r>
            <a:endParaRPr kumimoji="0" lang="en-US" altLang="zh-CN" sz="160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alpha val="10000"/>
                </a:srgb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69" name="流程图: 决策 68"/>
          <p:cNvSpPr/>
          <p:nvPr/>
        </p:nvSpPr>
        <p:spPr>
          <a:xfrm>
            <a:off x="4401820" y="2001838"/>
            <a:ext cx="3408045" cy="3364230"/>
          </a:xfrm>
          <a:prstGeom prst="flowChartDecision">
            <a:avLst/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cxnSp>
        <p:nvCxnSpPr>
          <p:cNvPr id="80" name="直接箭头连接符 79"/>
          <p:cNvCxnSpPr/>
          <p:nvPr/>
        </p:nvCxnSpPr>
        <p:spPr>
          <a:xfrm flipV="1">
            <a:off x="328295" y="3671313"/>
            <a:ext cx="4705460" cy="13256"/>
          </a:xfrm>
          <a:prstGeom prst="straightConnector1">
            <a:avLst/>
          </a:prstGeom>
          <a:ln w="28575" cmpd="sng">
            <a:solidFill>
              <a:schemeClr val="accent5"/>
            </a:solidFill>
            <a:prstDash val="sysDash"/>
            <a:headEnd type="triangle" w="lg" len="sm"/>
            <a:tailEnd type="none" w="lg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/>
          <p:cNvCxnSpPr/>
          <p:nvPr/>
        </p:nvCxnSpPr>
        <p:spPr>
          <a:xfrm flipH="1">
            <a:off x="6933998" y="3684569"/>
            <a:ext cx="4807763" cy="0"/>
          </a:xfrm>
          <a:prstGeom prst="straightConnector1">
            <a:avLst/>
          </a:prstGeom>
          <a:ln w="28575" cmpd="sng">
            <a:solidFill>
              <a:schemeClr val="accent5"/>
            </a:solidFill>
            <a:prstDash val="sysDash"/>
            <a:headEnd type="triangle" w="lg" len="sm"/>
            <a:tailEnd type="none" w="lg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直接箭头连接符 183"/>
          <p:cNvCxnSpPr/>
          <p:nvPr/>
        </p:nvCxnSpPr>
        <p:spPr>
          <a:xfrm flipV="1">
            <a:off x="6096000" y="4573367"/>
            <a:ext cx="0" cy="1963179"/>
          </a:xfrm>
          <a:prstGeom prst="straightConnector1">
            <a:avLst/>
          </a:prstGeom>
          <a:ln w="28575" cmpd="sng">
            <a:solidFill>
              <a:schemeClr val="accent5"/>
            </a:solidFill>
            <a:prstDash val="sysDash"/>
            <a:headEnd type="triangle" w="lg" len="sm"/>
            <a:tailEnd type="none" w="lg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直接箭头连接符 184"/>
          <p:cNvCxnSpPr/>
          <p:nvPr/>
        </p:nvCxnSpPr>
        <p:spPr>
          <a:xfrm>
            <a:off x="6096000" y="945371"/>
            <a:ext cx="0" cy="1801107"/>
          </a:xfrm>
          <a:prstGeom prst="straightConnector1">
            <a:avLst/>
          </a:prstGeom>
          <a:ln w="28575" cmpd="sng">
            <a:solidFill>
              <a:schemeClr val="accent5"/>
            </a:solidFill>
            <a:prstDash val="sysDash"/>
            <a:headEnd type="triangle" w="lg" len="sm"/>
            <a:tailEnd type="none" w="lg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菱形 185"/>
          <p:cNvSpPr/>
          <p:nvPr/>
        </p:nvSpPr>
        <p:spPr>
          <a:xfrm>
            <a:off x="5034767" y="2612877"/>
            <a:ext cx="2142151" cy="2142151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5231389" y="3400868"/>
            <a:ext cx="162623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SWOT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分析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207" name="文本框 206"/>
          <p:cNvSpPr txBox="1"/>
          <p:nvPr/>
        </p:nvSpPr>
        <p:spPr>
          <a:xfrm>
            <a:off x="508635" y="3180080"/>
            <a:ext cx="326199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优势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—— 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核心能力与成果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208" name="文本框 207"/>
          <p:cNvSpPr txBox="1"/>
          <p:nvPr/>
        </p:nvSpPr>
        <p:spPr>
          <a:xfrm rot="18900000">
            <a:off x="4552315" y="2829878"/>
            <a:ext cx="175450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lt"/>
                <a:sym typeface="+mn-ea"/>
              </a:rPr>
              <a:t>Strengths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lt"/>
              <a:sym typeface="+mn-ea"/>
            </a:endParaRPr>
          </a:p>
        </p:txBody>
      </p:sp>
      <p:grpSp>
        <p:nvGrpSpPr>
          <p:cNvPr id="211" name="组合 210"/>
          <p:cNvGrpSpPr/>
          <p:nvPr>
            <p:custDataLst>
              <p:tags r:id="rId1"/>
            </p:custDataLst>
          </p:nvPr>
        </p:nvGrpSpPr>
        <p:grpSpPr>
          <a:xfrm>
            <a:off x="508635" y="1111885"/>
            <a:ext cx="5013325" cy="799465"/>
            <a:chOff x="801" y="1751"/>
            <a:chExt cx="7895" cy="1259"/>
          </a:xfrm>
        </p:grpSpPr>
        <p:sp>
          <p:nvSpPr>
            <p:cNvPr id="209" name="文本框 81"/>
            <p:cNvSpPr txBox="1"/>
            <p:nvPr>
              <p:custDataLst>
                <p:tags r:id="rId2"/>
              </p:custDataLst>
            </p:nvPr>
          </p:nvSpPr>
          <p:spPr>
            <a:xfrm>
              <a:off x="801" y="2325"/>
              <a:ext cx="7895" cy="6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关键词：短视频精准投放、老用户分层裂变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Q3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单季新增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18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万用户（占全年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35%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），获客成本降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28%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，可复用至新业务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210" name="圆角矩形 209"/>
            <p:cNvSpPr/>
            <p:nvPr>
              <p:custDataLst>
                <p:tags r:id="rId3"/>
              </p:custDataLst>
            </p:nvPr>
          </p:nvSpPr>
          <p:spPr>
            <a:xfrm>
              <a:off x="801" y="1751"/>
              <a:ext cx="4145" cy="476"/>
            </a:xfrm>
            <a:prstGeom prst="roundRect">
              <a:avLst>
                <a:gd name="adj" fmla="val 2689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+mn-ea"/>
                </a:rPr>
                <a:t>用户增长组合策略（短视频</a:t>
              </a:r>
              <a:r>
                <a:rPr kumimoji="1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+mn-ea"/>
                </a:rPr>
                <a:t> + </a:t>
              </a: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+mn-ea"/>
                </a:rPr>
                <a:t>裂变）</a:t>
              </a:r>
              <a:endPara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endParaRPr>
            </a:p>
          </p:txBody>
        </p:sp>
      </p:grpSp>
      <p:grpSp>
        <p:nvGrpSpPr>
          <p:cNvPr id="212" name="组合 211"/>
          <p:cNvGrpSpPr/>
          <p:nvPr>
            <p:custDataLst>
              <p:tags r:id="rId4"/>
            </p:custDataLst>
          </p:nvPr>
        </p:nvGrpSpPr>
        <p:grpSpPr>
          <a:xfrm>
            <a:off x="508635" y="2044065"/>
            <a:ext cx="3893185" cy="799465"/>
            <a:chOff x="801" y="1751"/>
            <a:chExt cx="6131" cy="1259"/>
          </a:xfrm>
        </p:grpSpPr>
        <p:sp>
          <p:nvSpPr>
            <p:cNvPr id="213" name="文本框 81"/>
            <p:cNvSpPr txBox="1"/>
            <p:nvPr>
              <p:custDataLst>
                <p:tags r:id="rId5"/>
              </p:custDataLst>
            </p:nvPr>
          </p:nvSpPr>
          <p:spPr>
            <a:xfrm>
              <a:off x="801" y="2325"/>
              <a:ext cx="6131" cy="6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关键词：需求前置调研、全周期风险预案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依据：采用该模式项目延期率仅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8%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，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V3.0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版本顺利上线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214" name="圆角矩形 213"/>
            <p:cNvSpPr/>
            <p:nvPr>
              <p:custDataLst>
                <p:tags r:id="rId6"/>
              </p:custDataLst>
            </p:nvPr>
          </p:nvSpPr>
          <p:spPr>
            <a:xfrm>
              <a:off x="801" y="1751"/>
              <a:ext cx="4145" cy="476"/>
            </a:xfrm>
            <a:prstGeom prst="roundRect">
              <a:avLst>
                <a:gd name="adj" fmla="val 24369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+mn-ea"/>
                </a:rPr>
                <a:t>项目管理高效模式（调研</a:t>
              </a:r>
              <a:r>
                <a:rPr kumimoji="1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+mn-ea"/>
                </a:rPr>
                <a:t> + </a:t>
              </a: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+mn-ea"/>
                </a:rPr>
                <a:t>预案）</a:t>
              </a:r>
              <a:endPara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endParaRPr>
            </a:p>
          </p:txBody>
        </p:sp>
      </p:grpSp>
      <p:sp>
        <p:nvSpPr>
          <p:cNvPr id="222" name="文本框 221"/>
          <p:cNvSpPr txBox="1"/>
          <p:nvPr/>
        </p:nvSpPr>
        <p:spPr>
          <a:xfrm rot="2700000">
            <a:off x="5894070" y="2829878"/>
            <a:ext cx="175450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lt"/>
                <a:sym typeface="+mn-ea"/>
              </a:rPr>
              <a:t>Weaknesses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lt"/>
              <a:sym typeface="+mn-ea"/>
            </a:endParaRPr>
          </a:p>
        </p:txBody>
      </p:sp>
      <p:sp>
        <p:nvSpPr>
          <p:cNvPr id="223" name="文本框 222"/>
          <p:cNvSpPr txBox="1"/>
          <p:nvPr/>
        </p:nvSpPr>
        <p:spPr>
          <a:xfrm rot="2700000" flipH="1">
            <a:off x="4556760" y="4132898"/>
            <a:ext cx="175450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lt"/>
                <a:sym typeface="+mn-ea"/>
              </a:rPr>
              <a:t>Opportunities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lt"/>
              <a:sym typeface="+mn-ea"/>
            </a:endParaRPr>
          </a:p>
        </p:txBody>
      </p:sp>
      <p:sp>
        <p:nvSpPr>
          <p:cNvPr id="224" name="文本框 223"/>
          <p:cNvSpPr txBox="1"/>
          <p:nvPr/>
        </p:nvSpPr>
        <p:spPr>
          <a:xfrm rot="18900000" flipH="1">
            <a:off x="5898515" y="4132898"/>
            <a:ext cx="175450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lt"/>
                <a:sym typeface="+mn-ea"/>
              </a:rPr>
              <a:t>Threats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lt"/>
              <a:sym typeface="+mn-ea"/>
            </a:endParaRPr>
          </a:p>
        </p:txBody>
      </p:sp>
      <p:grpSp>
        <p:nvGrpSpPr>
          <p:cNvPr id="232" name="组合 231"/>
          <p:cNvGrpSpPr/>
          <p:nvPr/>
        </p:nvGrpSpPr>
        <p:grpSpPr>
          <a:xfrm>
            <a:off x="6781165" y="1111885"/>
            <a:ext cx="5013325" cy="1731645"/>
            <a:chOff x="10503" y="1934"/>
            <a:chExt cx="7895" cy="2727"/>
          </a:xfrm>
        </p:grpSpPr>
        <p:grpSp>
          <p:nvGrpSpPr>
            <p:cNvPr id="231" name="组合 230"/>
            <p:cNvGrpSpPr/>
            <p:nvPr/>
          </p:nvGrpSpPr>
          <p:grpSpPr>
            <a:xfrm>
              <a:off x="10503" y="1934"/>
              <a:ext cx="7895" cy="1057"/>
              <a:chOff x="10503" y="1934"/>
              <a:chExt cx="7895" cy="1057"/>
            </a:xfrm>
          </p:grpSpPr>
          <p:sp>
            <p:nvSpPr>
              <p:cNvPr id="226" name="文本框 81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10503" y="2508"/>
                <a:ext cx="7895" cy="4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70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关键词：新客差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8 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家、销售渠道单一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​</a:t>
                </a:r>
                <a:endPara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  <a:p>
                <a:pPr marL="0" marR="0" lvl="0" indent="0" algn="r" defTabSz="914400" rtl="0" eaLnBrk="1" fontAlgn="auto" latinLnBrk="0" hangingPunct="1">
                  <a:lnSpc>
                    <a:spcPct val="70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依据：目标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30 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家实际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22 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家，仅依赖线上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+ 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老客推荐，错失线下传统行业客户</a:t>
                </a: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</p:txBody>
          </p:sp>
          <p:sp>
            <p:nvSpPr>
              <p:cNvPr id="227" name="圆角矩形 226"/>
              <p:cNvSpPr/>
              <p:nvPr>
                <p:custDataLst>
                  <p:tags r:id="rId8"/>
                </p:custDataLst>
              </p:nvPr>
            </p:nvSpPr>
            <p:spPr>
              <a:xfrm>
                <a:off x="15161" y="1934"/>
                <a:ext cx="3237" cy="476"/>
              </a:xfrm>
              <a:prstGeom prst="roundRect">
                <a:avLst>
                  <a:gd name="adj" fmla="val 26890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  <a:sym typeface="+mn-ea"/>
                  </a:rPr>
                  <a:t>新客签约缺口（渠道单一）</a:t>
                </a:r>
                <a:endPara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endParaRPr>
              </a:p>
            </p:txBody>
          </p:sp>
        </p:grpSp>
        <p:sp>
          <p:nvSpPr>
            <p:cNvPr id="229" name="文本框 81"/>
            <p:cNvSpPr txBox="1"/>
            <p:nvPr>
              <p:custDataLst>
                <p:tags r:id="rId9"/>
              </p:custDataLst>
            </p:nvPr>
          </p:nvSpPr>
          <p:spPr>
            <a:xfrm>
              <a:off x="11613" y="3976"/>
              <a:ext cx="6785" cy="6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关键词：项目延期率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15%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、需求变更频繁、资源调配滞后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4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个项目平均延期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8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天，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1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名核心开发离职致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2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个项目停滞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5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天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230" name="圆角矩形 229"/>
            <p:cNvSpPr/>
            <p:nvPr>
              <p:custDataLst>
                <p:tags r:id="rId10"/>
              </p:custDataLst>
            </p:nvPr>
          </p:nvSpPr>
          <p:spPr>
            <a:xfrm>
              <a:off x="14761" y="3402"/>
              <a:ext cx="3637" cy="476"/>
            </a:xfrm>
            <a:prstGeom prst="roundRect">
              <a:avLst>
                <a:gd name="adj" fmla="val 24369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+mn-ea"/>
                </a:rPr>
                <a:t>项目交付风险（需求</a:t>
              </a:r>
              <a:r>
                <a:rPr kumimoji="1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+mn-ea"/>
                </a:rPr>
                <a:t> + </a:t>
              </a: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+mn-ea"/>
                </a:rPr>
                <a:t>资源）</a:t>
              </a:r>
              <a:endPara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endParaRPr>
            </a:p>
          </p:txBody>
        </p:sp>
      </p:grpSp>
      <p:sp>
        <p:nvSpPr>
          <p:cNvPr id="233" name="文本框 232"/>
          <p:cNvSpPr txBox="1"/>
          <p:nvPr/>
        </p:nvSpPr>
        <p:spPr>
          <a:xfrm>
            <a:off x="8532495" y="3018155"/>
            <a:ext cx="326199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待改进短板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—— 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劣势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grpSp>
        <p:nvGrpSpPr>
          <p:cNvPr id="234" name="组合 233"/>
          <p:cNvGrpSpPr/>
          <p:nvPr/>
        </p:nvGrpSpPr>
        <p:grpSpPr>
          <a:xfrm>
            <a:off x="6781165" y="4018280"/>
            <a:ext cx="5013325" cy="1731645"/>
            <a:chOff x="10503" y="1934"/>
            <a:chExt cx="7895" cy="2727"/>
          </a:xfrm>
        </p:grpSpPr>
        <p:grpSp>
          <p:nvGrpSpPr>
            <p:cNvPr id="235" name="组合 234"/>
            <p:cNvGrpSpPr/>
            <p:nvPr/>
          </p:nvGrpSpPr>
          <p:grpSpPr>
            <a:xfrm>
              <a:off x="10503" y="1934"/>
              <a:ext cx="7895" cy="1259"/>
              <a:chOff x="10503" y="1934"/>
              <a:chExt cx="7895" cy="1259"/>
            </a:xfrm>
          </p:grpSpPr>
          <p:sp>
            <p:nvSpPr>
              <p:cNvPr id="236" name="文本框 81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0503" y="2508"/>
                <a:ext cx="7895" cy="6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70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关键词：竞品优惠策略、客户流失风险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​</a:t>
                </a:r>
                <a:endPara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  <a:p>
                <a:pPr marL="0" marR="0" lvl="0" indent="0" algn="r" defTabSz="914400" rtl="0" eaLnBrk="1" fontAlgn="auto" latinLnBrk="0" hangingPunct="1">
                  <a:lnSpc>
                    <a:spcPct val="70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依据：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“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首单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8 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折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+ 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免费运维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”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，抢占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15% 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潜在客户（如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B/C 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企业）</a:t>
                </a: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</p:txBody>
          </p:sp>
          <p:sp>
            <p:nvSpPr>
              <p:cNvPr id="237" name="圆角矩形 236"/>
              <p:cNvSpPr/>
              <p:nvPr>
                <p:custDataLst>
                  <p:tags r:id="rId12"/>
                </p:custDataLst>
              </p:nvPr>
            </p:nvSpPr>
            <p:spPr>
              <a:xfrm>
                <a:off x="15161" y="1934"/>
                <a:ext cx="3237" cy="476"/>
              </a:xfrm>
              <a:prstGeom prst="roundRect">
                <a:avLst>
                  <a:gd name="adj" fmla="val 26890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  <a:sym typeface="+mn-ea"/>
                  </a:rPr>
                  <a:t>行业竞争加剧（竞品抢客）</a:t>
                </a:r>
                <a:endPara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endParaRPr>
              </a:p>
            </p:txBody>
          </p:sp>
        </p:grpSp>
        <p:sp>
          <p:nvSpPr>
            <p:cNvPr id="238" name="文本框 81"/>
            <p:cNvSpPr txBox="1"/>
            <p:nvPr>
              <p:custDataLst>
                <p:tags r:id="rId13"/>
              </p:custDataLst>
            </p:nvPr>
          </p:nvSpPr>
          <p:spPr>
            <a:xfrm>
              <a:off x="11613" y="3976"/>
              <a:ext cx="6785" cy="6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关键词：供应链延迟、单一供应商依赖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依据：服务器供应商因上游芯片短缺延期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12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天，致项目滞后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5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天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239" name="圆角矩形 238"/>
            <p:cNvSpPr/>
            <p:nvPr>
              <p:custDataLst>
                <p:tags r:id="rId14"/>
              </p:custDataLst>
            </p:nvPr>
          </p:nvSpPr>
          <p:spPr>
            <a:xfrm>
              <a:off x="15677" y="3402"/>
              <a:ext cx="2721" cy="476"/>
            </a:xfrm>
            <a:prstGeom prst="roundRect">
              <a:avLst>
                <a:gd name="adj" fmla="val 24369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rPr>
                <a:t>外部供应链不稳定</a:t>
              </a:r>
              <a:endPara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endParaRPr>
            </a:p>
          </p:txBody>
        </p:sp>
      </p:grpSp>
      <p:sp>
        <p:nvSpPr>
          <p:cNvPr id="240" name="文本框 239"/>
          <p:cNvSpPr txBox="1"/>
          <p:nvPr/>
        </p:nvSpPr>
        <p:spPr>
          <a:xfrm>
            <a:off x="8532495" y="5924550"/>
            <a:ext cx="326199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外部风险与挑战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—— 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威胁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241" name="文本框 240"/>
          <p:cNvSpPr txBox="1"/>
          <p:nvPr/>
        </p:nvSpPr>
        <p:spPr>
          <a:xfrm>
            <a:off x="508635" y="5924550"/>
            <a:ext cx="326199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机会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—— 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可拓展空间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grpSp>
        <p:nvGrpSpPr>
          <p:cNvPr id="242" name="组合 241"/>
          <p:cNvGrpSpPr/>
          <p:nvPr>
            <p:custDataLst>
              <p:tags r:id="rId15"/>
            </p:custDataLst>
          </p:nvPr>
        </p:nvGrpSpPr>
        <p:grpSpPr>
          <a:xfrm>
            <a:off x="508635" y="3983355"/>
            <a:ext cx="5013325" cy="799465"/>
            <a:chOff x="801" y="1751"/>
            <a:chExt cx="7895" cy="1259"/>
          </a:xfrm>
        </p:grpSpPr>
        <p:sp>
          <p:nvSpPr>
            <p:cNvPr id="243" name="文本框 81"/>
            <p:cNvSpPr txBox="1"/>
            <p:nvPr>
              <p:custDataLst>
                <p:tags r:id="rId16"/>
              </p:custDataLst>
            </p:nvPr>
          </p:nvSpPr>
          <p:spPr>
            <a:xfrm>
              <a:off x="801" y="2325"/>
              <a:ext cx="7895" cy="6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关键词：新业务、增长策略复用、短视频流量红利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依据：现有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“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短视频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+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裂变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”“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项目管理模式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可快速适配新业务，降低试错成本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244" name="圆角矩形 243"/>
            <p:cNvSpPr/>
            <p:nvPr>
              <p:custDataLst>
                <p:tags r:id="rId17"/>
              </p:custDataLst>
            </p:nvPr>
          </p:nvSpPr>
          <p:spPr>
            <a:xfrm>
              <a:off x="801" y="1751"/>
              <a:ext cx="3705" cy="476"/>
            </a:xfrm>
            <a:prstGeom prst="roundRect">
              <a:avLst>
                <a:gd name="adj" fmla="val 2689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rPr>
                <a:t>新业务冷启动（复用成熟策略）</a:t>
              </a:r>
              <a:endPara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endParaRPr>
            </a:p>
          </p:txBody>
        </p:sp>
      </p:grpSp>
      <p:grpSp>
        <p:nvGrpSpPr>
          <p:cNvPr id="245" name="组合 244"/>
          <p:cNvGrpSpPr/>
          <p:nvPr>
            <p:custDataLst>
              <p:tags r:id="rId18"/>
            </p:custDataLst>
          </p:nvPr>
        </p:nvGrpSpPr>
        <p:grpSpPr>
          <a:xfrm>
            <a:off x="508635" y="4915535"/>
            <a:ext cx="4723130" cy="799465"/>
            <a:chOff x="801" y="1751"/>
            <a:chExt cx="7438" cy="1259"/>
          </a:xfrm>
        </p:grpSpPr>
        <p:sp>
          <p:nvSpPr>
            <p:cNvPr id="246" name="文本框 81"/>
            <p:cNvSpPr txBox="1"/>
            <p:nvPr>
              <p:custDataLst>
                <p:tags r:id="rId19"/>
              </p:custDataLst>
            </p:nvPr>
          </p:nvSpPr>
          <p:spPr>
            <a:xfrm>
              <a:off x="801" y="2325"/>
              <a:ext cx="7438" cy="6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关键词：客户定制项目、满意度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92%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、需求增量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依据：定制项目获感谢信，合作意向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120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万，跨部门协作机制适配定制需求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247" name="圆角矩形 246"/>
            <p:cNvSpPr/>
            <p:nvPr>
              <p:custDataLst>
                <p:tags r:id="rId20"/>
              </p:custDataLst>
            </p:nvPr>
          </p:nvSpPr>
          <p:spPr>
            <a:xfrm>
              <a:off x="801" y="1751"/>
              <a:ext cx="2891" cy="476"/>
            </a:xfrm>
            <a:prstGeom prst="roundRect">
              <a:avLst>
                <a:gd name="adj" fmla="val 24369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rPr>
                <a:t>客户定制需求扩容</a:t>
              </a:r>
              <a:endPara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endParaRPr>
            </a:p>
          </p:txBody>
        </p:sp>
      </p:grpSp>
    </p:spTree>
    <p:custDataLst>
      <p:tags r:id="rId21"/>
    </p:custData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组合 46"/>
          <p:cNvGrpSpPr/>
          <p:nvPr>
            <p:custDataLst>
              <p:tags r:id="rId1"/>
            </p:custDataLst>
          </p:nvPr>
        </p:nvGrpSpPr>
        <p:grpSpPr>
          <a:xfrm>
            <a:off x="355600" y="1427163"/>
            <a:ext cx="2719070" cy="3839845"/>
            <a:chOff x="644" y="1893"/>
            <a:chExt cx="4282" cy="6047"/>
          </a:xfrm>
        </p:grpSpPr>
        <p:sp>
          <p:nvSpPr>
            <p:cNvPr id="15" name="任意形状 14"/>
            <p:cNvSpPr/>
            <p:nvPr>
              <p:custDataLst>
                <p:tags r:id="rId2"/>
              </p:custDataLst>
            </p:nvPr>
          </p:nvSpPr>
          <p:spPr>
            <a:xfrm>
              <a:off x="644" y="2734"/>
              <a:ext cx="4282" cy="5207"/>
            </a:xfrm>
            <a:custGeom>
              <a:avLst/>
              <a:gdLst>
                <a:gd name="connsiteX0" fmla="*/ 0 w 2719070"/>
                <a:gd name="connsiteY0" fmla="*/ 0 h 3011170"/>
                <a:gd name="connsiteX1" fmla="*/ 2719070 w 2719070"/>
                <a:gd name="connsiteY1" fmla="*/ 0 h 3011170"/>
                <a:gd name="connsiteX2" fmla="*/ 2719070 w 2719070"/>
                <a:gd name="connsiteY2" fmla="*/ 3011170 h 3011170"/>
                <a:gd name="connsiteX3" fmla="*/ 0 w 2719070"/>
                <a:gd name="connsiteY3" fmla="*/ 3011170 h 301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9070" h="3011170">
                  <a:moveTo>
                    <a:pt x="0" y="0"/>
                  </a:moveTo>
                  <a:lnTo>
                    <a:pt x="2719070" y="0"/>
                  </a:lnTo>
                  <a:lnTo>
                    <a:pt x="2719070" y="3011170"/>
                  </a:lnTo>
                  <a:lnTo>
                    <a:pt x="0" y="3011170"/>
                  </a:lnTo>
                  <a:close/>
                </a:path>
              </a:pathLst>
            </a:custGeom>
            <a:solidFill>
              <a:schemeClr val="bg2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9" name="任意形状 18"/>
            <p:cNvSpPr/>
            <p:nvPr>
              <p:custDataLst>
                <p:tags r:id="rId3"/>
              </p:custDataLst>
            </p:nvPr>
          </p:nvSpPr>
          <p:spPr>
            <a:xfrm>
              <a:off x="644" y="7043"/>
              <a:ext cx="4282" cy="643"/>
            </a:xfrm>
            <a:custGeom>
              <a:avLst/>
              <a:gdLst>
                <a:gd name="connsiteX0" fmla="*/ 0 w 2719070"/>
                <a:gd name="connsiteY0" fmla="*/ 0 h 113029"/>
                <a:gd name="connsiteX1" fmla="*/ 2719070 w 2719070"/>
                <a:gd name="connsiteY1" fmla="*/ 0 h 113029"/>
                <a:gd name="connsiteX2" fmla="*/ 2719070 w 2719070"/>
                <a:gd name="connsiteY2" fmla="*/ 113030 h 113029"/>
                <a:gd name="connsiteX3" fmla="*/ 0 w 2719070"/>
                <a:gd name="connsiteY3" fmla="*/ 113030 h 113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9070" h="113029">
                  <a:moveTo>
                    <a:pt x="0" y="0"/>
                  </a:moveTo>
                  <a:lnTo>
                    <a:pt x="2719070" y="0"/>
                  </a:lnTo>
                  <a:lnTo>
                    <a:pt x="2719070" y="113030"/>
                  </a:lnTo>
                  <a:lnTo>
                    <a:pt x="0" y="11303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核心能力与成果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cxnSp>
          <p:nvCxnSpPr>
            <p:cNvPr id="4" name="直线连接符 1"/>
            <p:cNvCxnSpPr/>
            <p:nvPr>
              <p:custDataLst>
                <p:tags r:id="rId4"/>
              </p:custDataLst>
            </p:nvPr>
          </p:nvCxnSpPr>
          <p:spPr>
            <a:xfrm>
              <a:off x="937" y="3043"/>
              <a:ext cx="0" cy="3863"/>
            </a:xfrm>
            <a:prstGeom prst="line">
              <a:avLst/>
            </a:prstGeom>
            <a:ln w="1587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81"/>
            <p:cNvSpPr txBox="1"/>
            <p:nvPr>
              <p:custDataLst>
                <p:tags r:id="rId5"/>
              </p:custDataLst>
            </p:nvPr>
          </p:nvSpPr>
          <p:spPr>
            <a:xfrm>
              <a:off x="1024" y="3022"/>
              <a:ext cx="3647" cy="40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关键词：需求前置调研、全周期风险预案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依据：采用该模式项目延期率仅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8%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（低于全年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15%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），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V3.0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版本顺利上线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关键词：跨部门角色前置、需求返工率低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依据：跨部门需求返工率从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12%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降至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3%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，客户定制项目满意度达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92%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849" y="3207"/>
              <a:ext cx="176" cy="176"/>
              <a:chOff x="670560" y="2859966"/>
              <a:chExt cx="143167" cy="143167"/>
            </a:xfrm>
          </p:grpSpPr>
          <p:sp>
            <p:nvSpPr>
              <p:cNvPr id="7" name="椭圆 6"/>
              <p:cNvSpPr/>
              <p:nvPr>
                <p:custDataLst>
                  <p:tags r:id="rId6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9" name="椭圆 8"/>
              <p:cNvSpPr/>
              <p:nvPr>
                <p:custDataLst>
                  <p:tags r:id="rId7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849" y="4159"/>
              <a:ext cx="176" cy="176"/>
              <a:chOff x="670560" y="2859966"/>
              <a:chExt cx="143167" cy="143167"/>
            </a:xfrm>
          </p:grpSpPr>
          <p:sp>
            <p:nvSpPr>
              <p:cNvPr id="26" name="椭圆 25"/>
              <p:cNvSpPr/>
              <p:nvPr>
                <p:custDataLst>
                  <p:tags r:id="rId8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27" name="椭圆 26"/>
              <p:cNvSpPr/>
              <p:nvPr>
                <p:custDataLst>
                  <p:tags r:id="rId9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29" name="组合 28"/>
            <p:cNvGrpSpPr/>
            <p:nvPr/>
          </p:nvGrpSpPr>
          <p:grpSpPr>
            <a:xfrm>
              <a:off x="849" y="6366"/>
              <a:ext cx="176" cy="176"/>
              <a:chOff x="670560" y="2859966"/>
              <a:chExt cx="143167" cy="143167"/>
            </a:xfrm>
          </p:grpSpPr>
          <p:sp>
            <p:nvSpPr>
              <p:cNvPr id="30" name="椭圆 29"/>
              <p:cNvSpPr/>
              <p:nvPr>
                <p:custDataLst>
                  <p:tags r:id="rId10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31" name="椭圆 30"/>
              <p:cNvSpPr/>
              <p:nvPr>
                <p:custDataLst>
                  <p:tags r:id="rId11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849" y="5435"/>
              <a:ext cx="176" cy="176"/>
              <a:chOff x="670560" y="2859966"/>
              <a:chExt cx="143167" cy="143167"/>
            </a:xfrm>
          </p:grpSpPr>
          <p:sp>
            <p:nvSpPr>
              <p:cNvPr id="12" name="椭圆 11"/>
              <p:cNvSpPr/>
              <p:nvPr>
                <p:custDataLst>
                  <p:tags r:id="rId12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13" name="椭圆 12"/>
              <p:cNvSpPr/>
              <p:nvPr>
                <p:custDataLst>
                  <p:tags r:id="rId13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sp>
          <p:nvSpPr>
            <p:cNvPr id="14" name="矩形 13"/>
            <p:cNvSpPr/>
            <p:nvPr>
              <p:custDataLst>
                <p:tags r:id="rId14"/>
              </p:custDataLst>
            </p:nvPr>
          </p:nvSpPr>
          <p:spPr>
            <a:xfrm>
              <a:off x="644" y="1893"/>
              <a:ext cx="4282" cy="8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6" name="文本框 15"/>
            <p:cNvSpPr txBox="1"/>
            <p:nvPr>
              <p:custDataLst>
                <p:tags r:id="rId15"/>
              </p:custDataLst>
            </p:nvPr>
          </p:nvSpPr>
          <p:spPr>
            <a:xfrm>
              <a:off x="730" y="2009"/>
              <a:ext cx="4111" cy="608"/>
            </a:xfrm>
            <a:prstGeom prst="rect">
              <a:avLst/>
            </a:prstGeom>
            <a:noFill/>
          </p:spPr>
          <p:txBody>
            <a:bodyPr wrap="none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lt"/>
                </a:rPr>
                <a:t>STRENGTHS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lt"/>
              </a:endParaRPr>
            </a:p>
          </p:txBody>
        </p:sp>
      </p:grpSp>
      <p:grpSp>
        <p:nvGrpSpPr>
          <p:cNvPr id="48" name="组合 47"/>
          <p:cNvGrpSpPr/>
          <p:nvPr>
            <p:custDataLst>
              <p:tags r:id="rId16"/>
            </p:custDataLst>
          </p:nvPr>
        </p:nvGrpSpPr>
        <p:grpSpPr>
          <a:xfrm>
            <a:off x="3308985" y="1427163"/>
            <a:ext cx="2719070" cy="3840480"/>
            <a:chOff x="644" y="1893"/>
            <a:chExt cx="4282" cy="6048"/>
          </a:xfrm>
        </p:grpSpPr>
        <p:sp>
          <p:nvSpPr>
            <p:cNvPr id="49" name="任意形状 14"/>
            <p:cNvSpPr/>
            <p:nvPr>
              <p:custDataLst>
                <p:tags r:id="rId17"/>
              </p:custDataLst>
            </p:nvPr>
          </p:nvSpPr>
          <p:spPr>
            <a:xfrm>
              <a:off x="644" y="2734"/>
              <a:ext cx="4282" cy="5207"/>
            </a:xfrm>
            <a:custGeom>
              <a:avLst/>
              <a:gdLst>
                <a:gd name="connsiteX0" fmla="*/ 0 w 2719070"/>
                <a:gd name="connsiteY0" fmla="*/ 0 h 3011170"/>
                <a:gd name="connsiteX1" fmla="*/ 2719070 w 2719070"/>
                <a:gd name="connsiteY1" fmla="*/ 0 h 3011170"/>
                <a:gd name="connsiteX2" fmla="*/ 2719070 w 2719070"/>
                <a:gd name="connsiteY2" fmla="*/ 3011170 h 3011170"/>
                <a:gd name="connsiteX3" fmla="*/ 0 w 2719070"/>
                <a:gd name="connsiteY3" fmla="*/ 3011170 h 301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9070" h="3011170">
                  <a:moveTo>
                    <a:pt x="0" y="0"/>
                  </a:moveTo>
                  <a:lnTo>
                    <a:pt x="2719070" y="0"/>
                  </a:lnTo>
                  <a:lnTo>
                    <a:pt x="2719070" y="3011170"/>
                  </a:lnTo>
                  <a:lnTo>
                    <a:pt x="0" y="3011170"/>
                  </a:lnTo>
                  <a:close/>
                </a:path>
              </a:pathLst>
            </a:custGeom>
            <a:solidFill>
              <a:schemeClr val="bg2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50" name="任意形状 18"/>
            <p:cNvSpPr/>
            <p:nvPr>
              <p:custDataLst>
                <p:tags r:id="rId18"/>
              </p:custDataLst>
            </p:nvPr>
          </p:nvSpPr>
          <p:spPr>
            <a:xfrm>
              <a:off x="644" y="7043"/>
              <a:ext cx="4282" cy="643"/>
            </a:xfrm>
            <a:custGeom>
              <a:avLst/>
              <a:gdLst>
                <a:gd name="connsiteX0" fmla="*/ 0 w 2719070"/>
                <a:gd name="connsiteY0" fmla="*/ 0 h 113029"/>
                <a:gd name="connsiteX1" fmla="*/ 2719070 w 2719070"/>
                <a:gd name="connsiteY1" fmla="*/ 0 h 113029"/>
                <a:gd name="connsiteX2" fmla="*/ 2719070 w 2719070"/>
                <a:gd name="connsiteY2" fmla="*/ 113030 h 113029"/>
                <a:gd name="connsiteX3" fmla="*/ 0 w 2719070"/>
                <a:gd name="connsiteY3" fmla="*/ 113030 h 113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9070" h="113029">
                  <a:moveTo>
                    <a:pt x="0" y="0"/>
                  </a:moveTo>
                  <a:lnTo>
                    <a:pt x="2719070" y="0"/>
                  </a:lnTo>
                  <a:lnTo>
                    <a:pt x="2719070" y="113030"/>
                  </a:lnTo>
                  <a:lnTo>
                    <a:pt x="0" y="11303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待改进短板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cxnSp>
          <p:nvCxnSpPr>
            <p:cNvPr id="57" name="直线连接符 1"/>
            <p:cNvCxnSpPr/>
            <p:nvPr>
              <p:custDataLst>
                <p:tags r:id="rId19"/>
              </p:custDataLst>
            </p:nvPr>
          </p:nvCxnSpPr>
          <p:spPr>
            <a:xfrm>
              <a:off x="937" y="3043"/>
              <a:ext cx="0" cy="3863"/>
            </a:xfrm>
            <a:prstGeom prst="line">
              <a:avLst/>
            </a:prstGeom>
            <a:ln w="1587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文本框 81"/>
            <p:cNvSpPr txBox="1"/>
            <p:nvPr>
              <p:custDataLst>
                <p:tags r:id="rId20"/>
              </p:custDataLst>
            </p:nvPr>
          </p:nvSpPr>
          <p:spPr>
            <a:xfrm>
              <a:off x="1024" y="3022"/>
              <a:ext cx="3647" cy="40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关键词：项目延期率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15%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、需求变更频繁、资源调配滞后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依据：目标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30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家实际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22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家，仅依赖线上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+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老客推荐，错失线下传统行业客户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关键词：数据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-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决策联动弱、经验判断为主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依据：未用用户行为数据指导决策，部分功能（智能推荐）使用率仅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8%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grpSp>
          <p:nvGrpSpPr>
            <p:cNvPr id="59" name="组合 58"/>
            <p:cNvGrpSpPr/>
            <p:nvPr/>
          </p:nvGrpSpPr>
          <p:grpSpPr>
            <a:xfrm>
              <a:off x="849" y="3207"/>
              <a:ext cx="176" cy="176"/>
              <a:chOff x="670560" y="2859966"/>
              <a:chExt cx="143167" cy="143167"/>
            </a:xfrm>
          </p:grpSpPr>
          <p:sp>
            <p:nvSpPr>
              <p:cNvPr id="60" name="椭圆 59"/>
              <p:cNvSpPr/>
              <p:nvPr>
                <p:custDataLst>
                  <p:tags r:id="rId21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61" name="椭圆 60"/>
              <p:cNvSpPr/>
              <p:nvPr>
                <p:custDataLst>
                  <p:tags r:id="rId22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62" name="组合 61"/>
            <p:cNvGrpSpPr/>
            <p:nvPr/>
          </p:nvGrpSpPr>
          <p:grpSpPr>
            <a:xfrm>
              <a:off x="849" y="4159"/>
              <a:ext cx="176" cy="176"/>
              <a:chOff x="670560" y="2859966"/>
              <a:chExt cx="143167" cy="143167"/>
            </a:xfrm>
          </p:grpSpPr>
          <p:sp>
            <p:nvSpPr>
              <p:cNvPr id="63" name="椭圆 62"/>
              <p:cNvSpPr/>
              <p:nvPr>
                <p:custDataLst>
                  <p:tags r:id="rId23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65" name="椭圆 64"/>
              <p:cNvSpPr/>
              <p:nvPr>
                <p:custDataLst>
                  <p:tags r:id="rId24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66" name="组合 65"/>
            <p:cNvGrpSpPr/>
            <p:nvPr/>
          </p:nvGrpSpPr>
          <p:grpSpPr>
            <a:xfrm>
              <a:off x="849" y="6366"/>
              <a:ext cx="176" cy="176"/>
              <a:chOff x="670560" y="2859966"/>
              <a:chExt cx="143167" cy="143167"/>
            </a:xfrm>
          </p:grpSpPr>
          <p:sp>
            <p:nvSpPr>
              <p:cNvPr id="70" name="椭圆 69"/>
              <p:cNvSpPr/>
              <p:nvPr>
                <p:custDataLst>
                  <p:tags r:id="rId25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71" name="椭圆 70"/>
              <p:cNvSpPr/>
              <p:nvPr>
                <p:custDataLst>
                  <p:tags r:id="rId26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72" name="组合 71"/>
            <p:cNvGrpSpPr/>
            <p:nvPr/>
          </p:nvGrpSpPr>
          <p:grpSpPr>
            <a:xfrm>
              <a:off x="849" y="5435"/>
              <a:ext cx="176" cy="176"/>
              <a:chOff x="670560" y="2859966"/>
              <a:chExt cx="143167" cy="143167"/>
            </a:xfrm>
          </p:grpSpPr>
          <p:sp>
            <p:nvSpPr>
              <p:cNvPr id="73" name="椭圆 72"/>
              <p:cNvSpPr/>
              <p:nvPr>
                <p:custDataLst>
                  <p:tags r:id="rId27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74" name="椭圆 73"/>
              <p:cNvSpPr/>
              <p:nvPr>
                <p:custDataLst>
                  <p:tags r:id="rId28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sp>
          <p:nvSpPr>
            <p:cNvPr id="75" name="矩形 74"/>
            <p:cNvSpPr/>
            <p:nvPr>
              <p:custDataLst>
                <p:tags r:id="rId29"/>
              </p:custDataLst>
            </p:nvPr>
          </p:nvSpPr>
          <p:spPr>
            <a:xfrm>
              <a:off x="644" y="1893"/>
              <a:ext cx="4282" cy="8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76" name="文本框 75"/>
            <p:cNvSpPr txBox="1"/>
            <p:nvPr>
              <p:custDataLst>
                <p:tags r:id="rId30"/>
              </p:custDataLst>
            </p:nvPr>
          </p:nvSpPr>
          <p:spPr>
            <a:xfrm>
              <a:off x="730" y="2009"/>
              <a:ext cx="4111" cy="608"/>
            </a:xfrm>
            <a:prstGeom prst="rect">
              <a:avLst/>
            </a:prstGeom>
            <a:noFill/>
          </p:spPr>
          <p:txBody>
            <a:bodyPr wrap="none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lt"/>
                </a:rPr>
                <a:t>WEAKNESSES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lt"/>
              </a:endParaRPr>
            </a:p>
          </p:txBody>
        </p:sp>
      </p:grpSp>
      <p:grpSp>
        <p:nvGrpSpPr>
          <p:cNvPr id="77" name="组合 76"/>
          <p:cNvGrpSpPr/>
          <p:nvPr>
            <p:custDataLst>
              <p:tags r:id="rId31"/>
            </p:custDataLst>
          </p:nvPr>
        </p:nvGrpSpPr>
        <p:grpSpPr>
          <a:xfrm>
            <a:off x="6262370" y="1427163"/>
            <a:ext cx="2719070" cy="3840480"/>
            <a:chOff x="644" y="1893"/>
            <a:chExt cx="4282" cy="6048"/>
          </a:xfrm>
        </p:grpSpPr>
        <p:sp>
          <p:nvSpPr>
            <p:cNvPr id="78" name="任意形状 14"/>
            <p:cNvSpPr/>
            <p:nvPr>
              <p:custDataLst>
                <p:tags r:id="rId32"/>
              </p:custDataLst>
            </p:nvPr>
          </p:nvSpPr>
          <p:spPr>
            <a:xfrm>
              <a:off x="644" y="2734"/>
              <a:ext cx="4282" cy="5207"/>
            </a:xfrm>
            <a:custGeom>
              <a:avLst/>
              <a:gdLst>
                <a:gd name="connsiteX0" fmla="*/ 0 w 2719070"/>
                <a:gd name="connsiteY0" fmla="*/ 0 h 3011170"/>
                <a:gd name="connsiteX1" fmla="*/ 2719070 w 2719070"/>
                <a:gd name="connsiteY1" fmla="*/ 0 h 3011170"/>
                <a:gd name="connsiteX2" fmla="*/ 2719070 w 2719070"/>
                <a:gd name="connsiteY2" fmla="*/ 3011170 h 3011170"/>
                <a:gd name="connsiteX3" fmla="*/ 0 w 2719070"/>
                <a:gd name="connsiteY3" fmla="*/ 3011170 h 301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9070" h="3011170">
                  <a:moveTo>
                    <a:pt x="0" y="0"/>
                  </a:moveTo>
                  <a:lnTo>
                    <a:pt x="2719070" y="0"/>
                  </a:lnTo>
                  <a:lnTo>
                    <a:pt x="2719070" y="3011170"/>
                  </a:lnTo>
                  <a:lnTo>
                    <a:pt x="0" y="3011170"/>
                  </a:lnTo>
                  <a:close/>
                </a:path>
              </a:pathLst>
            </a:custGeom>
            <a:solidFill>
              <a:schemeClr val="bg2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79" name="任意形状 18"/>
            <p:cNvSpPr/>
            <p:nvPr>
              <p:custDataLst>
                <p:tags r:id="rId33"/>
              </p:custDataLst>
            </p:nvPr>
          </p:nvSpPr>
          <p:spPr>
            <a:xfrm>
              <a:off x="644" y="7043"/>
              <a:ext cx="4282" cy="643"/>
            </a:xfrm>
            <a:custGeom>
              <a:avLst/>
              <a:gdLst>
                <a:gd name="connsiteX0" fmla="*/ 0 w 2719070"/>
                <a:gd name="connsiteY0" fmla="*/ 0 h 113029"/>
                <a:gd name="connsiteX1" fmla="*/ 2719070 w 2719070"/>
                <a:gd name="connsiteY1" fmla="*/ 0 h 113029"/>
                <a:gd name="connsiteX2" fmla="*/ 2719070 w 2719070"/>
                <a:gd name="connsiteY2" fmla="*/ 113030 h 113029"/>
                <a:gd name="connsiteX3" fmla="*/ 0 w 2719070"/>
                <a:gd name="connsiteY3" fmla="*/ 113030 h 113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9070" h="113029">
                  <a:moveTo>
                    <a:pt x="0" y="0"/>
                  </a:moveTo>
                  <a:lnTo>
                    <a:pt x="2719070" y="0"/>
                  </a:lnTo>
                  <a:lnTo>
                    <a:pt x="2719070" y="113030"/>
                  </a:lnTo>
                  <a:lnTo>
                    <a:pt x="0" y="11303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可拓展空间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cxnSp>
          <p:nvCxnSpPr>
            <p:cNvPr id="82" name="直线连接符 1"/>
            <p:cNvCxnSpPr/>
            <p:nvPr>
              <p:custDataLst>
                <p:tags r:id="rId34"/>
              </p:custDataLst>
            </p:nvPr>
          </p:nvCxnSpPr>
          <p:spPr>
            <a:xfrm>
              <a:off x="937" y="3043"/>
              <a:ext cx="0" cy="3863"/>
            </a:xfrm>
            <a:prstGeom prst="line">
              <a:avLst/>
            </a:prstGeom>
            <a:ln w="1587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文本框 81"/>
            <p:cNvSpPr txBox="1"/>
            <p:nvPr>
              <p:custDataLst>
                <p:tags r:id="rId35"/>
              </p:custDataLst>
            </p:nvPr>
          </p:nvSpPr>
          <p:spPr>
            <a:xfrm>
              <a:off x="1024" y="3022"/>
              <a:ext cx="3647" cy="40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关键词：新业务、增长策略复用、短视频流量红利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依据：现有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“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短视频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+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裂变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”“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项目管理模式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可快速适配新业务，降低试错成本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关键词：客户定制项目、满意度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92%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、需求增量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依据：后续合作意向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120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万，跨部门协作机制适配定制需求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grpSp>
          <p:nvGrpSpPr>
            <p:cNvPr id="84" name="组合 83"/>
            <p:cNvGrpSpPr/>
            <p:nvPr/>
          </p:nvGrpSpPr>
          <p:grpSpPr>
            <a:xfrm>
              <a:off x="849" y="3207"/>
              <a:ext cx="176" cy="176"/>
              <a:chOff x="670560" y="2859966"/>
              <a:chExt cx="143167" cy="143167"/>
            </a:xfrm>
          </p:grpSpPr>
          <p:sp>
            <p:nvSpPr>
              <p:cNvPr id="85" name="椭圆 84"/>
              <p:cNvSpPr/>
              <p:nvPr>
                <p:custDataLst>
                  <p:tags r:id="rId36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86" name="椭圆 85"/>
              <p:cNvSpPr/>
              <p:nvPr>
                <p:custDataLst>
                  <p:tags r:id="rId37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87" name="组合 86"/>
            <p:cNvGrpSpPr/>
            <p:nvPr/>
          </p:nvGrpSpPr>
          <p:grpSpPr>
            <a:xfrm>
              <a:off x="849" y="4159"/>
              <a:ext cx="176" cy="176"/>
              <a:chOff x="670560" y="2859966"/>
              <a:chExt cx="143167" cy="143167"/>
            </a:xfrm>
          </p:grpSpPr>
          <p:sp>
            <p:nvSpPr>
              <p:cNvPr id="88" name="椭圆 87"/>
              <p:cNvSpPr/>
              <p:nvPr>
                <p:custDataLst>
                  <p:tags r:id="rId38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89" name="椭圆 88"/>
              <p:cNvSpPr/>
              <p:nvPr>
                <p:custDataLst>
                  <p:tags r:id="rId39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90" name="组合 89"/>
            <p:cNvGrpSpPr/>
            <p:nvPr/>
          </p:nvGrpSpPr>
          <p:grpSpPr>
            <a:xfrm>
              <a:off x="849" y="6366"/>
              <a:ext cx="176" cy="176"/>
              <a:chOff x="670560" y="2859966"/>
              <a:chExt cx="143167" cy="143167"/>
            </a:xfrm>
          </p:grpSpPr>
          <p:sp>
            <p:nvSpPr>
              <p:cNvPr id="91" name="椭圆 90"/>
              <p:cNvSpPr/>
              <p:nvPr>
                <p:custDataLst>
                  <p:tags r:id="rId40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92" name="椭圆 91"/>
              <p:cNvSpPr/>
              <p:nvPr>
                <p:custDataLst>
                  <p:tags r:id="rId41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93" name="组合 92"/>
            <p:cNvGrpSpPr/>
            <p:nvPr/>
          </p:nvGrpSpPr>
          <p:grpSpPr>
            <a:xfrm>
              <a:off x="849" y="5435"/>
              <a:ext cx="176" cy="176"/>
              <a:chOff x="670560" y="2859966"/>
              <a:chExt cx="143167" cy="143167"/>
            </a:xfrm>
          </p:grpSpPr>
          <p:sp>
            <p:nvSpPr>
              <p:cNvPr id="94" name="椭圆 93"/>
              <p:cNvSpPr/>
              <p:nvPr>
                <p:custDataLst>
                  <p:tags r:id="rId42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95" name="椭圆 94"/>
              <p:cNvSpPr/>
              <p:nvPr>
                <p:custDataLst>
                  <p:tags r:id="rId43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sp>
          <p:nvSpPr>
            <p:cNvPr id="96" name="矩形 95"/>
            <p:cNvSpPr/>
            <p:nvPr>
              <p:custDataLst>
                <p:tags r:id="rId44"/>
              </p:custDataLst>
            </p:nvPr>
          </p:nvSpPr>
          <p:spPr>
            <a:xfrm>
              <a:off x="644" y="1893"/>
              <a:ext cx="4282" cy="8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97" name="文本框 96"/>
            <p:cNvSpPr txBox="1"/>
            <p:nvPr>
              <p:custDataLst>
                <p:tags r:id="rId45"/>
              </p:custDataLst>
            </p:nvPr>
          </p:nvSpPr>
          <p:spPr>
            <a:xfrm>
              <a:off x="730" y="2009"/>
              <a:ext cx="4111" cy="608"/>
            </a:xfrm>
            <a:prstGeom prst="rect">
              <a:avLst/>
            </a:prstGeom>
            <a:noFill/>
          </p:spPr>
          <p:txBody>
            <a:bodyPr wrap="none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lt"/>
                </a:rPr>
                <a:t>OPPORTUNITIES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lt"/>
              </a:endParaRPr>
            </a:p>
          </p:txBody>
        </p:sp>
      </p:grpSp>
      <p:grpSp>
        <p:nvGrpSpPr>
          <p:cNvPr id="98" name="组合 97"/>
          <p:cNvGrpSpPr/>
          <p:nvPr>
            <p:custDataLst>
              <p:tags r:id="rId46"/>
            </p:custDataLst>
          </p:nvPr>
        </p:nvGrpSpPr>
        <p:grpSpPr>
          <a:xfrm>
            <a:off x="9215755" y="1427163"/>
            <a:ext cx="2719070" cy="3840480"/>
            <a:chOff x="644" y="1893"/>
            <a:chExt cx="4282" cy="6048"/>
          </a:xfrm>
        </p:grpSpPr>
        <p:sp>
          <p:nvSpPr>
            <p:cNvPr id="99" name="任意形状 14"/>
            <p:cNvSpPr/>
            <p:nvPr>
              <p:custDataLst>
                <p:tags r:id="rId47"/>
              </p:custDataLst>
            </p:nvPr>
          </p:nvSpPr>
          <p:spPr>
            <a:xfrm>
              <a:off x="644" y="2734"/>
              <a:ext cx="4282" cy="5207"/>
            </a:xfrm>
            <a:custGeom>
              <a:avLst/>
              <a:gdLst>
                <a:gd name="connsiteX0" fmla="*/ 0 w 2719070"/>
                <a:gd name="connsiteY0" fmla="*/ 0 h 3011170"/>
                <a:gd name="connsiteX1" fmla="*/ 2719070 w 2719070"/>
                <a:gd name="connsiteY1" fmla="*/ 0 h 3011170"/>
                <a:gd name="connsiteX2" fmla="*/ 2719070 w 2719070"/>
                <a:gd name="connsiteY2" fmla="*/ 3011170 h 3011170"/>
                <a:gd name="connsiteX3" fmla="*/ 0 w 2719070"/>
                <a:gd name="connsiteY3" fmla="*/ 3011170 h 301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9070" h="3011170">
                  <a:moveTo>
                    <a:pt x="0" y="0"/>
                  </a:moveTo>
                  <a:lnTo>
                    <a:pt x="2719070" y="0"/>
                  </a:lnTo>
                  <a:lnTo>
                    <a:pt x="2719070" y="3011170"/>
                  </a:lnTo>
                  <a:lnTo>
                    <a:pt x="0" y="3011170"/>
                  </a:lnTo>
                  <a:close/>
                </a:path>
              </a:pathLst>
            </a:custGeom>
            <a:solidFill>
              <a:schemeClr val="bg2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00" name="任意形状 18"/>
            <p:cNvSpPr/>
            <p:nvPr>
              <p:custDataLst>
                <p:tags r:id="rId48"/>
              </p:custDataLst>
            </p:nvPr>
          </p:nvSpPr>
          <p:spPr>
            <a:xfrm>
              <a:off x="644" y="7043"/>
              <a:ext cx="4282" cy="643"/>
            </a:xfrm>
            <a:custGeom>
              <a:avLst/>
              <a:gdLst>
                <a:gd name="connsiteX0" fmla="*/ 0 w 2719070"/>
                <a:gd name="connsiteY0" fmla="*/ 0 h 113029"/>
                <a:gd name="connsiteX1" fmla="*/ 2719070 w 2719070"/>
                <a:gd name="connsiteY1" fmla="*/ 0 h 113029"/>
                <a:gd name="connsiteX2" fmla="*/ 2719070 w 2719070"/>
                <a:gd name="connsiteY2" fmla="*/ 113030 h 113029"/>
                <a:gd name="connsiteX3" fmla="*/ 0 w 2719070"/>
                <a:gd name="connsiteY3" fmla="*/ 113030 h 113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9070" h="113029">
                  <a:moveTo>
                    <a:pt x="0" y="0"/>
                  </a:moveTo>
                  <a:lnTo>
                    <a:pt x="2719070" y="0"/>
                  </a:lnTo>
                  <a:lnTo>
                    <a:pt x="2719070" y="113030"/>
                  </a:lnTo>
                  <a:lnTo>
                    <a:pt x="0" y="11303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外部风险与挑战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cxnSp>
          <p:nvCxnSpPr>
            <p:cNvPr id="101" name="直线连接符 1"/>
            <p:cNvCxnSpPr/>
            <p:nvPr>
              <p:custDataLst>
                <p:tags r:id="rId49"/>
              </p:custDataLst>
            </p:nvPr>
          </p:nvCxnSpPr>
          <p:spPr>
            <a:xfrm>
              <a:off x="937" y="3043"/>
              <a:ext cx="0" cy="3863"/>
            </a:xfrm>
            <a:prstGeom prst="line">
              <a:avLst/>
            </a:prstGeom>
            <a:ln w="1587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文本框 81"/>
            <p:cNvSpPr txBox="1"/>
            <p:nvPr>
              <p:custDataLst>
                <p:tags r:id="rId50"/>
              </p:custDataLst>
            </p:nvPr>
          </p:nvSpPr>
          <p:spPr>
            <a:xfrm>
              <a:off x="1024" y="3022"/>
              <a:ext cx="3647" cy="40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关键词：竞品优惠策略、客户流失风险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Q2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起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3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家竞品推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“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首单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8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折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+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免费运维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，抢占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15%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潜在客户（如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B/C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企业）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关键词：供应链延迟、单一供应商依赖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依据：供应商因上游芯片短缺延期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12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天，致项目滞后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5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天，无备选供应商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grpSp>
          <p:nvGrpSpPr>
            <p:cNvPr id="103" name="组合 102"/>
            <p:cNvGrpSpPr/>
            <p:nvPr/>
          </p:nvGrpSpPr>
          <p:grpSpPr>
            <a:xfrm>
              <a:off x="849" y="3207"/>
              <a:ext cx="176" cy="176"/>
              <a:chOff x="670560" y="2859966"/>
              <a:chExt cx="143167" cy="143167"/>
            </a:xfrm>
          </p:grpSpPr>
          <p:sp>
            <p:nvSpPr>
              <p:cNvPr id="104" name="椭圆 103"/>
              <p:cNvSpPr/>
              <p:nvPr>
                <p:custDataLst>
                  <p:tags r:id="rId51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105" name="椭圆 104"/>
              <p:cNvSpPr/>
              <p:nvPr>
                <p:custDataLst>
                  <p:tags r:id="rId52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106" name="组合 105"/>
            <p:cNvGrpSpPr/>
            <p:nvPr/>
          </p:nvGrpSpPr>
          <p:grpSpPr>
            <a:xfrm>
              <a:off x="849" y="4159"/>
              <a:ext cx="176" cy="176"/>
              <a:chOff x="670560" y="2859966"/>
              <a:chExt cx="143167" cy="143167"/>
            </a:xfrm>
          </p:grpSpPr>
          <p:sp>
            <p:nvSpPr>
              <p:cNvPr id="107" name="椭圆 106"/>
              <p:cNvSpPr/>
              <p:nvPr>
                <p:custDataLst>
                  <p:tags r:id="rId53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108" name="椭圆 107"/>
              <p:cNvSpPr/>
              <p:nvPr>
                <p:custDataLst>
                  <p:tags r:id="rId54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109" name="组合 108"/>
            <p:cNvGrpSpPr/>
            <p:nvPr/>
          </p:nvGrpSpPr>
          <p:grpSpPr>
            <a:xfrm>
              <a:off x="849" y="6366"/>
              <a:ext cx="176" cy="176"/>
              <a:chOff x="670560" y="2859966"/>
              <a:chExt cx="143167" cy="143167"/>
            </a:xfrm>
          </p:grpSpPr>
          <p:sp>
            <p:nvSpPr>
              <p:cNvPr id="110" name="椭圆 109"/>
              <p:cNvSpPr/>
              <p:nvPr>
                <p:custDataLst>
                  <p:tags r:id="rId55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111" name="椭圆 110"/>
              <p:cNvSpPr/>
              <p:nvPr>
                <p:custDataLst>
                  <p:tags r:id="rId56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112" name="组合 111"/>
            <p:cNvGrpSpPr/>
            <p:nvPr/>
          </p:nvGrpSpPr>
          <p:grpSpPr>
            <a:xfrm>
              <a:off x="849" y="5435"/>
              <a:ext cx="176" cy="176"/>
              <a:chOff x="670560" y="2859966"/>
              <a:chExt cx="143167" cy="143167"/>
            </a:xfrm>
          </p:grpSpPr>
          <p:sp>
            <p:nvSpPr>
              <p:cNvPr id="113" name="椭圆 112"/>
              <p:cNvSpPr/>
              <p:nvPr>
                <p:custDataLst>
                  <p:tags r:id="rId57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114" name="椭圆 113"/>
              <p:cNvSpPr/>
              <p:nvPr>
                <p:custDataLst>
                  <p:tags r:id="rId58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sp>
          <p:nvSpPr>
            <p:cNvPr id="115" name="矩形 114"/>
            <p:cNvSpPr/>
            <p:nvPr>
              <p:custDataLst>
                <p:tags r:id="rId59"/>
              </p:custDataLst>
            </p:nvPr>
          </p:nvSpPr>
          <p:spPr>
            <a:xfrm>
              <a:off x="644" y="1893"/>
              <a:ext cx="4282" cy="8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16" name="文本框 115"/>
            <p:cNvSpPr txBox="1"/>
            <p:nvPr>
              <p:custDataLst>
                <p:tags r:id="rId60"/>
              </p:custDataLst>
            </p:nvPr>
          </p:nvSpPr>
          <p:spPr>
            <a:xfrm>
              <a:off x="730" y="2009"/>
              <a:ext cx="4111" cy="608"/>
            </a:xfrm>
            <a:prstGeom prst="rect">
              <a:avLst/>
            </a:prstGeom>
            <a:noFill/>
          </p:spPr>
          <p:txBody>
            <a:bodyPr wrap="none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lt"/>
                </a:rPr>
                <a:t>THREATS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lt"/>
              </a:endParaRPr>
            </a:p>
          </p:txBody>
        </p:sp>
      </p:grpSp>
      <p:sp>
        <p:nvSpPr>
          <p:cNvPr id="37" name="文本框 36"/>
          <p:cNvSpPr txBox="1"/>
          <p:nvPr/>
        </p:nvSpPr>
        <p:spPr>
          <a:xfrm>
            <a:off x="242570" y="1574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年度工作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SWOT 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分析</a:t>
            </a:r>
            <a:endParaRPr kumimoji="0" lang="zh-CN" altLang="en-US" sz="2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36" name="任意形状 35"/>
          <p:cNvSpPr/>
          <p:nvPr/>
        </p:nvSpPr>
        <p:spPr>
          <a:xfrm>
            <a:off x="354965" y="5503545"/>
            <a:ext cx="11579225" cy="421640"/>
          </a:xfrm>
          <a:custGeom>
            <a:avLst/>
            <a:gdLst>
              <a:gd name="connsiteX0" fmla="*/ 10363200 w 11266169"/>
              <a:gd name="connsiteY0" fmla="*/ 0 h 421639"/>
              <a:gd name="connsiteX1" fmla="*/ 7865110 w 11266169"/>
              <a:gd name="connsiteY1" fmla="*/ 0 h 421639"/>
              <a:gd name="connsiteX2" fmla="*/ 3401060 w 11266169"/>
              <a:gd name="connsiteY2" fmla="*/ 0 h 421639"/>
              <a:gd name="connsiteX3" fmla="*/ 902970 w 11266169"/>
              <a:gd name="connsiteY3" fmla="*/ 0 h 421639"/>
              <a:gd name="connsiteX4" fmla="*/ 0 w 11266169"/>
              <a:gd name="connsiteY4" fmla="*/ 421640 h 421639"/>
              <a:gd name="connsiteX5" fmla="*/ 3401060 w 11266169"/>
              <a:gd name="connsiteY5" fmla="*/ 421640 h 421639"/>
              <a:gd name="connsiteX6" fmla="*/ 7865110 w 11266169"/>
              <a:gd name="connsiteY6" fmla="*/ 421640 h 421639"/>
              <a:gd name="connsiteX7" fmla="*/ 11266170 w 11266169"/>
              <a:gd name="connsiteY7" fmla="*/ 421640 h 42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66169" h="421639">
                <a:moveTo>
                  <a:pt x="10363200" y="0"/>
                </a:moveTo>
                <a:lnTo>
                  <a:pt x="7865110" y="0"/>
                </a:lnTo>
                <a:lnTo>
                  <a:pt x="3401060" y="0"/>
                </a:lnTo>
                <a:lnTo>
                  <a:pt x="902970" y="0"/>
                </a:lnTo>
                <a:lnTo>
                  <a:pt x="0" y="421640"/>
                </a:lnTo>
                <a:lnTo>
                  <a:pt x="3401060" y="421640"/>
                </a:lnTo>
                <a:lnTo>
                  <a:pt x="7865110" y="421640"/>
                </a:lnTo>
                <a:lnTo>
                  <a:pt x="11266170" y="421640"/>
                </a:lnTo>
                <a:close/>
              </a:path>
            </a:pathLst>
          </a:cu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7" name="矩形 116"/>
          <p:cNvSpPr/>
          <p:nvPr>
            <p:custDataLst>
              <p:tags r:id="rId61"/>
            </p:custDataLst>
          </p:nvPr>
        </p:nvSpPr>
        <p:spPr>
          <a:xfrm>
            <a:off x="354965" y="5925185"/>
            <a:ext cx="11579860" cy="7334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0225" y="3815715"/>
            <a:ext cx="3020060" cy="20478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alpha val="20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lt"/>
              </a:rPr>
              <a:t>S </a:t>
            </a:r>
            <a:endParaRPr kumimoji="0" lang="en-US" altLang="zh-CN" sz="168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alpha val="20000"/>
                </a:srgb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lt"/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485775" y="5977255"/>
            <a:ext cx="11286490" cy="650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思源黑体 CN Heavy" panose="020B0A00000000000000" pitchFamily="34" charset="-122"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聚焦 “增长策略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+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管理机制” 强化复用，巩固用户与项目优势。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​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优先解决 “渠道拓展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+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数据驱动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+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资源调配”，降低交付风险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​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借新业务与短视频流量扩大成果，抓住定制客户需求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​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建立竞品监测与供应链备选方案，对冲外部风险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。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96920" y="3815715"/>
            <a:ext cx="2731770" cy="20478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alpha val="20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lt"/>
              </a:rPr>
              <a:t>W</a:t>
            </a:r>
            <a:endParaRPr kumimoji="0" lang="en-US" altLang="zh-CN" sz="168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alpha val="20000"/>
                </a:srgb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249670" y="3815715"/>
            <a:ext cx="2731770" cy="20478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alpha val="20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lt"/>
              </a:rPr>
              <a:t>O</a:t>
            </a:r>
            <a:endParaRPr kumimoji="0" lang="en-US" altLang="zh-CN" sz="168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alpha val="20000"/>
                </a:srgb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215755" y="3815715"/>
            <a:ext cx="2731770" cy="20478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alpha val="20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lt"/>
              </a:rPr>
              <a:t>T</a:t>
            </a:r>
            <a:endParaRPr kumimoji="0" lang="en-US" altLang="zh-CN" sz="168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alpha val="20000"/>
                </a:srgb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lt"/>
            </a:endParaRPr>
          </a:p>
        </p:txBody>
      </p:sp>
    </p:spTree>
    <p:custDataLst>
      <p:tags r:id="rId62"/>
    </p:custData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3805466" y="1125322"/>
            <a:ext cx="4602664" cy="4602664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0" name="任意多边形: 形状 29"/>
          <p:cNvSpPr/>
          <p:nvPr/>
        </p:nvSpPr>
        <p:spPr>
          <a:xfrm flipH="1">
            <a:off x="2887550" y="3003741"/>
            <a:ext cx="1854557" cy="845826"/>
          </a:xfrm>
          <a:custGeom>
            <a:avLst/>
            <a:gdLst>
              <a:gd name="connsiteX0" fmla="*/ 3849374 w 4585074"/>
              <a:gd name="connsiteY0" fmla="*/ 0 h 1471053"/>
              <a:gd name="connsiteX1" fmla="*/ 4585074 w 4585074"/>
              <a:gd name="connsiteY1" fmla="*/ 735469 h 1471053"/>
              <a:gd name="connsiteX2" fmla="*/ 4584610 w 4585074"/>
              <a:gd name="connsiteY2" fmla="*/ 735469 h 1471053"/>
              <a:gd name="connsiteX3" fmla="*/ 3848910 w 4585074"/>
              <a:gd name="connsiteY3" fmla="*/ 1471053 h 1471053"/>
              <a:gd name="connsiteX4" fmla="*/ 0 w 4585074"/>
              <a:gd name="connsiteY4" fmla="*/ 1056538 h 1471053"/>
              <a:gd name="connsiteX5" fmla="*/ 0 w 4585074"/>
              <a:gd name="connsiteY5" fmla="*/ 735469 h 1471053"/>
              <a:gd name="connsiteX6" fmla="*/ 0 w 4585074"/>
              <a:gd name="connsiteY6" fmla="*/ 414514 h 1471053"/>
              <a:gd name="connsiteX7" fmla="*/ 3849374 w 4585074"/>
              <a:gd name="connsiteY7" fmla="*/ 0 h 1471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85074" h="1471053">
                <a:moveTo>
                  <a:pt x="3849374" y="0"/>
                </a:moveTo>
                <a:lnTo>
                  <a:pt x="4585074" y="735469"/>
                </a:lnTo>
                <a:lnTo>
                  <a:pt x="4584610" y="735469"/>
                </a:lnTo>
                <a:lnTo>
                  <a:pt x="3848910" y="1471053"/>
                </a:lnTo>
                <a:cubicBezTo>
                  <a:pt x="3848910" y="1471053"/>
                  <a:pt x="2176342" y="1118409"/>
                  <a:pt x="0" y="1056538"/>
                </a:cubicBezTo>
                <a:lnTo>
                  <a:pt x="0" y="735469"/>
                </a:lnTo>
                <a:lnTo>
                  <a:pt x="0" y="414514"/>
                </a:lnTo>
                <a:cubicBezTo>
                  <a:pt x="2176342" y="352643"/>
                  <a:pt x="3849374" y="0"/>
                  <a:pt x="3849374" y="0"/>
                </a:cubicBezTo>
                <a:close/>
              </a:path>
            </a:pathLst>
          </a:custGeom>
          <a:gradFill>
            <a:gsLst>
              <a:gs pos="38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0" scaled="1"/>
          </a:gradFill>
          <a:ln w="11599" cap="flat">
            <a:noFill/>
            <a:prstDash val="solid"/>
            <a:miter/>
          </a:ln>
        </p:spPr>
        <p:txBody>
          <a:bodyPr wrap="none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4" name="任意多边形: 形状 4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9469464 w 12192000"/>
              <a:gd name="connsiteY0" fmla="*/ 0 h 6858000"/>
              <a:gd name="connsiteX1" fmla="*/ 12154063 w 12192000"/>
              <a:gd name="connsiteY1" fmla="*/ 0 h 6858000"/>
              <a:gd name="connsiteX2" fmla="*/ 12192000 w 12192000"/>
              <a:gd name="connsiteY2" fmla="*/ 57262 h 6858000"/>
              <a:gd name="connsiteX3" fmla="*/ 12192000 w 12192000"/>
              <a:gd name="connsiteY3" fmla="*/ 6858000 h 6858000"/>
              <a:gd name="connsiteX4" fmla="*/ 10414732 w 12192000"/>
              <a:gd name="connsiteY4" fmla="*/ 6858000 h 6858000"/>
              <a:gd name="connsiteX5" fmla="*/ 10514157 w 12192000"/>
              <a:gd name="connsiteY5" fmla="*/ 6713637 h 6858000"/>
              <a:gd name="connsiteX6" fmla="*/ 11300551 w 12192000"/>
              <a:gd name="connsiteY6" fmla="*/ 3961448 h 6858000"/>
              <a:gd name="connsiteX7" fmla="*/ 9686830 w 12192000"/>
              <a:gd name="connsiteY7" fmla="*/ 194037 h 6858000"/>
              <a:gd name="connsiteX8" fmla="*/ 37938 w 12192000"/>
              <a:gd name="connsiteY8" fmla="*/ 0 h 6858000"/>
              <a:gd name="connsiteX9" fmla="*/ 2722537 w 12192000"/>
              <a:gd name="connsiteY9" fmla="*/ 0 h 6858000"/>
              <a:gd name="connsiteX10" fmla="*/ 2505170 w 12192000"/>
              <a:gd name="connsiteY10" fmla="*/ 194037 h 6858000"/>
              <a:gd name="connsiteX11" fmla="*/ 891449 w 12192000"/>
              <a:gd name="connsiteY11" fmla="*/ 3961448 h 6858000"/>
              <a:gd name="connsiteX12" fmla="*/ 1677843 w 12192000"/>
              <a:gd name="connsiteY12" fmla="*/ 6713637 h 6858000"/>
              <a:gd name="connsiteX13" fmla="*/ 1777268 w 12192000"/>
              <a:gd name="connsiteY13" fmla="*/ 6858000 h 6858000"/>
              <a:gd name="connsiteX14" fmla="*/ 0 w 12192000"/>
              <a:gd name="connsiteY14" fmla="*/ 6858000 h 6858000"/>
              <a:gd name="connsiteX15" fmla="*/ 0 w 12192000"/>
              <a:gd name="connsiteY15" fmla="*/ 5726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0" h="6858000">
                <a:moveTo>
                  <a:pt x="9469464" y="0"/>
                </a:moveTo>
                <a:lnTo>
                  <a:pt x="12154063" y="0"/>
                </a:lnTo>
                <a:lnTo>
                  <a:pt x="12192000" y="57262"/>
                </a:lnTo>
                <a:lnTo>
                  <a:pt x="12192000" y="6858000"/>
                </a:lnTo>
                <a:lnTo>
                  <a:pt x="10414732" y="6858000"/>
                </a:lnTo>
                <a:lnTo>
                  <a:pt x="10514157" y="6713637"/>
                </a:lnTo>
                <a:cubicBezTo>
                  <a:pt x="11012553" y="5915241"/>
                  <a:pt x="11300551" y="4971977"/>
                  <a:pt x="11300551" y="3961448"/>
                </a:cubicBezTo>
                <a:cubicBezTo>
                  <a:pt x="11300551" y="2479339"/>
                  <a:pt x="10681034" y="1141925"/>
                  <a:pt x="9686830" y="194037"/>
                </a:cubicBezTo>
                <a:close/>
                <a:moveTo>
                  <a:pt x="37938" y="0"/>
                </a:moveTo>
                <a:lnTo>
                  <a:pt x="2722537" y="0"/>
                </a:lnTo>
                <a:lnTo>
                  <a:pt x="2505170" y="194037"/>
                </a:lnTo>
                <a:cubicBezTo>
                  <a:pt x="1510966" y="1141925"/>
                  <a:pt x="891449" y="2479339"/>
                  <a:pt x="891449" y="3961448"/>
                </a:cubicBezTo>
                <a:cubicBezTo>
                  <a:pt x="891449" y="4971977"/>
                  <a:pt x="1179448" y="5915241"/>
                  <a:pt x="1677843" y="6713637"/>
                </a:cubicBezTo>
                <a:lnTo>
                  <a:pt x="1777268" y="6858000"/>
                </a:lnTo>
                <a:lnTo>
                  <a:pt x="0" y="6858000"/>
                </a:lnTo>
                <a:lnTo>
                  <a:pt x="0" y="5726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17243" y="63770"/>
            <a:ext cx="51539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存在问题与不足分析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2" name="六边形 71"/>
          <p:cNvSpPr/>
          <p:nvPr/>
        </p:nvSpPr>
        <p:spPr>
          <a:xfrm>
            <a:off x="155574" y="6096998"/>
            <a:ext cx="11880852" cy="632680"/>
          </a:xfrm>
          <a:prstGeom prst="hexagon">
            <a:avLst/>
          </a:prstGeom>
          <a:solidFill>
            <a:schemeClr val="accent2"/>
          </a:solidFill>
          <a:ln w="60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8834978" y="1856569"/>
            <a:ext cx="3274406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商品详情页卖点不清晰，用户问法回复延迟超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小时，付款转化率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4.2%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低于店铺季度目标的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5.5%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8" name="矩形: 圆顶角 97"/>
          <p:cNvSpPr/>
          <p:nvPr/>
        </p:nvSpPr>
        <p:spPr>
          <a:xfrm rot="16200000" flipH="1">
            <a:off x="10415725" y="245493"/>
            <a:ext cx="523222" cy="247142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9656030" y="1281148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转化优化不足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7" name="矩形: 圆顶角 96"/>
          <p:cNvSpPr/>
          <p:nvPr/>
        </p:nvSpPr>
        <p:spPr>
          <a:xfrm rot="5400000">
            <a:off x="1354816" y="245491"/>
            <a:ext cx="523222" cy="247142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871207" y="1281146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流量渠道单一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117561" y="4753553"/>
            <a:ext cx="3325524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818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活动” 预热仅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天，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youhuiQ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发放不合理，活动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GMV75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万元，距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万元目标差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0" name="矩形: 圆顶角 99"/>
          <p:cNvSpPr/>
          <p:nvPr/>
        </p:nvSpPr>
        <p:spPr>
          <a:xfrm rot="5400000">
            <a:off x="1366431" y="3152931"/>
            <a:ext cx="523222" cy="247142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879625" y="4188586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活动落地欠佳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8915421" y="4753553"/>
            <a:ext cx="321167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与仓储部门对接不及时，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10%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订单发货延迟导致用户差评率较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上升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个百分点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9" name="矩形: 圆顶角 98"/>
          <p:cNvSpPr/>
          <p:nvPr/>
        </p:nvSpPr>
        <p:spPr>
          <a:xfrm rot="16200000" flipH="1">
            <a:off x="10373410" y="3152931"/>
            <a:ext cx="523222" cy="247142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9628018" y="4188586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部门协同低效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1771740" y="6213283"/>
            <a:ext cx="864852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流量、转化、库存等多环节存短板以及跨部门协同不足，影响整体目标达成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1" name="任意多边形: 形状 110"/>
          <p:cNvSpPr/>
          <p:nvPr/>
        </p:nvSpPr>
        <p:spPr>
          <a:xfrm>
            <a:off x="7512548" y="3003741"/>
            <a:ext cx="1854557" cy="845826"/>
          </a:xfrm>
          <a:custGeom>
            <a:avLst/>
            <a:gdLst>
              <a:gd name="connsiteX0" fmla="*/ 3849374 w 4585074"/>
              <a:gd name="connsiteY0" fmla="*/ 0 h 1471053"/>
              <a:gd name="connsiteX1" fmla="*/ 4585074 w 4585074"/>
              <a:gd name="connsiteY1" fmla="*/ 735469 h 1471053"/>
              <a:gd name="connsiteX2" fmla="*/ 4584610 w 4585074"/>
              <a:gd name="connsiteY2" fmla="*/ 735469 h 1471053"/>
              <a:gd name="connsiteX3" fmla="*/ 3848910 w 4585074"/>
              <a:gd name="connsiteY3" fmla="*/ 1471053 h 1471053"/>
              <a:gd name="connsiteX4" fmla="*/ 0 w 4585074"/>
              <a:gd name="connsiteY4" fmla="*/ 1056538 h 1471053"/>
              <a:gd name="connsiteX5" fmla="*/ 0 w 4585074"/>
              <a:gd name="connsiteY5" fmla="*/ 735469 h 1471053"/>
              <a:gd name="connsiteX6" fmla="*/ 0 w 4585074"/>
              <a:gd name="connsiteY6" fmla="*/ 414514 h 1471053"/>
              <a:gd name="connsiteX7" fmla="*/ 3849374 w 4585074"/>
              <a:gd name="connsiteY7" fmla="*/ 0 h 1471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85074" h="1471053">
                <a:moveTo>
                  <a:pt x="3849374" y="0"/>
                </a:moveTo>
                <a:lnTo>
                  <a:pt x="4585074" y="735469"/>
                </a:lnTo>
                <a:lnTo>
                  <a:pt x="4584610" y="735469"/>
                </a:lnTo>
                <a:lnTo>
                  <a:pt x="3848910" y="1471053"/>
                </a:lnTo>
                <a:cubicBezTo>
                  <a:pt x="3848910" y="1471053"/>
                  <a:pt x="2176342" y="1118409"/>
                  <a:pt x="0" y="1056538"/>
                </a:cubicBezTo>
                <a:lnTo>
                  <a:pt x="0" y="735469"/>
                </a:lnTo>
                <a:lnTo>
                  <a:pt x="0" y="414514"/>
                </a:lnTo>
                <a:cubicBezTo>
                  <a:pt x="2176342" y="352643"/>
                  <a:pt x="3849374" y="0"/>
                  <a:pt x="3849374" y="0"/>
                </a:cubicBezTo>
                <a:close/>
              </a:path>
            </a:pathLst>
          </a:custGeom>
          <a:gradFill>
            <a:gsLst>
              <a:gs pos="38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0" scaled="1"/>
          </a:gradFill>
          <a:ln w="11599" cap="flat">
            <a:noFill/>
            <a:prstDash val="solid"/>
            <a:miter/>
          </a:ln>
        </p:spPr>
        <p:txBody>
          <a:bodyPr wrap="none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11401425" y="4068445"/>
            <a:ext cx="640715" cy="6407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204788" y="4068445"/>
            <a:ext cx="640715" cy="6407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11401425" y="1160780"/>
            <a:ext cx="640715" cy="6407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204788" y="1160780"/>
            <a:ext cx="640715" cy="6407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8" name="Oval 9+"/>
          <p:cNvSpPr/>
          <p:nvPr/>
        </p:nvSpPr>
        <p:spPr>
          <a:xfrm>
            <a:off x="4353131" y="1683885"/>
            <a:ext cx="3507336" cy="35073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文本框 31"/>
          <p:cNvSpPr txBox="1"/>
          <p:nvPr/>
        </p:nvSpPr>
        <p:spPr>
          <a:xfrm>
            <a:off x="4983066" y="3209770"/>
            <a:ext cx="2247464" cy="2247462"/>
          </a:xfrm>
          <a:prstGeom prst="rect">
            <a:avLst/>
          </a:prstGeom>
          <a:noFill/>
        </p:spPr>
        <p:txBody>
          <a:bodyPr wrap="square">
            <a:prstTxWarp prst="textArchDown">
              <a:avLst/>
            </a:prstTxWarp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执行协同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" name="文本框 30"/>
          <p:cNvSpPr txBox="1"/>
          <p:nvPr/>
        </p:nvSpPr>
        <p:spPr>
          <a:xfrm>
            <a:off x="4983066" y="1354951"/>
            <a:ext cx="2247464" cy="2247462"/>
          </a:xfrm>
          <a:prstGeom prst="rect">
            <a:avLst/>
          </a:prstGeom>
          <a:noFill/>
        </p:spPr>
        <p:txBody>
          <a:bodyPr wrap="square">
            <a:prstTxWarp prst="textArchUp">
              <a:avLst>
                <a:gd name="adj" fmla="val 12132760"/>
              </a:avLst>
            </a:prstTxWarp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流量转化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" name="弧形 7"/>
          <p:cNvSpPr/>
          <p:nvPr/>
        </p:nvSpPr>
        <p:spPr>
          <a:xfrm rot="698178">
            <a:off x="4280609" y="1491633"/>
            <a:ext cx="3891841" cy="3891841"/>
          </a:xfrm>
          <a:prstGeom prst="arc">
            <a:avLst>
              <a:gd name="adj1" fmla="val 17597700"/>
              <a:gd name="adj2" fmla="val 2999322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" name="弧形 8"/>
          <p:cNvSpPr/>
          <p:nvPr/>
        </p:nvSpPr>
        <p:spPr>
          <a:xfrm rot="404240" flipH="1" flipV="1">
            <a:off x="4091005" y="1491633"/>
            <a:ext cx="3891841" cy="3891841"/>
          </a:xfrm>
          <a:prstGeom prst="arc">
            <a:avLst>
              <a:gd name="adj1" fmla="val 17641698"/>
              <a:gd name="adj2" fmla="val 2688070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49714" y="1856568"/>
            <a:ext cx="329337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仅依赖平台直通车推广，占比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未尝试某音、某手直播带货，自然流量占比不足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，获客同比上升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5091136" y="3693393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运营短板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 descr="统计图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27040" y="2492375"/>
            <a:ext cx="1109980" cy="1109980"/>
          </a:xfrm>
          <a:prstGeom prst="rect">
            <a:avLst/>
          </a:prstGeom>
        </p:spPr>
      </p:pic>
      <p:pic>
        <p:nvPicPr>
          <p:cNvPr id="21" name="图片 20" descr="视角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40173" y="4207193"/>
            <a:ext cx="363220" cy="363220"/>
          </a:xfrm>
          <a:prstGeom prst="rect">
            <a:avLst/>
          </a:prstGeom>
        </p:spPr>
      </p:pic>
      <p:pic>
        <p:nvPicPr>
          <p:cNvPr id="23" name="图片 22" descr="表格填写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3535" y="4207193"/>
            <a:ext cx="363220" cy="363220"/>
          </a:xfrm>
          <a:prstGeom prst="rect">
            <a:avLst/>
          </a:prstGeom>
        </p:spPr>
      </p:pic>
      <p:pic>
        <p:nvPicPr>
          <p:cNvPr id="24" name="图片 23" descr="账号管理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40173" y="1299528"/>
            <a:ext cx="363220" cy="363220"/>
          </a:xfrm>
          <a:prstGeom prst="rect">
            <a:avLst/>
          </a:prstGeom>
        </p:spPr>
      </p:pic>
      <p:pic>
        <p:nvPicPr>
          <p:cNvPr id="25" name="图片 24" descr="关联配置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3535" y="1299528"/>
            <a:ext cx="363220" cy="36322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任意多边形: 形状 24"/>
          <p:cNvSpPr/>
          <p:nvPr/>
        </p:nvSpPr>
        <p:spPr>
          <a:xfrm flipH="1">
            <a:off x="7395427" y="1987752"/>
            <a:ext cx="4657840" cy="1260628"/>
          </a:xfrm>
          <a:custGeom>
            <a:avLst/>
            <a:gdLst>
              <a:gd name="connsiteX0" fmla="*/ 67658 w 4657840"/>
              <a:gd name="connsiteY0" fmla="*/ 0 h 1260628"/>
              <a:gd name="connsiteX1" fmla="*/ 4657840 w 4657840"/>
              <a:gd name="connsiteY1" fmla="*/ 0 h 1260628"/>
              <a:gd name="connsiteX2" fmla="*/ 4566005 w 4657840"/>
              <a:gd name="connsiteY2" fmla="*/ 55791 h 1260628"/>
              <a:gd name="connsiteX3" fmla="*/ 3704520 w 4657840"/>
              <a:gd name="connsiteY3" fmla="*/ 1101948 h 1260628"/>
              <a:gd name="connsiteX4" fmla="*/ 3646442 w 4657840"/>
              <a:gd name="connsiteY4" fmla="*/ 1260628 h 1260628"/>
              <a:gd name="connsiteX5" fmla="*/ 67658 w 4657840"/>
              <a:gd name="connsiteY5" fmla="*/ 1260628 h 1260628"/>
              <a:gd name="connsiteX6" fmla="*/ 0 w 4657840"/>
              <a:gd name="connsiteY6" fmla="*/ 1192970 h 1260628"/>
              <a:gd name="connsiteX7" fmla="*/ 0 w 4657840"/>
              <a:gd name="connsiteY7" fmla="*/ 67658 h 1260628"/>
              <a:gd name="connsiteX8" fmla="*/ 67658 w 4657840"/>
              <a:gd name="connsiteY8" fmla="*/ 0 h 1260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57840" h="1260628">
                <a:moveTo>
                  <a:pt x="67658" y="0"/>
                </a:moveTo>
                <a:lnTo>
                  <a:pt x="4657840" y="0"/>
                </a:lnTo>
                <a:lnTo>
                  <a:pt x="4566005" y="55791"/>
                </a:lnTo>
                <a:cubicBezTo>
                  <a:pt x="4186508" y="312174"/>
                  <a:pt x="3885004" y="675236"/>
                  <a:pt x="3704520" y="1101948"/>
                </a:cubicBezTo>
                <a:lnTo>
                  <a:pt x="3646442" y="1260628"/>
                </a:lnTo>
                <a:lnTo>
                  <a:pt x="67658" y="1260628"/>
                </a:lnTo>
                <a:cubicBezTo>
                  <a:pt x="30292" y="1260628"/>
                  <a:pt x="0" y="1230336"/>
                  <a:pt x="0" y="1192970"/>
                </a:cubicBezTo>
                <a:lnTo>
                  <a:pt x="0" y="67658"/>
                </a:lnTo>
                <a:cubicBezTo>
                  <a:pt x="0" y="30292"/>
                  <a:pt x="30292" y="0"/>
                  <a:pt x="67658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任意多边形: 形状 25"/>
          <p:cNvSpPr/>
          <p:nvPr/>
        </p:nvSpPr>
        <p:spPr>
          <a:xfrm flipH="1">
            <a:off x="7276951" y="3465813"/>
            <a:ext cx="4776316" cy="1260628"/>
          </a:xfrm>
          <a:custGeom>
            <a:avLst/>
            <a:gdLst>
              <a:gd name="connsiteX0" fmla="*/ 4776316 w 4776316"/>
              <a:gd name="connsiteY0" fmla="*/ 162905 h 1260628"/>
              <a:gd name="connsiteX1" fmla="*/ 4776316 w 4776316"/>
              <a:gd name="connsiteY1" fmla="*/ 935954 h 1260628"/>
              <a:gd name="connsiteX2" fmla="*/ 4730709 w 4776316"/>
              <a:gd name="connsiteY2" fmla="*/ 789033 h 1260628"/>
              <a:gd name="connsiteX3" fmla="*/ 4706555 w 4776316"/>
              <a:gd name="connsiteY3" fmla="*/ 549429 h 1260628"/>
              <a:gd name="connsiteX4" fmla="*/ 4730709 w 4776316"/>
              <a:gd name="connsiteY4" fmla="*/ 309826 h 1260628"/>
              <a:gd name="connsiteX5" fmla="*/ 67658 w 4776316"/>
              <a:gd name="connsiteY5" fmla="*/ 0 h 1260628"/>
              <a:gd name="connsiteX6" fmla="*/ 3584025 w 4776316"/>
              <a:gd name="connsiteY6" fmla="*/ 0 h 1260628"/>
              <a:gd name="connsiteX7" fmla="*/ 3565969 w 4776316"/>
              <a:gd name="connsiteY7" fmla="*/ 70222 h 1260628"/>
              <a:gd name="connsiteX8" fmla="*/ 3517661 w 4776316"/>
              <a:gd name="connsiteY8" fmla="*/ 549429 h 1260628"/>
              <a:gd name="connsiteX9" fmla="*/ 3624562 w 4776316"/>
              <a:gd name="connsiteY9" fmla="*/ 1256511 h 1260628"/>
              <a:gd name="connsiteX10" fmla="*/ 3626069 w 4776316"/>
              <a:gd name="connsiteY10" fmla="*/ 1260628 h 1260628"/>
              <a:gd name="connsiteX11" fmla="*/ 67658 w 4776316"/>
              <a:gd name="connsiteY11" fmla="*/ 1260628 h 1260628"/>
              <a:gd name="connsiteX12" fmla="*/ 0 w 4776316"/>
              <a:gd name="connsiteY12" fmla="*/ 1192970 h 1260628"/>
              <a:gd name="connsiteX13" fmla="*/ 0 w 4776316"/>
              <a:gd name="connsiteY13" fmla="*/ 67658 h 1260628"/>
              <a:gd name="connsiteX14" fmla="*/ 67658 w 4776316"/>
              <a:gd name="connsiteY14" fmla="*/ 0 h 1260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76316" h="1260628">
                <a:moveTo>
                  <a:pt x="4776316" y="162905"/>
                </a:moveTo>
                <a:lnTo>
                  <a:pt x="4776316" y="935954"/>
                </a:lnTo>
                <a:lnTo>
                  <a:pt x="4730709" y="789033"/>
                </a:lnTo>
                <a:cubicBezTo>
                  <a:pt x="4714872" y="711639"/>
                  <a:pt x="4706555" y="631505"/>
                  <a:pt x="4706555" y="549429"/>
                </a:cubicBezTo>
                <a:cubicBezTo>
                  <a:pt x="4706555" y="467353"/>
                  <a:pt x="4714872" y="387220"/>
                  <a:pt x="4730709" y="309826"/>
                </a:cubicBezTo>
                <a:close/>
                <a:moveTo>
                  <a:pt x="67658" y="0"/>
                </a:moveTo>
                <a:lnTo>
                  <a:pt x="3584025" y="0"/>
                </a:lnTo>
                <a:lnTo>
                  <a:pt x="3565969" y="70222"/>
                </a:lnTo>
                <a:cubicBezTo>
                  <a:pt x="3534295" y="225010"/>
                  <a:pt x="3517661" y="385277"/>
                  <a:pt x="3517661" y="549429"/>
                </a:cubicBezTo>
                <a:cubicBezTo>
                  <a:pt x="3517661" y="795657"/>
                  <a:pt x="3555088" y="1033144"/>
                  <a:pt x="3624562" y="1256511"/>
                </a:cubicBezTo>
                <a:lnTo>
                  <a:pt x="3626069" y="1260628"/>
                </a:lnTo>
                <a:lnTo>
                  <a:pt x="67658" y="1260628"/>
                </a:lnTo>
                <a:cubicBezTo>
                  <a:pt x="30292" y="1260628"/>
                  <a:pt x="0" y="1230336"/>
                  <a:pt x="0" y="1192970"/>
                </a:cubicBezTo>
                <a:lnTo>
                  <a:pt x="0" y="67658"/>
                </a:lnTo>
                <a:cubicBezTo>
                  <a:pt x="0" y="30292"/>
                  <a:pt x="30292" y="0"/>
                  <a:pt x="67658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任意多边形: 形状 26"/>
          <p:cNvSpPr/>
          <p:nvPr/>
        </p:nvSpPr>
        <p:spPr>
          <a:xfrm flipH="1">
            <a:off x="7284271" y="4898743"/>
            <a:ext cx="4768995" cy="1260628"/>
          </a:xfrm>
          <a:custGeom>
            <a:avLst/>
            <a:gdLst>
              <a:gd name="connsiteX0" fmla="*/ 67658 w 4768995"/>
              <a:gd name="connsiteY0" fmla="*/ 0 h 1260628"/>
              <a:gd name="connsiteX1" fmla="*/ 3689132 w 4768995"/>
              <a:gd name="connsiteY1" fmla="*/ 0 h 1260628"/>
              <a:gd name="connsiteX2" fmla="*/ 3704520 w 4768995"/>
              <a:gd name="connsiteY2" fmla="*/ 42042 h 1260628"/>
              <a:gd name="connsiteX3" fmla="*/ 4762054 w 4768995"/>
              <a:gd name="connsiteY3" fmla="*/ 1207301 h 1260628"/>
              <a:gd name="connsiteX4" fmla="*/ 4768995 w 4768995"/>
              <a:gd name="connsiteY4" fmla="*/ 1210645 h 1260628"/>
              <a:gd name="connsiteX5" fmla="*/ 4756499 w 4768995"/>
              <a:gd name="connsiteY5" fmla="*/ 1240811 h 1260628"/>
              <a:gd name="connsiteX6" fmla="*/ 4708658 w 4768995"/>
              <a:gd name="connsiteY6" fmla="*/ 1260628 h 1260628"/>
              <a:gd name="connsiteX7" fmla="*/ 67658 w 4768995"/>
              <a:gd name="connsiteY7" fmla="*/ 1260628 h 1260628"/>
              <a:gd name="connsiteX8" fmla="*/ 0 w 4768995"/>
              <a:gd name="connsiteY8" fmla="*/ 1192970 h 1260628"/>
              <a:gd name="connsiteX9" fmla="*/ 0 w 4768995"/>
              <a:gd name="connsiteY9" fmla="*/ 67658 h 1260628"/>
              <a:gd name="connsiteX10" fmla="*/ 67658 w 4768995"/>
              <a:gd name="connsiteY10" fmla="*/ 0 h 1260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68995" h="1260628">
                <a:moveTo>
                  <a:pt x="67658" y="0"/>
                </a:moveTo>
                <a:lnTo>
                  <a:pt x="3689132" y="0"/>
                </a:lnTo>
                <a:lnTo>
                  <a:pt x="3704520" y="42042"/>
                </a:lnTo>
                <a:cubicBezTo>
                  <a:pt x="3915084" y="539872"/>
                  <a:pt x="4290371" y="951067"/>
                  <a:pt x="4762054" y="1207301"/>
                </a:cubicBezTo>
                <a:lnTo>
                  <a:pt x="4768995" y="1210645"/>
                </a:lnTo>
                <a:lnTo>
                  <a:pt x="4756499" y="1240811"/>
                </a:lnTo>
                <a:cubicBezTo>
                  <a:pt x="4744256" y="1253055"/>
                  <a:pt x="4727341" y="1260628"/>
                  <a:pt x="4708658" y="1260628"/>
                </a:cubicBezTo>
                <a:lnTo>
                  <a:pt x="67658" y="1260628"/>
                </a:lnTo>
                <a:cubicBezTo>
                  <a:pt x="30292" y="1260628"/>
                  <a:pt x="0" y="1230336"/>
                  <a:pt x="0" y="1192970"/>
                </a:cubicBezTo>
                <a:lnTo>
                  <a:pt x="0" y="67658"/>
                </a:lnTo>
                <a:cubicBezTo>
                  <a:pt x="0" y="30292"/>
                  <a:pt x="30292" y="0"/>
                  <a:pt x="67658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任意多边形: 形状 12"/>
          <p:cNvSpPr/>
          <p:nvPr/>
        </p:nvSpPr>
        <p:spPr>
          <a:xfrm>
            <a:off x="191047" y="1987752"/>
            <a:ext cx="4657840" cy="1260628"/>
          </a:xfrm>
          <a:custGeom>
            <a:avLst/>
            <a:gdLst>
              <a:gd name="connsiteX0" fmla="*/ 67658 w 4657840"/>
              <a:gd name="connsiteY0" fmla="*/ 0 h 1260628"/>
              <a:gd name="connsiteX1" fmla="*/ 4657840 w 4657840"/>
              <a:gd name="connsiteY1" fmla="*/ 0 h 1260628"/>
              <a:gd name="connsiteX2" fmla="*/ 4566005 w 4657840"/>
              <a:gd name="connsiteY2" fmla="*/ 55791 h 1260628"/>
              <a:gd name="connsiteX3" fmla="*/ 3704520 w 4657840"/>
              <a:gd name="connsiteY3" fmla="*/ 1101948 h 1260628"/>
              <a:gd name="connsiteX4" fmla="*/ 3646442 w 4657840"/>
              <a:gd name="connsiteY4" fmla="*/ 1260628 h 1260628"/>
              <a:gd name="connsiteX5" fmla="*/ 67658 w 4657840"/>
              <a:gd name="connsiteY5" fmla="*/ 1260628 h 1260628"/>
              <a:gd name="connsiteX6" fmla="*/ 0 w 4657840"/>
              <a:gd name="connsiteY6" fmla="*/ 1192970 h 1260628"/>
              <a:gd name="connsiteX7" fmla="*/ 0 w 4657840"/>
              <a:gd name="connsiteY7" fmla="*/ 67658 h 1260628"/>
              <a:gd name="connsiteX8" fmla="*/ 67658 w 4657840"/>
              <a:gd name="connsiteY8" fmla="*/ 0 h 1260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57840" h="1260628">
                <a:moveTo>
                  <a:pt x="67658" y="0"/>
                </a:moveTo>
                <a:lnTo>
                  <a:pt x="4657840" y="0"/>
                </a:lnTo>
                <a:lnTo>
                  <a:pt x="4566005" y="55791"/>
                </a:lnTo>
                <a:cubicBezTo>
                  <a:pt x="4186508" y="312174"/>
                  <a:pt x="3885004" y="675236"/>
                  <a:pt x="3704520" y="1101948"/>
                </a:cubicBezTo>
                <a:lnTo>
                  <a:pt x="3646442" y="1260628"/>
                </a:lnTo>
                <a:lnTo>
                  <a:pt x="67658" y="1260628"/>
                </a:lnTo>
                <a:cubicBezTo>
                  <a:pt x="30292" y="1260628"/>
                  <a:pt x="0" y="1230336"/>
                  <a:pt x="0" y="1192970"/>
                </a:cubicBezTo>
                <a:lnTo>
                  <a:pt x="0" y="67658"/>
                </a:lnTo>
                <a:cubicBezTo>
                  <a:pt x="0" y="30292"/>
                  <a:pt x="30292" y="0"/>
                  <a:pt x="67658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任意多边形: 形状 13"/>
          <p:cNvSpPr/>
          <p:nvPr/>
        </p:nvSpPr>
        <p:spPr>
          <a:xfrm>
            <a:off x="191047" y="3465813"/>
            <a:ext cx="4776316" cy="1260628"/>
          </a:xfrm>
          <a:custGeom>
            <a:avLst/>
            <a:gdLst>
              <a:gd name="connsiteX0" fmla="*/ 4776316 w 4776316"/>
              <a:gd name="connsiteY0" fmla="*/ 162905 h 1260628"/>
              <a:gd name="connsiteX1" fmla="*/ 4776316 w 4776316"/>
              <a:gd name="connsiteY1" fmla="*/ 935954 h 1260628"/>
              <a:gd name="connsiteX2" fmla="*/ 4730709 w 4776316"/>
              <a:gd name="connsiteY2" fmla="*/ 789033 h 1260628"/>
              <a:gd name="connsiteX3" fmla="*/ 4706555 w 4776316"/>
              <a:gd name="connsiteY3" fmla="*/ 549429 h 1260628"/>
              <a:gd name="connsiteX4" fmla="*/ 4730709 w 4776316"/>
              <a:gd name="connsiteY4" fmla="*/ 309826 h 1260628"/>
              <a:gd name="connsiteX5" fmla="*/ 67658 w 4776316"/>
              <a:gd name="connsiteY5" fmla="*/ 0 h 1260628"/>
              <a:gd name="connsiteX6" fmla="*/ 3584025 w 4776316"/>
              <a:gd name="connsiteY6" fmla="*/ 0 h 1260628"/>
              <a:gd name="connsiteX7" fmla="*/ 3565969 w 4776316"/>
              <a:gd name="connsiteY7" fmla="*/ 70222 h 1260628"/>
              <a:gd name="connsiteX8" fmla="*/ 3517661 w 4776316"/>
              <a:gd name="connsiteY8" fmla="*/ 549429 h 1260628"/>
              <a:gd name="connsiteX9" fmla="*/ 3624562 w 4776316"/>
              <a:gd name="connsiteY9" fmla="*/ 1256511 h 1260628"/>
              <a:gd name="connsiteX10" fmla="*/ 3626069 w 4776316"/>
              <a:gd name="connsiteY10" fmla="*/ 1260628 h 1260628"/>
              <a:gd name="connsiteX11" fmla="*/ 67658 w 4776316"/>
              <a:gd name="connsiteY11" fmla="*/ 1260628 h 1260628"/>
              <a:gd name="connsiteX12" fmla="*/ 0 w 4776316"/>
              <a:gd name="connsiteY12" fmla="*/ 1192970 h 1260628"/>
              <a:gd name="connsiteX13" fmla="*/ 0 w 4776316"/>
              <a:gd name="connsiteY13" fmla="*/ 67658 h 1260628"/>
              <a:gd name="connsiteX14" fmla="*/ 67658 w 4776316"/>
              <a:gd name="connsiteY14" fmla="*/ 0 h 1260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76316" h="1260628">
                <a:moveTo>
                  <a:pt x="4776316" y="162905"/>
                </a:moveTo>
                <a:lnTo>
                  <a:pt x="4776316" y="935954"/>
                </a:lnTo>
                <a:lnTo>
                  <a:pt x="4730709" y="789033"/>
                </a:lnTo>
                <a:cubicBezTo>
                  <a:pt x="4714872" y="711639"/>
                  <a:pt x="4706555" y="631505"/>
                  <a:pt x="4706555" y="549429"/>
                </a:cubicBezTo>
                <a:cubicBezTo>
                  <a:pt x="4706555" y="467353"/>
                  <a:pt x="4714872" y="387220"/>
                  <a:pt x="4730709" y="309826"/>
                </a:cubicBezTo>
                <a:close/>
                <a:moveTo>
                  <a:pt x="67658" y="0"/>
                </a:moveTo>
                <a:lnTo>
                  <a:pt x="3584025" y="0"/>
                </a:lnTo>
                <a:lnTo>
                  <a:pt x="3565969" y="70222"/>
                </a:lnTo>
                <a:cubicBezTo>
                  <a:pt x="3534295" y="225010"/>
                  <a:pt x="3517661" y="385277"/>
                  <a:pt x="3517661" y="549429"/>
                </a:cubicBezTo>
                <a:cubicBezTo>
                  <a:pt x="3517661" y="795657"/>
                  <a:pt x="3555088" y="1033144"/>
                  <a:pt x="3624562" y="1256511"/>
                </a:cubicBezTo>
                <a:lnTo>
                  <a:pt x="3626069" y="1260628"/>
                </a:lnTo>
                <a:lnTo>
                  <a:pt x="67658" y="1260628"/>
                </a:lnTo>
                <a:cubicBezTo>
                  <a:pt x="30292" y="1260628"/>
                  <a:pt x="0" y="1230336"/>
                  <a:pt x="0" y="1192970"/>
                </a:cubicBezTo>
                <a:lnTo>
                  <a:pt x="0" y="67658"/>
                </a:lnTo>
                <a:cubicBezTo>
                  <a:pt x="0" y="30292"/>
                  <a:pt x="30292" y="0"/>
                  <a:pt x="67658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191048" y="4898743"/>
            <a:ext cx="4768995" cy="1260628"/>
          </a:xfrm>
          <a:custGeom>
            <a:avLst/>
            <a:gdLst>
              <a:gd name="connsiteX0" fmla="*/ 67658 w 4768995"/>
              <a:gd name="connsiteY0" fmla="*/ 0 h 1260628"/>
              <a:gd name="connsiteX1" fmla="*/ 3689132 w 4768995"/>
              <a:gd name="connsiteY1" fmla="*/ 0 h 1260628"/>
              <a:gd name="connsiteX2" fmla="*/ 3704520 w 4768995"/>
              <a:gd name="connsiteY2" fmla="*/ 42042 h 1260628"/>
              <a:gd name="connsiteX3" fmla="*/ 4762054 w 4768995"/>
              <a:gd name="connsiteY3" fmla="*/ 1207301 h 1260628"/>
              <a:gd name="connsiteX4" fmla="*/ 4768995 w 4768995"/>
              <a:gd name="connsiteY4" fmla="*/ 1210645 h 1260628"/>
              <a:gd name="connsiteX5" fmla="*/ 4756499 w 4768995"/>
              <a:gd name="connsiteY5" fmla="*/ 1240811 h 1260628"/>
              <a:gd name="connsiteX6" fmla="*/ 4708658 w 4768995"/>
              <a:gd name="connsiteY6" fmla="*/ 1260628 h 1260628"/>
              <a:gd name="connsiteX7" fmla="*/ 67658 w 4768995"/>
              <a:gd name="connsiteY7" fmla="*/ 1260628 h 1260628"/>
              <a:gd name="connsiteX8" fmla="*/ 0 w 4768995"/>
              <a:gd name="connsiteY8" fmla="*/ 1192970 h 1260628"/>
              <a:gd name="connsiteX9" fmla="*/ 0 w 4768995"/>
              <a:gd name="connsiteY9" fmla="*/ 67658 h 1260628"/>
              <a:gd name="connsiteX10" fmla="*/ 67658 w 4768995"/>
              <a:gd name="connsiteY10" fmla="*/ 0 h 1260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68995" h="1260628">
                <a:moveTo>
                  <a:pt x="67658" y="0"/>
                </a:moveTo>
                <a:lnTo>
                  <a:pt x="3689132" y="0"/>
                </a:lnTo>
                <a:lnTo>
                  <a:pt x="3704520" y="42042"/>
                </a:lnTo>
                <a:cubicBezTo>
                  <a:pt x="3915084" y="539872"/>
                  <a:pt x="4290371" y="951067"/>
                  <a:pt x="4762054" y="1207301"/>
                </a:cubicBezTo>
                <a:lnTo>
                  <a:pt x="4768995" y="1210645"/>
                </a:lnTo>
                <a:lnTo>
                  <a:pt x="4756499" y="1240811"/>
                </a:lnTo>
                <a:cubicBezTo>
                  <a:pt x="4744256" y="1253055"/>
                  <a:pt x="4727341" y="1260628"/>
                  <a:pt x="4708658" y="1260628"/>
                </a:cubicBezTo>
                <a:lnTo>
                  <a:pt x="67658" y="1260628"/>
                </a:lnTo>
                <a:cubicBezTo>
                  <a:pt x="30292" y="1260628"/>
                  <a:pt x="0" y="1230336"/>
                  <a:pt x="0" y="1192970"/>
                </a:cubicBezTo>
                <a:lnTo>
                  <a:pt x="0" y="67658"/>
                </a:lnTo>
                <a:cubicBezTo>
                  <a:pt x="0" y="30292"/>
                  <a:pt x="30292" y="0"/>
                  <a:pt x="67658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任意多边形: 形状 17"/>
          <p:cNvSpPr/>
          <p:nvPr/>
        </p:nvSpPr>
        <p:spPr>
          <a:xfrm>
            <a:off x="3942319" y="1965515"/>
            <a:ext cx="1729054" cy="4064822"/>
          </a:xfrm>
          <a:custGeom>
            <a:avLst/>
            <a:gdLst>
              <a:gd name="connsiteX0" fmla="*/ 1449035 w 1729054"/>
              <a:gd name="connsiteY0" fmla="*/ 0 h 4064822"/>
              <a:gd name="connsiteX1" fmla="*/ 1729054 w 1729054"/>
              <a:gd name="connsiteY1" fmla="*/ 795554 h 4064822"/>
              <a:gd name="connsiteX2" fmla="*/ 1647787 w 1729054"/>
              <a:gd name="connsiteY2" fmla="*/ 825298 h 4064822"/>
              <a:gd name="connsiteX3" fmla="*/ 844119 w 1729054"/>
              <a:gd name="connsiteY3" fmla="*/ 2037750 h 4064822"/>
              <a:gd name="connsiteX4" fmla="*/ 1647787 w 1729054"/>
              <a:gd name="connsiteY4" fmla="*/ 3250203 h 4064822"/>
              <a:gd name="connsiteX5" fmla="*/ 1699878 w 1729054"/>
              <a:gd name="connsiteY5" fmla="*/ 3269268 h 4064822"/>
              <a:gd name="connsiteX6" fmla="*/ 1419859 w 1729054"/>
              <a:gd name="connsiteY6" fmla="*/ 4064822 h 4064822"/>
              <a:gd name="connsiteX7" fmla="*/ 1319217 w 1729054"/>
              <a:gd name="connsiteY7" fmla="*/ 4027986 h 4064822"/>
              <a:gd name="connsiteX8" fmla="*/ 0 w 1729054"/>
              <a:gd name="connsiteY8" fmla="*/ 2037750 h 4064822"/>
              <a:gd name="connsiteX9" fmla="*/ 1319217 w 1729054"/>
              <a:gd name="connsiteY9" fmla="*/ 47514 h 4064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29054" h="4064822">
                <a:moveTo>
                  <a:pt x="1449035" y="0"/>
                </a:moveTo>
                <a:lnTo>
                  <a:pt x="1729054" y="795554"/>
                </a:lnTo>
                <a:lnTo>
                  <a:pt x="1647787" y="825298"/>
                </a:lnTo>
                <a:cubicBezTo>
                  <a:pt x="1175505" y="1025056"/>
                  <a:pt x="844119" y="1492703"/>
                  <a:pt x="844119" y="2037750"/>
                </a:cubicBezTo>
                <a:cubicBezTo>
                  <a:pt x="844119" y="2582797"/>
                  <a:pt x="1175505" y="3050444"/>
                  <a:pt x="1647787" y="3250203"/>
                </a:cubicBezTo>
                <a:lnTo>
                  <a:pt x="1699878" y="3269268"/>
                </a:lnTo>
                <a:lnTo>
                  <a:pt x="1419859" y="4064822"/>
                </a:lnTo>
                <a:lnTo>
                  <a:pt x="1319217" y="4027986"/>
                </a:lnTo>
                <a:cubicBezTo>
                  <a:pt x="543969" y="3700084"/>
                  <a:pt x="0" y="2932442"/>
                  <a:pt x="0" y="2037750"/>
                </a:cubicBezTo>
                <a:cubicBezTo>
                  <a:pt x="0" y="1143058"/>
                  <a:pt x="543969" y="375416"/>
                  <a:pt x="1319217" y="475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08988" y="63770"/>
            <a:ext cx="51539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改进措施与处理方案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" name="箭头: 五边形 7"/>
          <p:cNvSpPr/>
          <p:nvPr/>
        </p:nvSpPr>
        <p:spPr>
          <a:xfrm>
            <a:off x="175090" y="1279184"/>
            <a:ext cx="5903328" cy="5400908"/>
          </a:xfrm>
          <a:prstGeom prst="homePlate">
            <a:avLst>
              <a:gd name="adj" fmla="val 17599"/>
            </a:avLst>
          </a:prstGeom>
          <a:noFill/>
          <a:ln w="38100">
            <a:gradFill flip="none" rotWithShape="1">
              <a:gsLst>
                <a:gs pos="42000">
                  <a:schemeClr val="accent1">
                    <a:alpha val="0"/>
                  </a:schemeClr>
                </a:gs>
                <a:gs pos="92000">
                  <a:schemeClr val="accent1">
                    <a:lumMod val="60000"/>
                    <a:lumOff val="40000"/>
                  </a:schemeClr>
                </a:gs>
              </a:gsLst>
              <a:lin ang="18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" name="箭头: 五边形 8"/>
          <p:cNvSpPr/>
          <p:nvPr/>
        </p:nvSpPr>
        <p:spPr>
          <a:xfrm flipH="1">
            <a:off x="6196478" y="1279184"/>
            <a:ext cx="5845805" cy="5400908"/>
          </a:xfrm>
          <a:prstGeom prst="homePlate">
            <a:avLst>
              <a:gd name="adj" fmla="val 19870"/>
            </a:avLst>
          </a:prstGeom>
          <a:noFill/>
          <a:ln w="38100">
            <a:gradFill flip="none" rotWithShape="1">
              <a:gsLst>
                <a:gs pos="36000">
                  <a:schemeClr val="accent2">
                    <a:alpha val="0"/>
                  </a:schemeClr>
                </a:gs>
                <a:gs pos="92000">
                  <a:schemeClr val="accent2">
                    <a:lumMod val="60000"/>
                    <a:lumOff val="40000"/>
                  </a:schemeClr>
                </a:gs>
              </a:gsLst>
              <a:lin ang="18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09351" y="1012669"/>
            <a:ext cx="371030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改进措施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/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improvement measures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​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9012353" y="1012669"/>
            <a:ext cx="302958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处理方案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​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/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Solution Strategy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28" name="矩形: 圆顶角 27"/>
          <p:cNvSpPr/>
          <p:nvPr/>
        </p:nvSpPr>
        <p:spPr>
          <a:xfrm rot="5400000">
            <a:off x="1115584" y="1169679"/>
            <a:ext cx="425721" cy="2306710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75113" y="2138367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拓展多元流量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230860" y="2543711"/>
            <a:ext cx="3686011" cy="3492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每周发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条小红书笔记、月联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位达人直播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78" name="组合 77"/>
          <p:cNvGrpSpPr/>
          <p:nvPr/>
        </p:nvGrpSpPr>
        <p:grpSpPr>
          <a:xfrm>
            <a:off x="287392" y="2209953"/>
            <a:ext cx="381841" cy="226160"/>
            <a:chOff x="2492256" y="2336056"/>
            <a:chExt cx="894017" cy="529516"/>
          </a:xfrm>
          <a:noFill/>
        </p:grpSpPr>
        <p:sp>
          <p:nvSpPr>
            <p:cNvPr id="79" name="任意多边形: 形状 78"/>
            <p:cNvSpPr/>
            <p:nvPr/>
          </p:nvSpPr>
          <p:spPr>
            <a:xfrm>
              <a:off x="3059244" y="2337084"/>
              <a:ext cx="327029" cy="528458"/>
            </a:xfrm>
            <a:custGeom>
              <a:avLst/>
              <a:gdLst/>
              <a:ahLst/>
              <a:cxnLst/>
              <a:rect l="0" t="0" r="0" b="0"/>
              <a:pathLst>
                <a:path w="1469454" h="2374545">
                  <a:moveTo>
                    <a:pt x="188338" y="23090"/>
                  </a:moveTo>
                  <a:cubicBezTo>
                    <a:pt x="84763" y="82691"/>
                    <a:pt x="44700" y="119884"/>
                    <a:pt x="26890" y="172975"/>
                  </a:cubicBezTo>
                  <a:cubicBezTo>
                    <a:pt x="0" y="253133"/>
                    <a:pt x="3809" y="364285"/>
                    <a:pt x="35472" y="423361"/>
                  </a:cubicBezTo>
                  <a:cubicBezTo>
                    <a:pt x="50057" y="450574"/>
                    <a:pt x="224365" y="632812"/>
                    <a:pt x="422822" y="828334"/>
                  </a:cubicBezTo>
                  <a:cubicBezTo>
                    <a:pt x="621279" y="1023855"/>
                    <a:pt x="783653" y="1189426"/>
                    <a:pt x="783653" y="1196268"/>
                  </a:cubicBezTo>
                  <a:cubicBezTo>
                    <a:pt x="783653" y="1203110"/>
                    <a:pt x="621945" y="1367661"/>
                    <a:pt x="424302" y="1561936"/>
                  </a:cubicBezTo>
                  <a:cubicBezTo>
                    <a:pt x="31817" y="1947733"/>
                    <a:pt x="8953" y="1977327"/>
                    <a:pt x="8953" y="2099553"/>
                  </a:cubicBezTo>
                  <a:cubicBezTo>
                    <a:pt x="8953" y="2186016"/>
                    <a:pt x="23927" y="2226302"/>
                    <a:pt x="77050" y="2282764"/>
                  </a:cubicBezTo>
                  <a:cubicBezTo>
                    <a:pt x="149548" y="2359821"/>
                    <a:pt x="186769" y="2374544"/>
                    <a:pt x="290897" y="2367359"/>
                  </a:cubicBezTo>
                  <a:cubicBezTo>
                    <a:pt x="341885" y="2363840"/>
                    <a:pt x="404485" y="2352828"/>
                    <a:pt x="430008" y="2342887"/>
                  </a:cubicBezTo>
                  <a:cubicBezTo>
                    <a:pt x="462823" y="2330106"/>
                    <a:pt x="612815" y="2185995"/>
                    <a:pt x="942168" y="1850810"/>
                  </a:cubicBezTo>
                  <a:cubicBezTo>
                    <a:pt x="1198334" y="1590108"/>
                    <a:pt x="1421768" y="1358460"/>
                    <a:pt x="1438688" y="1336037"/>
                  </a:cubicBezTo>
                  <a:cubicBezTo>
                    <a:pt x="1464949" y="1301236"/>
                    <a:pt x="1469453" y="1281177"/>
                    <a:pt x="1469453" y="1199006"/>
                  </a:cubicBezTo>
                  <a:cubicBezTo>
                    <a:pt x="1469453" y="1120466"/>
                    <a:pt x="1463808" y="1092901"/>
                    <a:pt x="1438789" y="1049275"/>
                  </a:cubicBezTo>
                  <a:cubicBezTo>
                    <a:pt x="1400615" y="982711"/>
                    <a:pt x="473491" y="59388"/>
                    <a:pt x="422819" y="37471"/>
                  </a:cubicBezTo>
                  <a:cubicBezTo>
                    <a:pt x="402477" y="28673"/>
                    <a:pt x="351042" y="16288"/>
                    <a:pt x="308519" y="9949"/>
                  </a:cubicBezTo>
                  <a:cubicBezTo>
                    <a:pt x="241778" y="0"/>
                    <a:pt x="225340" y="1797"/>
                    <a:pt x="188338" y="2309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80" name="任意多边形: 形状 79"/>
            <p:cNvSpPr/>
            <p:nvPr/>
          </p:nvSpPr>
          <p:spPr>
            <a:xfrm>
              <a:off x="2492256" y="2336056"/>
              <a:ext cx="332150" cy="529311"/>
            </a:xfrm>
            <a:custGeom>
              <a:avLst/>
              <a:gdLst/>
              <a:ahLst/>
              <a:cxnLst/>
              <a:rect l="0" t="0" r="0" b="0"/>
              <a:pathLst>
                <a:path w="1492465" h="2378377">
                  <a:moveTo>
                    <a:pt x="200772" y="21444"/>
                  </a:moveTo>
                  <a:cubicBezTo>
                    <a:pt x="159003" y="41700"/>
                    <a:pt x="91701" y="92177"/>
                    <a:pt x="42735" y="139972"/>
                  </a:cubicBezTo>
                  <a:cubicBezTo>
                    <a:pt x="10243" y="171686"/>
                    <a:pt x="6564" y="184343"/>
                    <a:pt x="3043" y="276526"/>
                  </a:cubicBezTo>
                  <a:cubicBezTo>
                    <a:pt x="0" y="356188"/>
                    <a:pt x="4113" y="386926"/>
                    <a:pt x="22093" y="418879"/>
                  </a:cubicBezTo>
                  <a:cubicBezTo>
                    <a:pt x="34705" y="441293"/>
                    <a:pt x="209330" y="626183"/>
                    <a:pt x="410149" y="829747"/>
                  </a:cubicBezTo>
                  <a:cubicBezTo>
                    <a:pt x="610968" y="1033310"/>
                    <a:pt x="775274" y="1202490"/>
                    <a:pt x="775274" y="1205701"/>
                  </a:cubicBezTo>
                  <a:cubicBezTo>
                    <a:pt x="775274" y="1208912"/>
                    <a:pt x="610968" y="1371282"/>
                    <a:pt x="410149" y="1566524"/>
                  </a:cubicBezTo>
                  <a:cubicBezTo>
                    <a:pt x="209330" y="1761766"/>
                    <a:pt x="34705" y="1940008"/>
                    <a:pt x="22093" y="1962617"/>
                  </a:cubicBezTo>
                  <a:cubicBezTo>
                    <a:pt x="4134" y="1994812"/>
                    <a:pt x="3" y="2025756"/>
                    <a:pt x="3043" y="2105326"/>
                  </a:cubicBezTo>
                  <a:cubicBezTo>
                    <a:pt x="6441" y="2194273"/>
                    <a:pt x="11481" y="2212998"/>
                    <a:pt x="43518" y="2255680"/>
                  </a:cubicBezTo>
                  <a:cubicBezTo>
                    <a:pt x="63645" y="2282495"/>
                    <a:pt x="103078" y="2321071"/>
                    <a:pt x="131148" y="2341405"/>
                  </a:cubicBezTo>
                  <a:cubicBezTo>
                    <a:pt x="177244" y="2374797"/>
                    <a:pt x="191886" y="2378376"/>
                    <a:pt x="282385" y="2378376"/>
                  </a:cubicBezTo>
                  <a:cubicBezTo>
                    <a:pt x="368804" y="2378376"/>
                    <a:pt x="388193" y="2374136"/>
                    <a:pt x="423355" y="2347547"/>
                  </a:cubicBezTo>
                  <a:cubicBezTo>
                    <a:pt x="445778" y="2330592"/>
                    <a:pt x="682244" y="2097706"/>
                    <a:pt x="948835" y="1830022"/>
                  </a:cubicBezTo>
                  <a:cubicBezTo>
                    <a:pt x="1346102" y="1431128"/>
                    <a:pt x="1438321" y="1332027"/>
                    <a:pt x="1460010" y="1280696"/>
                  </a:cubicBezTo>
                  <a:cubicBezTo>
                    <a:pt x="1492464" y="1203889"/>
                    <a:pt x="1492464" y="1206236"/>
                    <a:pt x="1460008" y="1113856"/>
                  </a:cubicBezTo>
                  <a:cubicBezTo>
                    <a:pt x="1434916" y="1042433"/>
                    <a:pt x="1408732" y="1013599"/>
                    <a:pt x="955183" y="557922"/>
                  </a:cubicBezTo>
                  <a:cubicBezTo>
                    <a:pt x="692086" y="293590"/>
                    <a:pt x="458220" y="66328"/>
                    <a:pt x="435482" y="52895"/>
                  </a:cubicBezTo>
                  <a:cubicBezTo>
                    <a:pt x="375560" y="17497"/>
                    <a:pt x="244990" y="0"/>
                    <a:pt x="200772" y="21444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81" name="任意多边形: 形状 80"/>
            <p:cNvSpPr/>
            <p:nvPr/>
          </p:nvSpPr>
          <p:spPr>
            <a:xfrm>
              <a:off x="2768677" y="2336112"/>
              <a:ext cx="346296" cy="529460"/>
            </a:xfrm>
            <a:custGeom>
              <a:avLst/>
              <a:gdLst/>
              <a:ahLst/>
              <a:cxnLst/>
              <a:rect l="0" t="0" r="0" b="0"/>
              <a:pathLst>
                <a:path w="1556029" h="2379049">
                  <a:moveTo>
                    <a:pt x="232882" y="23836"/>
                  </a:moveTo>
                  <a:cubicBezTo>
                    <a:pt x="163789" y="57358"/>
                    <a:pt x="91812" y="128217"/>
                    <a:pt x="56774" y="197207"/>
                  </a:cubicBezTo>
                  <a:cubicBezTo>
                    <a:pt x="26069" y="257667"/>
                    <a:pt x="24283" y="268964"/>
                    <a:pt x="36714" y="324119"/>
                  </a:cubicBezTo>
                  <a:cubicBezTo>
                    <a:pt x="44219" y="357418"/>
                    <a:pt x="56726" y="400281"/>
                    <a:pt x="64507" y="419369"/>
                  </a:cubicBezTo>
                  <a:cubicBezTo>
                    <a:pt x="72289" y="438457"/>
                    <a:pt x="246693" y="622704"/>
                    <a:pt x="452072" y="828806"/>
                  </a:cubicBezTo>
                  <a:lnTo>
                    <a:pt x="825489" y="1203538"/>
                  </a:lnTo>
                  <a:lnTo>
                    <a:pt x="456319" y="1559056"/>
                  </a:lnTo>
                  <a:cubicBezTo>
                    <a:pt x="238247" y="1769065"/>
                    <a:pt x="76092" y="1935367"/>
                    <a:pt x="60134" y="1965375"/>
                  </a:cubicBezTo>
                  <a:cubicBezTo>
                    <a:pt x="0" y="2078451"/>
                    <a:pt x="39298" y="2235838"/>
                    <a:pt x="150336" y="2326633"/>
                  </a:cubicBezTo>
                  <a:cubicBezTo>
                    <a:pt x="201426" y="2368409"/>
                    <a:pt x="212758" y="2372021"/>
                    <a:pt x="306019" y="2376257"/>
                  </a:cubicBezTo>
                  <a:cubicBezTo>
                    <a:pt x="367493" y="2379048"/>
                    <a:pt x="417670" y="2375007"/>
                    <a:pt x="435068" y="2365863"/>
                  </a:cubicBezTo>
                  <a:cubicBezTo>
                    <a:pt x="450725" y="2357634"/>
                    <a:pt x="690895" y="2124141"/>
                    <a:pt x="968780" y="1846988"/>
                  </a:cubicBezTo>
                  <a:cubicBezTo>
                    <a:pt x="1556028" y="1261287"/>
                    <a:pt x="1551206" y="1267899"/>
                    <a:pt x="1504883" y="1111911"/>
                  </a:cubicBezTo>
                  <a:cubicBezTo>
                    <a:pt x="1487144" y="1052178"/>
                    <a:pt x="1450882" y="1012852"/>
                    <a:pt x="996872" y="560975"/>
                  </a:cubicBezTo>
                  <a:cubicBezTo>
                    <a:pt x="727972" y="293339"/>
                    <a:pt x="491719" y="64078"/>
                    <a:pt x="471865" y="51508"/>
                  </a:cubicBezTo>
                  <a:cubicBezTo>
                    <a:pt x="414798" y="15375"/>
                    <a:pt x="282011" y="0"/>
                    <a:pt x="232882" y="23836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88" name="矩形 87"/>
          <p:cNvSpPr/>
          <p:nvPr/>
        </p:nvSpPr>
        <p:spPr>
          <a:xfrm>
            <a:off x="230860" y="2800665"/>
            <a:ext cx="3463515" cy="3492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个月内自然流量占比提至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矩形: 圆顶角 28"/>
          <p:cNvSpPr/>
          <p:nvPr/>
        </p:nvSpPr>
        <p:spPr>
          <a:xfrm rot="5400000">
            <a:off x="1115584" y="2637092"/>
            <a:ext cx="425721" cy="2306710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75113" y="3605780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优化转化细节​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230860" y="4023512"/>
            <a:ext cx="3459336" cy="607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天内更新详情页，设自动回复，响应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≤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分钟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，转化率提至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6%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89" name="组合 88"/>
          <p:cNvGrpSpPr/>
          <p:nvPr/>
        </p:nvGrpSpPr>
        <p:grpSpPr>
          <a:xfrm>
            <a:off x="287392" y="3677366"/>
            <a:ext cx="381841" cy="226160"/>
            <a:chOff x="2492256" y="2336056"/>
            <a:chExt cx="894017" cy="529516"/>
          </a:xfrm>
          <a:noFill/>
        </p:grpSpPr>
        <p:sp>
          <p:nvSpPr>
            <p:cNvPr id="90" name="任意多边形: 形状 89"/>
            <p:cNvSpPr/>
            <p:nvPr/>
          </p:nvSpPr>
          <p:spPr>
            <a:xfrm>
              <a:off x="3059244" y="2337084"/>
              <a:ext cx="327029" cy="528458"/>
            </a:xfrm>
            <a:custGeom>
              <a:avLst/>
              <a:gdLst/>
              <a:ahLst/>
              <a:cxnLst/>
              <a:rect l="0" t="0" r="0" b="0"/>
              <a:pathLst>
                <a:path w="1469454" h="2374545">
                  <a:moveTo>
                    <a:pt x="188338" y="23090"/>
                  </a:moveTo>
                  <a:cubicBezTo>
                    <a:pt x="84763" y="82691"/>
                    <a:pt x="44700" y="119884"/>
                    <a:pt x="26890" y="172975"/>
                  </a:cubicBezTo>
                  <a:cubicBezTo>
                    <a:pt x="0" y="253133"/>
                    <a:pt x="3809" y="364285"/>
                    <a:pt x="35472" y="423361"/>
                  </a:cubicBezTo>
                  <a:cubicBezTo>
                    <a:pt x="50057" y="450574"/>
                    <a:pt x="224365" y="632812"/>
                    <a:pt x="422822" y="828334"/>
                  </a:cubicBezTo>
                  <a:cubicBezTo>
                    <a:pt x="621279" y="1023855"/>
                    <a:pt x="783653" y="1189426"/>
                    <a:pt x="783653" y="1196268"/>
                  </a:cubicBezTo>
                  <a:cubicBezTo>
                    <a:pt x="783653" y="1203110"/>
                    <a:pt x="621945" y="1367661"/>
                    <a:pt x="424302" y="1561936"/>
                  </a:cubicBezTo>
                  <a:cubicBezTo>
                    <a:pt x="31817" y="1947733"/>
                    <a:pt x="8953" y="1977327"/>
                    <a:pt x="8953" y="2099553"/>
                  </a:cubicBezTo>
                  <a:cubicBezTo>
                    <a:pt x="8953" y="2186016"/>
                    <a:pt x="23927" y="2226302"/>
                    <a:pt x="77050" y="2282764"/>
                  </a:cubicBezTo>
                  <a:cubicBezTo>
                    <a:pt x="149548" y="2359821"/>
                    <a:pt x="186769" y="2374544"/>
                    <a:pt x="290897" y="2367359"/>
                  </a:cubicBezTo>
                  <a:cubicBezTo>
                    <a:pt x="341885" y="2363840"/>
                    <a:pt x="404485" y="2352828"/>
                    <a:pt x="430008" y="2342887"/>
                  </a:cubicBezTo>
                  <a:cubicBezTo>
                    <a:pt x="462823" y="2330106"/>
                    <a:pt x="612815" y="2185995"/>
                    <a:pt x="942168" y="1850810"/>
                  </a:cubicBezTo>
                  <a:cubicBezTo>
                    <a:pt x="1198334" y="1590108"/>
                    <a:pt x="1421768" y="1358460"/>
                    <a:pt x="1438688" y="1336037"/>
                  </a:cubicBezTo>
                  <a:cubicBezTo>
                    <a:pt x="1464949" y="1301236"/>
                    <a:pt x="1469453" y="1281177"/>
                    <a:pt x="1469453" y="1199006"/>
                  </a:cubicBezTo>
                  <a:cubicBezTo>
                    <a:pt x="1469453" y="1120466"/>
                    <a:pt x="1463808" y="1092901"/>
                    <a:pt x="1438789" y="1049275"/>
                  </a:cubicBezTo>
                  <a:cubicBezTo>
                    <a:pt x="1400615" y="982711"/>
                    <a:pt x="473491" y="59388"/>
                    <a:pt x="422819" y="37471"/>
                  </a:cubicBezTo>
                  <a:cubicBezTo>
                    <a:pt x="402477" y="28673"/>
                    <a:pt x="351042" y="16288"/>
                    <a:pt x="308519" y="9949"/>
                  </a:cubicBezTo>
                  <a:cubicBezTo>
                    <a:pt x="241778" y="0"/>
                    <a:pt x="225340" y="1797"/>
                    <a:pt x="188338" y="2309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91" name="任意多边形: 形状 90"/>
            <p:cNvSpPr/>
            <p:nvPr/>
          </p:nvSpPr>
          <p:spPr>
            <a:xfrm>
              <a:off x="2492256" y="2336056"/>
              <a:ext cx="332150" cy="529311"/>
            </a:xfrm>
            <a:custGeom>
              <a:avLst/>
              <a:gdLst/>
              <a:ahLst/>
              <a:cxnLst/>
              <a:rect l="0" t="0" r="0" b="0"/>
              <a:pathLst>
                <a:path w="1492465" h="2378377">
                  <a:moveTo>
                    <a:pt x="200772" y="21444"/>
                  </a:moveTo>
                  <a:cubicBezTo>
                    <a:pt x="159003" y="41700"/>
                    <a:pt x="91701" y="92177"/>
                    <a:pt x="42735" y="139972"/>
                  </a:cubicBezTo>
                  <a:cubicBezTo>
                    <a:pt x="10243" y="171686"/>
                    <a:pt x="6564" y="184343"/>
                    <a:pt x="3043" y="276526"/>
                  </a:cubicBezTo>
                  <a:cubicBezTo>
                    <a:pt x="0" y="356188"/>
                    <a:pt x="4113" y="386926"/>
                    <a:pt x="22093" y="418879"/>
                  </a:cubicBezTo>
                  <a:cubicBezTo>
                    <a:pt x="34705" y="441293"/>
                    <a:pt x="209330" y="626183"/>
                    <a:pt x="410149" y="829747"/>
                  </a:cubicBezTo>
                  <a:cubicBezTo>
                    <a:pt x="610968" y="1033310"/>
                    <a:pt x="775274" y="1202490"/>
                    <a:pt x="775274" y="1205701"/>
                  </a:cubicBezTo>
                  <a:cubicBezTo>
                    <a:pt x="775274" y="1208912"/>
                    <a:pt x="610968" y="1371282"/>
                    <a:pt x="410149" y="1566524"/>
                  </a:cubicBezTo>
                  <a:cubicBezTo>
                    <a:pt x="209330" y="1761766"/>
                    <a:pt x="34705" y="1940008"/>
                    <a:pt x="22093" y="1962617"/>
                  </a:cubicBezTo>
                  <a:cubicBezTo>
                    <a:pt x="4134" y="1994812"/>
                    <a:pt x="3" y="2025756"/>
                    <a:pt x="3043" y="2105326"/>
                  </a:cubicBezTo>
                  <a:cubicBezTo>
                    <a:pt x="6441" y="2194273"/>
                    <a:pt x="11481" y="2212998"/>
                    <a:pt x="43518" y="2255680"/>
                  </a:cubicBezTo>
                  <a:cubicBezTo>
                    <a:pt x="63645" y="2282495"/>
                    <a:pt x="103078" y="2321071"/>
                    <a:pt x="131148" y="2341405"/>
                  </a:cubicBezTo>
                  <a:cubicBezTo>
                    <a:pt x="177244" y="2374797"/>
                    <a:pt x="191886" y="2378376"/>
                    <a:pt x="282385" y="2378376"/>
                  </a:cubicBezTo>
                  <a:cubicBezTo>
                    <a:pt x="368804" y="2378376"/>
                    <a:pt x="388193" y="2374136"/>
                    <a:pt x="423355" y="2347547"/>
                  </a:cubicBezTo>
                  <a:cubicBezTo>
                    <a:pt x="445778" y="2330592"/>
                    <a:pt x="682244" y="2097706"/>
                    <a:pt x="948835" y="1830022"/>
                  </a:cubicBezTo>
                  <a:cubicBezTo>
                    <a:pt x="1346102" y="1431128"/>
                    <a:pt x="1438321" y="1332027"/>
                    <a:pt x="1460010" y="1280696"/>
                  </a:cubicBezTo>
                  <a:cubicBezTo>
                    <a:pt x="1492464" y="1203889"/>
                    <a:pt x="1492464" y="1206236"/>
                    <a:pt x="1460008" y="1113856"/>
                  </a:cubicBezTo>
                  <a:cubicBezTo>
                    <a:pt x="1434916" y="1042433"/>
                    <a:pt x="1408732" y="1013599"/>
                    <a:pt x="955183" y="557922"/>
                  </a:cubicBezTo>
                  <a:cubicBezTo>
                    <a:pt x="692086" y="293590"/>
                    <a:pt x="458220" y="66328"/>
                    <a:pt x="435482" y="52895"/>
                  </a:cubicBezTo>
                  <a:cubicBezTo>
                    <a:pt x="375560" y="17497"/>
                    <a:pt x="244990" y="0"/>
                    <a:pt x="200772" y="21444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92" name="任意多边形: 形状 91"/>
            <p:cNvSpPr/>
            <p:nvPr/>
          </p:nvSpPr>
          <p:spPr>
            <a:xfrm>
              <a:off x="2768677" y="2336112"/>
              <a:ext cx="346296" cy="529460"/>
            </a:xfrm>
            <a:custGeom>
              <a:avLst/>
              <a:gdLst/>
              <a:ahLst/>
              <a:cxnLst/>
              <a:rect l="0" t="0" r="0" b="0"/>
              <a:pathLst>
                <a:path w="1556029" h="2379049">
                  <a:moveTo>
                    <a:pt x="232882" y="23836"/>
                  </a:moveTo>
                  <a:cubicBezTo>
                    <a:pt x="163789" y="57358"/>
                    <a:pt x="91812" y="128217"/>
                    <a:pt x="56774" y="197207"/>
                  </a:cubicBezTo>
                  <a:cubicBezTo>
                    <a:pt x="26069" y="257667"/>
                    <a:pt x="24283" y="268964"/>
                    <a:pt x="36714" y="324119"/>
                  </a:cubicBezTo>
                  <a:cubicBezTo>
                    <a:pt x="44219" y="357418"/>
                    <a:pt x="56726" y="400281"/>
                    <a:pt x="64507" y="419369"/>
                  </a:cubicBezTo>
                  <a:cubicBezTo>
                    <a:pt x="72289" y="438457"/>
                    <a:pt x="246693" y="622704"/>
                    <a:pt x="452072" y="828806"/>
                  </a:cubicBezTo>
                  <a:lnTo>
                    <a:pt x="825489" y="1203538"/>
                  </a:lnTo>
                  <a:lnTo>
                    <a:pt x="456319" y="1559056"/>
                  </a:lnTo>
                  <a:cubicBezTo>
                    <a:pt x="238247" y="1769065"/>
                    <a:pt x="76092" y="1935367"/>
                    <a:pt x="60134" y="1965375"/>
                  </a:cubicBezTo>
                  <a:cubicBezTo>
                    <a:pt x="0" y="2078451"/>
                    <a:pt x="39298" y="2235838"/>
                    <a:pt x="150336" y="2326633"/>
                  </a:cubicBezTo>
                  <a:cubicBezTo>
                    <a:pt x="201426" y="2368409"/>
                    <a:pt x="212758" y="2372021"/>
                    <a:pt x="306019" y="2376257"/>
                  </a:cubicBezTo>
                  <a:cubicBezTo>
                    <a:pt x="367493" y="2379048"/>
                    <a:pt x="417670" y="2375007"/>
                    <a:pt x="435068" y="2365863"/>
                  </a:cubicBezTo>
                  <a:cubicBezTo>
                    <a:pt x="450725" y="2357634"/>
                    <a:pt x="690895" y="2124141"/>
                    <a:pt x="968780" y="1846988"/>
                  </a:cubicBezTo>
                  <a:cubicBezTo>
                    <a:pt x="1556028" y="1261287"/>
                    <a:pt x="1551206" y="1267899"/>
                    <a:pt x="1504883" y="1111911"/>
                  </a:cubicBezTo>
                  <a:cubicBezTo>
                    <a:pt x="1487144" y="1052178"/>
                    <a:pt x="1450882" y="1012852"/>
                    <a:pt x="996872" y="560975"/>
                  </a:cubicBezTo>
                  <a:cubicBezTo>
                    <a:pt x="727972" y="293339"/>
                    <a:pt x="491719" y="64078"/>
                    <a:pt x="471865" y="51508"/>
                  </a:cubicBezTo>
                  <a:cubicBezTo>
                    <a:pt x="414798" y="15375"/>
                    <a:pt x="282011" y="0"/>
                    <a:pt x="232882" y="23836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30" name="矩形: 圆顶角 29"/>
          <p:cNvSpPr/>
          <p:nvPr/>
        </p:nvSpPr>
        <p:spPr>
          <a:xfrm rot="5400000">
            <a:off x="1115584" y="4091892"/>
            <a:ext cx="425721" cy="2306710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675113" y="5060580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加强部门联动​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230860" y="5470962"/>
            <a:ext cx="3563084" cy="607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每日同步库存，活动前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天沟通设计，发货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延迟率≤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3%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93" name="组合 92"/>
          <p:cNvGrpSpPr/>
          <p:nvPr/>
        </p:nvGrpSpPr>
        <p:grpSpPr>
          <a:xfrm>
            <a:off x="287392" y="5132166"/>
            <a:ext cx="381841" cy="226160"/>
            <a:chOff x="2492256" y="2336056"/>
            <a:chExt cx="894017" cy="529516"/>
          </a:xfrm>
          <a:noFill/>
        </p:grpSpPr>
        <p:sp>
          <p:nvSpPr>
            <p:cNvPr id="94" name="任意多边形: 形状 93"/>
            <p:cNvSpPr/>
            <p:nvPr/>
          </p:nvSpPr>
          <p:spPr>
            <a:xfrm>
              <a:off x="3059244" y="2337084"/>
              <a:ext cx="327029" cy="528458"/>
            </a:xfrm>
            <a:custGeom>
              <a:avLst/>
              <a:gdLst/>
              <a:ahLst/>
              <a:cxnLst/>
              <a:rect l="0" t="0" r="0" b="0"/>
              <a:pathLst>
                <a:path w="1469454" h="2374545">
                  <a:moveTo>
                    <a:pt x="188338" y="23090"/>
                  </a:moveTo>
                  <a:cubicBezTo>
                    <a:pt x="84763" y="82691"/>
                    <a:pt x="44700" y="119884"/>
                    <a:pt x="26890" y="172975"/>
                  </a:cubicBezTo>
                  <a:cubicBezTo>
                    <a:pt x="0" y="253133"/>
                    <a:pt x="3809" y="364285"/>
                    <a:pt x="35472" y="423361"/>
                  </a:cubicBezTo>
                  <a:cubicBezTo>
                    <a:pt x="50057" y="450574"/>
                    <a:pt x="224365" y="632812"/>
                    <a:pt x="422822" y="828334"/>
                  </a:cubicBezTo>
                  <a:cubicBezTo>
                    <a:pt x="621279" y="1023855"/>
                    <a:pt x="783653" y="1189426"/>
                    <a:pt x="783653" y="1196268"/>
                  </a:cubicBezTo>
                  <a:cubicBezTo>
                    <a:pt x="783653" y="1203110"/>
                    <a:pt x="621945" y="1367661"/>
                    <a:pt x="424302" y="1561936"/>
                  </a:cubicBezTo>
                  <a:cubicBezTo>
                    <a:pt x="31817" y="1947733"/>
                    <a:pt x="8953" y="1977327"/>
                    <a:pt x="8953" y="2099553"/>
                  </a:cubicBezTo>
                  <a:cubicBezTo>
                    <a:pt x="8953" y="2186016"/>
                    <a:pt x="23927" y="2226302"/>
                    <a:pt x="77050" y="2282764"/>
                  </a:cubicBezTo>
                  <a:cubicBezTo>
                    <a:pt x="149548" y="2359821"/>
                    <a:pt x="186769" y="2374544"/>
                    <a:pt x="290897" y="2367359"/>
                  </a:cubicBezTo>
                  <a:cubicBezTo>
                    <a:pt x="341885" y="2363840"/>
                    <a:pt x="404485" y="2352828"/>
                    <a:pt x="430008" y="2342887"/>
                  </a:cubicBezTo>
                  <a:cubicBezTo>
                    <a:pt x="462823" y="2330106"/>
                    <a:pt x="612815" y="2185995"/>
                    <a:pt x="942168" y="1850810"/>
                  </a:cubicBezTo>
                  <a:cubicBezTo>
                    <a:pt x="1198334" y="1590108"/>
                    <a:pt x="1421768" y="1358460"/>
                    <a:pt x="1438688" y="1336037"/>
                  </a:cubicBezTo>
                  <a:cubicBezTo>
                    <a:pt x="1464949" y="1301236"/>
                    <a:pt x="1469453" y="1281177"/>
                    <a:pt x="1469453" y="1199006"/>
                  </a:cubicBezTo>
                  <a:cubicBezTo>
                    <a:pt x="1469453" y="1120466"/>
                    <a:pt x="1463808" y="1092901"/>
                    <a:pt x="1438789" y="1049275"/>
                  </a:cubicBezTo>
                  <a:cubicBezTo>
                    <a:pt x="1400615" y="982711"/>
                    <a:pt x="473491" y="59388"/>
                    <a:pt x="422819" y="37471"/>
                  </a:cubicBezTo>
                  <a:cubicBezTo>
                    <a:pt x="402477" y="28673"/>
                    <a:pt x="351042" y="16288"/>
                    <a:pt x="308519" y="9949"/>
                  </a:cubicBezTo>
                  <a:cubicBezTo>
                    <a:pt x="241778" y="0"/>
                    <a:pt x="225340" y="1797"/>
                    <a:pt x="188338" y="2309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95" name="任意多边形: 形状 94"/>
            <p:cNvSpPr/>
            <p:nvPr/>
          </p:nvSpPr>
          <p:spPr>
            <a:xfrm>
              <a:off x="2492256" y="2336056"/>
              <a:ext cx="332150" cy="529311"/>
            </a:xfrm>
            <a:custGeom>
              <a:avLst/>
              <a:gdLst/>
              <a:ahLst/>
              <a:cxnLst/>
              <a:rect l="0" t="0" r="0" b="0"/>
              <a:pathLst>
                <a:path w="1492465" h="2378377">
                  <a:moveTo>
                    <a:pt x="200772" y="21444"/>
                  </a:moveTo>
                  <a:cubicBezTo>
                    <a:pt x="159003" y="41700"/>
                    <a:pt x="91701" y="92177"/>
                    <a:pt x="42735" y="139972"/>
                  </a:cubicBezTo>
                  <a:cubicBezTo>
                    <a:pt x="10243" y="171686"/>
                    <a:pt x="6564" y="184343"/>
                    <a:pt x="3043" y="276526"/>
                  </a:cubicBezTo>
                  <a:cubicBezTo>
                    <a:pt x="0" y="356188"/>
                    <a:pt x="4113" y="386926"/>
                    <a:pt x="22093" y="418879"/>
                  </a:cubicBezTo>
                  <a:cubicBezTo>
                    <a:pt x="34705" y="441293"/>
                    <a:pt x="209330" y="626183"/>
                    <a:pt x="410149" y="829747"/>
                  </a:cubicBezTo>
                  <a:cubicBezTo>
                    <a:pt x="610968" y="1033310"/>
                    <a:pt x="775274" y="1202490"/>
                    <a:pt x="775274" y="1205701"/>
                  </a:cubicBezTo>
                  <a:cubicBezTo>
                    <a:pt x="775274" y="1208912"/>
                    <a:pt x="610968" y="1371282"/>
                    <a:pt x="410149" y="1566524"/>
                  </a:cubicBezTo>
                  <a:cubicBezTo>
                    <a:pt x="209330" y="1761766"/>
                    <a:pt x="34705" y="1940008"/>
                    <a:pt x="22093" y="1962617"/>
                  </a:cubicBezTo>
                  <a:cubicBezTo>
                    <a:pt x="4134" y="1994812"/>
                    <a:pt x="3" y="2025756"/>
                    <a:pt x="3043" y="2105326"/>
                  </a:cubicBezTo>
                  <a:cubicBezTo>
                    <a:pt x="6441" y="2194273"/>
                    <a:pt x="11481" y="2212998"/>
                    <a:pt x="43518" y="2255680"/>
                  </a:cubicBezTo>
                  <a:cubicBezTo>
                    <a:pt x="63645" y="2282495"/>
                    <a:pt x="103078" y="2321071"/>
                    <a:pt x="131148" y="2341405"/>
                  </a:cubicBezTo>
                  <a:cubicBezTo>
                    <a:pt x="177244" y="2374797"/>
                    <a:pt x="191886" y="2378376"/>
                    <a:pt x="282385" y="2378376"/>
                  </a:cubicBezTo>
                  <a:cubicBezTo>
                    <a:pt x="368804" y="2378376"/>
                    <a:pt x="388193" y="2374136"/>
                    <a:pt x="423355" y="2347547"/>
                  </a:cubicBezTo>
                  <a:cubicBezTo>
                    <a:pt x="445778" y="2330592"/>
                    <a:pt x="682244" y="2097706"/>
                    <a:pt x="948835" y="1830022"/>
                  </a:cubicBezTo>
                  <a:cubicBezTo>
                    <a:pt x="1346102" y="1431128"/>
                    <a:pt x="1438321" y="1332027"/>
                    <a:pt x="1460010" y="1280696"/>
                  </a:cubicBezTo>
                  <a:cubicBezTo>
                    <a:pt x="1492464" y="1203889"/>
                    <a:pt x="1492464" y="1206236"/>
                    <a:pt x="1460008" y="1113856"/>
                  </a:cubicBezTo>
                  <a:cubicBezTo>
                    <a:pt x="1434916" y="1042433"/>
                    <a:pt x="1408732" y="1013599"/>
                    <a:pt x="955183" y="557922"/>
                  </a:cubicBezTo>
                  <a:cubicBezTo>
                    <a:pt x="692086" y="293590"/>
                    <a:pt x="458220" y="66328"/>
                    <a:pt x="435482" y="52895"/>
                  </a:cubicBezTo>
                  <a:cubicBezTo>
                    <a:pt x="375560" y="17497"/>
                    <a:pt x="244990" y="0"/>
                    <a:pt x="200772" y="21444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96" name="任意多边形: 形状 95"/>
            <p:cNvSpPr/>
            <p:nvPr/>
          </p:nvSpPr>
          <p:spPr>
            <a:xfrm>
              <a:off x="2768677" y="2336112"/>
              <a:ext cx="346296" cy="529460"/>
            </a:xfrm>
            <a:custGeom>
              <a:avLst/>
              <a:gdLst/>
              <a:ahLst/>
              <a:cxnLst/>
              <a:rect l="0" t="0" r="0" b="0"/>
              <a:pathLst>
                <a:path w="1556029" h="2379049">
                  <a:moveTo>
                    <a:pt x="232882" y="23836"/>
                  </a:moveTo>
                  <a:cubicBezTo>
                    <a:pt x="163789" y="57358"/>
                    <a:pt x="91812" y="128217"/>
                    <a:pt x="56774" y="197207"/>
                  </a:cubicBezTo>
                  <a:cubicBezTo>
                    <a:pt x="26069" y="257667"/>
                    <a:pt x="24283" y="268964"/>
                    <a:pt x="36714" y="324119"/>
                  </a:cubicBezTo>
                  <a:cubicBezTo>
                    <a:pt x="44219" y="357418"/>
                    <a:pt x="56726" y="400281"/>
                    <a:pt x="64507" y="419369"/>
                  </a:cubicBezTo>
                  <a:cubicBezTo>
                    <a:pt x="72289" y="438457"/>
                    <a:pt x="246693" y="622704"/>
                    <a:pt x="452072" y="828806"/>
                  </a:cubicBezTo>
                  <a:lnTo>
                    <a:pt x="825489" y="1203538"/>
                  </a:lnTo>
                  <a:lnTo>
                    <a:pt x="456319" y="1559056"/>
                  </a:lnTo>
                  <a:cubicBezTo>
                    <a:pt x="238247" y="1769065"/>
                    <a:pt x="76092" y="1935367"/>
                    <a:pt x="60134" y="1965375"/>
                  </a:cubicBezTo>
                  <a:cubicBezTo>
                    <a:pt x="0" y="2078451"/>
                    <a:pt x="39298" y="2235838"/>
                    <a:pt x="150336" y="2326633"/>
                  </a:cubicBezTo>
                  <a:cubicBezTo>
                    <a:pt x="201426" y="2368409"/>
                    <a:pt x="212758" y="2372021"/>
                    <a:pt x="306019" y="2376257"/>
                  </a:cubicBezTo>
                  <a:cubicBezTo>
                    <a:pt x="367493" y="2379048"/>
                    <a:pt x="417670" y="2375007"/>
                    <a:pt x="435068" y="2365863"/>
                  </a:cubicBezTo>
                  <a:cubicBezTo>
                    <a:pt x="450725" y="2357634"/>
                    <a:pt x="690895" y="2124141"/>
                    <a:pt x="968780" y="1846988"/>
                  </a:cubicBezTo>
                  <a:cubicBezTo>
                    <a:pt x="1556028" y="1261287"/>
                    <a:pt x="1551206" y="1267899"/>
                    <a:pt x="1504883" y="1111911"/>
                  </a:cubicBezTo>
                  <a:cubicBezTo>
                    <a:pt x="1487144" y="1052178"/>
                    <a:pt x="1450882" y="1012852"/>
                    <a:pt x="996872" y="560975"/>
                  </a:cubicBezTo>
                  <a:cubicBezTo>
                    <a:pt x="727972" y="293339"/>
                    <a:pt x="491719" y="64078"/>
                    <a:pt x="471865" y="51508"/>
                  </a:cubicBezTo>
                  <a:cubicBezTo>
                    <a:pt x="414798" y="15375"/>
                    <a:pt x="282011" y="0"/>
                    <a:pt x="232882" y="23836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31" name="矩形: 圆顶角 30"/>
          <p:cNvSpPr/>
          <p:nvPr/>
        </p:nvSpPr>
        <p:spPr>
          <a:xfrm rot="16200000" flipH="1">
            <a:off x="10679489" y="1166430"/>
            <a:ext cx="425721" cy="230671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9986401" y="2135115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库存预警机制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8616650" y="2545381"/>
            <a:ext cx="3323657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接入管理系统设预警线，月周转率提升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减少资金占用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97" name="组合 96"/>
          <p:cNvGrpSpPr/>
          <p:nvPr/>
        </p:nvGrpSpPr>
        <p:grpSpPr>
          <a:xfrm flipH="1">
            <a:off x="11559963" y="2206701"/>
            <a:ext cx="381841" cy="226160"/>
            <a:chOff x="2492256" y="2336056"/>
            <a:chExt cx="894017" cy="529516"/>
          </a:xfrm>
          <a:noFill/>
        </p:grpSpPr>
        <p:sp>
          <p:nvSpPr>
            <p:cNvPr id="98" name="任意多边形: 形状 97"/>
            <p:cNvSpPr/>
            <p:nvPr/>
          </p:nvSpPr>
          <p:spPr>
            <a:xfrm>
              <a:off x="3059244" y="2337084"/>
              <a:ext cx="327029" cy="528458"/>
            </a:xfrm>
            <a:custGeom>
              <a:avLst/>
              <a:gdLst/>
              <a:ahLst/>
              <a:cxnLst/>
              <a:rect l="0" t="0" r="0" b="0"/>
              <a:pathLst>
                <a:path w="1469454" h="2374545">
                  <a:moveTo>
                    <a:pt x="188338" y="23090"/>
                  </a:moveTo>
                  <a:cubicBezTo>
                    <a:pt x="84763" y="82691"/>
                    <a:pt x="44700" y="119884"/>
                    <a:pt x="26890" y="172975"/>
                  </a:cubicBezTo>
                  <a:cubicBezTo>
                    <a:pt x="0" y="253133"/>
                    <a:pt x="3809" y="364285"/>
                    <a:pt x="35472" y="423361"/>
                  </a:cubicBezTo>
                  <a:cubicBezTo>
                    <a:pt x="50057" y="450574"/>
                    <a:pt x="224365" y="632812"/>
                    <a:pt x="422822" y="828334"/>
                  </a:cubicBezTo>
                  <a:cubicBezTo>
                    <a:pt x="621279" y="1023855"/>
                    <a:pt x="783653" y="1189426"/>
                    <a:pt x="783653" y="1196268"/>
                  </a:cubicBezTo>
                  <a:cubicBezTo>
                    <a:pt x="783653" y="1203110"/>
                    <a:pt x="621945" y="1367661"/>
                    <a:pt x="424302" y="1561936"/>
                  </a:cubicBezTo>
                  <a:cubicBezTo>
                    <a:pt x="31817" y="1947733"/>
                    <a:pt x="8953" y="1977327"/>
                    <a:pt x="8953" y="2099553"/>
                  </a:cubicBezTo>
                  <a:cubicBezTo>
                    <a:pt x="8953" y="2186016"/>
                    <a:pt x="23927" y="2226302"/>
                    <a:pt x="77050" y="2282764"/>
                  </a:cubicBezTo>
                  <a:cubicBezTo>
                    <a:pt x="149548" y="2359821"/>
                    <a:pt x="186769" y="2374544"/>
                    <a:pt x="290897" y="2367359"/>
                  </a:cubicBezTo>
                  <a:cubicBezTo>
                    <a:pt x="341885" y="2363840"/>
                    <a:pt x="404485" y="2352828"/>
                    <a:pt x="430008" y="2342887"/>
                  </a:cubicBezTo>
                  <a:cubicBezTo>
                    <a:pt x="462823" y="2330106"/>
                    <a:pt x="612815" y="2185995"/>
                    <a:pt x="942168" y="1850810"/>
                  </a:cubicBezTo>
                  <a:cubicBezTo>
                    <a:pt x="1198334" y="1590108"/>
                    <a:pt x="1421768" y="1358460"/>
                    <a:pt x="1438688" y="1336037"/>
                  </a:cubicBezTo>
                  <a:cubicBezTo>
                    <a:pt x="1464949" y="1301236"/>
                    <a:pt x="1469453" y="1281177"/>
                    <a:pt x="1469453" y="1199006"/>
                  </a:cubicBezTo>
                  <a:cubicBezTo>
                    <a:pt x="1469453" y="1120466"/>
                    <a:pt x="1463808" y="1092901"/>
                    <a:pt x="1438789" y="1049275"/>
                  </a:cubicBezTo>
                  <a:cubicBezTo>
                    <a:pt x="1400615" y="982711"/>
                    <a:pt x="473491" y="59388"/>
                    <a:pt x="422819" y="37471"/>
                  </a:cubicBezTo>
                  <a:cubicBezTo>
                    <a:pt x="402477" y="28673"/>
                    <a:pt x="351042" y="16288"/>
                    <a:pt x="308519" y="9949"/>
                  </a:cubicBezTo>
                  <a:cubicBezTo>
                    <a:pt x="241778" y="0"/>
                    <a:pt x="225340" y="1797"/>
                    <a:pt x="188338" y="2309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99" name="任意多边形: 形状 98"/>
            <p:cNvSpPr/>
            <p:nvPr/>
          </p:nvSpPr>
          <p:spPr>
            <a:xfrm>
              <a:off x="2492256" y="2336056"/>
              <a:ext cx="332150" cy="529311"/>
            </a:xfrm>
            <a:custGeom>
              <a:avLst/>
              <a:gdLst/>
              <a:ahLst/>
              <a:cxnLst/>
              <a:rect l="0" t="0" r="0" b="0"/>
              <a:pathLst>
                <a:path w="1492465" h="2378377">
                  <a:moveTo>
                    <a:pt x="200772" y="21444"/>
                  </a:moveTo>
                  <a:cubicBezTo>
                    <a:pt x="159003" y="41700"/>
                    <a:pt x="91701" y="92177"/>
                    <a:pt x="42735" y="139972"/>
                  </a:cubicBezTo>
                  <a:cubicBezTo>
                    <a:pt x="10243" y="171686"/>
                    <a:pt x="6564" y="184343"/>
                    <a:pt x="3043" y="276526"/>
                  </a:cubicBezTo>
                  <a:cubicBezTo>
                    <a:pt x="0" y="356188"/>
                    <a:pt x="4113" y="386926"/>
                    <a:pt x="22093" y="418879"/>
                  </a:cubicBezTo>
                  <a:cubicBezTo>
                    <a:pt x="34705" y="441293"/>
                    <a:pt x="209330" y="626183"/>
                    <a:pt x="410149" y="829747"/>
                  </a:cubicBezTo>
                  <a:cubicBezTo>
                    <a:pt x="610968" y="1033310"/>
                    <a:pt x="775274" y="1202490"/>
                    <a:pt x="775274" y="1205701"/>
                  </a:cubicBezTo>
                  <a:cubicBezTo>
                    <a:pt x="775274" y="1208912"/>
                    <a:pt x="610968" y="1371282"/>
                    <a:pt x="410149" y="1566524"/>
                  </a:cubicBezTo>
                  <a:cubicBezTo>
                    <a:pt x="209330" y="1761766"/>
                    <a:pt x="34705" y="1940008"/>
                    <a:pt x="22093" y="1962617"/>
                  </a:cubicBezTo>
                  <a:cubicBezTo>
                    <a:pt x="4134" y="1994812"/>
                    <a:pt x="3" y="2025756"/>
                    <a:pt x="3043" y="2105326"/>
                  </a:cubicBezTo>
                  <a:cubicBezTo>
                    <a:pt x="6441" y="2194273"/>
                    <a:pt x="11481" y="2212998"/>
                    <a:pt x="43518" y="2255680"/>
                  </a:cubicBezTo>
                  <a:cubicBezTo>
                    <a:pt x="63645" y="2282495"/>
                    <a:pt x="103078" y="2321071"/>
                    <a:pt x="131148" y="2341405"/>
                  </a:cubicBezTo>
                  <a:cubicBezTo>
                    <a:pt x="177244" y="2374797"/>
                    <a:pt x="191886" y="2378376"/>
                    <a:pt x="282385" y="2378376"/>
                  </a:cubicBezTo>
                  <a:cubicBezTo>
                    <a:pt x="368804" y="2378376"/>
                    <a:pt x="388193" y="2374136"/>
                    <a:pt x="423355" y="2347547"/>
                  </a:cubicBezTo>
                  <a:cubicBezTo>
                    <a:pt x="445778" y="2330592"/>
                    <a:pt x="682244" y="2097706"/>
                    <a:pt x="948835" y="1830022"/>
                  </a:cubicBezTo>
                  <a:cubicBezTo>
                    <a:pt x="1346102" y="1431128"/>
                    <a:pt x="1438321" y="1332027"/>
                    <a:pt x="1460010" y="1280696"/>
                  </a:cubicBezTo>
                  <a:cubicBezTo>
                    <a:pt x="1492464" y="1203889"/>
                    <a:pt x="1492464" y="1206236"/>
                    <a:pt x="1460008" y="1113856"/>
                  </a:cubicBezTo>
                  <a:cubicBezTo>
                    <a:pt x="1434916" y="1042433"/>
                    <a:pt x="1408732" y="1013599"/>
                    <a:pt x="955183" y="557922"/>
                  </a:cubicBezTo>
                  <a:cubicBezTo>
                    <a:pt x="692086" y="293590"/>
                    <a:pt x="458220" y="66328"/>
                    <a:pt x="435482" y="52895"/>
                  </a:cubicBezTo>
                  <a:cubicBezTo>
                    <a:pt x="375560" y="17497"/>
                    <a:pt x="244990" y="0"/>
                    <a:pt x="200772" y="21444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0" name="任意多边形: 形状 99"/>
            <p:cNvSpPr/>
            <p:nvPr/>
          </p:nvSpPr>
          <p:spPr>
            <a:xfrm>
              <a:off x="2768677" y="2336112"/>
              <a:ext cx="346296" cy="529460"/>
            </a:xfrm>
            <a:custGeom>
              <a:avLst/>
              <a:gdLst/>
              <a:ahLst/>
              <a:cxnLst/>
              <a:rect l="0" t="0" r="0" b="0"/>
              <a:pathLst>
                <a:path w="1556029" h="2379049">
                  <a:moveTo>
                    <a:pt x="232882" y="23836"/>
                  </a:moveTo>
                  <a:cubicBezTo>
                    <a:pt x="163789" y="57358"/>
                    <a:pt x="91812" y="128217"/>
                    <a:pt x="56774" y="197207"/>
                  </a:cubicBezTo>
                  <a:cubicBezTo>
                    <a:pt x="26069" y="257667"/>
                    <a:pt x="24283" y="268964"/>
                    <a:pt x="36714" y="324119"/>
                  </a:cubicBezTo>
                  <a:cubicBezTo>
                    <a:pt x="44219" y="357418"/>
                    <a:pt x="56726" y="400281"/>
                    <a:pt x="64507" y="419369"/>
                  </a:cubicBezTo>
                  <a:cubicBezTo>
                    <a:pt x="72289" y="438457"/>
                    <a:pt x="246693" y="622704"/>
                    <a:pt x="452072" y="828806"/>
                  </a:cubicBezTo>
                  <a:lnTo>
                    <a:pt x="825489" y="1203538"/>
                  </a:lnTo>
                  <a:lnTo>
                    <a:pt x="456319" y="1559056"/>
                  </a:lnTo>
                  <a:cubicBezTo>
                    <a:pt x="238247" y="1769065"/>
                    <a:pt x="76092" y="1935367"/>
                    <a:pt x="60134" y="1965375"/>
                  </a:cubicBezTo>
                  <a:cubicBezTo>
                    <a:pt x="0" y="2078451"/>
                    <a:pt x="39298" y="2235838"/>
                    <a:pt x="150336" y="2326633"/>
                  </a:cubicBezTo>
                  <a:cubicBezTo>
                    <a:pt x="201426" y="2368409"/>
                    <a:pt x="212758" y="2372021"/>
                    <a:pt x="306019" y="2376257"/>
                  </a:cubicBezTo>
                  <a:cubicBezTo>
                    <a:pt x="367493" y="2379048"/>
                    <a:pt x="417670" y="2375007"/>
                    <a:pt x="435068" y="2365863"/>
                  </a:cubicBezTo>
                  <a:cubicBezTo>
                    <a:pt x="450725" y="2357634"/>
                    <a:pt x="690895" y="2124141"/>
                    <a:pt x="968780" y="1846988"/>
                  </a:cubicBezTo>
                  <a:cubicBezTo>
                    <a:pt x="1556028" y="1261287"/>
                    <a:pt x="1551206" y="1267899"/>
                    <a:pt x="1504883" y="1111911"/>
                  </a:cubicBezTo>
                  <a:cubicBezTo>
                    <a:pt x="1487144" y="1052178"/>
                    <a:pt x="1450882" y="1012852"/>
                    <a:pt x="996872" y="560975"/>
                  </a:cubicBezTo>
                  <a:cubicBezTo>
                    <a:pt x="727972" y="293339"/>
                    <a:pt x="491719" y="64078"/>
                    <a:pt x="471865" y="51508"/>
                  </a:cubicBezTo>
                  <a:cubicBezTo>
                    <a:pt x="414798" y="15375"/>
                    <a:pt x="282011" y="0"/>
                    <a:pt x="232882" y="23836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34" name="矩形: 圆顶角 33"/>
          <p:cNvSpPr/>
          <p:nvPr/>
        </p:nvSpPr>
        <p:spPr>
          <a:xfrm rot="16200000" flipH="1">
            <a:off x="10678285" y="2637092"/>
            <a:ext cx="425721" cy="230671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9986401" y="3605780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数据监控体系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8443686" y="4023512"/>
            <a:ext cx="3496622" cy="607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启用实时看板，每日出异常报告，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小时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内响应问题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101" name="组合 100"/>
          <p:cNvGrpSpPr/>
          <p:nvPr/>
        </p:nvGrpSpPr>
        <p:grpSpPr>
          <a:xfrm flipH="1">
            <a:off x="11559963" y="3677366"/>
            <a:ext cx="381841" cy="226160"/>
            <a:chOff x="2492256" y="2336056"/>
            <a:chExt cx="894017" cy="529516"/>
          </a:xfrm>
          <a:noFill/>
        </p:grpSpPr>
        <p:sp>
          <p:nvSpPr>
            <p:cNvPr id="102" name="任意多边形: 形状 101"/>
            <p:cNvSpPr/>
            <p:nvPr/>
          </p:nvSpPr>
          <p:spPr>
            <a:xfrm>
              <a:off x="3059244" y="2337084"/>
              <a:ext cx="327029" cy="528458"/>
            </a:xfrm>
            <a:custGeom>
              <a:avLst/>
              <a:gdLst/>
              <a:ahLst/>
              <a:cxnLst/>
              <a:rect l="0" t="0" r="0" b="0"/>
              <a:pathLst>
                <a:path w="1469454" h="2374545">
                  <a:moveTo>
                    <a:pt x="188338" y="23090"/>
                  </a:moveTo>
                  <a:cubicBezTo>
                    <a:pt x="84763" y="82691"/>
                    <a:pt x="44700" y="119884"/>
                    <a:pt x="26890" y="172975"/>
                  </a:cubicBezTo>
                  <a:cubicBezTo>
                    <a:pt x="0" y="253133"/>
                    <a:pt x="3809" y="364285"/>
                    <a:pt x="35472" y="423361"/>
                  </a:cubicBezTo>
                  <a:cubicBezTo>
                    <a:pt x="50057" y="450574"/>
                    <a:pt x="224365" y="632812"/>
                    <a:pt x="422822" y="828334"/>
                  </a:cubicBezTo>
                  <a:cubicBezTo>
                    <a:pt x="621279" y="1023855"/>
                    <a:pt x="783653" y="1189426"/>
                    <a:pt x="783653" y="1196268"/>
                  </a:cubicBezTo>
                  <a:cubicBezTo>
                    <a:pt x="783653" y="1203110"/>
                    <a:pt x="621945" y="1367661"/>
                    <a:pt x="424302" y="1561936"/>
                  </a:cubicBezTo>
                  <a:cubicBezTo>
                    <a:pt x="31817" y="1947733"/>
                    <a:pt x="8953" y="1977327"/>
                    <a:pt x="8953" y="2099553"/>
                  </a:cubicBezTo>
                  <a:cubicBezTo>
                    <a:pt x="8953" y="2186016"/>
                    <a:pt x="23927" y="2226302"/>
                    <a:pt x="77050" y="2282764"/>
                  </a:cubicBezTo>
                  <a:cubicBezTo>
                    <a:pt x="149548" y="2359821"/>
                    <a:pt x="186769" y="2374544"/>
                    <a:pt x="290897" y="2367359"/>
                  </a:cubicBezTo>
                  <a:cubicBezTo>
                    <a:pt x="341885" y="2363840"/>
                    <a:pt x="404485" y="2352828"/>
                    <a:pt x="430008" y="2342887"/>
                  </a:cubicBezTo>
                  <a:cubicBezTo>
                    <a:pt x="462823" y="2330106"/>
                    <a:pt x="612815" y="2185995"/>
                    <a:pt x="942168" y="1850810"/>
                  </a:cubicBezTo>
                  <a:cubicBezTo>
                    <a:pt x="1198334" y="1590108"/>
                    <a:pt x="1421768" y="1358460"/>
                    <a:pt x="1438688" y="1336037"/>
                  </a:cubicBezTo>
                  <a:cubicBezTo>
                    <a:pt x="1464949" y="1301236"/>
                    <a:pt x="1469453" y="1281177"/>
                    <a:pt x="1469453" y="1199006"/>
                  </a:cubicBezTo>
                  <a:cubicBezTo>
                    <a:pt x="1469453" y="1120466"/>
                    <a:pt x="1463808" y="1092901"/>
                    <a:pt x="1438789" y="1049275"/>
                  </a:cubicBezTo>
                  <a:cubicBezTo>
                    <a:pt x="1400615" y="982711"/>
                    <a:pt x="473491" y="59388"/>
                    <a:pt x="422819" y="37471"/>
                  </a:cubicBezTo>
                  <a:cubicBezTo>
                    <a:pt x="402477" y="28673"/>
                    <a:pt x="351042" y="16288"/>
                    <a:pt x="308519" y="9949"/>
                  </a:cubicBezTo>
                  <a:cubicBezTo>
                    <a:pt x="241778" y="0"/>
                    <a:pt x="225340" y="1797"/>
                    <a:pt x="188338" y="2309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3" name="任意多边形: 形状 102"/>
            <p:cNvSpPr/>
            <p:nvPr/>
          </p:nvSpPr>
          <p:spPr>
            <a:xfrm>
              <a:off x="2492256" y="2336056"/>
              <a:ext cx="332150" cy="529311"/>
            </a:xfrm>
            <a:custGeom>
              <a:avLst/>
              <a:gdLst/>
              <a:ahLst/>
              <a:cxnLst/>
              <a:rect l="0" t="0" r="0" b="0"/>
              <a:pathLst>
                <a:path w="1492465" h="2378377">
                  <a:moveTo>
                    <a:pt x="200772" y="21444"/>
                  </a:moveTo>
                  <a:cubicBezTo>
                    <a:pt x="159003" y="41700"/>
                    <a:pt x="91701" y="92177"/>
                    <a:pt x="42735" y="139972"/>
                  </a:cubicBezTo>
                  <a:cubicBezTo>
                    <a:pt x="10243" y="171686"/>
                    <a:pt x="6564" y="184343"/>
                    <a:pt x="3043" y="276526"/>
                  </a:cubicBezTo>
                  <a:cubicBezTo>
                    <a:pt x="0" y="356188"/>
                    <a:pt x="4113" y="386926"/>
                    <a:pt x="22093" y="418879"/>
                  </a:cubicBezTo>
                  <a:cubicBezTo>
                    <a:pt x="34705" y="441293"/>
                    <a:pt x="209330" y="626183"/>
                    <a:pt x="410149" y="829747"/>
                  </a:cubicBezTo>
                  <a:cubicBezTo>
                    <a:pt x="610968" y="1033310"/>
                    <a:pt x="775274" y="1202490"/>
                    <a:pt x="775274" y="1205701"/>
                  </a:cubicBezTo>
                  <a:cubicBezTo>
                    <a:pt x="775274" y="1208912"/>
                    <a:pt x="610968" y="1371282"/>
                    <a:pt x="410149" y="1566524"/>
                  </a:cubicBezTo>
                  <a:cubicBezTo>
                    <a:pt x="209330" y="1761766"/>
                    <a:pt x="34705" y="1940008"/>
                    <a:pt x="22093" y="1962617"/>
                  </a:cubicBezTo>
                  <a:cubicBezTo>
                    <a:pt x="4134" y="1994812"/>
                    <a:pt x="3" y="2025756"/>
                    <a:pt x="3043" y="2105326"/>
                  </a:cubicBezTo>
                  <a:cubicBezTo>
                    <a:pt x="6441" y="2194273"/>
                    <a:pt x="11481" y="2212998"/>
                    <a:pt x="43518" y="2255680"/>
                  </a:cubicBezTo>
                  <a:cubicBezTo>
                    <a:pt x="63645" y="2282495"/>
                    <a:pt x="103078" y="2321071"/>
                    <a:pt x="131148" y="2341405"/>
                  </a:cubicBezTo>
                  <a:cubicBezTo>
                    <a:pt x="177244" y="2374797"/>
                    <a:pt x="191886" y="2378376"/>
                    <a:pt x="282385" y="2378376"/>
                  </a:cubicBezTo>
                  <a:cubicBezTo>
                    <a:pt x="368804" y="2378376"/>
                    <a:pt x="388193" y="2374136"/>
                    <a:pt x="423355" y="2347547"/>
                  </a:cubicBezTo>
                  <a:cubicBezTo>
                    <a:pt x="445778" y="2330592"/>
                    <a:pt x="682244" y="2097706"/>
                    <a:pt x="948835" y="1830022"/>
                  </a:cubicBezTo>
                  <a:cubicBezTo>
                    <a:pt x="1346102" y="1431128"/>
                    <a:pt x="1438321" y="1332027"/>
                    <a:pt x="1460010" y="1280696"/>
                  </a:cubicBezTo>
                  <a:cubicBezTo>
                    <a:pt x="1492464" y="1203889"/>
                    <a:pt x="1492464" y="1206236"/>
                    <a:pt x="1460008" y="1113856"/>
                  </a:cubicBezTo>
                  <a:cubicBezTo>
                    <a:pt x="1434916" y="1042433"/>
                    <a:pt x="1408732" y="1013599"/>
                    <a:pt x="955183" y="557922"/>
                  </a:cubicBezTo>
                  <a:cubicBezTo>
                    <a:pt x="692086" y="293590"/>
                    <a:pt x="458220" y="66328"/>
                    <a:pt x="435482" y="52895"/>
                  </a:cubicBezTo>
                  <a:cubicBezTo>
                    <a:pt x="375560" y="17497"/>
                    <a:pt x="244990" y="0"/>
                    <a:pt x="200772" y="21444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4" name="任意多边形: 形状 103"/>
            <p:cNvSpPr/>
            <p:nvPr/>
          </p:nvSpPr>
          <p:spPr>
            <a:xfrm>
              <a:off x="2768677" y="2336112"/>
              <a:ext cx="346296" cy="529460"/>
            </a:xfrm>
            <a:custGeom>
              <a:avLst/>
              <a:gdLst/>
              <a:ahLst/>
              <a:cxnLst/>
              <a:rect l="0" t="0" r="0" b="0"/>
              <a:pathLst>
                <a:path w="1556029" h="2379049">
                  <a:moveTo>
                    <a:pt x="232882" y="23836"/>
                  </a:moveTo>
                  <a:cubicBezTo>
                    <a:pt x="163789" y="57358"/>
                    <a:pt x="91812" y="128217"/>
                    <a:pt x="56774" y="197207"/>
                  </a:cubicBezTo>
                  <a:cubicBezTo>
                    <a:pt x="26069" y="257667"/>
                    <a:pt x="24283" y="268964"/>
                    <a:pt x="36714" y="324119"/>
                  </a:cubicBezTo>
                  <a:cubicBezTo>
                    <a:pt x="44219" y="357418"/>
                    <a:pt x="56726" y="400281"/>
                    <a:pt x="64507" y="419369"/>
                  </a:cubicBezTo>
                  <a:cubicBezTo>
                    <a:pt x="72289" y="438457"/>
                    <a:pt x="246693" y="622704"/>
                    <a:pt x="452072" y="828806"/>
                  </a:cubicBezTo>
                  <a:lnTo>
                    <a:pt x="825489" y="1203538"/>
                  </a:lnTo>
                  <a:lnTo>
                    <a:pt x="456319" y="1559056"/>
                  </a:lnTo>
                  <a:cubicBezTo>
                    <a:pt x="238247" y="1769065"/>
                    <a:pt x="76092" y="1935367"/>
                    <a:pt x="60134" y="1965375"/>
                  </a:cubicBezTo>
                  <a:cubicBezTo>
                    <a:pt x="0" y="2078451"/>
                    <a:pt x="39298" y="2235838"/>
                    <a:pt x="150336" y="2326633"/>
                  </a:cubicBezTo>
                  <a:cubicBezTo>
                    <a:pt x="201426" y="2368409"/>
                    <a:pt x="212758" y="2372021"/>
                    <a:pt x="306019" y="2376257"/>
                  </a:cubicBezTo>
                  <a:cubicBezTo>
                    <a:pt x="367493" y="2379048"/>
                    <a:pt x="417670" y="2375007"/>
                    <a:pt x="435068" y="2365863"/>
                  </a:cubicBezTo>
                  <a:cubicBezTo>
                    <a:pt x="450725" y="2357634"/>
                    <a:pt x="690895" y="2124141"/>
                    <a:pt x="968780" y="1846988"/>
                  </a:cubicBezTo>
                  <a:cubicBezTo>
                    <a:pt x="1556028" y="1261287"/>
                    <a:pt x="1551206" y="1267899"/>
                    <a:pt x="1504883" y="1111911"/>
                  </a:cubicBezTo>
                  <a:cubicBezTo>
                    <a:pt x="1487144" y="1052178"/>
                    <a:pt x="1450882" y="1012852"/>
                    <a:pt x="996872" y="560975"/>
                  </a:cubicBezTo>
                  <a:cubicBezTo>
                    <a:pt x="727972" y="293339"/>
                    <a:pt x="491719" y="64078"/>
                    <a:pt x="471865" y="51508"/>
                  </a:cubicBezTo>
                  <a:cubicBezTo>
                    <a:pt x="414798" y="15375"/>
                    <a:pt x="282011" y="0"/>
                    <a:pt x="232882" y="23836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35" name="矩形: 圆顶角 34"/>
          <p:cNvSpPr/>
          <p:nvPr/>
        </p:nvSpPr>
        <p:spPr>
          <a:xfrm rot="16200000" flipH="1">
            <a:off x="10678285" y="4091315"/>
            <a:ext cx="425721" cy="230671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9755568" y="5060002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活动全流程方案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8443686" y="5470384"/>
            <a:ext cx="3496622" cy="607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活动前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周规划预热，分时段投券，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小时优化资源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达标率≥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95%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105" name="组合 104"/>
          <p:cNvGrpSpPr/>
          <p:nvPr/>
        </p:nvGrpSpPr>
        <p:grpSpPr>
          <a:xfrm flipH="1">
            <a:off x="11559963" y="5131588"/>
            <a:ext cx="381841" cy="226160"/>
            <a:chOff x="2492256" y="2336056"/>
            <a:chExt cx="894017" cy="529516"/>
          </a:xfrm>
          <a:noFill/>
        </p:grpSpPr>
        <p:sp>
          <p:nvSpPr>
            <p:cNvPr id="106" name="任意多边形: 形状 105"/>
            <p:cNvSpPr/>
            <p:nvPr/>
          </p:nvSpPr>
          <p:spPr>
            <a:xfrm>
              <a:off x="3059244" y="2337084"/>
              <a:ext cx="327029" cy="528458"/>
            </a:xfrm>
            <a:custGeom>
              <a:avLst/>
              <a:gdLst/>
              <a:ahLst/>
              <a:cxnLst/>
              <a:rect l="0" t="0" r="0" b="0"/>
              <a:pathLst>
                <a:path w="1469454" h="2374545">
                  <a:moveTo>
                    <a:pt x="188338" y="23090"/>
                  </a:moveTo>
                  <a:cubicBezTo>
                    <a:pt x="84763" y="82691"/>
                    <a:pt x="44700" y="119884"/>
                    <a:pt x="26890" y="172975"/>
                  </a:cubicBezTo>
                  <a:cubicBezTo>
                    <a:pt x="0" y="253133"/>
                    <a:pt x="3809" y="364285"/>
                    <a:pt x="35472" y="423361"/>
                  </a:cubicBezTo>
                  <a:cubicBezTo>
                    <a:pt x="50057" y="450574"/>
                    <a:pt x="224365" y="632812"/>
                    <a:pt x="422822" y="828334"/>
                  </a:cubicBezTo>
                  <a:cubicBezTo>
                    <a:pt x="621279" y="1023855"/>
                    <a:pt x="783653" y="1189426"/>
                    <a:pt x="783653" y="1196268"/>
                  </a:cubicBezTo>
                  <a:cubicBezTo>
                    <a:pt x="783653" y="1203110"/>
                    <a:pt x="621945" y="1367661"/>
                    <a:pt x="424302" y="1561936"/>
                  </a:cubicBezTo>
                  <a:cubicBezTo>
                    <a:pt x="31817" y="1947733"/>
                    <a:pt x="8953" y="1977327"/>
                    <a:pt x="8953" y="2099553"/>
                  </a:cubicBezTo>
                  <a:cubicBezTo>
                    <a:pt x="8953" y="2186016"/>
                    <a:pt x="23927" y="2226302"/>
                    <a:pt x="77050" y="2282764"/>
                  </a:cubicBezTo>
                  <a:cubicBezTo>
                    <a:pt x="149548" y="2359821"/>
                    <a:pt x="186769" y="2374544"/>
                    <a:pt x="290897" y="2367359"/>
                  </a:cubicBezTo>
                  <a:cubicBezTo>
                    <a:pt x="341885" y="2363840"/>
                    <a:pt x="404485" y="2352828"/>
                    <a:pt x="430008" y="2342887"/>
                  </a:cubicBezTo>
                  <a:cubicBezTo>
                    <a:pt x="462823" y="2330106"/>
                    <a:pt x="612815" y="2185995"/>
                    <a:pt x="942168" y="1850810"/>
                  </a:cubicBezTo>
                  <a:cubicBezTo>
                    <a:pt x="1198334" y="1590108"/>
                    <a:pt x="1421768" y="1358460"/>
                    <a:pt x="1438688" y="1336037"/>
                  </a:cubicBezTo>
                  <a:cubicBezTo>
                    <a:pt x="1464949" y="1301236"/>
                    <a:pt x="1469453" y="1281177"/>
                    <a:pt x="1469453" y="1199006"/>
                  </a:cubicBezTo>
                  <a:cubicBezTo>
                    <a:pt x="1469453" y="1120466"/>
                    <a:pt x="1463808" y="1092901"/>
                    <a:pt x="1438789" y="1049275"/>
                  </a:cubicBezTo>
                  <a:cubicBezTo>
                    <a:pt x="1400615" y="982711"/>
                    <a:pt x="473491" y="59388"/>
                    <a:pt x="422819" y="37471"/>
                  </a:cubicBezTo>
                  <a:cubicBezTo>
                    <a:pt x="402477" y="28673"/>
                    <a:pt x="351042" y="16288"/>
                    <a:pt x="308519" y="9949"/>
                  </a:cubicBezTo>
                  <a:cubicBezTo>
                    <a:pt x="241778" y="0"/>
                    <a:pt x="225340" y="1797"/>
                    <a:pt x="188338" y="2309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7" name="任意多边形: 形状 106"/>
            <p:cNvSpPr/>
            <p:nvPr/>
          </p:nvSpPr>
          <p:spPr>
            <a:xfrm>
              <a:off x="2492256" y="2336056"/>
              <a:ext cx="332150" cy="529311"/>
            </a:xfrm>
            <a:custGeom>
              <a:avLst/>
              <a:gdLst/>
              <a:ahLst/>
              <a:cxnLst/>
              <a:rect l="0" t="0" r="0" b="0"/>
              <a:pathLst>
                <a:path w="1492465" h="2378377">
                  <a:moveTo>
                    <a:pt x="200772" y="21444"/>
                  </a:moveTo>
                  <a:cubicBezTo>
                    <a:pt x="159003" y="41700"/>
                    <a:pt x="91701" y="92177"/>
                    <a:pt x="42735" y="139972"/>
                  </a:cubicBezTo>
                  <a:cubicBezTo>
                    <a:pt x="10243" y="171686"/>
                    <a:pt x="6564" y="184343"/>
                    <a:pt x="3043" y="276526"/>
                  </a:cubicBezTo>
                  <a:cubicBezTo>
                    <a:pt x="0" y="356188"/>
                    <a:pt x="4113" y="386926"/>
                    <a:pt x="22093" y="418879"/>
                  </a:cubicBezTo>
                  <a:cubicBezTo>
                    <a:pt x="34705" y="441293"/>
                    <a:pt x="209330" y="626183"/>
                    <a:pt x="410149" y="829747"/>
                  </a:cubicBezTo>
                  <a:cubicBezTo>
                    <a:pt x="610968" y="1033310"/>
                    <a:pt x="775274" y="1202490"/>
                    <a:pt x="775274" y="1205701"/>
                  </a:cubicBezTo>
                  <a:cubicBezTo>
                    <a:pt x="775274" y="1208912"/>
                    <a:pt x="610968" y="1371282"/>
                    <a:pt x="410149" y="1566524"/>
                  </a:cubicBezTo>
                  <a:cubicBezTo>
                    <a:pt x="209330" y="1761766"/>
                    <a:pt x="34705" y="1940008"/>
                    <a:pt x="22093" y="1962617"/>
                  </a:cubicBezTo>
                  <a:cubicBezTo>
                    <a:pt x="4134" y="1994812"/>
                    <a:pt x="3" y="2025756"/>
                    <a:pt x="3043" y="2105326"/>
                  </a:cubicBezTo>
                  <a:cubicBezTo>
                    <a:pt x="6441" y="2194273"/>
                    <a:pt x="11481" y="2212998"/>
                    <a:pt x="43518" y="2255680"/>
                  </a:cubicBezTo>
                  <a:cubicBezTo>
                    <a:pt x="63645" y="2282495"/>
                    <a:pt x="103078" y="2321071"/>
                    <a:pt x="131148" y="2341405"/>
                  </a:cubicBezTo>
                  <a:cubicBezTo>
                    <a:pt x="177244" y="2374797"/>
                    <a:pt x="191886" y="2378376"/>
                    <a:pt x="282385" y="2378376"/>
                  </a:cubicBezTo>
                  <a:cubicBezTo>
                    <a:pt x="368804" y="2378376"/>
                    <a:pt x="388193" y="2374136"/>
                    <a:pt x="423355" y="2347547"/>
                  </a:cubicBezTo>
                  <a:cubicBezTo>
                    <a:pt x="445778" y="2330592"/>
                    <a:pt x="682244" y="2097706"/>
                    <a:pt x="948835" y="1830022"/>
                  </a:cubicBezTo>
                  <a:cubicBezTo>
                    <a:pt x="1346102" y="1431128"/>
                    <a:pt x="1438321" y="1332027"/>
                    <a:pt x="1460010" y="1280696"/>
                  </a:cubicBezTo>
                  <a:cubicBezTo>
                    <a:pt x="1492464" y="1203889"/>
                    <a:pt x="1492464" y="1206236"/>
                    <a:pt x="1460008" y="1113856"/>
                  </a:cubicBezTo>
                  <a:cubicBezTo>
                    <a:pt x="1434916" y="1042433"/>
                    <a:pt x="1408732" y="1013599"/>
                    <a:pt x="955183" y="557922"/>
                  </a:cubicBezTo>
                  <a:cubicBezTo>
                    <a:pt x="692086" y="293590"/>
                    <a:pt x="458220" y="66328"/>
                    <a:pt x="435482" y="52895"/>
                  </a:cubicBezTo>
                  <a:cubicBezTo>
                    <a:pt x="375560" y="17497"/>
                    <a:pt x="244990" y="0"/>
                    <a:pt x="200772" y="21444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8" name="任意多边形: 形状 107"/>
            <p:cNvSpPr/>
            <p:nvPr/>
          </p:nvSpPr>
          <p:spPr>
            <a:xfrm>
              <a:off x="2768677" y="2336112"/>
              <a:ext cx="346296" cy="529460"/>
            </a:xfrm>
            <a:custGeom>
              <a:avLst/>
              <a:gdLst/>
              <a:ahLst/>
              <a:cxnLst/>
              <a:rect l="0" t="0" r="0" b="0"/>
              <a:pathLst>
                <a:path w="1556029" h="2379049">
                  <a:moveTo>
                    <a:pt x="232882" y="23836"/>
                  </a:moveTo>
                  <a:cubicBezTo>
                    <a:pt x="163789" y="57358"/>
                    <a:pt x="91812" y="128217"/>
                    <a:pt x="56774" y="197207"/>
                  </a:cubicBezTo>
                  <a:cubicBezTo>
                    <a:pt x="26069" y="257667"/>
                    <a:pt x="24283" y="268964"/>
                    <a:pt x="36714" y="324119"/>
                  </a:cubicBezTo>
                  <a:cubicBezTo>
                    <a:pt x="44219" y="357418"/>
                    <a:pt x="56726" y="400281"/>
                    <a:pt x="64507" y="419369"/>
                  </a:cubicBezTo>
                  <a:cubicBezTo>
                    <a:pt x="72289" y="438457"/>
                    <a:pt x="246693" y="622704"/>
                    <a:pt x="452072" y="828806"/>
                  </a:cubicBezTo>
                  <a:lnTo>
                    <a:pt x="825489" y="1203538"/>
                  </a:lnTo>
                  <a:lnTo>
                    <a:pt x="456319" y="1559056"/>
                  </a:lnTo>
                  <a:cubicBezTo>
                    <a:pt x="238247" y="1769065"/>
                    <a:pt x="76092" y="1935367"/>
                    <a:pt x="60134" y="1965375"/>
                  </a:cubicBezTo>
                  <a:cubicBezTo>
                    <a:pt x="0" y="2078451"/>
                    <a:pt x="39298" y="2235838"/>
                    <a:pt x="150336" y="2326633"/>
                  </a:cubicBezTo>
                  <a:cubicBezTo>
                    <a:pt x="201426" y="2368409"/>
                    <a:pt x="212758" y="2372021"/>
                    <a:pt x="306019" y="2376257"/>
                  </a:cubicBezTo>
                  <a:cubicBezTo>
                    <a:pt x="367493" y="2379048"/>
                    <a:pt x="417670" y="2375007"/>
                    <a:pt x="435068" y="2365863"/>
                  </a:cubicBezTo>
                  <a:cubicBezTo>
                    <a:pt x="450725" y="2357634"/>
                    <a:pt x="690895" y="2124141"/>
                    <a:pt x="968780" y="1846988"/>
                  </a:cubicBezTo>
                  <a:cubicBezTo>
                    <a:pt x="1556028" y="1261287"/>
                    <a:pt x="1551206" y="1267899"/>
                    <a:pt x="1504883" y="1111911"/>
                  </a:cubicBezTo>
                  <a:cubicBezTo>
                    <a:pt x="1487144" y="1052178"/>
                    <a:pt x="1450882" y="1012852"/>
                    <a:pt x="996872" y="560975"/>
                  </a:cubicBezTo>
                  <a:cubicBezTo>
                    <a:pt x="727972" y="293339"/>
                    <a:pt x="491719" y="64078"/>
                    <a:pt x="471865" y="51508"/>
                  </a:cubicBezTo>
                  <a:cubicBezTo>
                    <a:pt x="414798" y="15375"/>
                    <a:pt x="282011" y="0"/>
                    <a:pt x="232882" y="23836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3" name="弧形 2"/>
          <p:cNvSpPr/>
          <p:nvPr/>
        </p:nvSpPr>
        <p:spPr>
          <a:xfrm rot="16486323">
            <a:off x="4065577" y="1721288"/>
            <a:ext cx="4256060" cy="4256058"/>
          </a:xfrm>
          <a:prstGeom prst="arc">
            <a:avLst>
              <a:gd name="adj1" fmla="val 20371739"/>
              <a:gd name="adj2" fmla="val 618278"/>
            </a:avLst>
          </a:prstGeom>
          <a:noFill/>
          <a:ln w="38100"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  <a:head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" name="任意多边形: 形状 16"/>
          <p:cNvSpPr/>
          <p:nvPr/>
        </p:nvSpPr>
        <p:spPr>
          <a:xfrm flipH="1">
            <a:off x="6650244" y="2043356"/>
            <a:ext cx="1598315" cy="3933525"/>
          </a:xfrm>
          <a:custGeom>
            <a:avLst/>
            <a:gdLst>
              <a:gd name="connsiteX0" fmla="*/ 1286094 w 1598315"/>
              <a:gd name="connsiteY0" fmla="*/ 0 h 3933525"/>
              <a:gd name="connsiteX1" fmla="*/ 1130404 w 1598315"/>
              <a:gd name="connsiteY1" fmla="*/ 75000 h 3933525"/>
              <a:gd name="connsiteX2" fmla="*/ 0 w 1598315"/>
              <a:gd name="connsiteY2" fmla="*/ 1974280 h 3933525"/>
              <a:gd name="connsiteX3" fmla="*/ 1130404 w 1598315"/>
              <a:gd name="connsiteY3" fmla="*/ 3873561 h 3933525"/>
              <a:gd name="connsiteX4" fmla="*/ 1254884 w 1598315"/>
              <a:gd name="connsiteY4" fmla="*/ 3933525 h 3933525"/>
              <a:gd name="connsiteX5" fmla="*/ 1567105 w 1598315"/>
              <a:gd name="connsiteY5" fmla="*/ 3147866 h 3933525"/>
              <a:gd name="connsiteX6" fmla="*/ 1532761 w 1598315"/>
              <a:gd name="connsiteY6" fmla="*/ 3131322 h 3933525"/>
              <a:gd name="connsiteX7" fmla="*/ 844119 w 1598315"/>
              <a:gd name="connsiteY7" fmla="*/ 1974280 h 3933525"/>
              <a:gd name="connsiteX8" fmla="*/ 1532761 w 1598315"/>
              <a:gd name="connsiteY8" fmla="*/ 817238 h 3933525"/>
              <a:gd name="connsiteX9" fmla="*/ 1598315 w 1598315"/>
              <a:gd name="connsiteY9" fmla="*/ 785660 h 3933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98315" h="3933525">
                <a:moveTo>
                  <a:pt x="1286094" y="0"/>
                </a:moveTo>
                <a:lnTo>
                  <a:pt x="1130404" y="75000"/>
                </a:lnTo>
                <a:cubicBezTo>
                  <a:pt x="457085" y="440769"/>
                  <a:pt x="0" y="1154146"/>
                  <a:pt x="0" y="1974280"/>
                </a:cubicBezTo>
                <a:cubicBezTo>
                  <a:pt x="0" y="2794415"/>
                  <a:pt x="457085" y="3507791"/>
                  <a:pt x="1130404" y="3873561"/>
                </a:cubicBezTo>
                <a:lnTo>
                  <a:pt x="1254884" y="3933525"/>
                </a:lnTo>
                <a:lnTo>
                  <a:pt x="1567105" y="3147866"/>
                </a:lnTo>
                <a:lnTo>
                  <a:pt x="1532761" y="3131322"/>
                </a:lnTo>
                <a:cubicBezTo>
                  <a:pt x="1122575" y="2908496"/>
                  <a:pt x="844119" y="2473906"/>
                  <a:pt x="844119" y="1974280"/>
                </a:cubicBezTo>
                <a:cubicBezTo>
                  <a:pt x="844119" y="1474654"/>
                  <a:pt x="1122575" y="1040065"/>
                  <a:pt x="1532761" y="817238"/>
                </a:cubicBezTo>
                <a:lnTo>
                  <a:pt x="1598315" y="785660"/>
                </a:lnTo>
                <a:close/>
              </a:path>
            </a:pathLst>
          </a:custGeom>
          <a:solidFill>
            <a:schemeClr val="accent2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" name="弧形 3"/>
          <p:cNvSpPr/>
          <p:nvPr/>
        </p:nvSpPr>
        <p:spPr>
          <a:xfrm rot="17233213" flipH="1">
            <a:off x="4032493" y="1736283"/>
            <a:ext cx="4316516" cy="4316514"/>
          </a:xfrm>
          <a:prstGeom prst="arc">
            <a:avLst>
              <a:gd name="adj1" fmla="val 21509489"/>
              <a:gd name="adj2" fmla="val 2006830"/>
            </a:avLst>
          </a:prstGeom>
          <a:noFill/>
          <a:ln w="38100"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16200000" scaled="1"/>
              <a:tileRect/>
            </a:gra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4754314" y="2635667"/>
            <a:ext cx="2678890" cy="267889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文本框 30"/>
          <p:cNvSpPr txBox="1"/>
          <p:nvPr/>
        </p:nvSpPr>
        <p:spPr>
          <a:xfrm rot="16200000">
            <a:off x="4331968" y="2886388"/>
            <a:ext cx="2247464" cy="2247462"/>
          </a:xfrm>
          <a:prstGeom prst="rect">
            <a:avLst/>
          </a:prstGeom>
          <a:noFill/>
        </p:spPr>
        <p:txBody>
          <a:bodyPr wrap="square">
            <a:prstTxWarp prst="textArchUp">
              <a:avLst>
                <a:gd name="adj" fmla="val 12132760"/>
              </a:avLst>
            </a:prstTxWarp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落地执行</a:t>
            </a:r>
            <a:endParaRPr kumimoji="0" lang="zh-CN" altLang="en-US" sz="32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2" name="文本框 30"/>
          <p:cNvSpPr txBox="1"/>
          <p:nvPr/>
        </p:nvSpPr>
        <p:spPr>
          <a:xfrm rot="5630948">
            <a:off x="5540775" y="2855907"/>
            <a:ext cx="2247464" cy="2247462"/>
          </a:xfrm>
          <a:prstGeom prst="rect">
            <a:avLst/>
          </a:prstGeom>
          <a:noFill/>
        </p:spPr>
        <p:txBody>
          <a:bodyPr wrap="square">
            <a:prstTxWarp prst="textArchUp">
              <a:avLst>
                <a:gd name="adj" fmla="val 12132760"/>
              </a:avLst>
            </a:prstTxWarp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问题破解</a:t>
            </a:r>
            <a:endParaRPr kumimoji="0" lang="zh-CN" altLang="en-US" sz="32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" name="椭圆 6"/>
          <p:cNvSpPr/>
          <p:nvPr/>
        </p:nvSpPr>
        <p:spPr>
          <a:xfrm rot="16200000">
            <a:off x="5061045" y="2947578"/>
            <a:ext cx="2055072" cy="20550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图标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31381" y="3517913"/>
            <a:ext cx="914400" cy="9144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6115034"/>
            <a:ext cx="12192000" cy="59208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9788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核心工作目标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9" name="矩形: 圆角 38"/>
          <p:cNvSpPr/>
          <p:nvPr/>
        </p:nvSpPr>
        <p:spPr>
          <a:xfrm>
            <a:off x="192088" y="2049562"/>
            <a:ext cx="2153971" cy="3752568"/>
          </a:xfrm>
          <a:prstGeom prst="roundRect">
            <a:avLst>
              <a:gd name="adj" fmla="val 5464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2605551" y="2049562"/>
            <a:ext cx="2153971" cy="3752568"/>
          </a:xfrm>
          <a:prstGeom prst="roundRect">
            <a:avLst>
              <a:gd name="adj" fmla="val 5464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: 圆角 40"/>
          <p:cNvSpPr/>
          <p:nvPr/>
        </p:nvSpPr>
        <p:spPr>
          <a:xfrm>
            <a:off x="5019014" y="2049562"/>
            <a:ext cx="2153971" cy="3752568"/>
          </a:xfrm>
          <a:prstGeom prst="roundRect">
            <a:avLst>
              <a:gd name="adj" fmla="val 5464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6" name="矩形: 圆角 55"/>
          <p:cNvSpPr/>
          <p:nvPr/>
        </p:nvSpPr>
        <p:spPr>
          <a:xfrm>
            <a:off x="7432477" y="2049562"/>
            <a:ext cx="2153971" cy="3752568"/>
          </a:xfrm>
          <a:prstGeom prst="roundRect">
            <a:avLst>
              <a:gd name="adj" fmla="val 5464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7" name="矩形: 圆角 56"/>
          <p:cNvSpPr/>
          <p:nvPr/>
        </p:nvSpPr>
        <p:spPr>
          <a:xfrm>
            <a:off x="9841794" y="2049562"/>
            <a:ext cx="2153971" cy="3752568"/>
          </a:xfrm>
          <a:prstGeom prst="roundRect">
            <a:avLst>
              <a:gd name="adj" fmla="val 5464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2" name="矩形: 圆顶角 61"/>
          <p:cNvSpPr/>
          <p:nvPr/>
        </p:nvSpPr>
        <p:spPr>
          <a:xfrm>
            <a:off x="192088" y="2049562"/>
            <a:ext cx="2153970" cy="587900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3" name="矩形: 圆顶角 62"/>
          <p:cNvSpPr/>
          <p:nvPr/>
        </p:nvSpPr>
        <p:spPr>
          <a:xfrm>
            <a:off x="2605551" y="2049562"/>
            <a:ext cx="2153970" cy="587900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5" name="矩形: 圆顶角 64"/>
          <p:cNvSpPr/>
          <p:nvPr/>
        </p:nvSpPr>
        <p:spPr>
          <a:xfrm>
            <a:off x="5019014" y="2049562"/>
            <a:ext cx="2153970" cy="587900"/>
          </a:xfrm>
          <a:prstGeom prst="round2Same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7" name="矩形: 圆顶角 66"/>
          <p:cNvSpPr/>
          <p:nvPr/>
        </p:nvSpPr>
        <p:spPr>
          <a:xfrm>
            <a:off x="7432477" y="2049562"/>
            <a:ext cx="2153970" cy="587900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8" name="矩形: 圆顶角 67"/>
          <p:cNvSpPr/>
          <p:nvPr/>
        </p:nvSpPr>
        <p:spPr>
          <a:xfrm>
            <a:off x="9845939" y="2049562"/>
            <a:ext cx="2153970" cy="587900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407299" y="2143457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销售业绩达成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235482" y="3148102"/>
            <a:ext cx="2067182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万目标拆解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350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万，亚马逊占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Shopee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占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235482" y="282184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目标拆解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235482" y="4752021"/>
            <a:ext cx="2067182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款核心品，设月度节点，确保季度完成率≥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235482" y="438922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执行方向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2648945" y="3148102"/>
            <a:ext cx="2067182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自然流量占比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提至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，付费流量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ROI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达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1:5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2648945" y="282184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目标拆解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2648945" y="4752021"/>
            <a:ext cx="2067182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周优化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条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Listing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，月增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个社媒账号，严控推广代价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2648945" y="438922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执行方向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5062408" y="3148102"/>
            <a:ext cx="206718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完成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款新品上线，首月每款销量破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单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5062408" y="282184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目标拆解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5062408" y="4752021"/>
            <a:ext cx="206718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月选品测样，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月上线，搭配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VIP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权利拉销量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5062408" y="438922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执行方向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7475871" y="3148102"/>
            <a:ext cx="2067182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好评率从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88%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提至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，差评处理及时率百分百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3" name="矩形 112"/>
          <p:cNvSpPr/>
          <p:nvPr/>
        </p:nvSpPr>
        <p:spPr>
          <a:xfrm>
            <a:off x="7475871" y="282184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目标拆解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7475871" y="4752021"/>
            <a:ext cx="2067182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日回询问评价，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小时跟进差评，优化包装与售后卡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7475871" y="438922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执行方向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9885188" y="3148102"/>
            <a:ext cx="2067183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库存周转率从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次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/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年提至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5.5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次，滞销品占比≤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9885188" y="282184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目标拆解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9885188" y="4752021"/>
            <a:ext cx="2067183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周析库存数据，滞销品捆绑销售，按需调整补货周期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9885188" y="438922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执行方向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2820762" y="2143457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流量规模提升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1" name="矩形 120"/>
          <p:cNvSpPr/>
          <p:nvPr/>
        </p:nvSpPr>
        <p:spPr>
          <a:xfrm>
            <a:off x="5234225" y="2143457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新品上线推进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2" name="矩形 121"/>
          <p:cNvSpPr/>
          <p:nvPr/>
        </p:nvSpPr>
        <p:spPr>
          <a:xfrm>
            <a:off x="7647688" y="2143457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客户好评提升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" name="矩形 122"/>
          <p:cNvSpPr/>
          <p:nvPr/>
        </p:nvSpPr>
        <p:spPr>
          <a:xfrm>
            <a:off x="10061150" y="2143457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库存周转优化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5" name="直接连接符 124"/>
          <p:cNvCxnSpPr/>
          <p:nvPr/>
        </p:nvCxnSpPr>
        <p:spPr>
          <a:xfrm>
            <a:off x="278876" y="4186982"/>
            <a:ext cx="1980394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连接符 126"/>
          <p:cNvCxnSpPr/>
          <p:nvPr/>
        </p:nvCxnSpPr>
        <p:spPr>
          <a:xfrm>
            <a:off x="2692339" y="4186982"/>
            <a:ext cx="1980394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接连接符 127"/>
          <p:cNvCxnSpPr/>
          <p:nvPr/>
        </p:nvCxnSpPr>
        <p:spPr>
          <a:xfrm>
            <a:off x="5105802" y="4186982"/>
            <a:ext cx="1980394" cy="0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连接符 128"/>
          <p:cNvCxnSpPr/>
          <p:nvPr/>
        </p:nvCxnSpPr>
        <p:spPr>
          <a:xfrm>
            <a:off x="7519265" y="4186982"/>
            <a:ext cx="1980394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连接符 129"/>
          <p:cNvCxnSpPr/>
          <p:nvPr/>
        </p:nvCxnSpPr>
        <p:spPr>
          <a:xfrm>
            <a:off x="9932729" y="4186982"/>
            <a:ext cx="1980394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矩形 133"/>
          <p:cNvSpPr/>
          <p:nvPr/>
        </p:nvSpPr>
        <p:spPr>
          <a:xfrm>
            <a:off x="715075" y="622641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业绩冲刺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5" name="矩形 134"/>
          <p:cNvSpPr/>
          <p:nvPr/>
        </p:nvSpPr>
        <p:spPr>
          <a:xfrm>
            <a:off x="3128539" y="622641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流量增长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6" name="矩形 135"/>
          <p:cNvSpPr/>
          <p:nvPr/>
        </p:nvSpPr>
        <p:spPr>
          <a:xfrm>
            <a:off x="5542003" y="622641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新品拓展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7955467" y="622641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口碑优化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8" name="矩形 137"/>
          <p:cNvSpPr/>
          <p:nvPr/>
        </p:nvSpPr>
        <p:spPr>
          <a:xfrm>
            <a:off x="10368928" y="622641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库存管控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1" name="等腰三角形 140"/>
          <p:cNvSpPr/>
          <p:nvPr/>
        </p:nvSpPr>
        <p:spPr>
          <a:xfrm flipV="1">
            <a:off x="171164" y="1097629"/>
            <a:ext cx="11844337" cy="82236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4086475" y="1175668"/>
            <a:ext cx="40190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多维目标拆解  聚焦执行落地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2475805" y="6253477"/>
            <a:ext cx="0" cy="315199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4889269" y="6253477"/>
            <a:ext cx="0" cy="315199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7302733" y="6253477"/>
            <a:ext cx="0" cy="315199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9716197" y="6253477"/>
            <a:ext cx="0" cy="315199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等腰三角形 11"/>
          <p:cNvSpPr/>
          <p:nvPr/>
        </p:nvSpPr>
        <p:spPr>
          <a:xfrm>
            <a:off x="1135614" y="6011123"/>
            <a:ext cx="266918" cy="10177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等腰三角形 12"/>
          <p:cNvSpPr/>
          <p:nvPr/>
        </p:nvSpPr>
        <p:spPr>
          <a:xfrm>
            <a:off x="3549077" y="6011123"/>
            <a:ext cx="266918" cy="10177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等腰三角形 13"/>
          <p:cNvSpPr/>
          <p:nvPr/>
        </p:nvSpPr>
        <p:spPr>
          <a:xfrm>
            <a:off x="5962540" y="6011123"/>
            <a:ext cx="266918" cy="10177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等腰三角形 16"/>
          <p:cNvSpPr/>
          <p:nvPr/>
        </p:nvSpPr>
        <p:spPr>
          <a:xfrm>
            <a:off x="8376003" y="6011123"/>
            <a:ext cx="266918" cy="10177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等腰三角形 17"/>
          <p:cNvSpPr/>
          <p:nvPr/>
        </p:nvSpPr>
        <p:spPr>
          <a:xfrm>
            <a:off x="10789467" y="6011123"/>
            <a:ext cx="266918" cy="10177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3" name="直接连接符 2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任意多边形: 形状 105"/>
          <p:cNvSpPr/>
          <p:nvPr/>
        </p:nvSpPr>
        <p:spPr>
          <a:xfrm flipV="1">
            <a:off x="2142969" y="4044462"/>
            <a:ext cx="1755146" cy="599794"/>
          </a:xfrm>
          <a:custGeom>
            <a:avLst/>
            <a:gdLst>
              <a:gd name="connsiteX0" fmla="*/ 62554 w 1755146"/>
              <a:gd name="connsiteY0" fmla="*/ 599794 h 599794"/>
              <a:gd name="connsiteX1" fmla="*/ 1692592 w 1755146"/>
              <a:gd name="connsiteY1" fmla="*/ 599794 h 599794"/>
              <a:gd name="connsiteX2" fmla="*/ 1755146 w 1755146"/>
              <a:gd name="connsiteY2" fmla="*/ 537240 h 599794"/>
              <a:gd name="connsiteX3" fmla="*/ 1755146 w 1755146"/>
              <a:gd name="connsiteY3" fmla="*/ 134780 h 599794"/>
              <a:gd name="connsiteX4" fmla="*/ 1692592 w 1755146"/>
              <a:gd name="connsiteY4" fmla="*/ 72226 h 599794"/>
              <a:gd name="connsiteX5" fmla="*/ 919464 w 1755146"/>
              <a:gd name="connsiteY5" fmla="*/ 72226 h 599794"/>
              <a:gd name="connsiteX6" fmla="*/ 877573 w 1755146"/>
              <a:gd name="connsiteY6" fmla="*/ 0 h 599794"/>
              <a:gd name="connsiteX7" fmla="*/ 835682 w 1755146"/>
              <a:gd name="connsiteY7" fmla="*/ 72226 h 599794"/>
              <a:gd name="connsiteX8" fmla="*/ 62554 w 1755146"/>
              <a:gd name="connsiteY8" fmla="*/ 72226 h 599794"/>
              <a:gd name="connsiteX9" fmla="*/ 0 w 1755146"/>
              <a:gd name="connsiteY9" fmla="*/ 134780 h 599794"/>
              <a:gd name="connsiteX10" fmla="*/ 0 w 1755146"/>
              <a:gd name="connsiteY10" fmla="*/ 537240 h 599794"/>
              <a:gd name="connsiteX11" fmla="*/ 62554 w 1755146"/>
              <a:gd name="connsiteY11" fmla="*/ 599794 h 599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55146" h="599794">
                <a:moveTo>
                  <a:pt x="62554" y="599794"/>
                </a:moveTo>
                <a:lnTo>
                  <a:pt x="1692592" y="599794"/>
                </a:lnTo>
                <a:cubicBezTo>
                  <a:pt x="1727140" y="599794"/>
                  <a:pt x="1755146" y="571788"/>
                  <a:pt x="1755146" y="537240"/>
                </a:cubicBezTo>
                <a:lnTo>
                  <a:pt x="1755146" y="134780"/>
                </a:lnTo>
                <a:cubicBezTo>
                  <a:pt x="1755146" y="100232"/>
                  <a:pt x="1727140" y="72226"/>
                  <a:pt x="1692592" y="72226"/>
                </a:cubicBezTo>
                <a:lnTo>
                  <a:pt x="919464" y="72226"/>
                </a:lnTo>
                <a:lnTo>
                  <a:pt x="877573" y="0"/>
                </a:lnTo>
                <a:lnTo>
                  <a:pt x="835682" y="72226"/>
                </a:lnTo>
                <a:lnTo>
                  <a:pt x="62554" y="72226"/>
                </a:lnTo>
                <a:cubicBezTo>
                  <a:pt x="28006" y="72226"/>
                  <a:pt x="0" y="100232"/>
                  <a:pt x="0" y="134780"/>
                </a:cubicBezTo>
                <a:lnTo>
                  <a:pt x="0" y="537240"/>
                </a:lnTo>
                <a:cubicBezTo>
                  <a:pt x="0" y="571788"/>
                  <a:pt x="28006" y="599794"/>
                  <a:pt x="62554" y="5997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" name="任意多边形: 形状 106"/>
          <p:cNvSpPr/>
          <p:nvPr/>
        </p:nvSpPr>
        <p:spPr>
          <a:xfrm flipV="1">
            <a:off x="5860117" y="4044462"/>
            <a:ext cx="1755146" cy="599794"/>
          </a:xfrm>
          <a:custGeom>
            <a:avLst/>
            <a:gdLst>
              <a:gd name="connsiteX0" fmla="*/ 62554 w 1755146"/>
              <a:gd name="connsiteY0" fmla="*/ 599794 h 599794"/>
              <a:gd name="connsiteX1" fmla="*/ 1692592 w 1755146"/>
              <a:gd name="connsiteY1" fmla="*/ 599794 h 599794"/>
              <a:gd name="connsiteX2" fmla="*/ 1755146 w 1755146"/>
              <a:gd name="connsiteY2" fmla="*/ 537240 h 599794"/>
              <a:gd name="connsiteX3" fmla="*/ 1755146 w 1755146"/>
              <a:gd name="connsiteY3" fmla="*/ 134780 h 599794"/>
              <a:gd name="connsiteX4" fmla="*/ 1692592 w 1755146"/>
              <a:gd name="connsiteY4" fmla="*/ 72226 h 599794"/>
              <a:gd name="connsiteX5" fmla="*/ 919464 w 1755146"/>
              <a:gd name="connsiteY5" fmla="*/ 72226 h 599794"/>
              <a:gd name="connsiteX6" fmla="*/ 877573 w 1755146"/>
              <a:gd name="connsiteY6" fmla="*/ 0 h 599794"/>
              <a:gd name="connsiteX7" fmla="*/ 835682 w 1755146"/>
              <a:gd name="connsiteY7" fmla="*/ 72226 h 599794"/>
              <a:gd name="connsiteX8" fmla="*/ 62554 w 1755146"/>
              <a:gd name="connsiteY8" fmla="*/ 72226 h 599794"/>
              <a:gd name="connsiteX9" fmla="*/ 0 w 1755146"/>
              <a:gd name="connsiteY9" fmla="*/ 134780 h 599794"/>
              <a:gd name="connsiteX10" fmla="*/ 0 w 1755146"/>
              <a:gd name="connsiteY10" fmla="*/ 537240 h 599794"/>
              <a:gd name="connsiteX11" fmla="*/ 62554 w 1755146"/>
              <a:gd name="connsiteY11" fmla="*/ 599794 h 599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55146" h="599794">
                <a:moveTo>
                  <a:pt x="62554" y="599794"/>
                </a:moveTo>
                <a:lnTo>
                  <a:pt x="1692592" y="599794"/>
                </a:lnTo>
                <a:cubicBezTo>
                  <a:pt x="1727140" y="599794"/>
                  <a:pt x="1755146" y="571788"/>
                  <a:pt x="1755146" y="537240"/>
                </a:cubicBezTo>
                <a:lnTo>
                  <a:pt x="1755146" y="134780"/>
                </a:lnTo>
                <a:cubicBezTo>
                  <a:pt x="1755146" y="100232"/>
                  <a:pt x="1727140" y="72226"/>
                  <a:pt x="1692592" y="72226"/>
                </a:cubicBezTo>
                <a:lnTo>
                  <a:pt x="919464" y="72226"/>
                </a:lnTo>
                <a:lnTo>
                  <a:pt x="877573" y="0"/>
                </a:lnTo>
                <a:lnTo>
                  <a:pt x="835682" y="72226"/>
                </a:lnTo>
                <a:lnTo>
                  <a:pt x="62554" y="72226"/>
                </a:lnTo>
                <a:cubicBezTo>
                  <a:pt x="28006" y="72226"/>
                  <a:pt x="0" y="100232"/>
                  <a:pt x="0" y="134780"/>
                </a:cubicBezTo>
                <a:lnTo>
                  <a:pt x="0" y="537240"/>
                </a:lnTo>
                <a:cubicBezTo>
                  <a:pt x="0" y="571788"/>
                  <a:pt x="28006" y="599794"/>
                  <a:pt x="62554" y="5997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8" name="任意多边形: 形状 107"/>
          <p:cNvSpPr/>
          <p:nvPr/>
        </p:nvSpPr>
        <p:spPr>
          <a:xfrm flipV="1">
            <a:off x="9577265" y="4044462"/>
            <a:ext cx="1755146" cy="599794"/>
          </a:xfrm>
          <a:custGeom>
            <a:avLst/>
            <a:gdLst>
              <a:gd name="connsiteX0" fmla="*/ 62554 w 1755146"/>
              <a:gd name="connsiteY0" fmla="*/ 599794 h 599794"/>
              <a:gd name="connsiteX1" fmla="*/ 1692592 w 1755146"/>
              <a:gd name="connsiteY1" fmla="*/ 599794 h 599794"/>
              <a:gd name="connsiteX2" fmla="*/ 1755146 w 1755146"/>
              <a:gd name="connsiteY2" fmla="*/ 537240 h 599794"/>
              <a:gd name="connsiteX3" fmla="*/ 1755146 w 1755146"/>
              <a:gd name="connsiteY3" fmla="*/ 134780 h 599794"/>
              <a:gd name="connsiteX4" fmla="*/ 1692592 w 1755146"/>
              <a:gd name="connsiteY4" fmla="*/ 72226 h 599794"/>
              <a:gd name="connsiteX5" fmla="*/ 919464 w 1755146"/>
              <a:gd name="connsiteY5" fmla="*/ 72226 h 599794"/>
              <a:gd name="connsiteX6" fmla="*/ 877573 w 1755146"/>
              <a:gd name="connsiteY6" fmla="*/ 0 h 599794"/>
              <a:gd name="connsiteX7" fmla="*/ 835682 w 1755146"/>
              <a:gd name="connsiteY7" fmla="*/ 72226 h 599794"/>
              <a:gd name="connsiteX8" fmla="*/ 62554 w 1755146"/>
              <a:gd name="connsiteY8" fmla="*/ 72226 h 599794"/>
              <a:gd name="connsiteX9" fmla="*/ 0 w 1755146"/>
              <a:gd name="connsiteY9" fmla="*/ 134780 h 599794"/>
              <a:gd name="connsiteX10" fmla="*/ 0 w 1755146"/>
              <a:gd name="connsiteY10" fmla="*/ 537240 h 599794"/>
              <a:gd name="connsiteX11" fmla="*/ 62554 w 1755146"/>
              <a:gd name="connsiteY11" fmla="*/ 599794 h 599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55146" h="599794">
                <a:moveTo>
                  <a:pt x="62554" y="599794"/>
                </a:moveTo>
                <a:lnTo>
                  <a:pt x="1692592" y="599794"/>
                </a:lnTo>
                <a:cubicBezTo>
                  <a:pt x="1727140" y="599794"/>
                  <a:pt x="1755146" y="571788"/>
                  <a:pt x="1755146" y="537240"/>
                </a:cubicBezTo>
                <a:lnTo>
                  <a:pt x="1755146" y="134780"/>
                </a:lnTo>
                <a:cubicBezTo>
                  <a:pt x="1755146" y="100232"/>
                  <a:pt x="1727140" y="72226"/>
                  <a:pt x="1692592" y="72226"/>
                </a:cubicBezTo>
                <a:lnTo>
                  <a:pt x="919464" y="72226"/>
                </a:lnTo>
                <a:lnTo>
                  <a:pt x="877573" y="0"/>
                </a:lnTo>
                <a:lnTo>
                  <a:pt x="835682" y="72226"/>
                </a:lnTo>
                <a:lnTo>
                  <a:pt x="62554" y="72226"/>
                </a:lnTo>
                <a:cubicBezTo>
                  <a:pt x="28006" y="72226"/>
                  <a:pt x="0" y="100232"/>
                  <a:pt x="0" y="134780"/>
                </a:cubicBezTo>
                <a:lnTo>
                  <a:pt x="0" y="537240"/>
                </a:lnTo>
                <a:cubicBezTo>
                  <a:pt x="0" y="571788"/>
                  <a:pt x="28006" y="599794"/>
                  <a:pt x="62554" y="5997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3" name="任意多边形: 形状 102"/>
          <p:cNvSpPr/>
          <p:nvPr/>
        </p:nvSpPr>
        <p:spPr>
          <a:xfrm flipV="1">
            <a:off x="2142969" y="1785666"/>
            <a:ext cx="1755146" cy="599794"/>
          </a:xfrm>
          <a:custGeom>
            <a:avLst/>
            <a:gdLst>
              <a:gd name="connsiteX0" fmla="*/ 62554 w 1755146"/>
              <a:gd name="connsiteY0" fmla="*/ 599794 h 599794"/>
              <a:gd name="connsiteX1" fmla="*/ 1692592 w 1755146"/>
              <a:gd name="connsiteY1" fmla="*/ 599794 h 599794"/>
              <a:gd name="connsiteX2" fmla="*/ 1755146 w 1755146"/>
              <a:gd name="connsiteY2" fmla="*/ 537240 h 599794"/>
              <a:gd name="connsiteX3" fmla="*/ 1755146 w 1755146"/>
              <a:gd name="connsiteY3" fmla="*/ 134780 h 599794"/>
              <a:gd name="connsiteX4" fmla="*/ 1692592 w 1755146"/>
              <a:gd name="connsiteY4" fmla="*/ 72226 h 599794"/>
              <a:gd name="connsiteX5" fmla="*/ 919464 w 1755146"/>
              <a:gd name="connsiteY5" fmla="*/ 72226 h 599794"/>
              <a:gd name="connsiteX6" fmla="*/ 877573 w 1755146"/>
              <a:gd name="connsiteY6" fmla="*/ 0 h 599794"/>
              <a:gd name="connsiteX7" fmla="*/ 835682 w 1755146"/>
              <a:gd name="connsiteY7" fmla="*/ 72226 h 599794"/>
              <a:gd name="connsiteX8" fmla="*/ 62554 w 1755146"/>
              <a:gd name="connsiteY8" fmla="*/ 72226 h 599794"/>
              <a:gd name="connsiteX9" fmla="*/ 0 w 1755146"/>
              <a:gd name="connsiteY9" fmla="*/ 134780 h 599794"/>
              <a:gd name="connsiteX10" fmla="*/ 0 w 1755146"/>
              <a:gd name="connsiteY10" fmla="*/ 537240 h 599794"/>
              <a:gd name="connsiteX11" fmla="*/ 62554 w 1755146"/>
              <a:gd name="connsiteY11" fmla="*/ 599794 h 599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55146" h="599794">
                <a:moveTo>
                  <a:pt x="62554" y="599794"/>
                </a:moveTo>
                <a:lnTo>
                  <a:pt x="1692592" y="599794"/>
                </a:lnTo>
                <a:cubicBezTo>
                  <a:pt x="1727140" y="599794"/>
                  <a:pt x="1755146" y="571788"/>
                  <a:pt x="1755146" y="537240"/>
                </a:cubicBezTo>
                <a:lnTo>
                  <a:pt x="1755146" y="134780"/>
                </a:lnTo>
                <a:cubicBezTo>
                  <a:pt x="1755146" y="100232"/>
                  <a:pt x="1727140" y="72226"/>
                  <a:pt x="1692592" y="72226"/>
                </a:cubicBezTo>
                <a:lnTo>
                  <a:pt x="919464" y="72226"/>
                </a:lnTo>
                <a:lnTo>
                  <a:pt x="877573" y="0"/>
                </a:lnTo>
                <a:lnTo>
                  <a:pt x="835682" y="72226"/>
                </a:lnTo>
                <a:lnTo>
                  <a:pt x="62554" y="72226"/>
                </a:lnTo>
                <a:cubicBezTo>
                  <a:pt x="28006" y="72226"/>
                  <a:pt x="0" y="100232"/>
                  <a:pt x="0" y="134780"/>
                </a:cubicBezTo>
                <a:lnTo>
                  <a:pt x="0" y="537240"/>
                </a:lnTo>
                <a:cubicBezTo>
                  <a:pt x="0" y="571788"/>
                  <a:pt x="28006" y="599794"/>
                  <a:pt x="62554" y="599794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4" name="任意多边形: 形状 103"/>
          <p:cNvSpPr/>
          <p:nvPr/>
        </p:nvSpPr>
        <p:spPr>
          <a:xfrm flipV="1">
            <a:off x="5860117" y="1785666"/>
            <a:ext cx="1755146" cy="599794"/>
          </a:xfrm>
          <a:custGeom>
            <a:avLst/>
            <a:gdLst>
              <a:gd name="connsiteX0" fmla="*/ 62554 w 1755146"/>
              <a:gd name="connsiteY0" fmla="*/ 599794 h 599794"/>
              <a:gd name="connsiteX1" fmla="*/ 1692592 w 1755146"/>
              <a:gd name="connsiteY1" fmla="*/ 599794 h 599794"/>
              <a:gd name="connsiteX2" fmla="*/ 1755146 w 1755146"/>
              <a:gd name="connsiteY2" fmla="*/ 537240 h 599794"/>
              <a:gd name="connsiteX3" fmla="*/ 1755146 w 1755146"/>
              <a:gd name="connsiteY3" fmla="*/ 134780 h 599794"/>
              <a:gd name="connsiteX4" fmla="*/ 1692592 w 1755146"/>
              <a:gd name="connsiteY4" fmla="*/ 72226 h 599794"/>
              <a:gd name="connsiteX5" fmla="*/ 919464 w 1755146"/>
              <a:gd name="connsiteY5" fmla="*/ 72226 h 599794"/>
              <a:gd name="connsiteX6" fmla="*/ 877573 w 1755146"/>
              <a:gd name="connsiteY6" fmla="*/ 0 h 599794"/>
              <a:gd name="connsiteX7" fmla="*/ 835682 w 1755146"/>
              <a:gd name="connsiteY7" fmla="*/ 72226 h 599794"/>
              <a:gd name="connsiteX8" fmla="*/ 62554 w 1755146"/>
              <a:gd name="connsiteY8" fmla="*/ 72226 h 599794"/>
              <a:gd name="connsiteX9" fmla="*/ 0 w 1755146"/>
              <a:gd name="connsiteY9" fmla="*/ 134780 h 599794"/>
              <a:gd name="connsiteX10" fmla="*/ 0 w 1755146"/>
              <a:gd name="connsiteY10" fmla="*/ 537240 h 599794"/>
              <a:gd name="connsiteX11" fmla="*/ 62554 w 1755146"/>
              <a:gd name="connsiteY11" fmla="*/ 599794 h 599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55146" h="599794">
                <a:moveTo>
                  <a:pt x="62554" y="599794"/>
                </a:moveTo>
                <a:lnTo>
                  <a:pt x="1692592" y="599794"/>
                </a:lnTo>
                <a:cubicBezTo>
                  <a:pt x="1727140" y="599794"/>
                  <a:pt x="1755146" y="571788"/>
                  <a:pt x="1755146" y="537240"/>
                </a:cubicBezTo>
                <a:lnTo>
                  <a:pt x="1755146" y="134780"/>
                </a:lnTo>
                <a:cubicBezTo>
                  <a:pt x="1755146" y="100232"/>
                  <a:pt x="1727140" y="72226"/>
                  <a:pt x="1692592" y="72226"/>
                </a:cubicBezTo>
                <a:lnTo>
                  <a:pt x="919464" y="72226"/>
                </a:lnTo>
                <a:lnTo>
                  <a:pt x="877573" y="0"/>
                </a:lnTo>
                <a:lnTo>
                  <a:pt x="835682" y="72226"/>
                </a:lnTo>
                <a:lnTo>
                  <a:pt x="62554" y="72226"/>
                </a:lnTo>
                <a:cubicBezTo>
                  <a:pt x="28006" y="72226"/>
                  <a:pt x="0" y="100232"/>
                  <a:pt x="0" y="134780"/>
                </a:cubicBezTo>
                <a:lnTo>
                  <a:pt x="0" y="537240"/>
                </a:lnTo>
                <a:cubicBezTo>
                  <a:pt x="0" y="571788"/>
                  <a:pt x="28006" y="599794"/>
                  <a:pt x="62554" y="599794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5" name="任意多边形: 形状 104"/>
          <p:cNvSpPr/>
          <p:nvPr/>
        </p:nvSpPr>
        <p:spPr>
          <a:xfrm flipV="1">
            <a:off x="9577265" y="1785666"/>
            <a:ext cx="1755146" cy="599794"/>
          </a:xfrm>
          <a:custGeom>
            <a:avLst/>
            <a:gdLst>
              <a:gd name="connsiteX0" fmla="*/ 62554 w 1755146"/>
              <a:gd name="connsiteY0" fmla="*/ 599794 h 599794"/>
              <a:gd name="connsiteX1" fmla="*/ 1692592 w 1755146"/>
              <a:gd name="connsiteY1" fmla="*/ 599794 h 599794"/>
              <a:gd name="connsiteX2" fmla="*/ 1755146 w 1755146"/>
              <a:gd name="connsiteY2" fmla="*/ 537240 h 599794"/>
              <a:gd name="connsiteX3" fmla="*/ 1755146 w 1755146"/>
              <a:gd name="connsiteY3" fmla="*/ 134780 h 599794"/>
              <a:gd name="connsiteX4" fmla="*/ 1692592 w 1755146"/>
              <a:gd name="connsiteY4" fmla="*/ 72226 h 599794"/>
              <a:gd name="connsiteX5" fmla="*/ 919464 w 1755146"/>
              <a:gd name="connsiteY5" fmla="*/ 72226 h 599794"/>
              <a:gd name="connsiteX6" fmla="*/ 877573 w 1755146"/>
              <a:gd name="connsiteY6" fmla="*/ 0 h 599794"/>
              <a:gd name="connsiteX7" fmla="*/ 835682 w 1755146"/>
              <a:gd name="connsiteY7" fmla="*/ 72226 h 599794"/>
              <a:gd name="connsiteX8" fmla="*/ 62554 w 1755146"/>
              <a:gd name="connsiteY8" fmla="*/ 72226 h 599794"/>
              <a:gd name="connsiteX9" fmla="*/ 0 w 1755146"/>
              <a:gd name="connsiteY9" fmla="*/ 134780 h 599794"/>
              <a:gd name="connsiteX10" fmla="*/ 0 w 1755146"/>
              <a:gd name="connsiteY10" fmla="*/ 537240 h 599794"/>
              <a:gd name="connsiteX11" fmla="*/ 62554 w 1755146"/>
              <a:gd name="connsiteY11" fmla="*/ 599794 h 599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55146" h="599794">
                <a:moveTo>
                  <a:pt x="62554" y="599794"/>
                </a:moveTo>
                <a:lnTo>
                  <a:pt x="1692592" y="599794"/>
                </a:lnTo>
                <a:cubicBezTo>
                  <a:pt x="1727140" y="599794"/>
                  <a:pt x="1755146" y="571788"/>
                  <a:pt x="1755146" y="537240"/>
                </a:cubicBezTo>
                <a:lnTo>
                  <a:pt x="1755146" y="134780"/>
                </a:lnTo>
                <a:cubicBezTo>
                  <a:pt x="1755146" y="100232"/>
                  <a:pt x="1727140" y="72226"/>
                  <a:pt x="1692592" y="72226"/>
                </a:cubicBezTo>
                <a:lnTo>
                  <a:pt x="919464" y="72226"/>
                </a:lnTo>
                <a:lnTo>
                  <a:pt x="877573" y="0"/>
                </a:lnTo>
                <a:lnTo>
                  <a:pt x="835682" y="72226"/>
                </a:lnTo>
                <a:lnTo>
                  <a:pt x="62554" y="72226"/>
                </a:lnTo>
                <a:cubicBezTo>
                  <a:pt x="28006" y="72226"/>
                  <a:pt x="0" y="100232"/>
                  <a:pt x="0" y="134780"/>
                </a:cubicBezTo>
                <a:lnTo>
                  <a:pt x="0" y="537240"/>
                </a:lnTo>
                <a:cubicBezTo>
                  <a:pt x="0" y="571788"/>
                  <a:pt x="28006" y="599794"/>
                  <a:pt x="62554" y="599794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8" name="矩形: 圆角 97"/>
          <p:cNvSpPr/>
          <p:nvPr/>
        </p:nvSpPr>
        <p:spPr>
          <a:xfrm>
            <a:off x="207722" y="1085339"/>
            <a:ext cx="11838227" cy="478955"/>
          </a:xfrm>
          <a:prstGeom prst="roundRect">
            <a:avLst>
              <a:gd name="adj" fmla="val 5464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9" name="矩形: 圆角 98"/>
          <p:cNvSpPr/>
          <p:nvPr/>
        </p:nvSpPr>
        <p:spPr>
          <a:xfrm>
            <a:off x="207722" y="6251743"/>
            <a:ext cx="11838227" cy="478955"/>
          </a:xfrm>
          <a:prstGeom prst="roundRect">
            <a:avLst>
              <a:gd name="adj" fmla="val 5464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3748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项目完成情况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3892" y="2858068"/>
            <a:ext cx="902811" cy="954107"/>
          </a:xfrm>
          <a:prstGeom prst="rect">
            <a:avLst/>
          </a:prstGeom>
        </p:spPr>
        <p:txBody>
          <a:bodyPr vert="horz"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系统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上线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3892" y="5110656"/>
            <a:ext cx="902811" cy="954107"/>
          </a:xfrm>
          <a:prstGeom prst="rect">
            <a:avLst/>
          </a:prstGeom>
        </p:spPr>
        <p:txBody>
          <a:bodyPr vert="horz"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本钱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优化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5113739" y="4964605"/>
            <a:ext cx="3078504" cy="1048413"/>
          </a:xfrm>
          <a:prstGeom prst="roundRect">
            <a:avLst>
              <a:gd name="adj" fmla="val 5464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81" name="组合 80"/>
          <p:cNvGrpSpPr/>
          <p:nvPr/>
        </p:nvGrpSpPr>
        <p:grpSpPr>
          <a:xfrm>
            <a:off x="1481290" y="2244069"/>
            <a:ext cx="10564660" cy="330652"/>
            <a:chOff x="1481290" y="1587796"/>
            <a:chExt cx="10564660" cy="330652"/>
          </a:xfrm>
        </p:grpSpPr>
        <p:sp>
          <p:nvSpPr>
            <p:cNvPr id="14" name="矩形: 圆角 13"/>
            <p:cNvSpPr/>
            <p:nvPr/>
          </p:nvSpPr>
          <p:spPr>
            <a:xfrm>
              <a:off x="1481290" y="1817887"/>
              <a:ext cx="10431310" cy="98877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7" name="直角三角形 16"/>
            <p:cNvSpPr/>
            <p:nvPr/>
          </p:nvSpPr>
          <p:spPr>
            <a:xfrm>
              <a:off x="11551920" y="1587796"/>
              <a:ext cx="494030" cy="33065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1454152" y="4508833"/>
            <a:ext cx="10564660" cy="330652"/>
            <a:chOff x="1454152" y="4600136"/>
            <a:chExt cx="10564660" cy="330652"/>
          </a:xfrm>
        </p:grpSpPr>
        <p:sp>
          <p:nvSpPr>
            <p:cNvPr id="20" name="矩形: 圆角 19"/>
            <p:cNvSpPr/>
            <p:nvPr/>
          </p:nvSpPr>
          <p:spPr>
            <a:xfrm>
              <a:off x="1454152" y="4829737"/>
              <a:ext cx="10431310" cy="98877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1" name="直角三角形 20"/>
            <p:cNvSpPr/>
            <p:nvPr/>
          </p:nvSpPr>
          <p:spPr>
            <a:xfrm>
              <a:off x="11524782" y="4600136"/>
              <a:ext cx="494030" cy="330652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6" name="矩形: 圆角 5"/>
          <p:cNvSpPr/>
          <p:nvPr/>
        </p:nvSpPr>
        <p:spPr>
          <a:xfrm>
            <a:off x="1481290" y="2712018"/>
            <a:ext cx="3078504" cy="1048413"/>
          </a:xfrm>
          <a:prstGeom prst="roundRect">
            <a:avLst>
              <a:gd name="adj" fmla="val 5464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1481290" y="4964605"/>
            <a:ext cx="3078504" cy="1048413"/>
          </a:xfrm>
          <a:prstGeom prst="roundRect">
            <a:avLst>
              <a:gd name="adj" fmla="val 5464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2949260" y="2452316"/>
            <a:ext cx="142565" cy="14256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2949260" y="4716590"/>
            <a:ext cx="142565" cy="14256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2391556" y="1855028"/>
            <a:ext cx="12579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科技调度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1550419" y="2810916"/>
            <a:ext cx="2940247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TMS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科技调度模块上线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覆盖华东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大分拨中心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车辆利用率提升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2415248" y="410842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燃油节省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50419" y="5063503"/>
            <a:ext cx="2940247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路径算法优化后，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月平均百公里油耗降至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26.3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升，环比节省燃油费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47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5113739" y="2712018"/>
            <a:ext cx="3078504" cy="1048413"/>
          </a:xfrm>
          <a:prstGeom prst="roundRect">
            <a:avLst>
              <a:gd name="adj" fmla="val 5464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6666408" y="2452316"/>
            <a:ext cx="142565" cy="14256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6666408" y="4716590"/>
            <a:ext cx="142565" cy="14256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6132396" y="1855028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数据迁移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5182868" y="2810916"/>
            <a:ext cx="2940247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历史运单百分百迁移至新平台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零丢失、零延误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为双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峰值提供数据底座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6132396" y="410842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人效提升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5182868" y="5192769"/>
            <a:ext cx="2940247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自动排班功能使调度人力减少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，人均日处理订单由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134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增至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162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单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8915586" y="2712018"/>
            <a:ext cx="3078504" cy="1048413"/>
          </a:xfrm>
          <a:prstGeom prst="roundRect">
            <a:avLst>
              <a:gd name="adj" fmla="val 5464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8915586" y="4964605"/>
            <a:ext cx="3078504" cy="1048413"/>
          </a:xfrm>
          <a:prstGeom prst="roundRect">
            <a:avLst>
              <a:gd name="adj" fmla="val 5464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10383556" y="2452316"/>
            <a:ext cx="142565" cy="14256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10383556" y="4716590"/>
            <a:ext cx="142565" cy="14256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9849544" y="1855028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用户培训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8984715" y="2810916"/>
            <a:ext cx="2940247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完成司机端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App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培训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覆盖司机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1,860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掌握熟练度问卷平均得分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分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9849544" y="410842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异常下降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8984715" y="5063503"/>
            <a:ext cx="2940247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运输异常率由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3.8%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降至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1.9%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客户投诉量同步下降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42%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履约体验成效卓著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9" name="等腰三角形 88"/>
          <p:cNvSpPr/>
          <p:nvPr/>
        </p:nvSpPr>
        <p:spPr>
          <a:xfrm rot="5400000">
            <a:off x="1032017" y="3224220"/>
            <a:ext cx="299710" cy="22180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3" name="等腰三角形 92"/>
          <p:cNvSpPr/>
          <p:nvPr/>
        </p:nvSpPr>
        <p:spPr>
          <a:xfrm rot="5400000">
            <a:off x="1032017" y="5476808"/>
            <a:ext cx="299710" cy="221803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4316507" y="1124761"/>
            <a:ext cx="35589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系统上线完成    效率提升显著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4602645" y="6291165"/>
            <a:ext cx="298671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代价大幅降    效益创新高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2" name="直接连接符 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图标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4317" y="4621530"/>
            <a:ext cx="441960" cy="441960"/>
          </a:xfrm>
          <a:prstGeom prst="rect">
            <a:avLst/>
          </a:prstGeom>
        </p:spPr>
      </p:pic>
      <p:pic>
        <p:nvPicPr>
          <p:cNvPr id="18" name="图片 17" descr="图标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317" y="2416175"/>
            <a:ext cx="441960" cy="44196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: 圆角 43"/>
          <p:cNvSpPr/>
          <p:nvPr/>
        </p:nvSpPr>
        <p:spPr>
          <a:xfrm>
            <a:off x="527901" y="5411055"/>
            <a:ext cx="1866650" cy="550443"/>
          </a:xfrm>
          <a:prstGeom prst="roundRect">
            <a:avLst>
              <a:gd name="adj" fmla="val 12346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5" name="矩形: 圆角 44"/>
          <p:cNvSpPr/>
          <p:nvPr/>
        </p:nvSpPr>
        <p:spPr>
          <a:xfrm>
            <a:off x="1066197" y="5449737"/>
            <a:ext cx="1295396" cy="473078"/>
          </a:xfrm>
          <a:prstGeom prst="roundRect">
            <a:avLst>
              <a:gd name="adj" fmla="val 1645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矩形: 圆角 48"/>
          <p:cNvSpPr/>
          <p:nvPr/>
        </p:nvSpPr>
        <p:spPr>
          <a:xfrm flipH="1">
            <a:off x="9786308" y="1087138"/>
            <a:ext cx="1866650" cy="550443"/>
          </a:xfrm>
          <a:prstGeom prst="roundRect">
            <a:avLst>
              <a:gd name="adj" fmla="val 12346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: 圆角 49"/>
          <p:cNvSpPr/>
          <p:nvPr/>
        </p:nvSpPr>
        <p:spPr>
          <a:xfrm flipH="1">
            <a:off x="9819266" y="1125820"/>
            <a:ext cx="1295396" cy="473078"/>
          </a:xfrm>
          <a:prstGeom prst="roundRect">
            <a:avLst>
              <a:gd name="adj" fmla="val 1645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8" name="矩形: 圆角 57"/>
          <p:cNvSpPr/>
          <p:nvPr/>
        </p:nvSpPr>
        <p:spPr>
          <a:xfrm flipH="1">
            <a:off x="9786308" y="5411055"/>
            <a:ext cx="1866650" cy="550443"/>
          </a:xfrm>
          <a:prstGeom prst="roundRect">
            <a:avLst>
              <a:gd name="adj" fmla="val 12346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矩形: 圆角 59"/>
          <p:cNvSpPr/>
          <p:nvPr/>
        </p:nvSpPr>
        <p:spPr>
          <a:xfrm flipH="1">
            <a:off x="9819266" y="5449737"/>
            <a:ext cx="1295396" cy="473078"/>
          </a:xfrm>
          <a:prstGeom prst="roundRect">
            <a:avLst>
              <a:gd name="adj" fmla="val 1645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" name="椭圆 1"/>
          <p:cNvSpPr/>
          <p:nvPr/>
        </p:nvSpPr>
        <p:spPr bwMode="auto">
          <a:xfrm>
            <a:off x="4639331" y="2394509"/>
            <a:ext cx="2913338" cy="2913338"/>
          </a:xfrm>
          <a:prstGeom prst="ellipse">
            <a:avLst/>
          </a:prstGeom>
          <a:solidFill>
            <a:schemeClr val="accent1">
              <a:alpha val="8000"/>
            </a:schemeClr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9463" y="63770"/>
            <a:ext cx="45398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5W1H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分析法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427635" y="1698044"/>
            <a:ext cx="2937060" cy="663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市场增速放缓，本钱压力上升，需以科技调度降本增效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398637" y="6019346"/>
            <a:ext cx="2937060" cy="663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先覆盖华东核心枢纽，再扩展华南华北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8910640" y="1698044"/>
            <a:ext cx="2853726" cy="663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上线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AI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路径优化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2.0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，整合仓干配数据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8922800" y="6019346"/>
            <a:ext cx="2837161" cy="663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采用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SaaS+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边缘计算，预算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ROI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目标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150%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0" name="椭圆 99"/>
          <p:cNvSpPr/>
          <p:nvPr/>
        </p:nvSpPr>
        <p:spPr>
          <a:xfrm>
            <a:off x="3282225" y="1088792"/>
            <a:ext cx="5585278" cy="5616807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1" name="Oval 99+"/>
          <p:cNvSpPr/>
          <p:nvPr/>
        </p:nvSpPr>
        <p:spPr>
          <a:xfrm>
            <a:off x="4151329" y="1890550"/>
            <a:ext cx="3896282" cy="391827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2" name="Oval 99++"/>
          <p:cNvSpPr/>
          <p:nvPr/>
        </p:nvSpPr>
        <p:spPr>
          <a:xfrm>
            <a:off x="4595847" y="2337576"/>
            <a:ext cx="3007246" cy="302422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5083809" y="3064859"/>
            <a:ext cx="2031325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5W1H</a:t>
            </a: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分析法</a:t>
            </a: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5" name="矩形: 圆角 124"/>
          <p:cNvSpPr/>
          <p:nvPr/>
        </p:nvSpPr>
        <p:spPr>
          <a:xfrm>
            <a:off x="527901" y="1087138"/>
            <a:ext cx="1866650" cy="550443"/>
          </a:xfrm>
          <a:prstGeom prst="roundRect">
            <a:avLst>
              <a:gd name="adj" fmla="val 12346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5" name="矩形: 圆角 144"/>
          <p:cNvSpPr/>
          <p:nvPr/>
        </p:nvSpPr>
        <p:spPr>
          <a:xfrm>
            <a:off x="1066197" y="1125820"/>
            <a:ext cx="1295396" cy="473078"/>
          </a:xfrm>
          <a:prstGeom prst="roundRect">
            <a:avLst>
              <a:gd name="adj" fmla="val 1645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1159897" y="1177693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什么原因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1159897" y="550161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什么地点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9912967" y="1177693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什么事情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10028384" y="5501610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如何做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9" name="Number6"/>
          <p:cNvSpPr/>
          <p:nvPr/>
        </p:nvSpPr>
        <p:spPr>
          <a:xfrm flipH="1">
            <a:off x="3494721" y="1111517"/>
            <a:ext cx="1228318" cy="122831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3666291" y="1372167"/>
            <a:ext cx="8851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Why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64" name="矩形 163"/>
          <p:cNvSpPr/>
          <p:nvPr/>
        </p:nvSpPr>
        <p:spPr>
          <a:xfrm>
            <a:off x="3811362" y="1804144"/>
            <a:ext cx="5437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何因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3" name="Number6"/>
          <p:cNvSpPr/>
          <p:nvPr/>
        </p:nvSpPr>
        <p:spPr>
          <a:xfrm>
            <a:off x="7475901" y="1111517"/>
            <a:ext cx="1228320" cy="122831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7583352" y="1360095"/>
            <a:ext cx="10134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What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65" name="矩形 164"/>
          <p:cNvSpPr/>
          <p:nvPr/>
        </p:nvSpPr>
        <p:spPr>
          <a:xfrm>
            <a:off x="7818191" y="1758080"/>
            <a:ext cx="5437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何事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4" name="Number6"/>
          <p:cNvSpPr/>
          <p:nvPr/>
        </p:nvSpPr>
        <p:spPr>
          <a:xfrm flipH="1">
            <a:off x="3434639" y="5475168"/>
            <a:ext cx="1228318" cy="122831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3435489" y="5712124"/>
            <a:ext cx="12266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Where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68" name="矩形 167"/>
          <p:cNvSpPr/>
          <p:nvPr/>
        </p:nvSpPr>
        <p:spPr>
          <a:xfrm>
            <a:off x="3776928" y="6158754"/>
            <a:ext cx="5437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何地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9" name="Number6"/>
          <p:cNvSpPr/>
          <p:nvPr/>
        </p:nvSpPr>
        <p:spPr>
          <a:xfrm>
            <a:off x="7489037" y="5475168"/>
            <a:ext cx="1228320" cy="12283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7653395" y="5723245"/>
            <a:ext cx="8996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How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69" name="矩形 168"/>
          <p:cNvSpPr/>
          <p:nvPr/>
        </p:nvSpPr>
        <p:spPr>
          <a:xfrm>
            <a:off x="7741559" y="6117153"/>
            <a:ext cx="72327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如何做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2" name="任意多边形: 形状 61"/>
          <p:cNvSpPr/>
          <p:nvPr/>
        </p:nvSpPr>
        <p:spPr>
          <a:xfrm>
            <a:off x="2628900" y="1352221"/>
            <a:ext cx="901700" cy="203200"/>
          </a:xfrm>
          <a:custGeom>
            <a:avLst/>
            <a:gdLst>
              <a:gd name="connsiteX0" fmla="*/ 901700 w 901700"/>
              <a:gd name="connsiteY0" fmla="*/ 203200 h 203200"/>
              <a:gd name="connsiteX1" fmla="*/ 787400 w 901700"/>
              <a:gd name="connsiteY1" fmla="*/ 0 h 203200"/>
              <a:gd name="connsiteX2" fmla="*/ 0 w 901700"/>
              <a:gd name="connsiteY2" fmla="*/ 0 h 20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1700" h="203200">
                <a:moveTo>
                  <a:pt x="901700" y="203200"/>
                </a:moveTo>
                <a:lnTo>
                  <a:pt x="787400" y="0"/>
                </a:lnTo>
                <a:lnTo>
                  <a:pt x="0" y="0"/>
                </a:lnTo>
              </a:path>
            </a:pathLst>
          </a:custGeom>
          <a:noFill/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4" name="任意多边形: 形状 63"/>
          <p:cNvSpPr/>
          <p:nvPr/>
        </p:nvSpPr>
        <p:spPr>
          <a:xfrm>
            <a:off x="2567351" y="5688687"/>
            <a:ext cx="901700" cy="203200"/>
          </a:xfrm>
          <a:custGeom>
            <a:avLst/>
            <a:gdLst>
              <a:gd name="connsiteX0" fmla="*/ 901700 w 901700"/>
              <a:gd name="connsiteY0" fmla="*/ 203200 h 203200"/>
              <a:gd name="connsiteX1" fmla="*/ 787400 w 901700"/>
              <a:gd name="connsiteY1" fmla="*/ 0 h 203200"/>
              <a:gd name="connsiteX2" fmla="*/ 0 w 901700"/>
              <a:gd name="connsiteY2" fmla="*/ 0 h 20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1700" h="203200">
                <a:moveTo>
                  <a:pt x="901700" y="203200"/>
                </a:moveTo>
                <a:lnTo>
                  <a:pt x="787400" y="0"/>
                </a:lnTo>
                <a:lnTo>
                  <a:pt x="0" y="0"/>
                </a:lnTo>
              </a:path>
            </a:pathLst>
          </a:custGeom>
          <a:noFill/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1" name="任意多边形: 形状 80"/>
          <p:cNvSpPr/>
          <p:nvPr/>
        </p:nvSpPr>
        <p:spPr>
          <a:xfrm flipH="1">
            <a:off x="8635003" y="1352221"/>
            <a:ext cx="928097" cy="203200"/>
          </a:xfrm>
          <a:custGeom>
            <a:avLst/>
            <a:gdLst>
              <a:gd name="connsiteX0" fmla="*/ 901700 w 901700"/>
              <a:gd name="connsiteY0" fmla="*/ 203200 h 203200"/>
              <a:gd name="connsiteX1" fmla="*/ 787400 w 901700"/>
              <a:gd name="connsiteY1" fmla="*/ 0 h 203200"/>
              <a:gd name="connsiteX2" fmla="*/ 0 w 901700"/>
              <a:gd name="connsiteY2" fmla="*/ 0 h 20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1700" h="203200">
                <a:moveTo>
                  <a:pt x="901700" y="203200"/>
                </a:moveTo>
                <a:lnTo>
                  <a:pt x="787400" y="0"/>
                </a:lnTo>
                <a:lnTo>
                  <a:pt x="0" y="0"/>
                </a:lnTo>
              </a:path>
            </a:pathLst>
          </a:custGeom>
          <a:noFill/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: 圆角 40"/>
          <p:cNvSpPr/>
          <p:nvPr/>
        </p:nvSpPr>
        <p:spPr>
          <a:xfrm>
            <a:off x="166856" y="3267470"/>
            <a:ext cx="1866650" cy="550443"/>
          </a:xfrm>
          <a:prstGeom prst="roundRect">
            <a:avLst>
              <a:gd name="adj" fmla="val 12346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2" name="矩形: 圆角 41"/>
          <p:cNvSpPr/>
          <p:nvPr/>
        </p:nvSpPr>
        <p:spPr>
          <a:xfrm>
            <a:off x="705152" y="3306153"/>
            <a:ext cx="1295396" cy="473078"/>
          </a:xfrm>
          <a:prstGeom prst="roundRect">
            <a:avLst>
              <a:gd name="adj" fmla="val 1645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矩形: 圆角 54"/>
          <p:cNvSpPr/>
          <p:nvPr/>
        </p:nvSpPr>
        <p:spPr>
          <a:xfrm flipH="1">
            <a:off x="10173109" y="3267470"/>
            <a:ext cx="1866650" cy="550443"/>
          </a:xfrm>
          <a:prstGeom prst="roundRect">
            <a:avLst>
              <a:gd name="adj" fmla="val 12346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6" name="矩形: 圆角 55"/>
          <p:cNvSpPr/>
          <p:nvPr/>
        </p:nvSpPr>
        <p:spPr>
          <a:xfrm flipH="1">
            <a:off x="10206067" y="3306152"/>
            <a:ext cx="1295396" cy="473078"/>
          </a:xfrm>
          <a:prstGeom prst="roundRect">
            <a:avLst>
              <a:gd name="adj" fmla="val 1645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88930" y="3857523"/>
            <a:ext cx="2691947" cy="663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由运营技术中心牵头，联合区域配送部共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9397290" y="3857523"/>
            <a:ext cx="2482233" cy="663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月启动试点，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月全国推广，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月复盘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798852" y="335802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什么人员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10299766" y="335802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什么时候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4" name="Number6"/>
          <p:cNvSpPr/>
          <p:nvPr/>
        </p:nvSpPr>
        <p:spPr>
          <a:xfrm>
            <a:off x="8113673" y="3298603"/>
            <a:ext cx="1228320" cy="122831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8179446" y="3557011"/>
            <a:ext cx="10967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When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66" name="矩形 165"/>
          <p:cNvSpPr/>
          <p:nvPr/>
        </p:nvSpPr>
        <p:spPr>
          <a:xfrm>
            <a:off x="8455963" y="3960737"/>
            <a:ext cx="5437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何时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2" name="Number6"/>
          <p:cNvSpPr/>
          <p:nvPr/>
        </p:nvSpPr>
        <p:spPr>
          <a:xfrm flipH="1">
            <a:off x="2846649" y="3298603"/>
            <a:ext cx="1228318" cy="122831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3010204" y="3579869"/>
            <a:ext cx="9012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Who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67" name="矩形 166"/>
          <p:cNvSpPr/>
          <p:nvPr/>
        </p:nvSpPr>
        <p:spPr>
          <a:xfrm>
            <a:off x="3278707" y="3982582"/>
            <a:ext cx="3642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谁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3" name="任意多边形: 形状 62"/>
          <p:cNvSpPr/>
          <p:nvPr/>
        </p:nvSpPr>
        <p:spPr>
          <a:xfrm>
            <a:off x="2121819" y="3537145"/>
            <a:ext cx="901700" cy="203200"/>
          </a:xfrm>
          <a:custGeom>
            <a:avLst/>
            <a:gdLst>
              <a:gd name="connsiteX0" fmla="*/ 901700 w 901700"/>
              <a:gd name="connsiteY0" fmla="*/ 203200 h 203200"/>
              <a:gd name="connsiteX1" fmla="*/ 787400 w 901700"/>
              <a:gd name="connsiteY1" fmla="*/ 0 h 203200"/>
              <a:gd name="connsiteX2" fmla="*/ 0 w 901700"/>
              <a:gd name="connsiteY2" fmla="*/ 0 h 20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1700" h="203200">
                <a:moveTo>
                  <a:pt x="901700" y="203200"/>
                </a:moveTo>
                <a:lnTo>
                  <a:pt x="787400" y="0"/>
                </a:lnTo>
                <a:lnTo>
                  <a:pt x="0" y="0"/>
                </a:lnTo>
              </a:path>
            </a:pathLst>
          </a:custGeom>
          <a:noFill/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2" name="任意多边形: 形状 81"/>
          <p:cNvSpPr/>
          <p:nvPr/>
        </p:nvSpPr>
        <p:spPr>
          <a:xfrm flipH="1">
            <a:off x="9017432" y="3537145"/>
            <a:ext cx="928097" cy="203200"/>
          </a:xfrm>
          <a:custGeom>
            <a:avLst/>
            <a:gdLst>
              <a:gd name="connsiteX0" fmla="*/ 901700 w 901700"/>
              <a:gd name="connsiteY0" fmla="*/ 203200 h 203200"/>
              <a:gd name="connsiteX1" fmla="*/ 787400 w 901700"/>
              <a:gd name="connsiteY1" fmla="*/ 0 h 203200"/>
              <a:gd name="connsiteX2" fmla="*/ 0 w 901700"/>
              <a:gd name="connsiteY2" fmla="*/ 0 h 20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1700" h="203200">
                <a:moveTo>
                  <a:pt x="901700" y="203200"/>
                </a:moveTo>
                <a:lnTo>
                  <a:pt x="787400" y="0"/>
                </a:lnTo>
                <a:lnTo>
                  <a:pt x="0" y="0"/>
                </a:lnTo>
              </a:path>
            </a:pathLst>
          </a:custGeom>
          <a:noFill/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9" name="任意多边形: 形状 88"/>
          <p:cNvSpPr/>
          <p:nvPr/>
        </p:nvSpPr>
        <p:spPr>
          <a:xfrm flipH="1">
            <a:off x="8616351" y="5719615"/>
            <a:ext cx="928097" cy="203200"/>
          </a:xfrm>
          <a:custGeom>
            <a:avLst/>
            <a:gdLst>
              <a:gd name="connsiteX0" fmla="*/ 901700 w 901700"/>
              <a:gd name="connsiteY0" fmla="*/ 203200 h 203200"/>
              <a:gd name="connsiteX1" fmla="*/ 787400 w 901700"/>
              <a:gd name="connsiteY1" fmla="*/ 0 h 203200"/>
              <a:gd name="connsiteX2" fmla="*/ 0 w 901700"/>
              <a:gd name="connsiteY2" fmla="*/ 0 h 20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1700" h="203200">
                <a:moveTo>
                  <a:pt x="901700" y="203200"/>
                </a:moveTo>
                <a:lnTo>
                  <a:pt x="787400" y="0"/>
                </a:lnTo>
                <a:lnTo>
                  <a:pt x="0" y="0"/>
                </a:lnTo>
              </a:path>
            </a:pathLst>
          </a:custGeom>
          <a:noFill/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账号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9720" y="3388069"/>
            <a:ext cx="309245" cy="309245"/>
          </a:xfrm>
          <a:prstGeom prst="rect">
            <a:avLst/>
          </a:prstGeom>
        </p:spPr>
      </p:pic>
      <p:pic>
        <p:nvPicPr>
          <p:cNvPr id="5" name="图片 4" descr="评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825" y="1207737"/>
            <a:ext cx="309245" cy="309245"/>
          </a:xfrm>
          <a:prstGeom prst="rect">
            <a:avLst/>
          </a:prstGeom>
        </p:spPr>
      </p:pic>
      <p:pic>
        <p:nvPicPr>
          <p:cNvPr id="6" name="图片 5" descr="视角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99545" y="3388069"/>
            <a:ext cx="309245" cy="309245"/>
          </a:xfrm>
          <a:prstGeom prst="rect">
            <a:avLst/>
          </a:prstGeom>
        </p:spPr>
      </p:pic>
      <p:pic>
        <p:nvPicPr>
          <p:cNvPr id="7" name="图片 6" descr="表格填写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67440" y="1207737"/>
            <a:ext cx="309245" cy="309245"/>
          </a:xfrm>
          <a:prstGeom prst="rect">
            <a:avLst/>
          </a:prstGeom>
        </p:spPr>
      </p:pic>
      <p:pic>
        <p:nvPicPr>
          <p:cNvPr id="8" name="图片 7" descr="账单管理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192510" y="5531654"/>
            <a:ext cx="309245" cy="309245"/>
          </a:xfrm>
          <a:prstGeom prst="rect">
            <a:avLst/>
          </a:prstGeom>
        </p:spPr>
      </p:pic>
      <p:pic>
        <p:nvPicPr>
          <p:cNvPr id="9" name="图片 8" descr="关联配置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9130" y="5531654"/>
            <a:ext cx="309245" cy="309245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: 圆角 39"/>
          <p:cNvSpPr/>
          <p:nvPr/>
        </p:nvSpPr>
        <p:spPr>
          <a:xfrm>
            <a:off x="5122159" y="6155429"/>
            <a:ext cx="1866650" cy="550443"/>
          </a:xfrm>
          <a:prstGeom prst="roundRect">
            <a:avLst>
              <a:gd name="adj" fmla="val 17162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7" name="矩形: 圆角 56"/>
          <p:cNvSpPr/>
          <p:nvPr/>
        </p:nvSpPr>
        <p:spPr>
          <a:xfrm>
            <a:off x="7739262" y="6155429"/>
            <a:ext cx="1866650" cy="550443"/>
          </a:xfrm>
          <a:prstGeom prst="roundRect">
            <a:avLst>
              <a:gd name="adj" fmla="val 17162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9" name="矩形: 圆角 58"/>
          <p:cNvSpPr/>
          <p:nvPr/>
        </p:nvSpPr>
        <p:spPr>
          <a:xfrm>
            <a:off x="2505056" y="6155429"/>
            <a:ext cx="1866650" cy="550443"/>
          </a:xfrm>
          <a:prstGeom prst="roundRect">
            <a:avLst>
              <a:gd name="adj" fmla="val 17162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5122159" y="1093030"/>
            <a:ext cx="1866650" cy="550443"/>
          </a:xfrm>
          <a:prstGeom prst="roundRect">
            <a:avLst>
              <a:gd name="adj" fmla="val 17162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7739262" y="1093030"/>
            <a:ext cx="1866650" cy="550443"/>
          </a:xfrm>
          <a:prstGeom prst="roundRect">
            <a:avLst>
              <a:gd name="adj" fmla="val 17162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梯形 45"/>
          <p:cNvSpPr/>
          <p:nvPr/>
        </p:nvSpPr>
        <p:spPr>
          <a:xfrm rot="16200000">
            <a:off x="8137615" y="2004984"/>
            <a:ext cx="4190872" cy="3976421"/>
          </a:xfrm>
          <a:prstGeom prst="trapezoid">
            <a:avLst>
              <a:gd name="adj" fmla="val 25783"/>
            </a:avLst>
          </a:prstGeom>
          <a:gradFill>
            <a:gsLst>
              <a:gs pos="100000">
                <a:schemeClr val="accent2">
                  <a:lumMod val="20000"/>
                  <a:lumOff val="80000"/>
                  <a:alpha val="0"/>
                </a:schemeClr>
              </a:gs>
              <a:gs pos="0">
                <a:schemeClr val="accent2">
                  <a:lumMod val="20000"/>
                  <a:lumOff val="80000"/>
                  <a:alpha val="6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7" name="梯形 46"/>
          <p:cNvSpPr/>
          <p:nvPr/>
        </p:nvSpPr>
        <p:spPr>
          <a:xfrm rot="5400000" flipH="1">
            <a:off x="-141397" y="2004984"/>
            <a:ext cx="4190872" cy="3976421"/>
          </a:xfrm>
          <a:prstGeom prst="trapezoid">
            <a:avLst>
              <a:gd name="adj" fmla="val 25783"/>
            </a:avLst>
          </a:prstGeom>
          <a:gradFill>
            <a:gsLst>
              <a:gs pos="100000">
                <a:schemeClr val="accent1">
                  <a:lumMod val="20000"/>
                  <a:lumOff val="80000"/>
                  <a:alpha val="0"/>
                </a:schemeClr>
              </a:gs>
              <a:gs pos="0">
                <a:schemeClr val="accent1">
                  <a:lumMod val="20000"/>
                  <a:lumOff val="80000"/>
                  <a:alpha val="6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3" name="矩形: 圆角 52"/>
          <p:cNvSpPr/>
          <p:nvPr/>
        </p:nvSpPr>
        <p:spPr>
          <a:xfrm>
            <a:off x="2949015" y="2658495"/>
            <a:ext cx="6234233" cy="2601225"/>
          </a:xfrm>
          <a:prstGeom prst="roundRect">
            <a:avLst>
              <a:gd name="adj" fmla="val 50000"/>
            </a:avLst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3036610" y="2789556"/>
            <a:ext cx="2339102" cy="233910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椭圆 54"/>
          <p:cNvSpPr/>
          <p:nvPr/>
        </p:nvSpPr>
        <p:spPr>
          <a:xfrm>
            <a:off x="6767524" y="2789556"/>
            <a:ext cx="2339102" cy="233910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02638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私域运营策略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101702" y="3722741"/>
            <a:ext cx="1569660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引流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全域触点布阵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469075" y="3722741"/>
            <a:ext cx="1569660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社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Q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昼夜节奏设计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529290" y="2956616"/>
            <a:ext cx="1866650" cy="550443"/>
          </a:xfrm>
          <a:prstGeom prst="roundRect">
            <a:avLst>
              <a:gd name="adj" fmla="val 16776"/>
            </a:avLst>
          </a:prstGeom>
          <a:solidFill>
            <a:schemeClr val="bg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259330" y="3717973"/>
            <a:ext cx="1866650" cy="550443"/>
          </a:xfrm>
          <a:prstGeom prst="roundRect">
            <a:avLst>
              <a:gd name="adj" fmla="val 14007"/>
            </a:avLst>
          </a:prstGeom>
          <a:solidFill>
            <a:schemeClr val="bg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529290" y="4479330"/>
            <a:ext cx="1866650" cy="550443"/>
          </a:xfrm>
          <a:prstGeom prst="roundRect">
            <a:avLst>
              <a:gd name="adj" fmla="val 9854"/>
            </a:avLst>
          </a:prstGeom>
          <a:solidFill>
            <a:schemeClr val="bg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77785" y="3047171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定位私域起点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07825" y="3808528"/>
            <a:ext cx="15696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梳理直播触点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793201" y="4569885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加粉利益点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9" name="矩形: 圆角 18"/>
          <p:cNvSpPr/>
          <p:nvPr/>
        </p:nvSpPr>
        <p:spPr>
          <a:xfrm flipH="1">
            <a:off x="9899815" y="2956616"/>
            <a:ext cx="1866650" cy="550443"/>
          </a:xfrm>
          <a:prstGeom prst="roundRect">
            <a:avLst>
              <a:gd name="adj" fmla="val 12346"/>
            </a:avLst>
          </a:prstGeom>
          <a:solidFill>
            <a:schemeClr val="bg1"/>
          </a:solidFill>
          <a:ln w="12700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矩形: 圆角 19"/>
          <p:cNvSpPr/>
          <p:nvPr/>
        </p:nvSpPr>
        <p:spPr>
          <a:xfrm flipH="1">
            <a:off x="10169775" y="3717973"/>
            <a:ext cx="1866650" cy="550443"/>
          </a:xfrm>
          <a:prstGeom prst="roundRect">
            <a:avLst>
              <a:gd name="adj" fmla="val 12346"/>
            </a:avLst>
          </a:prstGeom>
          <a:solidFill>
            <a:schemeClr val="bg1"/>
          </a:solidFill>
          <a:ln w="12700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矩形: 圆角 20"/>
          <p:cNvSpPr/>
          <p:nvPr/>
        </p:nvSpPr>
        <p:spPr>
          <a:xfrm flipH="1">
            <a:off x="9899815" y="4479330"/>
            <a:ext cx="1866650" cy="550443"/>
          </a:xfrm>
          <a:prstGeom prst="roundRect">
            <a:avLst>
              <a:gd name="adj" fmla="val 11239"/>
            </a:avLst>
          </a:prstGeom>
          <a:solidFill>
            <a:schemeClr val="bg1"/>
          </a:solidFill>
          <a:ln w="12700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0279142" y="3047171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干货知识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0549102" y="380852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场景种草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0279142" y="456988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福利预告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0" name="矩形: 圆角 29"/>
          <p:cNvSpPr/>
          <p:nvPr/>
        </p:nvSpPr>
        <p:spPr>
          <a:xfrm>
            <a:off x="2505056" y="1093030"/>
            <a:ext cx="1866650" cy="550443"/>
          </a:xfrm>
          <a:prstGeom prst="roundRect">
            <a:avLst>
              <a:gd name="adj" fmla="val 17162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2631910" y="1183585"/>
            <a:ext cx="16129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RFM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模型落地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5270654" y="1183585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三维价值输出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7887757" y="1183585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周期唤醒机制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653551" y="624598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老客带新闭环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5270654" y="624598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人设三维打造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8" name="矩形 47"/>
          <p:cNvSpPr/>
          <p:nvPr/>
        </p:nvSpPr>
        <p:spPr>
          <a:xfrm rot="19076050">
            <a:off x="1194658" y="1324128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分层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 rot="2952659">
            <a:off x="10406219" y="129707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内容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 rot="18339627">
            <a:off x="10289831" y="611102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活动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7887757" y="624598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节点组合打法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2" name="矩形 51"/>
          <p:cNvSpPr/>
          <p:nvPr/>
        </p:nvSpPr>
        <p:spPr>
          <a:xfrm rot="2813091">
            <a:off x="1334882" y="6047370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裂变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6" name="椭圆 55"/>
          <p:cNvSpPr/>
          <p:nvPr/>
        </p:nvSpPr>
        <p:spPr>
          <a:xfrm>
            <a:off x="4693381" y="2535202"/>
            <a:ext cx="2805238" cy="280523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902067" y="3701071"/>
            <a:ext cx="2339102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提升用户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生命周期价值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0" name="弧形 59"/>
          <p:cNvSpPr/>
          <p:nvPr/>
        </p:nvSpPr>
        <p:spPr>
          <a:xfrm flipH="1">
            <a:off x="1718561" y="1592751"/>
            <a:ext cx="1203100" cy="1203100"/>
          </a:xfrm>
          <a:prstGeom prst="arc">
            <a:avLst/>
          </a:prstGeom>
          <a:ln w="38100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任意多边形: 形状 60"/>
          <p:cNvSpPr/>
          <p:nvPr/>
        </p:nvSpPr>
        <p:spPr>
          <a:xfrm rot="5400000">
            <a:off x="5735275" y="5514931"/>
            <a:ext cx="721447" cy="329037"/>
          </a:xfrm>
          <a:custGeom>
            <a:avLst/>
            <a:gdLst>
              <a:gd name="connsiteX0" fmla="*/ 3849374 w 4585074"/>
              <a:gd name="connsiteY0" fmla="*/ 0 h 1471053"/>
              <a:gd name="connsiteX1" fmla="*/ 4585074 w 4585074"/>
              <a:gd name="connsiteY1" fmla="*/ 735469 h 1471053"/>
              <a:gd name="connsiteX2" fmla="*/ 4584610 w 4585074"/>
              <a:gd name="connsiteY2" fmla="*/ 735469 h 1471053"/>
              <a:gd name="connsiteX3" fmla="*/ 3848910 w 4585074"/>
              <a:gd name="connsiteY3" fmla="*/ 1471053 h 1471053"/>
              <a:gd name="connsiteX4" fmla="*/ 0 w 4585074"/>
              <a:gd name="connsiteY4" fmla="*/ 1056538 h 1471053"/>
              <a:gd name="connsiteX5" fmla="*/ 0 w 4585074"/>
              <a:gd name="connsiteY5" fmla="*/ 735469 h 1471053"/>
              <a:gd name="connsiteX6" fmla="*/ 0 w 4585074"/>
              <a:gd name="connsiteY6" fmla="*/ 414514 h 1471053"/>
              <a:gd name="connsiteX7" fmla="*/ 3849374 w 4585074"/>
              <a:gd name="connsiteY7" fmla="*/ 0 h 1471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85074" h="1471053">
                <a:moveTo>
                  <a:pt x="3849374" y="0"/>
                </a:moveTo>
                <a:lnTo>
                  <a:pt x="4585074" y="735469"/>
                </a:lnTo>
                <a:lnTo>
                  <a:pt x="4584610" y="735469"/>
                </a:lnTo>
                <a:lnTo>
                  <a:pt x="3848910" y="1471053"/>
                </a:lnTo>
                <a:cubicBezTo>
                  <a:pt x="3848910" y="1471053"/>
                  <a:pt x="2176342" y="1118409"/>
                  <a:pt x="0" y="1056538"/>
                </a:cubicBezTo>
                <a:lnTo>
                  <a:pt x="0" y="735469"/>
                </a:lnTo>
                <a:lnTo>
                  <a:pt x="0" y="414514"/>
                </a:lnTo>
                <a:cubicBezTo>
                  <a:pt x="2176342" y="352643"/>
                  <a:pt x="3849374" y="0"/>
                  <a:pt x="3849374" y="0"/>
                </a:cubicBezTo>
                <a:close/>
              </a:path>
            </a:pathLst>
          </a:custGeom>
          <a:gradFill>
            <a:gsLst>
              <a:gs pos="26000">
                <a:schemeClr val="accent1">
                  <a:alpha val="0"/>
                </a:schemeClr>
              </a:gs>
              <a:gs pos="90000">
                <a:schemeClr val="accent1"/>
              </a:gs>
            </a:gsLst>
            <a:lin ang="0" scaled="1"/>
          </a:gradFill>
          <a:ln w="11599" cap="flat">
            <a:noFill/>
            <a:prstDash val="solid"/>
            <a:miter/>
          </a:ln>
        </p:spPr>
        <p:txBody>
          <a:bodyPr wrap="none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2" name="任意多边形: 形状 61"/>
          <p:cNvSpPr/>
          <p:nvPr/>
        </p:nvSpPr>
        <p:spPr>
          <a:xfrm rot="16200000" flipV="1">
            <a:off x="5735277" y="2102919"/>
            <a:ext cx="721447" cy="329037"/>
          </a:xfrm>
          <a:custGeom>
            <a:avLst/>
            <a:gdLst>
              <a:gd name="connsiteX0" fmla="*/ 3849374 w 4585074"/>
              <a:gd name="connsiteY0" fmla="*/ 0 h 1471053"/>
              <a:gd name="connsiteX1" fmla="*/ 4585074 w 4585074"/>
              <a:gd name="connsiteY1" fmla="*/ 735469 h 1471053"/>
              <a:gd name="connsiteX2" fmla="*/ 4584610 w 4585074"/>
              <a:gd name="connsiteY2" fmla="*/ 735469 h 1471053"/>
              <a:gd name="connsiteX3" fmla="*/ 3848910 w 4585074"/>
              <a:gd name="connsiteY3" fmla="*/ 1471053 h 1471053"/>
              <a:gd name="connsiteX4" fmla="*/ 0 w 4585074"/>
              <a:gd name="connsiteY4" fmla="*/ 1056538 h 1471053"/>
              <a:gd name="connsiteX5" fmla="*/ 0 w 4585074"/>
              <a:gd name="connsiteY5" fmla="*/ 735469 h 1471053"/>
              <a:gd name="connsiteX6" fmla="*/ 0 w 4585074"/>
              <a:gd name="connsiteY6" fmla="*/ 414514 h 1471053"/>
              <a:gd name="connsiteX7" fmla="*/ 3849374 w 4585074"/>
              <a:gd name="connsiteY7" fmla="*/ 0 h 1471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85074" h="1471053">
                <a:moveTo>
                  <a:pt x="3849374" y="0"/>
                </a:moveTo>
                <a:lnTo>
                  <a:pt x="4585074" y="735469"/>
                </a:lnTo>
                <a:lnTo>
                  <a:pt x="4584610" y="735469"/>
                </a:lnTo>
                <a:lnTo>
                  <a:pt x="3848910" y="1471053"/>
                </a:lnTo>
                <a:cubicBezTo>
                  <a:pt x="3848910" y="1471053"/>
                  <a:pt x="2176342" y="1118409"/>
                  <a:pt x="0" y="1056538"/>
                </a:cubicBezTo>
                <a:lnTo>
                  <a:pt x="0" y="735469"/>
                </a:lnTo>
                <a:lnTo>
                  <a:pt x="0" y="414514"/>
                </a:lnTo>
                <a:cubicBezTo>
                  <a:pt x="2176342" y="352643"/>
                  <a:pt x="3849374" y="0"/>
                  <a:pt x="3849374" y="0"/>
                </a:cubicBezTo>
                <a:close/>
              </a:path>
            </a:pathLst>
          </a:custGeom>
          <a:gradFill>
            <a:gsLst>
              <a:gs pos="26000">
                <a:schemeClr val="accent1">
                  <a:alpha val="0"/>
                </a:schemeClr>
              </a:gs>
              <a:gs pos="90000">
                <a:schemeClr val="accent1"/>
              </a:gs>
            </a:gsLst>
            <a:lin ang="0" scaled="1"/>
          </a:gradFill>
          <a:ln w="11599" cap="flat">
            <a:noFill/>
            <a:prstDash val="solid"/>
            <a:miter/>
          </a:ln>
        </p:spPr>
        <p:txBody>
          <a:bodyPr wrap="none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3" name="任意多边形: 形状 62"/>
          <p:cNvSpPr/>
          <p:nvPr/>
        </p:nvSpPr>
        <p:spPr>
          <a:xfrm flipV="1">
            <a:off x="9063509" y="3741089"/>
            <a:ext cx="721447" cy="329037"/>
          </a:xfrm>
          <a:custGeom>
            <a:avLst/>
            <a:gdLst>
              <a:gd name="connsiteX0" fmla="*/ 3849374 w 4585074"/>
              <a:gd name="connsiteY0" fmla="*/ 0 h 1471053"/>
              <a:gd name="connsiteX1" fmla="*/ 4585074 w 4585074"/>
              <a:gd name="connsiteY1" fmla="*/ 735469 h 1471053"/>
              <a:gd name="connsiteX2" fmla="*/ 4584610 w 4585074"/>
              <a:gd name="connsiteY2" fmla="*/ 735469 h 1471053"/>
              <a:gd name="connsiteX3" fmla="*/ 3848910 w 4585074"/>
              <a:gd name="connsiteY3" fmla="*/ 1471053 h 1471053"/>
              <a:gd name="connsiteX4" fmla="*/ 0 w 4585074"/>
              <a:gd name="connsiteY4" fmla="*/ 1056538 h 1471053"/>
              <a:gd name="connsiteX5" fmla="*/ 0 w 4585074"/>
              <a:gd name="connsiteY5" fmla="*/ 735469 h 1471053"/>
              <a:gd name="connsiteX6" fmla="*/ 0 w 4585074"/>
              <a:gd name="connsiteY6" fmla="*/ 414514 h 1471053"/>
              <a:gd name="connsiteX7" fmla="*/ 3849374 w 4585074"/>
              <a:gd name="connsiteY7" fmla="*/ 0 h 1471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85074" h="1471053">
                <a:moveTo>
                  <a:pt x="3849374" y="0"/>
                </a:moveTo>
                <a:lnTo>
                  <a:pt x="4585074" y="735469"/>
                </a:lnTo>
                <a:lnTo>
                  <a:pt x="4584610" y="735469"/>
                </a:lnTo>
                <a:lnTo>
                  <a:pt x="3848910" y="1471053"/>
                </a:lnTo>
                <a:cubicBezTo>
                  <a:pt x="3848910" y="1471053"/>
                  <a:pt x="2176342" y="1118409"/>
                  <a:pt x="0" y="1056538"/>
                </a:cubicBezTo>
                <a:lnTo>
                  <a:pt x="0" y="735469"/>
                </a:lnTo>
                <a:lnTo>
                  <a:pt x="0" y="414514"/>
                </a:lnTo>
                <a:cubicBezTo>
                  <a:pt x="2176342" y="352643"/>
                  <a:pt x="3849374" y="0"/>
                  <a:pt x="3849374" y="0"/>
                </a:cubicBezTo>
                <a:close/>
              </a:path>
            </a:pathLst>
          </a:custGeom>
          <a:gradFill>
            <a:gsLst>
              <a:gs pos="26000">
                <a:schemeClr val="accent2">
                  <a:alpha val="0"/>
                </a:schemeClr>
              </a:gs>
              <a:gs pos="90000">
                <a:schemeClr val="accent2"/>
              </a:gs>
            </a:gsLst>
            <a:lin ang="0" scaled="1"/>
          </a:gradFill>
          <a:ln w="11599" cap="flat">
            <a:noFill/>
            <a:prstDash val="solid"/>
            <a:miter/>
          </a:ln>
        </p:spPr>
        <p:txBody>
          <a:bodyPr wrap="none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4" name="任意多边形: 形状 63"/>
          <p:cNvSpPr/>
          <p:nvPr/>
        </p:nvSpPr>
        <p:spPr>
          <a:xfrm rot="10800000" flipV="1">
            <a:off x="2336457" y="3828675"/>
            <a:ext cx="721447" cy="329037"/>
          </a:xfrm>
          <a:custGeom>
            <a:avLst/>
            <a:gdLst>
              <a:gd name="connsiteX0" fmla="*/ 3849374 w 4585074"/>
              <a:gd name="connsiteY0" fmla="*/ 0 h 1471053"/>
              <a:gd name="connsiteX1" fmla="*/ 4585074 w 4585074"/>
              <a:gd name="connsiteY1" fmla="*/ 735469 h 1471053"/>
              <a:gd name="connsiteX2" fmla="*/ 4584610 w 4585074"/>
              <a:gd name="connsiteY2" fmla="*/ 735469 h 1471053"/>
              <a:gd name="connsiteX3" fmla="*/ 3848910 w 4585074"/>
              <a:gd name="connsiteY3" fmla="*/ 1471053 h 1471053"/>
              <a:gd name="connsiteX4" fmla="*/ 0 w 4585074"/>
              <a:gd name="connsiteY4" fmla="*/ 1056538 h 1471053"/>
              <a:gd name="connsiteX5" fmla="*/ 0 w 4585074"/>
              <a:gd name="connsiteY5" fmla="*/ 735469 h 1471053"/>
              <a:gd name="connsiteX6" fmla="*/ 0 w 4585074"/>
              <a:gd name="connsiteY6" fmla="*/ 414514 h 1471053"/>
              <a:gd name="connsiteX7" fmla="*/ 3849374 w 4585074"/>
              <a:gd name="connsiteY7" fmla="*/ 0 h 1471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85074" h="1471053">
                <a:moveTo>
                  <a:pt x="3849374" y="0"/>
                </a:moveTo>
                <a:lnTo>
                  <a:pt x="4585074" y="735469"/>
                </a:lnTo>
                <a:lnTo>
                  <a:pt x="4584610" y="735469"/>
                </a:lnTo>
                <a:lnTo>
                  <a:pt x="3848910" y="1471053"/>
                </a:lnTo>
                <a:cubicBezTo>
                  <a:pt x="3848910" y="1471053"/>
                  <a:pt x="2176342" y="1118409"/>
                  <a:pt x="0" y="1056538"/>
                </a:cubicBezTo>
                <a:lnTo>
                  <a:pt x="0" y="735469"/>
                </a:lnTo>
                <a:lnTo>
                  <a:pt x="0" y="414514"/>
                </a:lnTo>
                <a:cubicBezTo>
                  <a:pt x="2176342" y="352643"/>
                  <a:pt x="3849374" y="0"/>
                  <a:pt x="3849374" y="0"/>
                </a:cubicBezTo>
                <a:close/>
              </a:path>
            </a:pathLst>
          </a:custGeom>
          <a:gradFill>
            <a:gsLst>
              <a:gs pos="26000">
                <a:schemeClr val="accent1">
                  <a:alpha val="0"/>
                </a:schemeClr>
              </a:gs>
              <a:gs pos="90000">
                <a:schemeClr val="accent1"/>
              </a:gs>
            </a:gsLst>
            <a:lin ang="0" scaled="1"/>
          </a:gradFill>
          <a:ln w="11599" cap="flat">
            <a:noFill/>
            <a:prstDash val="solid"/>
            <a:miter/>
          </a:ln>
        </p:spPr>
        <p:txBody>
          <a:bodyPr wrap="none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5" name="弧形 64"/>
          <p:cNvSpPr/>
          <p:nvPr/>
        </p:nvSpPr>
        <p:spPr>
          <a:xfrm rot="6072874" flipH="1">
            <a:off x="9347516" y="1354864"/>
            <a:ext cx="1203100" cy="1203100"/>
          </a:xfrm>
          <a:prstGeom prst="arc">
            <a:avLst/>
          </a:prstGeom>
          <a:ln w="38100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6" name="弧形 65"/>
          <p:cNvSpPr/>
          <p:nvPr/>
        </p:nvSpPr>
        <p:spPr>
          <a:xfrm rot="11116762" flipH="1">
            <a:off x="9357099" y="5173858"/>
            <a:ext cx="1203100" cy="1203100"/>
          </a:xfrm>
          <a:prstGeom prst="arc">
            <a:avLst/>
          </a:prstGeom>
          <a:ln w="38100"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7" name="弧形 66"/>
          <p:cNvSpPr/>
          <p:nvPr/>
        </p:nvSpPr>
        <p:spPr>
          <a:xfrm rot="16200000" flipH="1">
            <a:off x="1748068" y="5050600"/>
            <a:ext cx="1203100" cy="1203100"/>
          </a:xfrm>
          <a:prstGeom prst="arc">
            <a:avLst/>
          </a:prstGeom>
          <a:ln w="38100"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统计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75960" y="2872105"/>
            <a:ext cx="635635" cy="635635"/>
          </a:xfrm>
          <a:prstGeom prst="rect">
            <a:avLst/>
          </a:prstGeom>
        </p:spPr>
      </p:pic>
      <p:pic>
        <p:nvPicPr>
          <p:cNvPr id="8" name="图片 7" descr="账号管理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60360" y="3222625"/>
            <a:ext cx="478155" cy="478155"/>
          </a:xfrm>
          <a:prstGeom prst="rect">
            <a:avLst/>
          </a:prstGeom>
        </p:spPr>
      </p:pic>
      <p:pic>
        <p:nvPicPr>
          <p:cNvPr id="9" name="图片 8" descr="评估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93465" y="3183890"/>
            <a:ext cx="478155" cy="47815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147088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主要工作亮点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1542626" y="2487312"/>
            <a:ext cx="10493799" cy="2817306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空心弧 13"/>
          <p:cNvSpPr/>
          <p:nvPr/>
        </p:nvSpPr>
        <p:spPr>
          <a:xfrm>
            <a:off x="528509" y="1885388"/>
            <a:ext cx="4193930" cy="4193930"/>
          </a:xfrm>
          <a:prstGeom prst="blockArc">
            <a:avLst>
              <a:gd name="adj1" fmla="val 12600000"/>
              <a:gd name="adj2" fmla="val 16200000"/>
              <a:gd name="adj3" fmla="val 452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空心弧 16"/>
          <p:cNvSpPr/>
          <p:nvPr/>
        </p:nvSpPr>
        <p:spPr>
          <a:xfrm>
            <a:off x="528509" y="1885388"/>
            <a:ext cx="4193930" cy="4193930"/>
          </a:xfrm>
          <a:prstGeom prst="blockArc">
            <a:avLst>
              <a:gd name="adj1" fmla="val 9000000"/>
              <a:gd name="adj2" fmla="val 12600000"/>
              <a:gd name="adj3" fmla="val 452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空心弧 17"/>
          <p:cNvSpPr/>
          <p:nvPr/>
        </p:nvSpPr>
        <p:spPr>
          <a:xfrm>
            <a:off x="528509" y="1885388"/>
            <a:ext cx="4193930" cy="4193930"/>
          </a:xfrm>
          <a:prstGeom prst="blockArc">
            <a:avLst>
              <a:gd name="adj1" fmla="val 5400000"/>
              <a:gd name="adj2" fmla="val 9000000"/>
              <a:gd name="adj3" fmla="val 452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4592183" y="1533916"/>
            <a:ext cx="237333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签约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3.2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亿度，同比增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，锁定溢价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0.08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元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/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度，增收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2560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6304789" y="5522855"/>
            <a:ext cx="237333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AI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诊断覆盖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场站，故障停机缩短至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1.7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小时，损失电量降三成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8025396" y="1533916"/>
            <a:ext cx="245286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峰谷价差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1.22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元，放电量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1.8GWh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，套利净利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2100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9743678" y="5522855"/>
            <a:ext cx="2373331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核减碳排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万吨，期货锁定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元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/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吨，获利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4800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矩形: 圆角 2"/>
          <p:cNvSpPr/>
          <p:nvPr/>
        </p:nvSpPr>
        <p:spPr>
          <a:xfrm flipH="1">
            <a:off x="1845339" y="3569439"/>
            <a:ext cx="10098636" cy="61406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4514598" y="3496111"/>
            <a:ext cx="1614975" cy="755464"/>
            <a:chOff x="4371400" y="3569891"/>
            <a:chExt cx="1614975" cy="755464"/>
          </a:xfrm>
        </p:grpSpPr>
        <p:sp>
          <p:nvSpPr>
            <p:cNvPr id="43" name="矩形 42"/>
            <p:cNvSpPr/>
            <p:nvPr/>
          </p:nvSpPr>
          <p:spPr>
            <a:xfrm>
              <a:off x="4448987" y="3569892"/>
              <a:ext cx="1459803" cy="7554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8" name="直角三角形 47"/>
            <p:cNvSpPr/>
            <p:nvPr/>
          </p:nvSpPr>
          <p:spPr>
            <a:xfrm>
              <a:off x="5908790" y="3569891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9" name="直角三角形 48"/>
            <p:cNvSpPr/>
            <p:nvPr/>
          </p:nvSpPr>
          <p:spPr>
            <a:xfrm flipH="1">
              <a:off x="4371401" y="3569891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0" name="直角三角形 49"/>
            <p:cNvSpPr/>
            <p:nvPr/>
          </p:nvSpPr>
          <p:spPr>
            <a:xfrm flipV="1">
              <a:off x="5908790" y="4235162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1" name="直角三角形 50"/>
            <p:cNvSpPr/>
            <p:nvPr/>
          </p:nvSpPr>
          <p:spPr>
            <a:xfrm flipH="1" flipV="1">
              <a:off x="4371400" y="4235162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6239198" y="3496111"/>
            <a:ext cx="1614975" cy="755464"/>
            <a:chOff x="4371400" y="3569891"/>
            <a:chExt cx="1614975" cy="755464"/>
          </a:xfrm>
        </p:grpSpPr>
        <p:sp>
          <p:nvSpPr>
            <p:cNvPr id="54" name="矩形 53"/>
            <p:cNvSpPr/>
            <p:nvPr/>
          </p:nvSpPr>
          <p:spPr>
            <a:xfrm>
              <a:off x="4448987" y="3569892"/>
              <a:ext cx="1459803" cy="7554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5" name="直角三角形 54"/>
            <p:cNvSpPr/>
            <p:nvPr/>
          </p:nvSpPr>
          <p:spPr>
            <a:xfrm>
              <a:off x="5908790" y="3569891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6" name="直角三角形 55"/>
            <p:cNvSpPr/>
            <p:nvPr/>
          </p:nvSpPr>
          <p:spPr>
            <a:xfrm flipH="1">
              <a:off x="4371401" y="3569891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7" name="直角三角形 56"/>
            <p:cNvSpPr/>
            <p:nvPr/>
          </p:nvSpPr>
          <p:spPr>
            <a:xfrm flipV="1">
              <a:off x="5908790" y="4235162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8" name="直角三角形 57"/>
            <p:cNvSpPr/>
            <p:nvPr/>
          </p:nvSpPr>
          <p:spPr>
            <a:xfrm flipH="1" flipV="1">
              <a:off x="4371400" y="4235162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7949736" y="3496111"/>
            <a:ext cx="1614975" cy="755464"/>
            <a:chOff x="4371400" y="3569891"/>
            <a:chExt cx="1614975" cy="755464"/>
          </a:xfrm>
        </p:grpSpPr>
        <p:sp>
          <p:nvSpPr>
            <p:cNvPr id="60" name="矩形 59"/>
            <p:cNvSpPr/>
            <p:nvPr/>
          </p:nvSpPr>
          <p:spPr>
            <a:xfrm>
              <a:off x="4448987" y="3569892"/>
              <a:ext cx="1459803" cy="7554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61" name="直角三角形 60"/>
            <p:cNvSpPr/>
            <p:nvPr/>
          </p:nvSpPr>
          <p:spPr>
            <a:xfrm>
              <a:off x="5908790" y="3569891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62" name="直角三角形 61"/>
            <p:cNvSpPr/>
            <p:nvPr/>
          </p:nvSpPr>
          <p:spPr>
            <a:xfrm flipH="1">
              <a:off x="4371401" y="3569891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63" name="直角三角形 62"/>
            <p:cNvSpPr/>
            <p:nvPr/>
          </p:nvSpPr>
          <p:spPr>
            <a:xfrm flipV="1">
              <a:off x="5908790" y="4235162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64" name="直角三角形 63"/>
            <p:cNvSpPr/>
            <p:nvPr/>
          </p:nvSpPr>
          <p:spPr>
            <a:xfrm flipH="1" flipV="1">
              <a:off x="4371400" y="4235162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9674336" y="3496111"/>
            <a:ext cx="1614975" cy="755464"/>
            <a:chOff x="4371400" y="3569891"/>
            <a:chExt cx="1614975" cy="755464"/>
          </a:xfrm>
        </p:grpSpPr>
        <p:sp>
          <p:nvSpPr>
            <p:cNvPr id="66" name="矩形 65"/>
            <p:cNvSpPr/>
            <p:nvPr/>
          </p:nvSpPr>
          <p:spPr>
            <a:xfrm>
              <a:off x="4448987" y="3569892"/>
              <a:ext cx="1459803" cy="7554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67" name="直角三角形 66"/>
            <p:cNvSpPr/>
            <p:nvPr/>
          </p:nvSpPr>
          <p:spPr>
            <a:xfrm>
              <a:off x="5908790" y="3569891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68" name="直角三角形 67"/>
            <p:cNvSpPr/>
            <p:nvPr/>
          </p:nvSpPr>
          <p:spPr>
            <a:xfrm flipH="1">
              <a:off x="4371401" y="3569891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70" name="直角三角形 69"/>
            <p:cNvSpPr/>
            <p:nvPr/>
          </p:nvSpPr>
          <p:spPr>
            <a:xfrm flipV="1">
              <a:off x="5908790" y="4235162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71" name="直角三角形 70"/>
            <p:cNvSpPr/>
            <p:nvPr/>
          </p:nvSpPr>
          <p:spPr>
            <a:xfrm flipH="1" flipV="1">
              <a:off x="4371400" y="4235162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72" name="矩形 71"/>
          <p:cNvSpPr/>
          <p:nvPr/>
        </p:nvSpPr>
        <p:spPr>
          <a:xfrm>
            <a:off x="4716791" y="383188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绿电交易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6417699" y="3831887"/>
            <a:ext cx="12579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科技运维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8122274" y="3831887"/>
            <a:ext cx="12698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 储能套利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10004770" y="3831887"/>
            <a:ext cx="954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碳资产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78" name="直接连接符 77"/>
          <p:cNvCxnSpPr/>
          <p:nvPr/>
        </p:nvCxnSpPr>
        <p:spPr>
          <a:xfrm>
            <a:off x="6315688" y="4336878"/>
            <a:ext cx="0" cy="2049867"/>
          </a:xfrm>
          <a:prstGeom prst="line">
            <a:avLst/>
          </a:prstGeom>
          <a:ln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6200000" scaled="1"/>
              <a:tileRect/>
            </a:gra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/>
        </p:nvCxnSpPr>
        <p:spPr>
          <a:xfrm>
            <a:off x="9747800" y="4336878"/>
            <a:ext cx="0" cy="2049867"/>
          </a:xfrm>
          <a:prstGeom prst="line">
            <a:avLst/>
          </a:prstGeom>
          <a:ln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6200000" scaled="1"/>
              <a:tileRect/>
            </a:gra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4592183" y="1483671"/>
            <a:ext cx="0" cy="2251335"/>
          </a:xfrm>
          <a:prstGeom prst="line">
            <a:avLst/>
          </a:prstGeom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>
            <a:off x="8025395" y="1483671"/>
            <a:ext cx="0" cy="2251335"/>
          </a:xfrm>
          <a:prstGeom prst="line">
            <a:avLst/>
          </a:prstGeom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 80"/>
          <p:cNvSpPr/>
          <p:nvPr/>
        </p:nvSpPr>
        <p:spPr>
          <a:xfrm>
            <a:off x="4592183" y="2664718"/>
            <a:ext cx="176202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绿电溢价翻倍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现金流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8025396" y="2664718"/>
            <a:ext cx="176202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储能套利单度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净利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0.12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元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6304789" y="4394691"/>
            <a:ext cx="147668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AI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运维压降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停机损失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9743678" y="4394691"/>
            <a:ext cx="202491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碳期货提前锁定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高溢价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2" name="任意多边形: 形状 21"/>
          <p:cNvSpPr/>
          <p:nvPr/>
        </p:nvSpPr>
        <p:spPr>
          <a:xfrm>
            <a:off x="1542626" y="2481265"/>
            <a:ext cx="2872636" cy="2872633"/>
          </a:xfrm>
          <a:custGeom>
            <a:avLst/>
            <a:gdLst>
              <a:gd name="connsiteX0" fmla="*/ 0 w 1881187"/>
              <a:gd name="connsiteY0" fmla="*/ 940594 h 1881187"/>
              <a:gd name="connsiteX1" fmla="*/ 940594 w 1881187"/>
              <a:gd name="connsiteY1" fmla="*/ 0 h 1881187"/>
              <a:gd name="connsiteX2" fmla="*/ 1881188 w 1881187"/>
              <a:gd name="connsiteY2" fmla="*/ 940594 h 1881187"/>
              <a:gd name="connsiteX3" fmla="*/ 940594 w 1881187"/>
              <a:gd name="connsiteY3" fmla="*/ 1881188 h 1881187"/>
              <a:gd name="connsiteX4" fmla="*/ 0 w 1881187"/>
              <a:gd name="connsiteY4" fmla="*/ 940594 h 1881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1187" h="1881187">
                <a:moveTo>
                  <a:pt x="0" y="940594"/>
                </a:moveTo>
                <a:cubicBezTo>
                  <a:pt x="0" y="421118"/>
                  <a:pt x="421118" y="0"/>
                  <a:pt x="940594" y="0"/>
                </a:cubicBezTo>
                <a:cubicBezTo>
                  <a:pt x="1460070" y="0"/>
                  <a:pt x="1881188" y="421118"/>
                  <a:pt x="1881188" y="940594"/>
                </a:cubicBezTo>
                <a:cubicBezTo>
                  <a:pt x="1881188" y="1460070"/>
                  <a:pt x="1460070" y="1881188"/>
                  <a:pt x="940594" y="1881188"/>
                </a:cubicBezTo>
                <a:cubicBezTo>
                  <a:pt x="421118" y="1881188"/>
                  <a:pt x="0" y="1460070"/>
                  <a:pt x="0" y="940594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8833" tIns="328833" rIns="328833" bIns="328833" numCol="1" spcCol="1270" anchor="ctr" anchorCtr="0">
            <a:noAutofit/>
          </a:bodyPr>
          <a:lstStyle/>
          <a:p>
            <a:pPr marL="0" marR="0" lvl="0" indent="0" algn="ctr" defTabSz="18669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4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8" name="Freeform 21+"/>
          <p:cNvSpPr/>
          <p:nvPr/>
        </p:nvSpPr>
        <p:spPr>
          <a:xfrm>
            <a:off x="1734118" y="2672758"/>
            <a:ext cx="2489652" cy="2489647"/>
          </a:xfrm>
          <a:custGeom>
            <a:avLst/>
            <a:gdLst>
              <a:gd name="connsiteX0" fmla="*/ 0 w 1881187"/>
              <a:gd name="connsiteY0" fmla="*/ 940594 h 1881187"/>
              <a:gd name="connsiteX1" fmla="*/ 940594 w 1881187"/>
              <a:gd name="connsiteY1" fmla="*/ 0 h 1881187"/>
              <a:gd name="connsiteX2" fmla="*/ 1881188 w 1881187"/>
              <a:gd name="connsiteY2" fmla="*/ 940594 h 1881187"/>
              <a:gd name="connsiteX3" fmla="*/ 940594 w 1881187"/>
              <a:gd name="connsiteY3" fmla="*/ 1881188 h 1881187"/>
              <a:gd name="connsiteX4" fmla="*/ 0 w 1881187"/>
              <a:gd name="connsiteY4" fmla="*/ 940594 h 1881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1187" h="1881187">
                <a:moveTo>
                  <a:pt x="0" y="940594"/>
                </a:moveTo>
                <a:cubicBezTo>
                  <a:pt x="0" y="421118"/>
                  <a:pt x="421118" y="0"/>
                  <a:pt x="940594" y="0"/>
                </a:cubicBezTo>
                <a:cubicBezTo>
                  <a:pt x="1460070" y="0"/>
                  <a:pt x="1881188" y="421118"/>
                  <a:pt x="1881188" y="940594"/>
                </a:cubicBezTo>
                <a:cubicBezTo>
                  <a:pt x="1881188" y="1460070"/>
                  <a:pt x="1460070" y="1881188"/>
                  <a:pt x="940594" y="1881188"/>
                </a:cubicBezTo>
                <a:cubicBezTo>
                  <a:pt x="421118" y="1881188"/>
                  <a:pt x="0" y="1460070"/>
                  <a:pt x="0" y="9405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8833" tIns="328833" rIns="328833" bIns="328833" numCol="1" spcCol="1270" anchor="ctr" anchorCtr="0">
            <a:noAutofit/>
          </a:bodyPr>
          <a:lstStyle/>
          <a:p>
            <a:pPr marL="0" marR="0" lvl="0" indent="0" algn="ctr" defTabSz="18669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4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871508" y="3735292"/>
            <a:ext cx="2214880" cy="7067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工作亮点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4" name="Freeform 22+"/>
          <p:cNvSpPr/>
          <p:nvPr/>
        </p:nvSpPr>
        <p:spPr>
          <a:xfrm>
            <a:off x="2191706" y="1084143"/>
            <a:ext cx="1227899" cy="1227897"/>
          </a:xfrm>
          <a:custGeom>
            <a:avLst/>
            <a:gdLst>
              <a:gd name="connsiteX0" fmla="*/ 0 w 1316831"/>
              <a:gd name="connsiteY0" fmla="*/ 658416 h 1316831"/>
              <a:gd name="connsiteX1" fmla="*/ 658416 w 1316831"/>
              <a:gd name="connsiteY1" fmla="*/ 0 h 1316831"/>
              <a:gd name="connsiteX2" fmla="*/ 1316832 w 1316831"/>
              <a:gd name="connsiteY2" fmla="*/ 658416 h 1316831"/>
              <a:gd name="connsiteX3" fmla="*/ 658416 w 1316831"/>
              <a:gd name="connsiteY3" fmla="*/ 1316832 h 1316831"/>
              <a:gd name="connsiteX4" fmla="*/ 0 w 1316831"/>
              <a:gd name="connsiteY4" fmla="*/ 658416 h 1316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6831" h="1316831">
                <a:moveTo>
                  <a:pt x="0" y="658416"/>
                </a:moveTo>
                <a:cubicBezTo>
                  <a:pt x="0" y="294783"/>
                  <a:pt x="294783" y="0"/>
                  <a:pt x="658416" y="0"/>
                </a:cubicBezTo>
                <a:cubicBezTo>
                  <a:pt x="1022049" y="0"/>
                  <a:pt x="1316832" y="294783"/>
                  <a:pt x="1316832" y="658416"/>
                </a:cubicBezTo>
                <a:cubicBezTo>
                  <a:pt x="1316832" y="1022049"/>
                  <a:pt x="1022049" y="1316832"/>
                  <a:pt x="658416" y="1316832"/>
                </a:cubicBezTo>
                <a:cubicBezTo>
                  <a:pt x="294783" y="1316832"/>
                  <a:pt x="0" y="1022049"/>
                  <a:pt x="0" y="658416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9675" tIns="229675" rIns="229675" bIns="229675" numCol="1" spcCol="1270" anchor="ctr" anchorCtr="0">
            <a:noAutofit/>
          </a:bodyPr>
          <a:lstStyle/>
          <a:p>
            <a:pPr marL="0" marR="0" lvl="0" indent="0" algn="ctr" defTabSz="12890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2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5" name="Freeform 27+"/>
          <p:cNvSpPr/>
          <p:nvPr/>
        </p:nvSpPr>
        <p:spPr>
          <a:xfrm>
            <a:off x="315085" y="2187659"/>
            <a:ext cx="1227899" cy="1227897"/>
          </a:xfrm>
          <a:custGeom>
            <a:avLst/>
            <a:gdLst>
              <a:gd name="connsiteX0" fmla="*/ 0 w 1316831"/>
              <a:gd name="connsiteY0" fmla="*/ 658416 h 1316831"/>
              <a:gd name="connsiteX1" fmla="*/ 658416 w 1316831"/>
              <a:gd name="connsiteY1" fmla="*/ 0 h 1316831"/>
              <a:gd name="connsiteX2" fmla="*/ 1316832 w 1316831"/>
              <a:gd name="connsiteY2" fmla="*/ 658416 h 1316831"/>
              <a:gd name="connsiteX3" fmla="*/ 658416 w 1316831"/>
              <a:gd name="connsiteY3" fmla="*/ 1316832 h 1316831"/>
              <a:gd name="connsiteX4" fmla="*/ 0 w 1316831"/>
              <a:gd name="connsiteY4" fmla="*/ 658416 h 1316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6831" h="1316831">
                <a:moveTo>
                  <a:pt x="0" y="658416"/>
                </a:moveTo>
                <a:cubicBezTo>
                  <a:pt x="0" y="294783"/>
                  <a:pt x="294783" y="0"/>
                  <a:pt x="658416" y="0"/>
                </a:cubicBezTo>
                <a:cubicBezTo>
                  <a:pt x="1022049" y="0"/>
                  <a:pt x="1316832" y="294783"/>
                  <a:pt x="1316832" y="658416"/>
                </a:cubicBezTo>
                <a:cubicBezTo>
                  <a:pt x="1316832" y="1022049"/>
                  <a:pt x="1022049" y="1316832"/>
                  <a:pt x="658416" y="1316832"/>
                </a:cubicBezTo>
                <a:cubicBezTo>
                  <a:pt x="294783" y="1316832"/>
                  <a:pt x="0" y="1022049"/>
                  <a:pt x="0" y="658416"/>
                </a:cubicBezTo>
                <a:close/>
              </a:path>
            </a:pathLst>
          </a:custGeom>
          <a:solidFill>
            <a:schemeClr val="accent1">
              <a:hueOff val="0"/>
              <a:satOff val="0"/>
              <a:lumOff val="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57615" tIns="257615" rIns="257615" bIns="257615" numCol="1" spcCol="1270" anchor="ctr" anchorCtr="0">
            <a:noAutofit/>
          </a:bodyPr>
          <a:lstStyle/>
          <a:p>
            <a:pPr marL="0" marR="0" lvl="0" indent="0" algn="ctr" defTabSz="22669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5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6" name="Freeform 26+"/>
          <p:cNvSpPr/>
          <p:nvPr/>
        </p:nvSpPr>
        <p:spPr>
          <a:xfrm>
            <a:off x="303510" y="4394691"/>
            <a:ext cx="1227899" cy="1227897"/>
          </a:xfrm>
          <a:custGeom>
            <a:avLst/>
            <a:gdLst>
              <a:gd name="connsiteX0" fmla="*/ 0 w 1316831"/>
              <a:gd name="connsiteY0" fmla="*/ 658416 h 1316831"/>
              <a:gd name="connsiteX1" fmla="*/ 658416 w 1316831"/>
              <a:gd name="connsiteY1" fmla="*/ 0 h 1316831"/>
              <a:gd name="connsiteX2" fmla="*/ 1316832 w 1316831"/>
              <a:gd name="connsiteY2" fmla="*/ 658416 h 1316831"/>
              <a:gd name="connsiteX3" fmla="*/ 658416 w 1316831"/>
              <a:gd name="connsiteY3" fmla="*/ 1316832 h 1316831"/>
              <a:gd name="connsiteX4" fmla="*/ 0 w 1316831"/>
              <a:gd name="connsiteY4" fmla="*/ 658416 h 1316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6831" h="1316831">
                <a:moveTo>
                  <a:pt x="0" y="658416"/>
                </a:moveTo>
                <a:cubicBezTo>
                  <a:pt x="0" y="294783"/>
                  <a:pt x="294783" y="0"/>
                  <a:pt x="658416" y="0"/>
                </a:cubicBezTo>
                <a:cubicBezTo>
                  <a:pt x="1022049" y="0"/>
                  <a:pt x="1316832" y="294783"/>
                  <a:pt x="1316832" y="658416"/>
                </a:cubicBezTo>
                <a:cubicBezTo>
                  <a:pt x="1316832" y="1022049"/>
                  <a:pt x="1022049" y="1316832"/>
                  <a:pt x="658416" y="1316832"/>
                </a:cubicBezTo>
                <a:cubicBezTo>
                  <a:pt x="294783" y="1316832"/>
                  <a:pt x="0" y="1022049"/>
                  <a:pt x="0" y="658416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57615" tIns="257615" rIns="257615" bIns="257615" numCol="1" spcCol="1270" anchor="ctr" anchorCtr="0">
            <a:noAutofit/>
          </a:bodyPr>
          <a:lstStyle/>
          <a:p>
            <a:pPr marL="0" marR="0" lvl="0" indent="0" algn="ctr" defTabSz="22669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5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7" name="Freeform 25+"/>
          <p:cNvSpPr/>
          <p:nvPr/>
        </p:nvSpPr>
        <p:spPr>
          <a:xfrm>
            <a:off x="2191706" y="5498207"/>
            <a:ext cx="1227899" cy="1227897"/>
          </a:xfrm>
          <a:custGeom>
            <a:avLst/>
            <a:gdLst>
              <a:gd name="connsiteX0" fmla="*/ 0 w 1316831"/>
              <a:gd name="connsiteY0" fmla="*/ 658416 h 1316831"/>
              <a:gd name="connsiteX1" fmla="*/ 658416 w 1316831"/>
              <a:gd name="connsiteY1" fmla="*/ 0 h 1316831"/>
              <a:gd name="connsiteX2" fmla="*/ 1316832 w 1316831"/>
              <a:gd name="connsiteY2" fmla="*/ 658416 h 1316831"/>
              <a:gd name="connsiteX3" fmla="*/ 658416 w 1316831"/>
              <a:gd name="connsiteY3" fmla="*/ 1316832 h 1316831"/>
              <a:gd name="connsiteX4" fmla="*/ 0 w 1316831"/>
              <a:gd name="connsiteY4" fmla="*/ 658416 h 1316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6831" h="1316831">
                <a:moveTo>
                  <a:pt x="0" y="658416"/>
                </a:moveTo>
                <a:cubicBezTo>
                  <a:pt x="0" y="294783"/>
                  <a:pt x="294783" y="0"/>
                  <a:pt x="658416" y="0"/>
                </a:cubicBezTo>
                <a:cubicBezTo>
                  <a:pt x="1022049" y="0"/>
                  <a:pt x="1316832" y="294783"/>
                  <a:pt x="1316832" y="658416"/>
                </a:cubicBezTo>
                <a:cubicBezTo>
                  <a:pt x="1316832" y="1022049"/>
                  <a:pt x="1022049" y="1316832"/>
                  <a:pt x="658416" y="1316832"/>
                </a:cubicBezTo>
                <a:cubicBezTo>
                  <a:pt x="294783" y="1316832"/>
                  <a:pt x="0" y="1022049"/>
                  <a:pt x="0" y="658416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9675" tIns="229675" rIns="229675" bIns="229675" numCol="1" spcCol="1270" anchor="ctr" anchorCtr="0">
            <a:noAutofit/>
          </a:bodyPr>
          <a:lstStyle/>
          <a:p>
            <a:pPr marL="0" marR="0" lvl="0" indent="0" algn="ctr" defTabSz="12890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2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2430042" y="1316953"/>
            <a:ext cx="751227" cy="7622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溢价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翻倍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53420" y="2420469"/>
            <a:ext cx="751227" cy="7622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运维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提效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40405" y="4627501"/>
            <a:ext cx="95410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严谨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创收益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291949" y="5800959"/>
            <a:ext cx="1027413" cy="7622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碳期货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增值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 descr="视角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23515" y="3139440"/>
            <a:ext cx="595630" cy="595630"/>
          </a:xfrm>
          <a:prstGeom prst="rect">
            <a:avLst/>
          </a:prstGeom>
        </p:spPr>
      </p:pic>
      <p:pic>
        <p:nvPicPr>
          <p:cNvPr id="4" name="图片 3" descr="账号管理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02601" y="3554697"/>
            <a:ext cx="309245" cy="309245"/>
          </a:xfrm>
          <a:prstGeom prst="rect">
            <a:avLst/>
          </a:prstGeom>
        </p:spPr>
      </p:pic>
      <p:pic>
        <p:nvPicPr>
          <p:cNvPr id="5" name="图片 4" descr="评估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92063" y="3554697"/>
            <a:ext cx="309245" cy="309245"/>
          </a:xfrm>
          <a:prstGeom prst="rect">
            <a:avLst/>
          </a:prstGeom>
        </p:spPr>
      </p:pic>
      <p:pic>
        <p:nvPicPr>
          <p:cNvPr id="9" name="图片 8" descr="关联配置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67463" y="3554697"/>
            <a:ext cx="309245" cy="309245"/>
          </a:xfrm>
          <a:prstGeom prst="rect">
            <a:avLst/>
          </a:prstGeom>
        </p:spPr>
      </p:pic>
      <p:pic>
        <p:nvPicPr>
          <p:cNvPr id="8" name="图片 7" descr="账单管理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327201" y="3554697"/>
            <a:ext cx="309245" cy="30924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13"/>
          <p:cNvSpPr/>
          <p:nvPr/>
        </p:nvSpPr>
        <p:spPr>
          <a:xfrm>
            <a:off x="192088" y="1116240"/>
            <a:ext cx="3766155" cy="1126344"/>
          </a:xfrm>
          <a:prstGeom prst="roundRect">
            <a:avLst>
              <a:gd name="adj" fmla="val 1080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4251055" y="2410134"/>
            <a:ext cx="3729672" cy="4254412"/>
          </a:xfrm>
          <a:prstGeom prst="roundRect">
            <a:avLst>
              <a:gd name="adj" fmla="val 3292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矩形: 圆角 59"/>
          <p:cNvSpPr/>
          <p:nvPr/>
        </p:nvSpPr>
        <p:spPr>
          <a:xfrm>
            <a:off x="4412932" y="3170280"/>
            <a:ext cx="3384232" cy="2818832"/>
          </a:xfrm>
          <a:prstGeom prst="roundRect">
            <a:avLst>
              <a:gd name="adj" fmla="val 380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210329" y="2410134"/>
            <a:ext cx="3729672" cy="4254412"/>
          </a:xfrm>
          <a:prstGeom prst="roundRect">
            <a:avLst>
              <a:gd name="adj" fmla="val 2981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364808" y="3170280"/>
            <a:ext cx="3384232" cy="2818832"/>
          </a:xfrm>
          <a:prstGeom prst="roundRect">
            <a:avLst>
              <a:gd name="adj" fmla="val 380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9938" y="63770"/>
            <a:ext cx="47949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季度目标完成情况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8295078" y="2410134"/>
            <a:ext cx="3729672" cy="4254412"/>
          </a:xfrm>
          <a:prstGeom prst="roundRect">
            <a:avLst>
              <a:gd name="adj" fmla="val 2671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aphicFrame>
        <p:nvGraphicFramePr>
          <p:cNvPr id="35" name="图表 34"/>
          <p:cNvGraphicFramePr/>
          <p:nvPr/>
        </p:nvGraphicFramePr>
        <p:xfrm>
          <a:off x="477817" y="3274891"/>
          <a:ext cx="3480426" cy="27142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9" name="文本框 38"/>
          <p:cNvSpPr txBox="1"/>
          <p:nvPr/>
        </p:nvSpPr>
        <p:spPr>
          <a:xfrm>
            <a:off x="347201" y="6128471"/>
            <a:ext cx="34194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因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618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活动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达峰值，同比增长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35%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，增速显著高于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和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944421" y="3928985"/>
            <a:ext cx="66738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280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859833" y="3269047"/>
            <a:ext cx="66738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500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2854785" y="3775096"/>
            <a:ext cx="66738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320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1066628" y="4419628"/>
            <a:ext cx="52289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15%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932074" y="3855182"/>
            <a:ext cx="5229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35%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2741713" y="4222232"/>
            <a:ext cx="5229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22%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: 圆顶角 49"/>
          <p:cNvSpPr/>
          <p:nvPr/>
        </p:nvSpPr>
        <p:spPr>
          <a:xfrm flipV="1">
            <a:off x="501569" y="2419010"/>
            <a:ext cx="3110710" cy="496024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矩形: 圆顶角 50"/>
          <p:cNvSpPr/>
          <p:nvPr/>
        </p:nvSpPr>
        <p:spPr>
          <a:xfrm flipV="1">
            <a:off x="4540645" y="2419010"/>
            <a:ext cx="3110710" cy="496024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矩形: 圆顶角 51"/>
          <p:cNvSpPr/>
          <p:nvPr/>
        </p:nvSpPr>
        <p:spPr>
          <a:xfrm flipV="1">
            <a:off x="8590354" y="2419010"/>
            <a:ext cx="3110710" cy="496024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695013" y="2482356"/>
            <a:ext cx="272382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季度业绩规模与增长态势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5080338" y="2482356"/>
            <a:ext cx="203132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季度关键运营成果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9199777" y="2482356"/>
            <a:ext cx="189186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Q3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私域贡献结构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aphicFrame>
        <p:nvGraphicFramePr>
          <p:cNvPr id="59" name="图表 58"/>
          <p:cNvGraphicFramePr/>
          <p:nvPr/>
        </p:nvGraphicFramePr>
        <p:xfrm>
          <a:off x="4404526" y="3269047"/>
          <a:ext cx="3364727" cy="26671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1" name="文本框 60"/>
          <p:cNvSpPr txBox="1"/>
          <p:nvPr/>
        </p:nvSpPr>
        <p:spPr>
          <a:xfrm>
            <a:off x="4412932" y="6128471"/>
            <a:ext cx="34194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受活动驱动，回头客较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提升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个百分点，新客转化率也同步达季度顶峰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2" name="矩形: 圆角 61"/>
          <p:cNvSpPr/>
          <p:nvPr/>
        </p:nvSpPr>
        <p:spPr>
          <a:xfrm>
            <a:off x="8453593" y="3170280"/>
            <a:ext cx="3384232" cy="2818832"/>
          </a:xfrm>
          <a:prstGeom prst="roundRect">
            <a:avLst>
              <a:gd name="adj" fmla="val 380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8443160" y="6128471"/>
            <a:ext cx="34194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通过社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裂变实现私域突破，私域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贡献占比接近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，成为新增量来源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graphicFrame>
        <p:nvGraphicFramePr>
          <p:cNvPr id="66" name="图表 65"/>
          <p:cNvGraphicFramePr/>
          <p:nvPr/>
        </p:nvGraphicFramePr>
        <p:xfrm>
          <a:off x="7832379" y="2851688"/>
          <a:ext cx="4731104" cy="31540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7" name="文本框 66"/>
          <p:cNvSpPr txBox="1"/>
          <p:nvPr/>
        </p:nvSpPr>
        <p:spPr>
          <a:xfrm>
            <a:off x="9746523" y="4221547"/>
            <a:ext cx="90281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公域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私域占比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4232814" y="1116240"/>
            <a:ext cx="3766155" cy="1126344"/>
          </a:xfrm>
          <a:prstGeom prst="roundRect">
            <a:avLst>
              <a:gd name="adj" fmla="val 1080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8276837" y="1116240"/>
            <a:ext cx="3766155" cy="1126344"/>
          </a:xfrm>
          <a:prstGeom prst="roundRect">
            <a:avLst>
              <a:gd name="adj" fmla="val 1080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93422" y="1455088"/>
            <a:ext cx="2475816" cy="842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 </a:t>
            </a: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1100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351049" y="1204383"/>
            <a:ext cx="2171933" cy="36692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09517" y="1203178"/>
            <a:ext cx="185499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Q1-Q3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GMV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累计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297541" y="1469468"/>
            <a:ext cx="2475816" cy="842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 </a:t>
            </a: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 20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4454707" y="1204384"/>
            <a:ext cx="2171933" cy="36692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609971" y="1203178"/>
            <a:ext cx="186140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Q2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回头客飙升至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8527732" y="1455088"/>
            <a:ext cx="2475816" cy="842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18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%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占比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3" name="矩形: 圆角 32"/>
          <p:cNvSpPr/>
          <p:nvPr/>
        </p:nvSpPr>
        <p:spPr>
          <a:xfrm>
            <a:off x="8527732" y="1204384"/>
            <a:ext cx="2171933" cy="36692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638112" y="1203178"/>
            <a:ext cx="195117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Q3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私域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GMV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运营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1" name="任意多边形: 形状 40"/>
          <p:cNvSpPr/>
          <p:nvPr/>
        </p:nvSpPr>
        <p:spPr>
          <a:xfrm rot="1489271">
            <a:off x="5861874" y="1676888"/>
            <a:ext cx="395395" cy="533835"/>
          </a:xfrm>
          <a:custGeom>
            <a:avLst/>
            <a:gdLst/>
            <a:ahLst/>
            <a:cxnLst/>
            <a:rect l="0" t="0" r="0" b="0"/>
            <a:pathLst>
              <a:path w="4813099" h="6498310">
                <a:moveTo>
                  <a:pt x="2610826" y="95656"/>
                </a:moveTo>
                <a:cubicBezTo>
                  <a:pt x="2562469" y="149344"/>
                  <a:pt x="2467719" y="253279"/>
                  <a:pt x="2400273" y="326621"/>
                </a:cubicBezTo>
                <a:cubicBezTo>
                  <a:pt x="2013757" y="746923"/>
                  <a:pt x="1931591" y="836001"/>
                  <a:pt x="1861402" y="910821"/>
                </a:cubicBezTo>
                <a:cubicBezTo>
                  <a:pt x="1818810" y="956223"/>
                  <a:pt x="1726899" y="1056236"/>
                  <a:pt x="1657156" y="1133071"/>
                </a:cubicBezTo>
                <a:cubicBezTo>
                  <a:pt x="1587413" y="1209906"/>
                  <a:pt x="1527493" y="1275628"/>
                  <a:pt x="1524000" y="1279121"/>
                </a:cubicBezTo>
                <a:cubicBezTo>
                  <a:pt x="1520507" y="1282614"/>
                  <a:pt x="1457643" y="1351187"/>
                  <a:pt x="1384300" y="1431507"/>
                </a:cubicBezTo>
                <a:cubicBezTo>
                  <a:pt x="1199477" y="1633913"/>
                  <a:pt x="1147641" y="1690285"/>
                  <a:pt x="1045622" y="1799821"/>
                </a:cubicBezTo>
                <a:cubicBezTo>
                  <a:pt x="918498" y="1936313"/>
                  <a:pt x="749300" y="2142551"/>
                  <a:pt x="749300" y="2161014"/>
                </a:cubicBezTo>
                <a:cubicBezTo>
                  <a:pt x="749300" y="2179161"/>
                  <a:pt x="1156219" y="2193521"/>
                  <a:pt x="1670468" y="2193521"/>
                </a:cubicBezTo>
                <a:lnTo>
                  <a:pt x="1977924" y="2193521"/>
                </a:lnTo>
                <a:lnTo>
                  <a:pt x="1987072" y="2310468"/>
                </a:lnTo>
                <a:cubicBezTo>
                  <a:pt x="1997618" y="2445272"/>
                  <a:pt x="1989101" y="2773160"/>
                  <a:pt x="1968832" y="3012671"/>
                </a:cubicBezTo>
                <a:cubicBezTo>
                  <a:pt x="1904412" y="3773906"/>
                  <a:pt x="1635066" y="4545257"/>
                  <a:pt x="1214936" y="5171671"/>
                </a:cubicBezTo>
                <a:cubicBezTo>
                  <a:pt x="992463" y="5503379"/>
                  <a:pt x="949123" y="5560814"/>
                  <a:pt x="818914" y="5696491"/>
                </a:cubicBezTo>
                <a:cubicBezTo>
                  <a:pt x="581019" y="5944377"/>
                  <a:pt x="161226" y="6345776"/>
                  <a:pt x="63837" y="6418484"/>
                </a:cubicBezTo>
                <a:cubicBezTo>
                  <a:pt x="28727" y="6444696"/>
                  <a:pt x="0" y="6470638"/>
                  <a:pt x="0" y="6476132"/>
                </a:cubicBezTo>
                <a:cubicBezTo>
                  <a:pt x="0" y="6498309"/>
                  <a:pt x="127557" y="6483702"/>
                  <a:pt x="297917" y="6442015"/>
                </a:cubicBezTo>
                <a:cubicBezTo>
                  <a:pt x="517094" y="6388383"/>
                  <a:pt x="705877" y="6323796"/>
                  <a:pt x="843228" y="6255450"/>
                </a:cubicBezTo>
                <a:cubicBezTo>
                  <a:pt x="1278665" y="6038776"/>
                  <a:pt x="1305999" y="6024205"/>
                  <a:pt x="1559991" y="5873351"/>
                </a:cubicBezTo>
                <a:cubicBezTo>
                  <a:pt x="1865890" y="5691668"/>
                  <a:pt x="2134331" y="5449529"/>
                  <a:pt x="2478682" y="5044671"/>
                </a:cubicBezTo>
                <a:cubicBezTo>
                  <a:pt x="2669815" y="4819954"/>
                  <a:pt x="2743016" y="4717846"/>
                  <a:pt x="3040487" y="4261015"/>
                </a:cubicBezTo>
                <a:cubicBezTo>
                  <a:pt x="3114861" y="4146796"/>
                  <a:pt x="3260522" y="3831017"/>
                  <a:pt x="3381987" y="3520671"/>
                </a:cubicBezTo>
                <a:cubicBezTo>
                  <a:pt x="3507531" y="3199902"/>
                  <a:pt x="3621520" y="2824649"/>
                  <a:pt x="3700257" y="2472921"/>
                </a:cubicBezTo>
                <a:cubicBezTo>
                  <a:pt x="3724494" y="2364654"/>
                  <a:pt x="3750733" y="2261490"/>
                  <a:pt x="3758567" y="2243668"/>
                </a:cubicBezTo>
                <a:lnTo>
                  <a:pt x="3772810" y="2211265"/>
                </a:lnTo>
                <a:lnTo>
                  <a:pt x="4293055" y="2216701"/>
                </a:lnTo>
                <a:cubicBezTo>
                  <a:pt x="4797123" y="2221967"/>
                  <a:pt x="4813098" y="2221394"/>
                  <a:pt x="4806813" y="2198303"/>
                </a:cubicBezTo>
                <a:cubicBezTo>
                  <a:pt x="4803245" y="2185196"/>
                  <a:pt x="4776099" y="2148847"/>
                  <a:pt x="4746488" y="2117528"/>
                </a:cubicBezTo>
                <a:cubicBezTo>
                  <a:pt x="4662956" y="2029178"/>
                  <a:pt x="3182926" y="474089"/>
                  <a:pt x="2948348" y="228196"/>
                </a:cubicBezTo>
                <a:cubicBezTo>
                  <a:pt x="2833401" y="107705"/>
                  <a:pt x="2730218" y="6628"/>
                  <a:pt x="2719052" y="3581"/>
                </a:cubicBezTo>
                <a:cubicBezTo>
                  <a:pt x="2705928" y="0"/>
                  <a:pt x="2667663" y="32554"/>
                  <a:pt x="2610826" y="956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统计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76880" y="1361440"/>
            <a:ext cx="635635" cy="635635"/>
          </a:xfrm>
          <a:prstGeom prst="rect">
            <a:avLst/>
          </a:prstGeom>
        </p:spPr>
      </p:pic>
      <p:pic>
        <p:nvPicPr>
          <p:cNvPr id="6" name="图片 5" descr="统计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11365" y="1361440"/>
            <a:ext cx="635635" cy="635635"/>
          </a:xfrm>
          <a:prstGeom prst="rect">
            <a:avLst/>
          </a:prstGeom>
        </p:spPr>
      </p:pic>
      <p:pic>
        <p:nvPicPr>
          <p:cNvPr id="7" name="图片 6" descr="统计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91545" y="1361440"/>
            <a:ext cx="635635" cy="63563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72793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个人工作复盘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2" name="任意多边形: 形状 21"/>
          <p:cNvSpPr/>
          <p:nvPr/>
        </p:nvSpPr>
        <p:spPr>
          <a:xfrm>
            <a:off x="192088" y="1115563"/>
            <a:ext cx="5560530" cy="2487811"/>
          </a:xfrm>
          <a:custGeom>
            <a:avLst/>
            <a:gdLst>
              <a:gd name="connsiteX0" fmla="*/ 198027 w 5560530"/>
              <a:gd name="connsiteY0" fmla="*/ 0 h 2487811"/>
              <a:gd name="connsiteX1" fmla="*/ 3221186 w 5560530"/>
              <a:gd name="connsiteY1" fmla="*/ 0 h 2487811"/>
              <a:gd name="connsiteX2" fmla="*/ 3419213 w 5560530"/>
              <a:gd name="connsiteY2" fmla="*/ 198027 h 2487811"/>
              <a:gd name="connsiteX3" fmla="*/ 3419213 w 5560530"/>
              <a:gd name="connsiteY3" fmla="*/ 499872 h 2487811"/>
              <a:gd name="connsiteX4" fmla="*/ 5437536 w 5560530"/>
              <a:gd name="connsiteY4" fmla="*/ 499872 h 2487811"/>
              <a:gd name="connsiteX5" fmla="*/ 5560530 w 5560530"/>
              <a:gd name="connsiteY5" fmla="*/ 622866 h 2487811"/>
              <a:gd name="connsiteX6" fmla="*/ 5560530 w 5560530"/>
              <a:gd name="connsiteY6" fmla="*/ 2364817 h 2487811"/>
              <a:gd name="connsiteX7" fmla="*/ 5437536 w 5560530"/>
              <a:gd name="connsiteY7" fmla="*/ 2487811 h 2487811"/>
              <a:gd name="connsiteX8" fmla="*/ 122994 w 5560530"/>
              <a:gd name="connsiteY8" fmla="*/ 2487811 h 2487811"/>
              <a:gd name="connsiteX9" fmla="*/ 0 w 5560530"/>
              <a:gd name="connsiteY9" fmla="*/ 2364817 h 2487811"/>
              <a:gd name="connsiteX10" fmla="*/ 0 w 5560530"/>
              <a:gd name="connsiteY10" fmla="*/ 622866 h 2487811"/>
              <a:gd name="connsiteX11" fmla="*/ 9666 w 5560530"/>
              <a:gd name="connsiteY11" fmla="*/ 574991 h 2487811"/>
              <a:gd name="connsiteX12" fmla="*/ 13261 w 5560530"/>
              <a:gd name="connsiteY12" fmla="*/ 569658 h 2487811"/>
              <a:gd name="connsiteX13" fmla="*/ 0 w 5560530"/>
              <a:gd name="connsiteY13" fmla="*/ 503972 h 2487811"/>
              <a:gd name="connsiteX14" fmla="*/ 0 w 5560530"/>
              <a:gd name="connsiteY14" fmla="*/ 198027 h 2487811"/>
              <a:gd name="connsiteX15" fmla="*/ 198027 w 5560530"/>
              <a:gd name="connsiteY15" fmla="*/ 0 h 2487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60530" h="2487811">
                <a:moveTo>
                  <a:pt x="198027" y="0"/>
                </a:moveTo>
                <a:lnTo>
                  <a:pt x="3221186" y="0"/>
                </a:lnTo>
                <a:cubicBezTo>
                  <a:pt x="3330553" y="0"/>
                  <a:pt x="3419213" y="88660"/>
                  <a:pt x="3419213" y="198027"/>
                </a:cubicBezTo>
                <a:lnTo>
                  <a:pt x="3419213" y="499872"/>
                </a:lnTo>
                <a:lnTo>
                  <a:pt x="5437536" y="499872"/>
                </a:lnTo>
                <a:cubicBezTo>
                  <a:pt x="5505464" y="499872"/>
                  <a:pt x="5560530" y="554938"/>
                  <a:pt x="5560530" y="622866"/>
                </a:cubicBezTo>
                <a:lnTo>
                  <a:pt x="5560530" y="2364817"/>
                </a:lnTo>
                <a:cubicBezTo>
                  <a:pt x="5560530" y="2432745"/>
                  <a:pt x="5505464" y="2487811"/>
                  <a:pt x="5437536" y="2487811"/>
                </a:cubicBezTo>
                <a:lnTo>
                  <a:pt x="122994" y="2487811"/>
                </a:lnTo>
                <a:cubicBezTo>
                  <a:pt x="55066" y="2487811"/>
                  <a:pt x="0" y="2432745"/>
                  <a:pt x="0" y="2364817"/>
                </a:cubicBezTo>
                <a:lnTo>
                  <a:pt x="0" y="622866"/>
                </a:lnTo>
                <a:cubicBezTo>
                  <a:pt x="0" y="605884"/>
                  <a:pt x="3442" y="589706"/>
                  <a:pt x="9666" y="574991"/>
                </a:cubicBezTo>
                <a:lnTo>
                  <a:pt x="13261" y="569658"/>
                </a:lnTo>
                <a:lnTo>
                  <a:pt x="0" y="503972"/>
                </a:lnTo>
                <a:lnTo>
                  <a:pt x="0" y="198027"/>
                </a:lnTo>
                <a:cubicBezTo>
                  <a:pt x="0" y="88660"/>
                  <a:pt x="88660" y="0"/>
                  <a:pt x="198027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任意多边形: 形状 22"/>
          <p:cNvSpPr/>
          <p:nvPr/>
        </p:nvSpPr>
        <p:spPr>
          <a:xfrm flipH="1">
            <a:off x="6439382" y="1115563"/>
            <a:ext cx="5560530" cy="2487811"/>
          </a:xfrm>
          <a:custGeom>
            <a:avLst/>
            <a:gdLst>
              <a:gd name="connsiteX0" fmla="*/ 198027 w 5560530"/>
              <a:gd name="connsiteY0" fmla="*/ 0 h 2487811"/>
              <a:gd name="connsiteX1" fmla="*/ 3221186 w 5560530"/>
              <a:gd name="connsiteY1" fmla="*/ 0 h 2487811"/>
              <a:gd name="connsiteX2" fmla="*/ 3419213 w 5560530"/>
              <a:gd name="connsiteY2" fmla="*/ 198027 h 2487811"/>
              <a:gd name="connsiteX3" fmla="*/ 3419213 w 5560530"/>
              <a:gd name="connsiteY3" fmla="*/ 499872 h 2487811"/>
              <a:gd name="connsiteX4" fmla="*/ 5437536 w 5560530"/>
              <a:gd name="connsiteY4" fmla="*/ 499872 h 2487811"/>
              <a:gd name="connsiteX5" fmla="*/ 5560530 w 5560530"/>
              <a:gd name="connsiteY5" fmla="*/ 622866 h 2487811"/>
              <a:gd name="connsiteX6" fmla="*/ 5560530 w 5560530"/>
              <a:gd name="connsiteY6" fmla="*/ 2364817 h 2487811"/>
              <a:gd name="connsiteX7" fmla="*/ 5437536 w 5560530"/>
              <a:gd name="connsiteY7" fmla="*/ 2487811 h 2487811"/>
              <a:gd name="connsiteX8" fmla="*/ 122994 w 5560530"/>
              <a:gd name="connsiteY8" fmla="*/ 2487811 h 2487811"/>
              <a:gd name="connsiteX9" fmla="*/ 0 w 5560530"/>
              <a:gd name="connsiteY9" fmla="*/ 2364817 h 2487811"/>
              <a:gd name="connsiteX10" fmla="*/ 0 w 5560530"/>
              <a:gd name="connsiteY10" fmla="*/ 622866 h 2487811"/>
              <a:gd name="connsiteX11" fmla="*/ 9666 w 5560530"/>
              <a:gd name="connsiteY11" fmla="*/ 574991 h 2487811"/>
              <a:gd name="connsiteX12" fmla="*/ 13261 w 5560530"/>
              <a:gd name="connsiteY12" fmla="*/ 569658 h 2487811"/>
              <a:gd name="connsiteX13" fmla="*/ 0 w 5560530"/>
              <a:gd name="connsiteY13" fmla="*/ 503972 h 2487811"/>
              <a:gd name="connsiteX14" fmla="*/ 0 w 5560530"/>
              <a:gd name="connsiteY14" fmla="*/ 198027 h 2487811"/>
              <a:gd name="connsiteX15" fmla="*/ 198027 w 5560530"/>
              <a:gd name="connsiteY15" fmla="*/ 0 h 2487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60530" h="2487811">
                <a:moveTo>
                  <a:pt x="198027" y="0"/>
                </a:moveTo>
                <a:lnTo>
                  <a:pt x="3221186" y="0"/>
                </a:lnTo>
                <a:cubicBezTo>
                  <a:pt x="3330553" y="0"/>
                  <a:pt x="3419213" y="88660"/>
                  <a:pt x="3419213" y="198027"/>
                </a:cubicBezTo>
                <a:lnTo>
                  <a:pt x="3419213" y="499872"/>
                </a:lnTo>
                <a:lnTo>
                  <a:pt x="5437536" y="499872"/>
                </a:lnTo>
                <a:cubicBezTo>
                  <a:pt x="5505464" y="499872"/>
                  <a:pt x="5560530" y="554938"/>
                  <a:pt x="5560530" y="622866"/>
                </a:cubicBezTo>
                <a:lnTo>
                  <a:pt x="5560530" y="2364817"/>
                </a:lnTo>
                <a:cubicBezTo>
                  <a:pt x="5560530" y="2432745"/>
                  <a:pt x="5505464" y="2487811"/>
                  <a:pt x="5437536" y="2487811"/>
                </a:cubicBezTo>
                <a:lnTo>
                  <a:pt x="122994" y="2487811"/>
                </a:lnTo>
                <a:cubicBezTo>
                  <a:pt x="55066" y="2487811"/>
                  <a:pt x="0" y="2432745"/>
                  <a:pt x="0" y="2364817"/>
                </a:cubicBezTo>
                <a:lnTo>
                  <a:pt x="0" y="622866"/>
                </a:lnTo>
                <a:cubicBezTo>
                  <a:pt x="0" y="605884"/>
                  <a:pt x="3442" y="589706"/>
                  <a:pt x="9666" y="574991"/>
                </a:cubicBezTo>
                <a:lnTo>
                  <a:pt x="13261" y="569658"/>
                </a:lnTo>
                <a:lnTo>
                  <a:pt x="0" y="503972"/>
                </a:lnTo>
                <a:lnTo>
                  <a:pt x="0" y="198027"/>
                </a:lnTo>
                <a:cubicBezTo>
                  <a:pt x="0" y="88660"/>
                  <a:pt x="88660" y="0"/>
                  <a:pt x="198027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4" name="任意多边形: 形状 23"/>
          <p:cNvSpPr/>
          <p:nvPr/>
        </p:nvSpPr>
        <p:spPr>
          <a:xfrm>
            <a:off x="192088" y="4217789"/>
            <a:ext cx="5560530" cy="2487811"/>
          </a:xfrm>
          <a:custGeom>
            <a:avLst/>
            <a:gdLst>
              <a:gd name="connsiteX0" fmla="*/ 198027 w 5560530"/>
              <a:gd name="connsiteY0" fmla="*/ 0 h 2487811"/>
              <a:gd name="connsiteX1" fmla="*/ 3221186 w 5560530"/>
              <a:gd name="connsiteY1" fmla="*/ 0 h 2487811"/>
              <a:gd name="connsiteX2" fmla="*/ 3419213 w 5560530"/>
              <a:gd name="connsiteY2" fmla="*/ 198027 h 2487811"/>
              <a:gd name="connsiteX3" fmla="*/ 3419213 w 5560530"/>
              <a:gd name="connsiteY3" fmla="*/ 499872 h 2487811"/>
              <a:gd name="connsiteX4" fmla="*/ 5437536 w 5560530"/>
              <a:gd name="connsiteY4" fmla="*/ 499872 h 2487811"/>
              <a:gd name="connsiteX5" fmla="*/ 5560530 w 5560530"/>
              <a:gd name="connsiteY5" fmla="*/ 622866 h 2487811"/>
              <a:gd name="connsiteX6" fmla="*/ 5560530 w 5560530"/>
              <a:gd name="connsiteY6" fmla="*/ 2364817 h 2487811"/>
              <a:gd name="connsiteX7" fmla="*/ 5437536 w 5560530"/>
              <a:gd name="connsiteY7" fmla="*/ 2487811 h 2487811"/>
              <a:gd name="connsiteX8" fmla="*/ 122994 w 5560530"/>
              <a:gd name="connsiteY8" fmla="*/ 2487811 h 2487811"/>
              <a:gd name="connsiteX9" fmla="*/ 0 w 5560530"/>
              <a:gd name="connsiteY9" fmla="*/ 2364817 h 2487811"/>
              <a:gd name="connsiteX10" fmla="*/ 0 w 5560530"/>
              <a:gd name="connsiteY10" fmla="*/ 622866 h 2487811"/>
              <a:gd name="connsiteX11" fmla="*/ 9666 w 5560530"/>
              <a:gd name="connsiteY11" fmla="*/ 574991 h 2487811"/>
              <a:gd name="connsiteX12" fmla="*/ 13261 w 5560530"/>
              <a:gd name="connsiteY12" fmla="*/ 569658 h 2487811"/>
              <a:gd name="connsiteX13" fmla="*/ 0 w 5560530"/>
              <a:gd name="connsiteY13" fmla="*/ 503972 h 2487811"/>
              <a:gd name="connsiteX14" fmla="*/ 0 w 5560530"/>
              <a:gd name="connsiteY14" fmla="*/ 198027 h 2487811"/>
              <a:gd name="connsiteX15" fmla="*/ 198027 w 5560530"/>
              <a:gd name="connsiteY15" fmla="*/ 0 h 2487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60530" h="2487811">
                <a:moveTo>
                  <a:pt x="198027" y="0"/>
                </a:moveTo>
                <a:lnTo>
                  <a:pt x="3221186" y="0"/>
                </a:lnTo>
                <a:cubicBezTo>
                  <a:pt x="3330553" y="0"/>
                  <a:pt x="3419213" y="88660"/>
                  <a:pt x="3419213" y="198027"/>
                </a:cubicBezTo>
                <a:lnTo>
                  <a:pt x="3419213" y="499872"/>
                </a:lnTo>
                <a:lnTo>
                  <a:pt x="5437536" y="499872"/>
                </a:lnTo>
                <a:cubicBezTo>
                  <a:pt x="5505464" y="499872"/>
                  <a:pt x="5560530" y="554938"/>
                  <a:pt x="5560530" y="622866"/>
                </a:cubicBezTo>
                <a:lnTo>
                  <a:pt x="5560530" y="2364817"/>
                </a:lnTo>
                <a:cubicBezTo>
                  <a:pt x="5560530" y="2432745"/>
                  <a:pt x="5505464" y="2487811"/>
                  <a:pt x="5437536" y="2487811"/>
                </a:cubicBezTo>
                <a:lnTo>
                  <a:pt x="122994" y="2487811"/>
                </a:lnTo>
                <a:cubicBezTo>
                  <a:pt x="55066" y="2487811"/>
                  <a:pt x="0" y="2432745"/>
                  <a:pt x="0" y="2364817"/>
                </a:cubicBezTo>
                <a:lnTo>
                  <a:pt x="0" y="622866"/>
                </a:lnTo>
                <a:cubicBezTo>
                  <a:pt x="0" y="605884"/>
                  <a:pt x="3442" y="589706"/>
                  <a:pt x="9666" y="574991"/>
                </a:cubicBezTo>
                <a:lnTo>
                  <a:pt x="13261" y="569658"/>
                </a:lnTo>
                <a:lnTo>
                  <a:pt x="0" y="503972"/>
                </a:lnTo>
                <a:lnTo>
                  <a:pt x="0" y="198027"/>
                </a:lnTo>
                <a:cubicBezTo>
                  <a:pt x="0" y="88660"/>
                  <a:pt x="88660" y="0"/>
                  <a:pt x="198027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任意多边形: 形状 24"/>
          <p:cNvSpPr/>
          <p:nvPr/>
        </p:nvSpPr>
        <p:spPr>
          <a:xfrm flipH="1">
            <a:off x="6439382" y="4217789"/>
            <a:ext cx="5560530" cy="2487811"/>
          </a:xfrm>
          <a:custGeom>
            <a:avLst/>
            <a:gdLst>
              <a:gd name="connsiteX0" fmla="*/ 198027 w 5560530"/>
              <a:gd name="connsiteY0" fmla="*/ 0 h 2487811"/>
              <a:gd name="connsiteX1" fmla="*/ 3221186 w 5560530"/>
              <a:gd name="connsiteY1" fmla="*/ 0 h 2487811"/>
              <a:gd name="connsiteX2" fmla="*/ 3419213 w 5560530"/>
              <a:gd name="connsiteY2" fmla="*/ 198027 h 2487811"/>
              <a:gd name="connsiteX3" fmla="*/ 3419213 w 5560530"/>
              <a:gd name="connsiteY3" fmla="*/ 499872 h 2487811"/>
              <a:gd name="connsiteX4" fmla="*/ 5437536 w 5560530"/>
              <a:gd name="connsiteY4" fmla="*/ 499872 h 2487811"/>
              <a:gd name="connsiteX5" fmla="*/ 5560530 w 5560530"/>
              <a:gd name="connsiteY5" fmla="*/ 622866 h 2487811"/>
              <a:gd name="connsiteX6" fmla="*/ 5560530 w 5560530"/>
              <a:gd name="connsiteY6" fmla="*/ 2364817 h 2487811"/>
              <a:gd name="connsiteX7" fmla="*/ 5437536 w 5560530"/>
              <a:gd name="connsiteY7" fmla="*/ 2487811 h 2487811"/>
              <a:gd name="connsiteX8" fmla="*/ 122994 w 5560530"/>
              <a:gd name="connsiteY8" fmla="*/ 2487811 h 2487811"/>
              <a:gd name="connsiteX9" fmla="*/ 0 w 5560530"/>
              <a:gd name="connsiteY9" fmla="*/ 2364817 h 2487811"/>
              <a:gd name="connsiteX10" fmla="*/ 0 w 5560530"/>
              <a:gd name="connsiteY10" fmla="*/ 622866 h 2487811"/>
              <a:gd name="connsiteX11" fmla="*/ 9666 w 5560530"/>
              <a:gd name="connsiteY11" fmla="*/ 574991 h 2487811"/>
              <a:gd name="connsiteX12" fmla="*/ 13261 w 5560530"/>
              <a:gd name="connsiteY12" fmla="*/ 569658 h 2487811"/>
              <a:gd name="connsiteX13" fmla="*/ 0 w 5560530"/>
              <a:gd name="connsiteY13" fmla="*/ 503972 h 2487811"/>
              <a:gd name="connsiteX14" fmla="*/ 0 w 5560530"/>
              <a:gd name="connsiteY14" fmla="*/ 198027 h 2487811"/>
              <a:gd name="connsiteX15" fmla="*/ 198027 w 5560530"/>
              <a:gd name="connsiteY15" fmla="*/ 0 h 2487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60530" h="2487811">
                <a:moveTo>
                  <a:pt x="198027" y="0"/>
                </a:moveTo>
                <a:lnTo>
                  <a:pt x="3221186" y="0"/>
                </a:lnTo>
                <a:cubicBezTo>
                  <a:pt x="3330553" y="0"/>
                  <a:pt x="3419213" y="88660"/>
                  <a:pt x="3419213" y="198027"/>
                </a:cubicBezTo>
                <a:lnTo>
                  <a:pt x="3419213" y="499872"/>
                </a:lnTo>
                <a:lnTo>
                  <a:pt x="5437536" y="499872"/>
                </a:lnTo>
                <a:cubicBezTo>
                  <a:pt x="5505464" y="499872"/>
                  <a:pt x="5560530" y="554938"/>
                  <a:pt x="5560530" y="622866"/>
                </a:cubicBezTo>
                <a:lnTo>
                  <a:pt x="5560530" y="2364817"/>
                </a:lnTo>
                <a:cubicBezTo>
                  <a:pt x="5560530" y="2432745"/>
                  <a:pt x="5505464" y="2487811"/>
                  <a:pt x="5437536" y="2487811"/>
                </a:cubicBezTo>
                <a:lnTo>
                  <a:pt x="122994" y="2487811"/>
                </a:lnTo>
                <a:cubicBezTo>
                  <a:pt x="55066" y="2487811"/>
                  <a:pt x="0" y="2432745"/>
                  <a:pt x="0" y="2364817"/>
                </a:cubicBezTo>
                <a:lnTo>
                  <a:pt x="0" y="622866"/>
                </a:lnTo>
                <a:cubicBezTo>
                  <a:pt x="0" y="605884"/>
                  <a:pt x="3442" y="589706"/>
                  <a:pt x="9666" y="574991"/>
                </a:cubicBezTo>
                <a:lnTo>
                  <a:pt x="13261" y="569658"/>
                </a:lnTo>
                <a:lnTo>
                  <a:pt x="0" y="503972"/>
                </a:lnTo>
                <a:lnTo>
                  <a:pt x="0" y="198027"/>
                </a:lnTo>
                <a:cubicBezTo>
                  <a:pt x="0" y="88660"/>
                  <a:pt x="88660" y="0"/>
                  <a:pt x="198027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463263" y="1344746"/>
            <a:ext cx="2453557" cy="561376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12767" y="1264435"/>
            <a:ext cx="721997" cy="72199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09634" y="2117663"/>
            <a:ext cx="3259042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完成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次用户访谈及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次跨部门需求对接，梳理有效需求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条，按业务价值分类形成需求池，输出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PRD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文档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份，需求交付准确率达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116234" y="1425379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施工管理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8" name="矩形: 圆角 37"/>
          <p:cNvSpPr/>
          <p:nvPr/>
        </p:nvSpPr>
        <p:spPr>
          <a:xfrm>
            <a:off x="9302956" y="1344746"/>
            <a:ext cx="2453557" cy="561376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11100516" y="1264435"/>
            <a:ext cx="721997" cy="72199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8671133" y="2117663"/>
            <a:ext cx="3085380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完成钢筋绑扎、模板支护等技术交底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次，针对梁柱节点施工优化方案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项，现场技术指导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余次，有效减少施工返工率至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9728956" y="1425379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技术支持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3" name="矩形: 圆角 42"/>
          <p:cNvSpPr/>
          <p:nvPr/>
        </p:nvSpPr>
        <p:spPr>
          <a:xfrm>
            <a:off x="463263" y="4575843"/>
            <a:ext cx="2453557" cy="561376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312767" y="4495532"/>
            <a:ext cx="721997" cy="72199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09634" y="5348760"/>
            <a:ext cx="3244702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组织巡查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次，排查临边防护、用电等隐患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处，整改率百分百；开展班组培训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场，参训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人次，实现季度没有意外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116235" y="4656476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严格管控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8" name="矩形: 圆角 47"/>
          <p:cNvSpPr/>
          <p:nvPr/>
        </p:nvSpPr>
        <p:spPr>
          <a:xfrm>
            <a:off x="9302956" y="4575843"/>
            <a:ext cx="2453557" cy="561376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11100516" y="4495532"/>
            <a:ext cx="721997" cy="72199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8671133" y="5348760"/>
            <a:ext cx="3085380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跟踪混凝土、钢筋等主材消耗，核算材料损耗率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2.3%(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低于目标值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0.5%)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；优化机械设备调度方案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项，减少设备闲置时间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小时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/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9728957" y="4656476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严格把控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4" name="矩形: 圆角 53"/>
          <p:cNvSpPr/>
          <p:nvPr/>
        </p:nvSpPr>
        <p:spPr>
          <a:xfrm>
            <a:off x="4149588" y="1787533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矩形: 圆角 54"/>
          <p:cNvSpPr/>
          <p:nvPr/>
        </p:nvSpPr>
        <p:spPr>
          <a:xfrm>
            <a:off x="4149588" y="2392382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6" name="矩形: 圆角 55"/>
          <p:cNvSpPr/>
          <p:nvPr/>
        </p:nvSpPr>
        <p:spPr>
          <a:xfrm>
            <a:off x="4149588" y="2997231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9" name="矩形: 圆角 58"/>
          <p:cNvSpPr/>
          <p:nvPr/>
        </p:nvSpPr>
        <p:spPr>
          <a:xfrm>
            <a:off x="6729984" y="1787533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矩形: 圆角 59"/>
          <p:cNvSpPr/>
          <p:nvPr/>
        </p:nvSpPr>
        <p:spPr>
          <a:xfrm>
            <a:off x="6729984" y="2392382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矩形: 圆角 60"/>
          <p:cNvSpPr/>
          <p:nvPr/>
        </p:nvSpPr>
        <p:spPr>
          <a:xfrm>
            <a:off x="6729984" y="2997231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3" name="矩形: 圆角 62"/>
          <p:cNvSpPr/>
          <p:nvPr/>
        </p:nvSpPr>
        <p:spPr>
          <a:xfrm>
            <a:off x="4149588" y="4891499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4" name="矩形: 圆角 63"/>
          <p:cNvSpPr/>
          <p:nvPr/>
        </p:nvSpPr>
        <p:spPr>
          <a:xfrm>
            <a:off x="4149588" y="5496348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5" name="矩形: 圆角 64"/>
          <p:cNvSpPr/>
          <p:nvPr/>
        </p:nvSpPr>
        <p:spPr>
          <a:xfrm>
            <a:off x="4149588" y="6101197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7" name="矩形: 圆角 66"/>
          <p:cNvSpPr/>
          <p:nvPr/>
        </p:nvSpPr>
        <p:spPr>
          <a:xfrm>
            <a:off x="6729984" y="4891499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8" name="矩形: 圆角 67"/>
          <p:cNvSpPr/>
          <p:nvPr/>
        </p:nvSpPr>
        <p:spPr>
          <a:xfrm>
            <a:off x="6729984" y="5496348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0" name="矩形: 圆角 69"/>
          <p:cNvSpPr/>
          <p:nvPr/>
        </p:nvSpPr>
        <p:spPr>
          <a:xfrm>
            <a:off x="6729984" y="6101197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4315293" y="1829619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进度管控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4315293" y="2434468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班组协调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4315293" y="3039317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工序衔接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6895689" y="1829619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技术交底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6895689" y="2434468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方案优化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6895689" y="3039317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现场指导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4315293" y="4933585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隐患排查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4315292" y="5538434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严格培训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4315293" y="6143283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制度落实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6895689" y="4933585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材料管控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6895689" y="5538434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损耗核算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6895689" y="6143283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资源优化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3" name="矩形: 圆角 82"/>
          <p:cNvSpPr/>
          <p:nvPr/>
        </p:nvSpPr>
        <p:spPr>
          <a:xfrm>
            <a:off x="312767" y="3890551"/>
            <a:ext cx="11546493" cy="10800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4" name="矩形: 圆角 83"/>
          <p:cNvSpPr/>
          <p:nvPr/>
        </p:nvSpPr>
        <p:spPr>
          <a:xfrm rot="5400000">
            <a:off x="3467735" y="3865855"/>
            <a:ext cx="5256530" cy="10800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5" name="等腰三角形 84"/>
          <p:cNvSpPr/>
          <p:nvPr/>
        </p:nvSpPr>
        <p:spPr>
          <a:xfrm>
            <a:off x="5959272" y="1069625"/>
            <a:ext cx="273456" cy="23573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6" name="等腰三角形 85"/>
          <p:cNvSpPr/>
          <p:nvPr/>
        </p:nvSpPr>
        <p:spPr>
          <a:xfrm flipV="1">
            <a:off x="5959272" y="6481837"/>
            <a:ext cx="273456" cy="23573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7" name="等腰三角形 86"/>
          <p:cNvSpPr/>
          <p:nvPr/>
        </p:nvSpPr>
        <p:spPr>
          <a:xfrm rot="5400000" flipV="1">
            <a:off x="176039" y="3826682"/>
            <a:ext cx="273456" cy="23573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8" name="等腰三角形 87"/>
          <p:cNvSpPr/>
          <p:nvPr/>
        </p:nvSpPr>
        <p:spPr>
          <a:xfrm rot="16200000" flipH="1" flipV="1">
            <a:off x="11781828" y="3826682"/>
            <a:ext cx="273456" cy="23573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账号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06892" y="1470811"/>
            <a:ext cx="309245" cy="309245"/>
          </a:xfrm>
          <a:prstGeom prst="rect">
            <a:avLst/>
          </a:prstGeom>
        </p:spPr>
      </p:pic>
      <p:pic>
        <p:nvPicPr>
          <p:cNvPr id="5" name="图片 4" descr="评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143" y="4701908"/>
            <a:ext cx="309245" cy="309245"/>
          </a:xfrm>
          <a:prstGeom prst="rect">
            <a:avLst/>
          </a:prstGeom>
        </p:spPr>
      </p:pic>
      <p:pic>
        <p:nvPicPr>
          <p:cNvPr id="9" name="图片 8" descr="关联配置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143" y="1470811"/>
            <a:ext cx="309245" cy="309245"/>
          </a:xfrm>
          <a:prstGeom prst="rect">
            <a:avLst/>
          </a:prstGeom>
        </p:spPr>
      </p:pic>
      <p:pic>
        <p:nvPicPr>
          <p:cNvPr id="8" name="图片 7" descr="账单管理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06892" y="4701908"/>
            <a:ext cx="309245" cy="30924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: 圆角 30"/>
          <p:cNvSpPr/>
          <p:nvPr/>
        </p:nvSpPr>
        <p:spPr>
          <a:xfrm>
            <a:off x="192088" y="3392093"/>
            <a:ext cx="2666488" cy="523220"/>
          </a:xfrm>
          <a:prstGeom prst="roundRect">
            <a:avLst>
              <a:gd name="adj" fmla="val 7436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右大括号 12"/>
          <p:cNvSpPr/>
          <p:nvPr/>
        </p:nvSpPr>
        <p:spPr>
          <a:xfrm flipH="1">
            <a:off x="7291854" y="1511595"/>
            <a:ext cx="1735187" cy="4242388"/>
          </a:xfrm>
          <a:prstGeom prst="rightBrace">
            <a:avLst>
              <a:gd name="adj1" fmla="val 36619"/>
              <a:gd name="adj2" fmla="val 50000"/>
            </a:avLst>
          </a:prstGeom>
          <a:noFill/>
          <a:ln w="203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4" name="直接连接符 13"/>
          <p:cNvCxnSpPr>
            <a:endCxn id="13" idx="1"/>
          </p:cNvCxnSpPr>
          <p:nvPr/>
        </p:nvCxnSpPr>
        <p:spPr>
          <a:xfrm flipH="1">
            <a:off x="7291854" y="3632789"/>
            <a:ext cx="1735188" cy="0"/>
          </a:xfrm>
          <a:prstGeom prst="line">
            <a:avLst/>
          </a:prstGeom>
          <a:ln w="203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右大括号 17"/>
          <p:cNvSpPr/>
          <p:nvPr/>
        </p:nvSpPr>
        <p:spPr>
          <a:xfrm>
            <a:off x="3072808" y="1511595"/>
            <a:ext cx="1827336" cy="4242388"/>
          </a:xfrm>
          <a:prstGeom prst="rightBrace">
            <a:avLst>
              <a:gd name="adj1" fmla="val 36619"/>
              <a:gd name="adj2" fmla="val 50000"/>
            </a:avLst>
          </a:prstGeom>
          <a:noFill/>
          <a:ln w="203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9" name="直接连接符 18"/>
          <p:cNvCxnSpPr>
            <a:endCxn id="18" idx="1"/>
          </p:cNvCxnSpPr>
          <p:nvPr/>
        </p:nvCxnSpPr>
        <p:spPr>
          <a:xfrm>
            <a:off x="3072808" y="3632789"/>
            <a:ext cx="1827336" cy="0"/>
          </a:xfrm>
          <a:prstGeom prst="line">
            <a:avLst/>
          </a:prstGeom>
          <a:ln w="203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87398" y="63770"/>
            <a:ext cx="51539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工作问题及改进方法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912357" y="2803117"/>
            <a:ext cx="2367286" cy="82967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912357" y="3632790"/>
            <a:ext cx="2367286" cy="82967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4070473" y="2803117"/>
            <a:ext cx="1659345" cy="1659345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6462181" y="2803117"/>
            <a:ext cx="1659345" cy="1659345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192088" y="1249985"/>
            <a:ext cx="2666488" cy="523220"/>
          </a:xfrm>
          <a:prstGeom prst="roundRect">
            <a:avLst>
              <a:gd name="adj" fmla="val 7436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2" name="矩形: 圆角 31"/>
          <p:cNvSpPr/>
          <p:nvPr/>
        </p:nvSpPr>
        <p:spPr>
          <a:xfrm>
            <a:off x="192088" y="5365565"/>
            <a:ext cx="2666488" cy="523220"/>
          </a:xfrm>
          <a:prstGeom prst="roundRect">
            <a:avLst>
              <a:gd name="adj" fmla="val 7436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3" name="矩形: 圆角 32"/>
          <p:cNvSpPr/>
          <p:nvPr/>
        </p:nvSpPr>
        <p:spPr>
          <a:xfrm>
            <a:off x="9369937" y="1249985"/>
            <a:ext cx="2666488" cy="523220"/>
          </a:xfrm>
          <a:prstGeom prst="roundRect">
            <a:avLst>
              <a:gd name="adj" fmla="val 7436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4" name="矩形: 圆角 33"/>
          <p:cNvSpPr/>
          <p:nvPr/>
        </p:nvSpPr>
        <p:spPr>
          <a:xfrm>
            <a:off x="9369937" y="3392093"/>
            <a:ext cx="2666488" cy="523220"/>
          </a:xfrm>
          <a:prstGeom prst="roundRect">
            <a:avLst>
              <a:gd name="adj" fmla="val 7436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5" name="矩形: 圆角 34"/>
          <p:cNvSpPr/>
          <p:nvPr/>
        </p:nvSpPr>
        <p:spPr>
          <a:xfrm>
            <a:off x="9369937" y="5365565"/>
            <a:ext cx="2666488" cy="523220"/>
          </a:xfrm>
          <a:prstGeom prst="roundRect">
            <a:avLst>
              <a:gd name="adj" fmla="val 7436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192259" y="3603839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工作问题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6583968" y="3603839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改进方法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24994" y="1311540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新客获取难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87345" y="1847193"/>
            <a:ext cx="2771229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季度新注册用户仅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2.1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万，较目标缺口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，主流渠道获客同比上升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18%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87346" y="3954096"/>
            <a:ext cx="277123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日留存率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，低于行业均值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个百分点，新用户当周活跃不足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87346" y="5927568"/>
            <a:ext cx="2771228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合作的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个第三方渠道中，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个渠道用户转化率不足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，资源浪费明显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224994" y="3453648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留存率偏低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224994" y="5427120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渠道质量参差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9809128" y="1311540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拓展新渠道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9552647" y="3453648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优化留存策略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9552647" y="5427120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筛选优质渠道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7" name="Rounded Rectangle 22+"/>
          <p:cNvSpPr/>
          <p:nvPr/>
        </p:nvSpPr>
        <p:spPr>
          <a:xfrm>
            <a:off x="2180466" y="1249985"/>
            <a:ext cx="680484" cy="523220"/>
          </a:xfrm>
          <a:prstGeom prst="roundRect">
            <a:avLst>
              <a:gd name="adj" fmla="val 743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8" name="Rounded Rectangle 30+"/>
          <p:cNvSpPr/>
          <p:nvPr/>
        </p:nvSpPr>
        <p:spPr>
          <a:xfrm>
            <a:off x="2180466" y="3392093"/>
            <a:ext cx="680484" cy="523220"/>
          </a:xfrm>
          <a:prstGeom prst="roundRect">
            <a:avLst>
              <a:gd name="adj" fmla="val 743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Rounded Rectangle 31+"/>
          <p:cNvSpPr/>
          <p:nvPr/>
        </p:nvSpPr>
        <p:spPr>
          <a:xfrm>
            <a:off x="2180466" y="5365565"/>
            <a:ext cx="680484" cy="523220"/>
          </a:xfrm>
          <a:prstGeom prst="roundRect">
            <a:avLst>
              <a:gd name="adj" fmla="val 743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Rounded Rectangle 32+"/>
          <p:cNvSpPr/>
          <p:nvPr/>
        </p:nvSpPr>
        <p:spPr>
          <a:xfrm>
            <a:off x="11355941" y="1249985"/>
            <a:ext cx="680484" cy="523220"/>
          </a:xfrm>
          <a:prstGeom prst="roundRect">
            <a:avLst>
              <a:gd name="adj" fmla="val 74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Rounded Rectangle 33+"/>
          <p:cNvSpPr/>
          <p:nvPr/>
        </p:nvSpPr>
        <p:spPr>
          <a:xfrm>
            <a:off x="11355941" y="3392093"/>
            <a:ext cx="680484" cy="523220"/>
          </a:xfrm>
          <a:prstGeom prst="roundRect">
            <a:avLst>
              <a:gd name="adj" fmla="val 74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Rounded Rectangle 34+"/>
          <p:cNvSpPr/>
          <p:nvPr/>
        </p:nvSpPr>
        <p:spPr>
          <a:xfrm>
            <a:off x="11355941" y="5365565"/>
            <a:ext cx="680484" cy="523220"/>
          </a:xfrm>
          <a:prstGeom prst="roundRect">
            <a:avLst>
              <a:gd name="adj" fmla="val 74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9369937" y="1847193"/>
            <a:ext cx="2743525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本月接入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个垂直类内容平台，测试期获客降低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，计划加大投放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9369937" y="3954096"/>
            <a:ext cx="2743525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推出新用户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日任务体系，试点用户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日留存率提升至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41%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，将各方面推广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9369937" y="5927568"/>
            <a:ext cx="274352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暂停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个低效渠道合作，将资源倾斜给转化率超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3%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的核心渠道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2" name="等腰三角形 71"/>
          <p:cNvSpPr/>
          <p:nvPr/>
        </p:nvSpPr>
        <p:spPr>
          <a:xfrm>
            <a:off x="4882632" y="1079797"/>
            <a:ext cx="2428274" cy="1582594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3" name="等腰三角形 72"/>
          <p:cNvSpPr/>
          <p:nvPr/>
        </p:nvSpPr>
        <p:spPr>
          <a:xfrm flipV="1">
            <a:off x="4881862" y="4635823"/>
            <a:ext cx="2428274" cy="158259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5311939" y="2123062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用户增长乏力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5311170" y="492280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严格施策破局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账号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66086" y="3499080"/>
            <a:ext cx="309245" cy="309245"/>
          </a:xfrm>
          <a:prstGeom prst="rect">
            <a:avLst/>
          </a:prstGeom>
        </p:spPr>
      </p:pic>
      <p:pic>
        <p:nvPicPr>
          <p:cNvPr id="2" name="图片 1" descr="评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66086" y="1356972"/>
            <a:ext cx="309245" cy="309245"/>
          </a:xfrm>
          <a:prstGeom prst="rect">
            <a:avLst/>
          </a:prstGeom>
        </p:spPr>
      </p:pic>
      <p:pic>
        <p:nvPicPr>
          <p:cNvPr id="9" name="图片 8" descr="关联配置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66086" y="5472552"/>
            <a:ext cx="309245" cy="309245"/>
          </a:xfrm>
          <a:prstGeom prst="rect">
            <a:avLst/>
          </a:prstGeom>
        </p:spPr>
      </p:pic>
      <p:pic>
        <p:nvPicPr>
          <p:cNvPr id="10" name="图片 9" descr="视角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41561" y="3499080"/>
            <a:ext cx="309245" cy="309245"/>
          </a:xfrm>
          <a:prstGeom prst="rect">
            <a:avLst/>
          </a:prstGeom>
        </p:spPr>
      </p:pic>
      <p:pic>
        <p:nvPicPr>
          <p:cNvPr id="11" name="图片 10" descr="表格填写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541561" y="1356972"/>
            <a:ext cx="309245" cy="309245"/>
          </a:xfrm>
          <a:prstGeom prst="rect">
            <a:avLst/>
          </a:prstGeom>
        </p:spPr>
      </p:pic>
      <p:pic>
        <p:nvPicPr>
          <p:cNvPr id="17" name="图片 16" descr="账单管理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541561" y="5472552"/>
            <a:ext cx="309245" cy="309245"/>
          </a:xfrm>
          <a:prstGeom prst="rect">
            <a:avLst/>
          </a:prstGeom>
        </p:spPr>
      </p:pic>
      <p:pic>
        <p:nvPicPr>
          <p:cNvPr id="20" name="图片 19" descr="统计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928360" y="1665605"/>
            <a:ext cx="331470" cy="331470"/>
          </a:xfrm>
          <a:prstGeom prst="rect">
            <a:avLst/>
          </a:prstGeom>
        </p:spPr>
      </p:pic>
      <p:pic>
        <p:nvPicPr>
          <p:cNvPr id="21" name="图片 20" descr="评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8830" y="3096895"/>
            <a:ext cx="452755" cy="452755"/>
          </a:xfrm>
          <a:prstGeom prst="rect">
            <a:avLst/>
          </a:prstGeom>
        </p:spPr>
      </p:pic>
      <p:pic>
        <p:nvPicPr>
          <p:cNvPr id="22" name="图片 21" descr="关联配置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0551" y="3082290"/>
            <a:ext cx="522605" cy="522605"/>
          </a:xfrm>
          <a:prstGeom prst="rect">
            <a:avLst/>
          </a:prstGeom>
        </p:spPr>
      </p:pic>
      <p:pic>
        <p:nvPicPr>
          <p:cNvPr id="24" name="图片 23" descr="视角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01372" y="5313045"/>
            <a:ext cx="389255" cy="389255"/>
          </a:xfrm>
          <a:prstGeom prst="rect">
            <a:avLst/>
          </a:prstGeom>
        </p:spPr>
      </p:pic>
    </p:spTree>
    <p:custDataLst>
      <p:tags r:id="rId15"/>
    </p:custData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: 圆角 10"/>
          <p:cNvSpPr/>
          <p:nvPr/>
        </p:nvSpPr>
        <p:spPr>
          <a:xfrm>
            <a:off x="192088" y="1356663"/>
            <a:ext cx="4802697" cy="548640"/>
          </a:xfrm>
          <a:prstGeom prst="roundRect">
            <a:avLst>
              <a:gd name="adj" fmla="val 17162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7233728" y="1356663"/>
            <a:ext cx="4802697" cy="548640"/>
          </a:xfrm>
          <a:prstGeom prst="roundRect">
            <a:avLst>
              <a:gd name="adj" fmla="val 17162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192088" y="3615579"/>
            <a:ext cx="4802697" cy="548640"/>
          </a:xfrm>
          <a:prstGeom prst="roundRect">
            <a:avLst>
              <a:gd name="adj" fmla="val 17162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7233728" y="3615579"/>
            <a:ext cx="4802697" cy="548640"/>
          </a:xfrm>
          <a:prstGeom prst="roundRect">
            <a:avLst>
              <a:gd name="adj" fmla="val 17162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22958" y="63770"/>
            <a:ext cx="37859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SWOT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分析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" name="任意多边形: 形状 60"/>
          <p:cNvSpPr/>
          <p:nvPr/>
        </p:nvSpPr>
        <p:spPr>
          <a:xfrm>
            <a:off x="4709160" y="1383459"/>
            <a:ext cx="2773680" cy="2773680"/>
          </a:xfrm>
          <a:custGeom>
            <a:avLst/>
            <a:gdLst>
              <a:gd name="connsiteX0" fmla="*/ 510782 w 1141615"/>
              <a:gd name="connsiteY0" fmla="*/ 24796 h 1141615"/>
              <a:gd name="connsiteX1" fmla="*/ 630754 w 1141615"/>
              <a:gd name="connsiteY1" fmla="*/ 24789 h 1141615"/>
              <a:gd name="connsiteX2" fmla="*/ 630760 w 1141615"/>
              <a:gd name="connsiteY2" fmla="*/ 24796 h 1141615"/>
              <a:gd name="connsiteX3" fmla="*/ 1116728 w 1141615"/>
              <a:gd name="connsiteY3" fmla="*/ 510764 h 1141615"/>
              <a:gd name="connsiteX4" fmla="*/ 1116735 w 1141615"/>
              <a:gd name="connsiteY4" fmla="*/ 630736 h 1141615"/>
              <a:gd name="connsiteX5" fmla="*/ 1116728 w 1141615"/>
              <a:gd name="connsiteY5" fmla="*/ 630742 h 1141615"/>
              <a:gd name="connsiteX6" fmla="*/ 630760 w 1141615"/>
              <a:gd name="connsiteY6" fmla="*/ 1116710 h 1141615"/>
              <a:gd name="connsiteX7" fmla="*/ 510788 w 1141615"/>
              <a:gd name="connsiteY7" fmla="*/ 1116717 h 1141615"/>
              <a:gd name="connsiteX8" fmla="*/ 510782 w 1141615"/>
              <a:gd name="connsiteY8" fmla="*/ 1116710 h 1141615"/>
              <a:gd name="connsiteX9" fmla="*/ 24814 w 1141615"/>
              <a:gd name="connsiteY9" fmla="*/ 630742 h 1141615"/>
              <a:gd name="connsiteX10" fmla="*/ 24807 w 1141615"/>
              <a:gd name="connsiteY10" fmla="*/ 510770 h 1141615"/>
              <a:gd name="connsiteX11" fmla="*/ 24814 w 1141615"/>
              <a:gd name="connsiteY11" fmla="*/ 510764 h 114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615" h="1141615">
                <a:moveTo>
                  <a:pt x="510782" y="24796"/>
                </a:moveTo>
                <a:cubicBezTo>
                  <a:pt x="543909" y="-8338"/>
                  <a:pt x="597620" y="-8338"/>
                  <a:pt x="630754" y="24789"/>
                </a:cubicBezTo>
                <a:cubicBezTo>
                  <a:pt x="630754" y="24789"/>
                  <a:pt x="630760" y="24796"/>
                  <a:pt x="630760" y="24796"/>
                </a:cubicBezTo>
                <a:lnTo>
                  <a:pt x="1116728" y="510764"/>
                </a:lnTo>
                <a:cubicBezTo>
                  <a:pt x="1149862" y="543892"/>
                  <a:pt x="1149862" y="597603"/>
                  <a:pt x="1116735" y="630736"/>
                </a:cubicBezTo>
                <a:cubicBezTo>
                  <a:pt x="1116735" y="630736"/>
                  <a:pt x="1116728" y="630742"/>
                  <a:pt x="1116728" y="630742"/>
                </a:cubicBezTo>
                <a:lnTo>
                  <a:pt x="630760" y="1116710"/>
                </a:lnTo>
                <a:cubicBezTo>
                  <a:pt x="597633" y="1149844"/>
                  <a:pt x="543922" y="1149844"/>
                  <a:pt x="510788" y="1116717"/>
                </a:cubicBezTo>
                <a:cubicBezTo>
                  <a:pt x="510788" y="1116717"/>
                  <a:pt x="510782" y="1116710"/>
                  <a:pt x="510782" y="1116710"/>
                </a:cubicBezTo>
                <a:lnTo>
                  <a:pt x="24814" y="630742"/>
                </a:lnTo>
                <a:cubicBezTo>
                  <a:pt x="-8320" y="597614"/>
                  <a:pt x="-8320" y="543903"/>
                  <a:pt x="24807" y="510770"/>
                </a:cubicBezTo>
                <a:cubicBezTo>
                  <a:pt x="24807" y="510770"/>
                  <a:pt x="24814" y="510764"/>
                  <a:pt x="24814" y="510764"/>
                </a:cubicBezTo>
                <a:close/>
              </a:path>
            </a:pathLst>
          </a:custGeom>
          <a:solidFill>
            <a:schemeClr val="accent1"/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3" name="任意多边形: 形状 60"/>
          <p:cNvSpPr/>
          <p:nvPr/>
        </p:nvSpPr>
        <p:spPr>
          <a:xfrm>
            <a:off x="4328160" y="1067104"/>
            <a:ext cx="1127760" cy="1127760"/>
          </a:xfrm>
          <a:custGeom>
            <a:avLst/>
            <a:gdLst>
              <a:gd name="connsiteX0" fmla="*/ 510782 w 1141615"/>
              <a:gd name="connsiteY0" fmla="*/ 24796 h 1141615"/>
              <a:gd name="connsiteX1" fmla="*/ 630754 w 1141615"/>
              <a:gd name="connsiteY1" fmla="*/ 24789 h 1141615"/>
              <a:gd name="connsiteX2" fmla="*/ 630760 w 1141615"/>
              <a:gd name="connsiteY2" fmla="*/ 24796 h 1141615"/>
              <a:gd name="connsiteX3" fmla="*/ 1116728 w 1141615"/>
              <a:gd name="connsiteY3" fmla="*/ 510764 h 1141615"/>
              <a:gd name="connsiteX4" fmla="*/ 1116735 w 1141615"/>
              <a:gd name="connsiteY4" fmla="*/ 630736 h 1141615"/>
              <a:gd name="connsiteX5" fmla="*/ 1116728 w 1141615"/>
              <a:gd name="connsiteY5" fmla="*/ 630742 h 1141615"/>
              <a:gd name="connsiteX6" fmla="*/ 630760 w 1141615"/>
              <a:gd name="connsiteY6" fmla="*/ 1116710 h 1141615"/>
              <a:gd name="connsiteX7" fmla="*/ 510788 w 1141615"/>
              <a:gd name="connsiteY7" fmla="*/ 1116717 h 1141615"/>
              <a:gd name="connsiteX8" fmla="*/ 510782 w 1141615"/>
              <a:gd name="connsiteY8" fmla="*/ 1116710 h 1141615"/>
              <a:gd name="connsiteX9" fmla="*/ 24814 w 1141615"/>
              <a:gd name="connsiteY9" fmla="*/ 630742 h 1141615"/>
              <a:gd name="connsiteX10" fmla="*/ 24807 w 1141615"/>
              <a:gd name="connsiteY10" fmla="*/ 510770 h 1141615"/>
              <a:gd name="connsiteX11" fmla="*/ 24814 w 1141615"/>
              <a:gd name="connsiteY11" fmla="*/ 510764 h 114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615" h="1141615">
                <a:moveTo>
                  <a:pt x="510782" y="24796"/>
                </a:moveTo>
                <a:cubicBezTo>
                  <a:pt x="543909" y="-8338"/>
                  <a:pt x="597620" y="-8338"/>
                  <a:pt x="630754" y="24789"/>
                </a:cubicBezTo>
                <a:cubicBezTo>
                  <a:pt x="630754" y="24789"/>
                  <a:pt x="630760" y="24796"/>
                  <a:pt x="630760" y="24796"/>
                </a:cubicBezTo>
                <a:lnTo>
                  <a:pt x="1116728" y="510764"/>
                </a:lnTo>
                <a:cubicBezTo>
                  <a:pt x="1149862" y="543892"/>
                  <a:pt x="1149862" y="597603"/>
                  <a:pt x="1116735" y="630736"/>
                </a:cubicBezTo>
                <a:cubicBezTo>
                  <a:pt x="1116735" y="630736"/>
                  <a:pt x="1116728" y="630742"/>
                  <a:pt x="1116728" y="630742"/>
                </a:cubicBezTo>
                <a:lnTo>
                  <a:pt x="630760" y="1116710"/>
                </a:lnTo>
                <a:cubicBezTo>
                  <a:pt x="597633" y="1149844"/>
                  <a:pt x="543922" y="1149844"/>
                  <a:pt x="510788" y="1116717"/>
                </a:cubicBezTo>
                <a:cubicBezTo>
                  <a:pt x="510788" y="1116717"/>
                  <a:pt x="510782" y="1116710"/>
                  <a:pt x="510782" y="1116710"/>
                </a:cubicBezTo>
                <a:lnTo>
                  <a:pt x="24814" y="630742"/>
                </a:lnTo>
                <a:cubicBezTo>
                  <a:pt x="-8320" y="597614"/>
                  <a:pt x="-8320" y="543903"/>
                  <a:pt x="24807" y="510770"/>
                </a:cubicBezTo>
                <a:cubicBezTo>
                  <a:pt x="24807" y="510770"/>
                  <a:pt x="24814" y="510764"/>
                  <a:pt x="24814" y="510764"/>
                </a:cubicBezTo>
                <a:close/>
              </a:path>
            </a:pathLst>
          </a:custGeom>
          <a:solidFill>
            <a:schemeClr val="accent1"/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8" name="任意多边形: 形状 60"/>
          <p:cNvSpPr/>
          <p:nvPr/>
        </p:nvSpPr>
        <p:spPr>
          <a:xfrm>
            <a:off x="6710128" y="1067104"/>
            <a:ext cx="1127760" cy="1127760"/>
          </a:xfrm>
          <a:custGeom>
            <a:avLst/>
            <a:gdLst>
              <a:gd name="connsiteX0" fmla="*/ 510782 w 1141615"/>
              <a:gd name="connsiteY0" fmla="*/ 24796 h 1141615"/>
              <a:gd name="connsiteX1" fmla="*/ 630754 w 1141615"/>
              <a:gd name="connsiteY1" fmla="*/ 24789 h 1141615"/>
              <a:gd name="connsiteX2" fmla="*/ 630760 w 1141615"/>
              <a:gd name="connsiteY2" fmla="*/ 24796 h 1141615"/>
              <a:gd name="connsiteX3" fmla="*/ 1116728 w 1141615"/>
              <a:gd name="connsiteY3" fmla="*/ 510764 h 1141615"/>
              <a:gd name="connsiteX4" fmla="*/ 1116735 w 1141615"/>
              <a:gd name="connsiteY4" fmla="*/ 630736 h 1141615"/>
              <a:gd name="connsiteX5" fmla="*/ 1116728 w 1141615"/>
              <a:gd name="connsiteY5" fmla="*/ 630742 h 1141615"/>
              <a:gd name="connsiteX6" fmla="*/ 630760 w 1141615"/>
              <a:gd name="connsiteY6" fmla="*/ 1116710 h 1141615"/>
              <a:gd name="connsiteX7" fmla="*/ 510788 w 1141615"/>
              <a:gd name="connsiteY7" fmla="*/ 1116717 h 1141615"/>
              <a:gd name="connsiteX8" fmla="*/ 510782 w 1141615"/>
              <a:gd name="connsiteY8" fmla="*/ 1116710 h 1141615"/>
              <a:gd name="connsiteX9" fmla="*/ 24814 w 1141615"/>
              <a:gd name="connsiteY9" fmla="*/ 630742 h 1141615"/>
              <a:gd name="connsiteX10" fmla="*/ 24807 w 1141615"/>
              <a:gd name="connsiteY10" fmla="*/ 510770 h 1141615"/>
              <a:gd name="connsiteX11" fmla="*/ 24814 w 1141615"/>
              <a:gd name="connsiteY11" fmla="*/ 510764 h 114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615" h="1141615">
                <a:moveTo>
                  <a:pt x="510782" y="24796"/>
                </a:moveTo>
                <a:cubicBezTo>
                  <a:pt x="543909" y="-8338"/>
                  <a:pt x="597620" y="-8338"/>
                  <a:pt x="630754" y="24789"/>
                </a:cubicBezTo>
                <a:cubicBezTo>
                  <a:pt x="630754" y="24789"/>
                  <a:pt x="630760" y="24796"/>
                  <a:pt x="630760" y="24796"/>
                </a:cubicBezTo>
                <a:lnTo>
                  <a:pt x="1116728" y="510764"/>
                </a:lnTo>
                <a:cubicBezTo>
                  <a:pt x="1149862" y="543892"/>
                  <a:pt x="1149862" y="597603"/>
                  <a:pt x="1116735" y="630736"/>
                </a:cubicBezTo>
                <a:cubicBezTo>
                  <a:pt x="1116735" y="630736"/>
                  <a:pt x="1116728" y="630742"/>
                  <a:pt x="1116728" y="630742"/>
                </a:cubicBezTo>
                <a:lnTo>
                  <a:pt x="630760" y="1116710"/>
                </a:lnTo>
                <a:cubicBezTo>
                  <a:pt x="597633" y="1149844"/>
                  <a:pt x="543922" y="1149844"/>
                  <a:pt x="510788" y="1116717"/>
                </a:cubicBezTo>
                <a:cubicBezTo>
                  <a:pt x="510788" y="1116717"/>
                  <a:pt x="510782" y="1116710"/>
                  <a:pt x="510782" y="1116710"/>
                </a:cubicBezTo>
                <a:lnTo>
                  <a:pt x="24814" y="630742"/>
                </a:lnTo>
                <a:cubicBezTo>
                  <a:pt x="-8320" y="597614"/>
                  <a:pt x="-8320" y="543903"/>
                  <a:pt x="24807" y="510770"/>
                </a:cubicBezTo>
                <a:cubicBezTo>
                  <a:pt x="24807" y="510770"/>
                  <a:pt x="24814" y="510764"/>
                  <a:pt x="24814" y="510764"/>
                </a:cubicBezTo>
                <a:close/>
              </a:path>
            </a:pathLst>
          </a:custGeom>
          <a:solidFill>
            <a:schemeClr val="accent1"/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9" name="任意多边形: 形状 60"/>
          <p:cNvSpPr/>
          <p:nvPr/>
        </p:nvSpPr>
        <p:spPr>
          <a:xfrm>
            <a:off x="4328160" y="3326019"/>
            <a:ext cx="1127760" cy="1127760"/>
          </a:xfrm>
          <a:custGeom>
            <a:avLst/>
            <a:gdLst>
              <a:gd name="connsiteX0" fmla="*/ 510782 w 1141615"/>
              <a:gd name="connsiteY0" fmla="*/ 24796 h 1141615"/>
              <a:gd name="connsiteX1" fmla="*/ 630754 w 1141615"/>
              <a:gd name="connsiteY1" fmla="*/ 24789 h 1141615"/>
              <a:gd name="connsiteX2" fmla="*/ 630760 w 1141615"/>
              <a:gd name="connsiteY2" fmla="*/ 24796 h 1141615"/>
              <a:gd name="connsiteX3" fmla="*/ 1116728 w 1141615"/>
              <a:gd name="connsiteY3" fmla="*/ 510764 h 1141615"/>
              <a:gd name="connsiteX4" fmla="*/ 1116735 w 1141615"/>
              <a:gd name="connsiteY4" fmla="*/ 630736 h 1141615"/>
              <a:gd name="connsiteX5" fmla="*/ 1116728 w 1141615"/>
              <a:gd name="connsiteY5" fmla="*/ 630742 h 1141615"/>
              <a:gd name="connsiteX6" fmla="*/ 630760 w 1141615"/>
              <a:gd name="connsiteY6" fmla="*/ 1116710 h 1141615"/>
              <a:gd name="connsiteX7" fmla="*/ 510788 w 1141615"/>
              <a:gd name="connsiteY7" fmla="*/ 1116717 h 1141615"/>
              <a:gd name="connsiteX8" fmla="*/ 510782 w 1141615"/>
              <a:gd name="connsiteY8" fmla="*/ 1116710 h 1141615"/>
              <a:gd name="connsiteX9" fmla="*/ 24814 w 1141615"/>
              <a:gd name="connsiteY9" fmla="*/ 630742 h 1141615"/>
              <a:gd name="connsiteX10" fmla="*/ 24807 w 1141615"/>
              <a:gd name="connsiteY10" fmla="*/ 510770 h 1141615"/>
              <a:gd name="connsiteX11" fmla="*/ 24814 w 1141615"/>
              <a:gd name="connsiteY11" fmla="*/ 510764 h 114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615" h="1141615">
                <a:moveTo>
                  <a:pt x="510782" y="24796"/>
                </a:moveTo>
                <a:cubicBezTo>
                  <a:pt x="543909" y="-8338"/>
                  <a:pt x="597620" y="-8338"/>
                  <a:pt x="630754" y="24789"/>
                </a:cubicBezTo>
                <a:cubicBezTo>
                  <a:pt x="630754" y="24789"/>
                  <a:pt x="630760" y="24796"/>
                  <a:pt x="630760" y="24796"/>
                </a:cubicBezTo>
                <a:lnTo>
                  <a:pt x="1116728" y="510764"/>
                </a:lnTo>
                <a:cubicBezTo>
                  <a:pt x="1149862" y="543892"/>
                  <a:pt x="1149862" y="597603"/>
                  <a:pt x="1116735" y="630736"/>
                </a:cubicBezTo>
                <a:cubicBezTo>
                  <a:pt x="1116735" y="630736"/>
                  <a:pt x="1116728" y="630742"/>
                  <a:pt x="1116728" y="630742"/>
                </a:cubicBezTo>
                <a:lnTo>
                  <a:pt x="630760" y="1116710"/>
                </a:lnTo>
                <a:cubicBezTo>
                  <a:pt x="597633" y="1149844"/>
                  <a:pt x="543922" y="1149844"/>
                  <a:pt x="510788" y="1116717"/>
                </a:cubicBezTo>
                <a:cubicBezTo>
                  <a:pt x="510788" y="1116717"/>
                  <a:pt x="510782" y="1116710"/>
                  <a:pt x="510782" y="1116710"/>
                </a:cubicBezTo>
                <a:lnTo>
                  <a:pt x="24814" y="630742"/>
                </a:lnTo>
                <a:cubicBezTo>
                  <a:pt x="-8320" y="597614"/>
                  <a:pt x="-8320" y="543903"/>
                  <a:pt x="24807" y="510770"/>
                </a:cubicBezTo>
                <a:cubicBezTo>
                  <a:pt x="24807" y="510770"/>
                  <a:pt x="24814" y="510764"/>
                  <a:pt x="24814" y="510764"/>
                </a:cubicBezTo>
                <a:close/>
              </a:path>
            </a:pathLst>
          </a:custGeom>
          <a:solidFill>
            <a:schemeClr val="accent1"/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10" name="任意多边形: 形状 60"/>
          <p:cNvSpPr/>
          <p:nvPr/>
        </p:nvSpPr>
        <p:spPr>
          <a:xfrm>
            <a:off x="6710128" y="3326019"/>
            <a:ext cx="1127760" cy="1127760"/>
          </a:xfrm>
          <a:custGeom>
            <a:avLst/>
            <a:gdLst>
              <a:gd name="connsiteX0" fmla="*/ 510782 w 1141615"/>
              <a:gd name="connsiteY0" fmla="*/ 24796 h 1141615"/>
              <a:gd name="connsiteX1" fmla="*/ 630754 w 1141615"/>
              <a:gd name="connsiteY1" fmla="*/ 24789 h 1141615"/>
              <a:gd name="connsiteX2" fmla="*/ 630760 w 1141615"/>
              <a:gd name="connsiteY2" fmla="*/ 24796 h 1141615"/>
              <a:gd name="connsiteX3" fmla="*/ 1116728 w 1141615"/>
              <a:gd name="connsiteY3" fmla="*/ 510764 h 1141615"/>
              <a:gd name="connsiteX4" fmla="*/ 1116735 w 1141615"/>
              <a:gd name="connsiteY4" fmla="*/ 630736 h 1141615"/>
              <a:gd name="connsiteX5" fmla="*/ 1116728 w 1141615"/>
              <a:gd name="connsiteY5" fmla="*/ 630742 h 1141615"/>
              <a:gd name="connsiteX6" fmla="*/ 630760 w 1141615"/>
              <a:gd name="connsiteY6" fmla="*/ 1116710 h 1141615"/>
              <a:gd name="connsiteX7" fmla="*/ 510788 w 1141615"/>
              <a:gd name="connsiteY7" fmla="*/ 1116717 h 1141615"/>
              <a:gd name="connsiteX8" fmla="*/ 510782 w 1141615"/>
              <a:gd name="connsiteY8" fmla="*/ 1116710 h 1141615"/>
              <a:gd name="connsiteX9" fmla="*/ 24814 w 1141615"/>
              <a:gd name="connsiteY9" fmla="*/ 630742 h 1141615"/>
              <a:gd name="connsiteX10" fmla="*/ 24807 w 1141615"/>
              <a:gd name="connsiteY10" fmla="*/ 510770 h 1141615"/>
              <a:gd name="connsiteX11" fmla="*/ 24814 w 1141615"/>
              <a:gd name="connsiteY11" fmla="*/ 510764 h 114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615" h="1141615">
                <a:moveTo>
                  <a:pt x="510782" y="24796"/>
                </a:moveTo>
                <a:cubicBezTo>
                  <a:pt x="543909" y="-8338"/>
                  <a:pt x="597620" y="-8338"/>
                  <a:pt x="630754" y="24789"/>
                </a:cubicBezTo>
                <a:cubicBezTo>
                  <a:pt x="630754" y="24789"/>
                  <a:pt x="630760" y="24796"/>
                  <a:pt x="630760" y="24796"/>
                </a:cubicBezTo>
                <a:lnTo>
                  <a:pt x="1116728" y="510764"/>
                </a:lnTo>
                <a:cubicBezTo>
                  <a:pt x="1149862" y="543892"/>
                  <a:pt x="1149862" y="597603"/>
                  <a:pt x="1116735" y="630736"/>
                </a:cubicBezTo>
                <a:cubicBezTo>
                  <a:pt x="1116735" y="630736"/>
                  <a:pt x="1116728" y="630742"/>
                  <a:pt x="1116728" y="630742"/>
                </a:cubicBezTo>
                <a:lnTo>
                  <a:pt x="630760" y="1116710"/>
                </a:lnTo>
                <a:cubicBezTo>
                  <a:pt x="597633" y="1149844"/>
                  <a:pt x="543922" y="1149844"/>
                  <a:pt x="510788" y="1116717"/>
                </a:cubicBezTo>
                <a:cubicBezTo>
                  <a:pt x="510788" y="1116717"/>
                  <a:pt x="510782" y="1116710"/>
                  <a:pt x="510782" y="1116710"/>
                </a:cubicBezTo>
                <a:lnTo>
                  <a:pt x="24814" y="630742"/>
                </a:lnTo>
                <a:cubicBezTo>
                  <a:pt x="-8320" y="597614"/>
                  <a:pt x="-8320" y="543903"/>
                  <a:pt x="24807" y="510770"/>
                </a:cubicBezTo>
                <a:cubicBezTo>
                  <a:pt x="24807" y="510770"/>
                  <a:pt x="24814" y="510764"/>
                  <a:pt x="24814" y="510764"/>
                </a:cubicBezTo>
                <a:close/>
              </a:path>
            </a:pathLst>
          </a:custGeom>
          <a:solidFill>
            <a:schemeClr val="accent1"/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02723" y="1430928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订单转化率高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02723" y="1937019"/>
            <a:ext cx="3821592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季度开发新客户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28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，成功签约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15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家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，转化率达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53.6%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；跟进的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万美金大订单顺利交付，客户回头意向明确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02723" y="3689844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跨境电商扶持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02723" y="4170936"/>
            <a:ext cx="3821592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国家推出跨境电商出口退税新政，退税周期缩短至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天；亚马逊欧洲站开通新品流量扶持通道，符合公司产品定位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0165728" y="1430928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小语种能力缺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407400" y="1937019"/>
            <a:ext cx="3481877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面对西班牙、葡萄牙客户时沟通依赖翻译软件，响应效率低；因语言障碍错失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个潜在订单，影响欧洲市场拓展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0165728" y="3689844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海运本钱上涨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8407400" y="4170936"/>
            <a:ext cx="3481877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美西航线海运价较上季度上涨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，挤压产品利润空间；部分中小客户因运费问题暂缓下单，订单量同比下降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8" name="箭头: V 形 77"/>
          <p:cNvSpPr/>
          <p:nvPr/>
        </p:nvSpPr>
        <p:spPr>
          <a:xfrm>
            <a:off x="192088" y="5264122"/>
            <a:ext cx="2993664" cy="1441478"/>
          </a:xfrm>
          <a:prstGeom prst="chevron">
            <a:avLst>
              <a:gd name="adj" fmla="val 1562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9" name="箭头: V 形 78"/>
          <p:cNvSpPr/>
          <p:nvPr/>
        </p:nvSpPr>
        <p:spPr>
          <a:xfrm>
            <a:off x="3142312" y="5264122"/>
            <a:ext cx="2993664" cy="1441478"/>
          </a:xfrm>
          <a:prstGeom prst="chevron">
            <a:avLst>
              <a:gd name="adj" fmla="val 1562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0" name="箭头: V 形 79"/>
          <p:cNvSpPr/>
          <p:nvPr/>
        </p:nvSpPr>
        <p:spPr>
          <a:xfrm>
            <a:off x="6092537" y="5264122"/>
            <a:ext cx="2993664" cy="1441478"/>
          </a:xfrm>
          <a:prstGeom prst="chevron">
            <a:avLst>
              <a:gd name="adj" fmla="val 1562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1" name="箭头: V 形 80"/>
          <p:cNvSpPr/>
          <p:nvPr/>
        </p:nvSpPr>
        <p:spPr>
          <a:xfrm>
            <a:off x="9042761" y="5264122"/>
            <a:ext cx="2993664" cy="1441478"/>
          </a:xfrm>
          <a:prstGeom prst="chevron">
            <a:avLst>
              <a:gd name="adj" fmla="val 1562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4639407" y="1278985"/>
            <a:ext cx="50526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S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6958857" y="1278985"/>
            <a:ext cx="63030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W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4622575" y="3537901"/>
            <a:ext cx="5389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O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7019772" y="3537901"/>
            <a:ext cx="50847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T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485062" y="536296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优势总结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485062" y="5783449"/>
            <a:ext cx="2657250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干脆的客户转化与订单交付能力是业绩核心，可复制开发经验至新市场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3435286" y="536296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劣势总结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3435286" y="5783449"/>
            <a:ext cx="265725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小语种短板制约欧洲市场拓展，需尽快开展针对性语言培训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6385511" y="536296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机会总结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6385511" y="5783449"/>
            <a:ext cx="265725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借力政策与平台扶持，可加快跨境电商布局，拓宽销售渠道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9335736" y="536296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威胁总结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9335736" y="5783449"/>
            <a:ext cx="265725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需通过批量订舱、产品提价等方式缓解海运本钱上涨压力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01" name="直接连接符 100"/>
          <p:cNvCxnSpPr/>
          <p:nvPr/>
        </p:nvCxnSpPr>
        <p:spPr>
          <a:xfrm>
            <a:off x="572806" y="5763077"/>
            <a:ext cx="4667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/>
          <p:cNvCxnSpPr/>
          <p:nvPr/>
        </p:nvCxnSpPr>
        <p:spPr>
          <a:xfrm>
            <a:off x="3523270" y="5763077"/>
            <a:ext cx="4667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/>
          <p:cNvCxnSpPr/>
          <p:nvPr/>
        </p:nvCxnSpPr>
        <p:spPr>
          <a:xfrm>
            <a:off x="6494660" y="5763077"/>
            <a:ext cx="4667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/>
          <p:cNvCxnSpPr/>
          <p:nvPr/>
        </p:nvCxnSpPr>
        <p:spPr>
          <a:xfrm>
            <a:off x="9443248" y="5763077"/>
            <a:ext cx="4667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矩形 86"/>
          <p:cNvSpPr/>
          <p:nvPr/>
        </p:nvSpPr>
        <p:spPr>
          <a:xfrm>
            <a:off x="5169953" y="2397182"/>
            <a:ext cx="1826142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SWOT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自我剖析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pic>
        <p:nvPicPr>
          <p:cNvPr id="105" name="图形 104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853697" y="1874644"/>
            <a:ext cx="458654" cy="458654"/>
          </a:xfrm>
          <a:prstGeom prst="rect">
            <a:avLst/>
          </a:prstGeom>
        </p:spPr>
      </p:pic>
      <p:sp>
        <p:nvSpPr>
          <p:cNvPr id="107" name="任意多边形: 形状 60+"/>
          <p:cNvSpPr/>
          <p:nvPr/>
        </p:nvSpPr>
        <p:spPr>
          <a:xfrm>
            <a:off x="4408240" y="1147184"/>
            <a:ext cx="967600" cy="967600"/>
          </a:xfrm>
          <a:custGeom>
            <a:avLst/>
            <a:gdLst>
              <a:gd name="connsiteX0" fmla="*/ 510782 w 1141615"/>
              <a:gd name="connsiteY0" fmla="*/ 24796 h 1141615"/>
              <a:gd name="connsiteX1" fmla="*/ 630754 w 1141615"/>
              <a:gd name="connsiteY1" fmla="*/ 24789 h 1141615"/>
              <a:gd name="connsiteX2" fmla="*/ 630760 w 1141615"/>
              <a:gd name="connsiteY2" fmla="*/ 24796 h 1141615"/>
              <a:gd name="connsiteX3" fmla="*/ 1116728 w 1141615"/>
              <a:gd name="connsiteY3" fmla="*/ 510764 h 1141615"/>
              <a:gd name="connsiteX4" fmla="*/ 1116735 w 1141615"/>
              <a:gd name="connsiteY4" fmla="*/ 630736 h 1141615"/>
              <a:gd name="connsiteX5" fmla="*/ 1116728 w 1141615"/>
              <a:gd name="connsiteY5" fmla="*/ 630742 h 1141615"/>
              <a:gd name="connsiteX6" fmla="*/ 630760 w 1141615"/>
              <a:gd name="connsiteY6" fmla="*/ 1116710 h 1141615"/>
              <a:gd name="connsiteX7" fmla="*/ 510788 w 1141615"/>
              <a:gd name="connsiteY7" fmla="*/ 1116717 h 1141615"/>
              <a:gd name="connsiteX8" fmla="*/ 510782 w 1141615"/>
              <a:gd name="connsiteY8" fmla="*/ 1116710 h 1141615"/>
              <a:gd name="connsiteX9" fmla="*/ 24814 w 1141615"/>
              <a:gd name="connsiteY9" fmla="*/ 630742 h 1141615"/>
              <a:gd name="connsiteX10" fmla="*/ 24807 w 1141615"/>
              <a:gd name="connsiteY10" fmla="*/ 510770 h 1141615"/>
              <a:gd name="connsiteX11" fmla="*/ 24814 w 1141615"/>
              <a:gd name="connsiteY11" fmla="*/ 510764 h 114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615" h="1141615">
                <a:moveTo>
                  <a:pt x="510782" y="24796"/>
                </a:moveTo>
                <a:cubicBezTo>
                  <a:pt x="543909" y="-8338"/>
                  <a:pt x="597620" y="-8338"/>
                  <a:pt x="630754" y="24789"/>
                </a:cubicBezTo>
                <a:cubicBezTo>
                  <a:pt x="630754" y="24789"/>
                  <a:pt x="630760" y="24796"/>
                  <a:pt x="630760" y="24796"/>
                </a:cubicBezTo>
                <a:lnTo>
                  <a:pt x="1116728" y="510764"/>
                </a:lnTo>
                <a:cubicBezTo>
                  <a:pt x="1149862" y="543892"/>
                  <a:pt x="1149862" y="597603"/>
                  <a:pt x="1116735" y="630736"/>
                </a:cubicBezTo>
                <a:cubicBezTo>
                  <a:pt x="1116735" y="630736"/>
                  <a:pt x="1116728" y="630742"/>
                  <a:pt x="1116728" y="630742"/>
                </a:cubicBezTo>
                <a:lnTo>
                  <a:pt x="630760" y="1116710"/>
                </a:lnTo>
                <a:cubicBezTo>
                  <a:pt x="597633" y="1149844"/>
                  <a:pt x="543922" y="1149844"/>
                  <a:pt x="510788" y="1116717"/>
                </a:cubicBezTo>
                <a:cubicBezTo>
                  <a:pt x="510788" y="1116717"/>
                  <a:pt x="510782" y="1116710"/>
                  <a:pt x="510782" y="1116710"/>
                </a:cubicBezTo>
                <a:lnTo>
                  <a:pt x="24814" y="630742"/>
                </a:lnTo>
                <a:cubicBezTo>
                  <a:pt x="-8320" y="597614"/>
                  <a:pt x="-8320" y="543903"/>
                  <a:pt x="24807" y="510770"/>
                </a:cubicBezTo>
                <a:cubicBezTo>
                  <a:pt x="24807" y="510770"/>
                  <a:pt x="24814" y="510764"/>
                  <a:pt x="24814" y="510764"/>
                </a:cubicBezTo>
                <a:close/>
              </a:path>
            </a:pathLst>
          </a:custGeom>
          <a:noFill/>
          <a:ln w="605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108" name="任意多边形: 形状 60+"/>
          <p:cNvSpPr/>
          <p:nvPr/>
        </p:nvSpPr>
        <p:spPr>
          <a:xfrm>
            <a:off x="6790208" y="1147184"/>
            <a:ext cx="967600" cy="967600"/>
          </a:xfrm>
          <a:custGeom>
            <a:avLst/>
            <a:gdLst>
              <a:gd name="connsiteX0" fmla="*/ 510782 w 1141615"/>
              <a:gd name="connsiteY0" fmla="*/ 24796 h 1141615"/>
              <a:gd name="connsiteX1" fmla="*/ 630754 w 1141615"/>
              <a:gd name="connsiteY1" fmla="*/ 24789 h 1141615"/>
              <a:gd name="connsiteX2" fmla="*/ 630760 w 1141615"/>
              <a:gd name="connsiteY2" fmla="*/ 24796 h 1141615"/>
              <a:gd name="connsiteX3" fmla="*/ 1116728 w 1141615"/>
              <a:gd name="connsiteY3" fmla="*/ 510764 h 1141615"/>
              <a:gd name="connsiteX4" fmla="*/ 1116735 w 1141615"/>
              <a:gd name="connsiteY4" fmla="*/ 630736 h 1141615"/>
              <a:gd name="connsiteX5" fmla="*/ 1116728 w 1141615"/>
              <a:gd name="connsiteY5" fmla="*/ 630742 h 1141615"/>
              <a:gd name="connsiteX6" fmla="*/ 630760 w 1141615"/>
              <a:gd name="connsiteY6" fmla="*/ 1116710 h 1141615"/>
              <a:gd name="connsiteX7" fmla="*/ 510788 w 1141615"/>
              <a:gd name="connsiteY7" fmla="*/ 1116717 h 1141615"/>
              <a:gd name="connsiteX8" fmla="*/ 510782 w 1141615"/>
              <a:gd name="connsiteY8" fmla="*/ 1116710 h 1141615"/>
              <a:gd name="connsiteX9" fmla="*/ 24814 w 1141615"/>
              <a:gd name="connsiteY9" fmla="*/ 630742 h 1141615"/>
              <a:gd name="connsiteX10" fmla="*/ 24807 w 1141615"/>
              <a:gd name="connsiteY10" fmla="*/ 510770 h 1141615"/>
              <a:gd name="connsiteX11" fmla="*/ 24814 w 1141615"/>
              <a:gd name="connsiteY11" fmla="*/ 510764 h 114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615" h="1141615">
                <a:moveTo>
                  <a:pt x="510782" y="24796"/>
                </a:moveTo>
                <a:cubicBezTo>
                  <a:pt x="543909" y="-8338"/>
                  <a:pt x="597620" y="-8338"/>
                  <a:pt x="630754" y="24789"/>
                </a:cubicBezTo>
                <a:cubicBezTo>
                  <a:pt x="630754" y="24789"/>
                  <a:pt x="630760" y="24796"/>
                  <a:pt x="630760" y="24796"/>
                </a:cubicBezTo>
                <a:lnTo>
                  <a:pt x="1116728" y="510764"/>
                </a:lnTo>
                <a:cubicBezTo>
                  <a:pt x="1149862" y="543892"/>
                  <a:pt x="1149862" y="597603"/>
                  <a:pt x="1116735" y="630736"/>
                </a:cubicBezTo>
                <a:cubicBezTo>
                  <a:pt x="1116735" y="630736"/>
                  <a:pt x="1116728" y="630742"/>
                  <a:pt x="1116728" y="630742"/>
                </a:cubicBezTo>
                <a:lnTo>
                  <a:pt x="630760" y="1116710"/>
                </a:lnTo>
                <a:cubicBezTo>
                  <a:pt x="597633" y="1149844"/>
                  <a:pt x="543922" y="1149844"/>
                  <a:pt x="510788" y="1116717"/>
                </a:cubicBezTo>
                <a:cubicBezTo>
                  <a:pt x="510788" y="1116717"/>
                  <a:pt x="510782" y="1116710"/>
                  <a:pt x="510782" y="1116710"/>
                </a:cubicBezTo>
                <a:lnTo>
                  <a:pt x="24814" y="630742"/>
                </a:lnTo>
                <a:cubicBezTo>
                  <a:pt x="-8320" y="597614"/>
                  <a:pt x="-8320" y="543903"/>
                  <a:pt x="24807" y="510770"/>
                </a:cubicBezTo>
                <a:cubicBezTo>
                  <a:pt x="24807" y="510770"/>
                  <a:pt x="24814" y="510764"/>
                  <a:pt x="24814" y="510764"/>
                </a:cubicBezTo>
                <a:close/>
              </a:path>
            </a:pathLst>
          </a:custGeom>
          <a:noFill/>
          <a:ln w="605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109" name="任意多边形: 形状 60+"/>
          <p:cNvSpPr/>
          <p:nvPr/>
        </p:nvSpPr>
        <p:spPr>
          <a:xfrm>
            <a:off x="6790208" y="3406099"/>
            <a:ext cx="967600" cy="967600"/>
          </a:xfrm>
          <a:custGeom>
            <a:avLst/>
            <a:gdLst>
              <a:gd name="connsiteX0" fmla="*/ 510782 w 1141615"/>
              <a:gd name="connsiteY0" fmla="*/ 24796 h 1141615"/>
              <a:gd name="connsiteX1" fmla="*/ 630754 w 1141615"/>
              <a:gd name="connsiteY1" fmla="*/ 24789 h 1141615"/>
              <a:gd name="connsiteX2" fmla="*/ 630760 w 1141615"/>
              <a:gd name="connsiteY2" fmla="*/ 24796 h 1141615"/>
              <a:gd name="connsiteX3" fmla="*/ 1116728 w 1141615"/>
              <a:gd name="connsiteY3" fmla="*/ 510764 h 1141615"/>
              <a:gd name="connsiteX4" fmla="*/ 1116735 w 1141615"/>
              <a:gd name="connsiteY4" fmla="*/ 630736 h 1141615"/>
              <a:gd name="connsiteX5" fmla="*/ 1116728 w 1141615"/>
              <a:gd name="connsiteY5" fmla="*/ 630742 h 1141615"/>
              <a:gd name="connsiteX6" fmla="*/ 630760 w 1141615"/>
              <a:gd name="connsiteY6" fmla="*/ 1116710 h 1141615"/>
              <a:gd name="connsiteX7" fmla="*/ 510788 w 1141615"/>
              <a:gd name="connsiteY7" fmla="*/ 1116717 h 1141615"/>
              <a:gd name="connsiteX8" fmla="*/ 510782 w 1141615"/>
              <a:gd name="connsiteY8" fmla="*/ 1116710 h 1141615"/>
              <a:gd name="connsiteX9" fmla="*/ 24814 w 1141615"/>
              <a:gd name="connsiteY9" fmla="*/ 630742 h 1141615"/>
              <a:gd name="connsiteX10" fmla="*/ 24807 w 1141615"/>
              <a:gd name="connsiteY10" fmla="*/ 510770 h 1141615"/>
              <a:gd name="connsiteX11" fmla="*/ 24814 w 1141615"/>
              <a:gd name="connsiteY11" fmla="*/ 510764 h 114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615" h="1141615">
                <a:moveTo>
                  <a:pt x="510782" y="24796"/>
                </a:moveTo>
                <a:cubicBezTo>
                  <a:pt x="543909" y="-8338"/>
                  <a:pt x="597620" y="-8338"/>
                  <a:pt x="630754" y="24789"/>
                </a:cubicBezTo>
                <a:cubicBezTo>
                  <a:pt x="630754" y="24789"/>
                  <a:pt x="630760" y="24796"/>
                  <a:pt x="630760" y="24796"/>
                </a:cubicBezTo>
                <a:lnTo>
                  <a:pt x="1116728" y="510764"/>
                </a:lnTo>
                <a:cubicBezTo>
                  <a:pt x="1149862" y="543892"/>
                  <a:pt x="1149862" y="597603"/>
                  <a:pt x="1116735" y="630736"/>
                </a:cubicBezTo>
                <a:cubicBezTo>
                  <a:pt x="1116735" y="630736"/>
                  <a:pt x="1116728" y="630742"/>
                  <a:pt x="1116728" y="630742"/>
                </a:cubicBezTo>
                <a:lnTo>
                  <a:pt x="630760" y="1116710"/>
                </a:lnTo>
                <a:cubicBezTo>
                  <a:pt x="597633" y="1149844"/>
                  <a:pt x="543922" y="1149844"/>
                  <a:pt x="510788" y="1116717"/>
                </a:cubicBezTo>
                <a:cubicBezTo>
                  <a:pt x="510788" y="1116717"/>
                  <a:pt x="510782" y="1116710"/>
                  <a:pt x="510782" y="1116710"/>
                </a:cubicBezTo>
                <a:lnTo>
                  <a:pt x="24814" y="630742"/>
                </a:lnTo>
                <a:cubicBezTo>
                  <a:pt x="-8320" y="597614"/>
                  <a:pt x="-8320" y="543903"/>
                  <a:pt x="24807" y="510770"/>
                </a:cubicBezTo>
                <a:cubicBezTo>
                  <a:pt x="24807" y="510770"/>
                  <a:pt x="24814" y="510764"/>
                  <a:pt x="24814" y="510764"/>
                </a:cubicBezTo>
                <a:close/>
              </a:path>
            </a:pathLst>
          </a:custGeom>
          <a:noFill/>
          <a:ln w="605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110" name="任意多边形: 形状 60+"/>
          <p:cNvSpPr/>
          <p:nvPr/>
        </p:nvSpPr>
        <p:spPr>
          <a:xfrm>
            <a:off x="4408240" y="3406099"/>
            <a:ext cx="967600" cy="967600"/>
          </a:xfrm>
          <a:custGeom>
            <a:avLst/>
            <a:gdLst>
              <a:gd name="connsiteX0" fmla="*/ 510782 w 1141615"/>
              <a:gd name="connsiteY0" fmla="*/ 24796 h 1141615"/>
              <a:gd name="connsiteX1" fmla="*/ 630754 w 1141615"/>
              <a:gd name="connsiteY1" fmla="*/ 24789 h 1141615"/>
              <a:gd name="connsiteX2" fmla="*/ 630760 w 1141615"/>
              <a:gd name="connsiteY2" fmla="*/ 24796 h 1141615"/>
              <a:gd name="connsiteX3" fmla="*/ 1116728 w 1141615"/>
              <a:gd name="connsiteY3" fmla="*/ 510764 h 1141615"/>
              <a:gd name="connsiteX4" fmla="*/ 1116735 w 1141615"/>
              <a:gd name="connsiteY4" fmla="*/ 630736 h 1141615"/>
              <a:gd name="connsiteX5" fmla="*/ 1116728 w 1141615"/>
              <a:gd name="connsiteY5" fmla="*/ 630742 h 1141615"/>
              <a:gd name="connsiteX6" fmla="*/ 630760 w 1141615"/>
              <a:gd name="connsiteY6" fmla="*/ 1116710 h 1141615"/>
              <a:gd name="connsiteX7" fmla="*/ 510788 w 1141615"/>
              <a:gd name="connsiteY7" fmla="*/ 1116717 h 1141615"/>
              <a:gd name="connsiteX8" fmla="*/ 510782 w 1141615"/>
              <a:gd name="connsiteY8" fmla="*/ 1116710 h 1141615"/>
              <a:gd name="connsiteX9" fmla="*/ 24814 w 1141615"/>
              <a:gd name="connsiteY9" fmla="*/ 630742 h 1141615"/>
              <a:gd name="connsiteX10" fmla="*/ 24807 w 1141615"/>
              <a:gd name="connsiteY10" fmla="*/ 510770 h 1141615"/>
              <a:gd name="connsiteX11" fmla="*/ 24814 w 1141615"/>
              <a:gd name="connsiteY11" fmla="*/ 510764 h 114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615" h="1141615">
                <a:moveTo>
                  <a:pt x="510782" y="24796"/>
                </a:moveTo>
                <a:cubicBezTo>
                  <a:pt x="543909" y="-8338"/>
                  <a:pt x="597620" y="-8338"/>
                  <a:pt x="630754" y="24789"/>
                </a:cubicBezTo>
                <a:cubicBezTo>
                  <a:pt x="630754" y="24789"/>
                  <a:pt x="630760" y="24796"/>
                  <a:pt x="630760" y="24796"/>
                </a:cubicBezTo>
                <a:lnTo>
                  <a:pt x="1116728" y="510764"/>
                </a:lnTo>
                <a:cubicBezTo>
                  <a:pt x="1149862" y="543892"/>
                  <a:pt x="1149862" y="597603"/>
                  <a:pt x="1116735" y="630736"/>
                </a:cubicBezTo>
                <a:cubicBezTo>
                  <a:pt x="1116735" y="630736"/>
                  <a:pt x="1116728" y="630742"/>
                  <a:pt x="1116728" y="630742"/>
                </a:cubicBezTo>
                <a:lnTo>
                  <a:pt x="630760" y="1116710"/>
                </a:lnTo>
                <a:cubicBezTo>
                  <a:pt x="597633" y="1149844"/>
                  <a:pt x="543922" y="1149844"/>
                  <a:pt x="510788" y="1116717"/>
                </a:cubicBezTo>
                <a:cubicBezTo>
                  <a:pt x="510788" y="1116717"/>
                  <a:pt x="510782" y="1116710"/>
                  <a:pt x="510782" y="1116710"/>
                </a:cubicBezTo>
                <a:lnTo>
                  <a:pt x="24814" y="630742"/>
                </a:lnTo>
                <a:cubicBezTo>
                  <a:pt x="-8320" y="597614"/>
                  <a:pt x="-8320" y="543903"/>
                  <a:pt x="24807" y="510770"/>
                </a:cubicBezTo>
                <a:cubicBezTo>
                  <a:pt x="24807" y="510770"/>
                  <a:pt x="24814" y="510764"/>
                  <a:pt x="24814" y="510764"/>
                </a:cubicBezTo>
                <a:close/>
              </a:path>
            </a:pathLst>
          </a:custGeom>
          <a:noFill/>
          <a:ln w="605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任意多边形: 形状 151"/>
          <p:cNvSpPr/>
          <p:nvPr/>
        </p:nvSpPr>
        <p:spPr>
          <a:xfrm>
            <a:off x="9234584" y="1060582"/>
            <a:ext cx="2032622" cy="4625165"/>
          </a:xfrm>
          <a:custGeom>
            <a:avLst/>
            <a:gdLst>
              <a:gd name="connsiteX0" fmla="*/ 60592 w 2032622"/>
              <a:gd name="connsiteY0" fmla="*/ 0 h 4847234"/>
              <a:gd name="connsiteX1" fmla="*/ 1972030 w 2032622"/>
              <a:gd name="connsiteY1" fmla="*/ 0 h 4847234"/>
              <a:gd name="connsiteX2" fmla="*/ 2032622 w 2032622"/>
              <a:gd name="connsiteY2" fmla="*/ 60592 h 4847234"/>
              <a:gd name="connsiteX3" fmla="*/ 2032622 w 2032622"/>
              <a:gd name="connsiteY3" fmla="*/ 4253260 h 4847234"/>
              <a:gd name="connsiteX4" fmla="*/ 1989791 w 2032622"/>
              <a:gd name="connsiteY4" fmla="*/ 4270702 h 4847234"/>
              <a:gd name="connsiteX5" fmla="*/ 271483 w 2032622"/>
              <a:gd name="connsiteY5" fmla="*/ 4784929 h 4847234"/>
              <a:gd name="connsiteX6" fmla="*/ 0 w 2032622"/>
              <a:gd name="connsiteY6" fmla="*/ 4847234 h 4847234"/>
              <a:gd name="connsiteX7" fmla="*/ 0 w 2032622"/>
              <a:gd name="connsiteY7" fmla="*/ 60592 h 4847234"/>
              <a:gd name="connsiteX8" fmla="*/ 60592 w 2032622"/>
              <a:gd name="connsiteY8" fmla="*/ 0 h 484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32622" h="4847234">
                <a:moveTo>
                  <a:pt x="60592" y="0"/>
                </a:moveTo>
                <a:lnTo>
                  <a:pt x="1972030" y="0"/>
                </a:lnTo>
                <a:cubicBezTo>
                  <a:pt x="2005494" y="0"/>
                  <a:pt x="2032622" y="27128"/>
                  <a:pt x="2032622" y="60592"/>
                </a:cubicBezTo>
                <a:lnTo>
                  <a:pt x="2032622" y="4253260"/>
                </a:lnTo>
                <a:lnTo>
                  <a:pt x="1989791" y="4270702"/>
                </a:lnTo>
                <a:cubicBezTo>
                  <a:pt x="1479025" y="4459508"/>
                  <a:pt x="902712" y="4632002"/>
                  <a:pt x="271483" y="4784929"/>
                </a:cubicBezTo>
                <a:lnTo>
                  <a:pt x="0" y="4847234"/>
                </a:lnTo>
                <a:lnTo>
                  <a:pt x="0" y="60592"/>
                </a:lnTo>
                <a:cubicBezTo>
                  <a:pt x="0" y="27128"/>
                  <a:pt x="27128" y="0"/>
                  <a:pt x="60592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7" name="任意多边形: 形状 166"/>
          <p:cNvSpPr/>
          <p:nvPr/>
        </p:nvSpPr>
        <p:spPr>
          <a:xfrm>
            <a:off x="4752912" y="1089025"/>
            <a:ext cx="2032622" cy="5217523"/>
          </a:xfrm>
          <a:custGeom>
            <a:avLst/>
            <a:gdLst>
              <a:gd name="connsiteX0" fmla="*/ 60592 w 2032622"/>
              <a:gd name="connsiteY0" fmla="*/ 0 h 5468033"/>
              <a:gd name="connsiteX1" fmla="*/ 1972030 w 2032622"/>
              <a:gd name="connsiteY1" fmla="*/ 0 h 5468033"/>
              <a:gd name="connsiteX2" fmla="*/ 2032622 w 2032622"/>
              <a:gd name="connsiteY2" fmla="*/ 60592 h 5468033"/>
              <a:gd name="connsiteX3" fmla="*/ 2032622 w 2032622"/>
              <a:gd name="connsiteY3" fmla="*/ 5274558 h 5468033"/>
              <a:gd name="connsiteX4" fmla="*/ 1577808 w 2032622"/>
              <a:gd name="connsiteY4" fmla="*/ 5330024 h 5468033"/>
              <a:gd name="connsiteX5" fmla="*/ 391812 w 2032622"/>
              <a:gd name="connsiteY5" fmla="*/ 5441623 h 5468033"/>
              <a:gd name="connsiteX6" fmla="*/ 0 w 2032622"/>
              <a:gd name="connsiteY6" fmla="*/ 5468033 h 5468033"/>
              <a:gd name="connsiteX7" fmla="*/ 0 w 2032622"/>
              <a:gd name="connsiteY7" fmla="*/ 60592 h 5468033"/>
              <a:gd name="connsiteX8" fmla="*/ 60592 w 2032622"/>
              <a:gd name="connsiteY8" fmla="*/ 0 h 5468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32622" h="5468033">
                <a:moveTo>
                  <a:pt x="60592" y="0"/>
                </a:moveTo>
                <a:lnTo>
                  <a:pt x="1972030" y="0"/>
                </a:lnTo>
                <a:cubicBezTo>
                  <a:pt x="2005494" y="0"/>
                  <a:pt x="2032622" y="27128"/>
                  <a:pt x="2032622" y="60592"/>
                </a:cubicBezTo>
                <a:lnTo>
                  <a:pt x="2032622" y="5274558"/>
                </a:lnTo>
                <a:lnTo>
                  <a:pt x="1577808" y="5330024"/>
                </a:lnTo>
                <a:cubicBezTo>
                  <a:pt x="1191776" y="5373472"/>
                  <a:pt x="796001" y="5410808"/>
                  <a:pt x="391812" y="5441623"/>
                </a:cubicBezTo>
                <a:lnTo>
                  <a:pt x="0" y="5468033"/>
                </a:lnTo>
                <a:lnTo>
                  <a:pt x="0" y="60592"/>
                </a:lnTo>
                <a:cubicBezTo>
                  <a:pt x="0" y="27128"/>
                  <a:pt x="27128" y="0"/>
                  <a:pt x="60592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4" name="任意多边形: 形状 133"/>
          <p:cNvSpPr/>
          <p:nvPr/>
        </p:nvSpPr>
        <p:spPr>
          <a:xfrm>
            <a:off x="178699" y="1092454"/>
            <a:ext cx="2032622" cy="5288947"/>
          </a:xfrm>
          <a:custGeom>
            <a:avLst/>
            <a:gdLst>
              <a:gd name="connsiteX0" fmla="*/ 60592 w 2032622"/>
              <a:gd name="connsiteY0" fmla="*/ 0 h 5542887"/>
              <a:gd name="connsiteX1" fmla="*/ 1972030 w 2032622"/>
              <a:gd name="connsiteY1" fmla="*/ 0 h 5542887"/>
              <a:gd name="connsiteX2" fmla="*/ 2032622 w 2032622"/>
              <a:gd name="connsiteY2" fmla="*/ 60592 h 5542887"/>
              <a:gd name="connsiteX3" fmla="*/ 2032622 w 2032622"/>
              <a:gd name="connsiteY3" fmla="*/ 5542887 h 5542887"/>
              <a:gd name="connsiteX4" fmla="*/ 1522901 w 2032622"/>
              <a:gd name="connsiteY4" fmla="*/ 5540289 h 5542887"/>
              <a:gd name="connsiteX5" fmla="*/ 616288 w 2032622"/>
              <a:gd name="connsiteY5" fmla="*/ 5513226 h 5542887"/>
              <a:gd name="connsiteX6" fmla="*/ 0 w 2032622"/>
              <a:gd name="connsiteY6" fmla="*/ 5479344 h 5542887"/>
              <a:gd name="connsiteX7" fmla="*/ 0 w 2032622"/>
              <a:gd name="connsiteY7" fmla="*/ 60592 h 5542887"/>
              <a:gd name="connsiteX8" fmla="*/ 60592 w 2032622"/>
              <a:gd name="connsiteY8" fmla="*/ 0 h 5542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32622" h="5542887">
                <a:moveTo>
                  <a:pt x="60592" y="0"/>
                </a:moveTo>
                <a:lnTo>
                  <a:pt x="1972030" y="0"/>
                </a:lnTo>
                <a:cubicBezTo>
                  <a:pt x="2005494" y="0"/>
                  <a:pt x="2032622" y="27128"/>
                  <a:pt x="2032622" y="60592"/>
                </a:cubicBezTo>
                <a:lnTo>
                  <a:pt x="2032622" y="5542887"/>
                </a:lnTo>
                <a:lnTo>
                  <a:pt x="1522901" y="5540289"/>
                </a:lnTo>
                <a:cubicBezTo>
                  <a:pt x="1217026" y="5534942"/>
                  <a:pt x="914654" y="5525872"/>
                  <a:pt x="616288" y="5513226"/>
                </a:cubicBezTo>
                <a:lnTo>
                  <a:pt x="0" y="5479344"/>
                </a:lnTo>
                <a:lnTo>
                  <a:pt x="0" y="60592"/>
                </a:lnTo>
                <a:cubicBezTo>
                  <a:pt x="0" y="27128"/>
                  <a:pt x="27128" y="0"/>
                  <a:pt x="60592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5" name="任意多边形: 形状 134"/>
          <p:cNvSpPr/>
          <p:nvPr/>
        </p:nvSpPr>
        <p:spPr>
          <a:xfrm>
            <a:off x="2473590" y="1092552"/>
            <a:ext cx="2032622" cy="5290979"/>
          </a:xfrm>
          <a:custGeom>
            <a:avLst/>
            <a:gdLst>
              <a:gd name="connsiteX0" fmla="*/ 60592 w 2032622"/>
              <a:gd name="connsiteY0" fmla="*/ 0 h 5545017"/>
              <a:gd name="connsiteX1" fmla="*/ 1972030 w 2032622"/>
              <a:gd name="connsiteY1" fmla="*/ 0 h 5545017"/>
              <a:gd name="connsiteX2" fmla="*/ 2032622 w 2032622"/>
              <a:gd name="connsiteY2" fmla="*/ 60592 h 5545017"/>
              <a:gd name="connsiteX3" fmla="*/ 2032622 w 2032622"/>
              <a:gd name="connsiteY3" fmla="*/ 5484208 h 5545017"/>
              <a:gd name="connsiteX4" fmla="*/ 1434650 w 2032622"/>
              <a:gd name="connsiteY4" fmla="*/ 5514101 h 5545017"/>
              <a:gd name="connsiteX5" fmla="*/ 155652 w 2032622"/>
              <a:gd name="connsiteY5" fmla="*/ 5545017 h 5545017"/>
              <a:gd name="connsiteX6" fmla="*/ 0 w 2032622"/>
              <a:gd name="connsiteY6" fmla="*/ 5544223 h 5545017"/>
              <a:gd name="connsiteX7" fmla="*/ 0 w 2032622"/>
              <a:gd name="connsiteY7" fmla="*/ 60592 h 5545017"/>
              <a:gd name="connsiteX8" fmla="*/ 60592 w 2032622"/>
              <a:gd name="connsiteY8" fmla="*/ 0 h 5545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32622" h="5545017">
                <a:moveTo>
                  <a:pt x="60592" y="0"/>
                </a:moveTo>
                <a:lnTo>
                  <a:pt x="1972030" y="0"/>
                </a:lnTo>
                <a:cubicBezTo>
                  <a:pt x="2005494" y="0"/>
                  <a:pt x="2032622" y="27128"/>
                  <a:pt x="2032622" y="60592"/>
                </a:cubicBezTo>
                <a:lnTo>
                  <a:pt x="2032622" y="5484208"/>
                </a:lnTo>
                <a:lnTo>
                  <a:pt x="1434650" y="5514101"/>
                </a:lnTo>
                <a:cubicBezTo>
                  <a:pt x="1014960" y="5531469"/>
                  <a:pt x="588184" y="5541910"/>
                  <a:pt x="155652" y="5545017"/>
                </a:cubicBezTo>
                <a:lnTo>
                  <a:pt x="0" y="5544223"/>
                </a:lnTo>
                <a:lnTo>
                  <a:pt x="0" y="60592"/>
                </a:lnTo>
                <a:cubicBezTo>
                  <a:pt x="0" y="27128"/>
                  <a:pt x="27128" y="0"/>
                  <a:pt x="60592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9" name="任意多边形: 形状 158"/>
          <p:cNvSpPr/>
          <p:nvPr/>
        </p:nvSpPr>
        <p:spPr>
          <a:xfrm>
            <a:off x="6979877" y="1079006"/>
            <a:ext cx="2032622" cy="5008862"/>
          </a:xfrm>
          <a:custGeom>
            <a:avLst/>
            <a:gdLst>
              <a:gd name="connsiteX0" fmla="*/ 60592 w 2032622"/>
              <a:gd name="connsiteY0" fmla="*/ 0 h 5249354"/>
              <a:gd name="connsiteX1" fmla="*/ 1972030 w 2032622"/>
              <a:gd name="connsiteY1" fmla="*/ 0 h 5249354"/>
              <a:gd name="connsiteX2" fmla="*/ 2032622 w 2032622"/>
              <a:gd name="connsiteY2" fmla="*/ 60592 h 5249354"/>
              <a:gd name="connsiteX3" fmla="*/ 2032622 w 2032622"/>
              <a:gd name="connsiteY3" fmla="*/ 4897960 h 5249354"/>
              <a:gd name="connsiteX4" fmla="*/ 1539487 w 2032622"/>
              <a:gd name="connsiteY4" fmla="*/ 4999235 h 5249354"/>
              <a:gd name="connsiteX5" fmla="*/ 478381 w 2032622"/>
              <a:gd name="connsiteY5" fmla="*/ 5181748 h 5249354"/>
              <a:gd name="connsiteX6" fmla="*/ 0 w 2032622"/>
              <a:gd name="connsiteY6" fmla="*/ 5249354 h 5249354"/>
              <a:gd name="connsiteX7" fmla="*/ 0 w 2032622"/>
              <a:gd name="connsiteY7" fmla="*/ 60592 h 5249354"/>
              <a:gd name="connsiteX8" fmla="*/ 60592 w 2032622"/>
              <a:gd name="connsiteY8" fmla="*/ 0 h 5249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32622" h="5249354">
                <a:moveTo>
                  <a:pt x="60592" y="0"/>
                </a:moveTo>
                <a:lnTo>
                  <a:pt x="1972030" y="0"/>
                </a:lnTo>
                <a:cubicBezTo>
                  <a:pt x="2005494" y="0"/>
                  <a:pt x="2032622" y="27128"/>
                  <a:pt x="2032622" y="60592"/>
                </a:cubicBezTo>
                <a:lnTo>
                  <a:pt x="2032622" y="4897960"/>
                </a:lnTo>
                <a:lnTo>
                  <a:pt x="1539487" y="4999235"/>
                </a:lnTo>
                <a:cubicBezTo>
                  <a:pt x="1197743" y="5065507"/>
                  <a:pt x="843598" y="5126481"/>
                  <a:pt x="478381" y="5181748"/>
                </a:cubicBezTo>
                <a:lnTo>
                  <a:pt x="0" y="5249354"/>
                </a:lnTo>
                <a:lnTo>
                  <a:pt x="0" y="60592"/>
                </a:lnTo>
                <a:cubicBezTo>
                  <a:pt x="0" y="27128"/>
                  <a:pt x="27128" y="0"/>
                  <a:pt x="60592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7" name="矩形: 圆角 96"/>
          <p:cNvSpPr/>
          <p:nvPr/>
        </p:nvSpPr>
        <p:spPr>
          <a:xfrm>
            <a:off x="9341099" y="2309704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8508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公司业绩增长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9324353" y="2951663"/>
            <a:ext cx="1853084" cy="1626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重点布局三四线城市，新开拓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个区域市场，通过经销商赋能计划，区域市场营收达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3500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万元，增速远超行业平均水平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6" name="椭圆 65"/>
          <p:cNvSpPr/>
          <p:nvPr/>
        </p:nvSpPr>
        <p:spPr>
          <a:xfrm>
            <a:off x="9341099" y="1907428"/>
            <a:ext cx="1819592" cy="220400"/>
          </a:xfrm>
          <a:prstGeom prst="ellipse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9389120" y="2390985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区域市场突破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3" name="矩形: 圆角 92"/>
          <p:cNvSpPr/>
          <p:nvPr/>
        </p:nvSpPr>
        <p:spPr>
          <a:xfrm>
            <a:off x="285214" y="3006229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68468" y="3648188"/>
            <a:ext cx="1853084" cy="1626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推出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款健康零食新品，借助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KOL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种草与线下试吃活动，上市半年累计销售额突破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8000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万元，占总营收比重达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18%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2" name="椭圆 61"/>
          <p:cNvSpPr/>
          <p:nvPr/>
        </p:nvSpPr>
        <p:spPr>
          <a:xfrm>
            <a:off x="285214" y="2603953"/>
            <a:ext cx="1819592" cy="220400"/>
          </a:xfrm>
          <a:prstGeom prst="ellipse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33235" y="3087510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新品上市驱动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332681" y="2292242"/>
            <a:ext cx="172466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8000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3" name="矩形 102"/>
          <p:cNvSpPr/>
          <p:nvPr/>
        </p:nvSpPr>
        <p:spPr>
          <a:xfrm>
            <a:off x="589716" y="2021163"/>
            <a:ext cx="121058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新品销售额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6" name="矩形: 圆角 95"/>
          <p:cNvSpPr/>
          <p:nvPr/>
        </p:nvSpPr>
        <p:spPr>
          <a:xfrm>
            <a:off x="7086392" y="2447452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7069646" y="3089411"/>
            <a:ext cx="1853084" cy="1626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与原材料供应商签订长期消费协议，原材料本钱下降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；优化生产流程，生产效率提升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，全年降本超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1200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5" name="椭圆 64"/>
          <p:cNvSpPr/>
          <p:nvPr/>
        </p:nvSpPr>
        <p:spPr>
          <a:xfrm>
            <a:off x="7086392" y="2045176"/>
            <a:ext cx="1819592" cy="220400"/>
          </a:xfrm>
          <a:prstGeom prst="ellipse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7134415" y="2528733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本钱控制优化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7083376" y="1733465"/>
            <a:ext cx="182562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 1200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7493487" y="1462386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全年降本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9440417" y="1324638"/>
            <a:ext cx="162095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新开拓市场营收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4" name="矩形: 圆角 93"/>
          <p:cNvSpPr/>
          <p:nvPr/>
        </p:nvSpPr>
        <p:spPr>
          <a:xfrm>
            <a:off x="2580105" y="2848583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2563359" y="3490542"/>
            <a:ext cx="1853084" cy="1626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新增社区消费合作平台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家，入驻本地连锁商超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家，线下渠道覆盖率提升至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，渠道销售额同比增长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3" name="椭圆 62"/>
          <p:cNvSpPr/>
          <p:nvPr/>
        </p:nvSpPr>
        <p:spPr>
          <a:xfrm>
            <a:off x="2580105" y="2446307"/>
            <a:ext cx="1819592" cy="220400"/>
          </a:xfrm>
          <a:prstGeom prst="ellipse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2628126" y="2929864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渠道拓展发力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2987199" y="1863517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新增渠道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2895858" y="2134596"/>
            <a:ext cx="118808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+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42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个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9" name="矩形 138"/>
          <p:cNvSpPr/>
          <p:nvPr/>
        </p:nvSpPr>
        <p:spPr>
          <a:xfrm>
            <a:off x="9388567" y="1595717"/>
            <a:ext cx="172466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3500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5" name="矩形: 圆角 94"/>
          <p:cNvSpPr/>
          <p:nvPr/>
        </p:nvSpPr>
        <p:spPr>
          <a:xfrm>
            <a:off x="4859427" y="2688329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4887223" y="3330288"/>
            <a:ext cx="1764000" cy="1626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小红书投放短视频广告，累计曝光量超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5000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万次，带动线上店面销量同比暴涨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，客单价提升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4" name="椭圆 63"/>
          <p:cNvSpPr/>
          <p:nvPr/>
        </p:nvSpPr>
        <p:spPr>
          <a:xfrm>
            <a:off x="4859427" y="2286053"/>
            <a:ext cx="1819592" cy="220400"/>
          </a:xfrm>
          <a:prstGeom prst="ellipse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4907448" y="2769610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线上营销增效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5061337" y="1703263"/>
            <a:ext cx="141577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线上流量爆发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4856410" y="1974342"/>
            <a:ext cx="182562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 5000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万次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6" name="任意多边形: 形状 125"/>
          <p:cNvSpPr/>
          <p:nvPr/>
        </p:nvSpPr>
        <p:spPr>
          <a:xfrm rot="21368216">
            <a:off x="-45885" y="5259782"/>
            <a:ext cx="11889466" cy="1575096"/>
          </a:xfrm>
          <a:custGeom>
            <a:avLst/>
            <a:gdLst>
              <a:gd name="connsiteX0" fmla="*/ 12309596 w 12309596"/>
              <a:gd name="connsiteY0" fmla="*/ 0 h 1727480"/>
              <a:gd name="connsiteX1" fmla="*/ 12280832 w 12309596"/>
              <a:gd name="connsiteY1" fmla="*/ 425971 h 1727480"/>
              <a:gd name="connsiteX2" fmla="*/ 12112227 w 12309596"/>
              <a:gd name="connsiteY2" fmla="*/ 497388 h 1727480"/>
              <a:gd name="connsiteX3" fmla="*/ 6094109 w 12309596"/>
              <a:gd name="connsiteY3" fmla="*/ 1711923 h 1727480"/>
              <a:gd name="connsiteX4" fmla="*/ 5881303 w 12309596"/>
              <a:gd name="connsiteY4" fmla="*/ 1727480 h 1727480"/>
              <a:gd name="connsiteX5" fmla="*/ 0 w 12309596"/>
              <a:gd name="connsiteY5" fmla="*/ 1330342 h 1727480"/>
              <a:gd name="connsiteX6" fmla="*/ 43189 w 12309596"/>
              <a:gd name="connsiteY6" fmla="*/ 690746 h 1727480"/>
              <a:gd name="connsiteX7" fmla="*/ 856521 w 12309596"/>
              <a:gd name="connsiteY7" fmla="*/ 796684 h 1727480"/>
              <a:gd name="connsiteX8" fmla="*/ 2749059 w 12309596"/>
              <a:gd name="connsiteY8" fmla="*/ 967005 h 1727480"/>
              <a:gd name="connsiteX9" fmla="*/ 11716581 w 12309596"/>
              <a:gd name="connsiteY9" fmla="*/ 207676 h 1727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309596" h="1727480">
                <a:moveTo>
                  <a:pt x="12309596" y="0"/>
                </a:moveTo>
                <a:lnTo>
                  <a:pt x="12280832" y="425971"/>
                </a:lnTo>
                <a:lnTo>
                  <a:pt x="12112227" y="497388"/>
                </a:lnTo>
                <a:cubicBezTo>
                  <a:pt x="10584248" y="1083829"/>
                  <a:pt x="8489748" y="1516693"/>
                  <a:pt x="6094109" y="1711923"/>
                </a:cubicBezTo>
                <a:lnTo>
                  <a:pt x="5881303" y="1727480"/>
                </a:lnTo>
                <a:lnTo>
                  <a:pt x="0" y="1330342"/>
                </a:lnTo>
                <a:lnTo>
                  <a:pt x="43189" y="690746"/>
                </a:lnTo>
                <a:lnTo>
                  <a:pt x="856521" y="796684"/>
                </a:lnTo>
                <a:cubicBezTo>
                  <a:pt x="1471172" y="868453"/>
                  <a:pt x="2103369" y="925751"/>
                  <a:pt x="2749059" y="967005"/>
                </a:cubicBezTo>
                <a:cubicBezTo>
                  <a:pt x="6325189" y="1195486"/>
                  <a:pt x="9553449" y="883122"/>
                  <a:pt x="11716581" y="207676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6" name="等腰三角形 75"/>
          <p:cNvSpPr/>
          <p:nvPr/>
        </p:nvSpPr>
        <p:spPr>
          <a:xfrm rot="3863157">
            <a:off x="11432697" y="4636915"/>
            <a:ext cx="947765" cy="72673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7" name="椭圆 56"/>
          <p:cNvSpPr/>
          <p:nvPr/>
        </p:nvSpPr>
        <p:spPr>
          <a:xfrm>
            <a:off x="619378" y="5532086"/>
            <a:ext cx="1151265" cy="1151265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8" name="椭圆 57"/>
          <p:cNvSpPr/>
          <p:nvPr/>
        </p:nvSpPr>
        <p:spPr>
          <a:xfrm>
            <a:off x="2914269" y="5427270"/>
            <a:ext cx="1151265" cy="1151265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9" name="椭圆 58"/>
          <p:cNvSpPr/>
          <p:nvPr/>
        </p:nvSpPr>
        <p:spPr>
          <a:xfrm>
            <a:off x="5193591" y="5341286"/>
            <a:ext cx="1151265" cy="1151265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椭圆 59"/>
          <p:cNvSpPr/>
          <p:nvPr/>
        </p:nvSpPr>
        <p:spPr>
          <a:xfrm>
            <a:off x="7420556" y="4970748"/>
            <a:ext cx="1151265" cy="1151265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椭圆 60"/>
          <p:cNvSpPr/>
          <p:nvPr/>
        </p:nvSpPr>
        <p:spPr>
          <a:xfrm>
            <a:off x="9683697" y="4555815"/>
            <a:ext cx="1134398" cy="1134396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794901" y="6090041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新品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3089792" y="5994320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渠道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5369114" y="5899446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线上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7596079" y="5559388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成本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9850787" y="5124590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区域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 descr="视角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96301" y="4762095"/>
            <a:ext cx="309245" cy="309245"/>
          </a:xfrm>
          <a:prstGeom prst="rect">
            <a:avLst/>
          </a:prstGeom>
        </p:spPr>
      </p:pic>
      <p:pic>
        <p:nvPicPr>
          <p:cNvPr id="11" name="图片 10" descr="表格填写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35279" y="5666082"/>
            <a:ext cx="309245" cy="309245"/>
          </a:xfrm>
          <a:prstGeom prst="rect">
            <a:avLst/>
          </a:prstGeom>
        </p:spPr>
      </p:pic>
      <p:pic>
        <p:nvPicPr>
          <p:cNvPr id="17" name="图片 16" descr="账单管理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41416" y="5250302"/>
            <a:ext cx="309245" cy="309245"/>
          </a:xfrm>
          <a:prstGeom prst="rect">
            <a:avLst/>
          </a:prstGeom>
        </p:spPr>
      </p:pic>
      <p:pic>
        <p:nvPicPr>
          <p:cNvPr id="3" name="图片 2" descr="账号管理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14601" y="5559655"/>
            <a:ext cx="309245" cy="309245"/>
          </a:xfrm>
          <a:prstGeom prst="rect">
            <a:avLst/>
          </a:prstGeom>
        </p:spPr>
      </p:pic>
      <p:pic>
        <p:nvPicPr>
          <p:cNvPr id="9" name="图片 8" descr="关联配置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0841" y="5778622"/>
            <a:ext cx="309245" cy="30924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: 圆角 62"/>
          <p:cNvSpPr/>
          <p:nvPr/>
        </p:nvSpPr>
        <p:spPr>
          <a:xfrm>
            <a:off x="6774048" y="1129225"/>
            <a:ext cx="2487776" cy="5580186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3983039" y="1125415"/>
            <a:ext cx="2487776" cy="5580186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192088" y="1089025"/>
            <a:ext cx="3495922" cy="5646483"/>
          </a:xfrm>
          <a:prstGeom prst="roundRect">
            <a:avLst>
              <a:gd name="adj" fmla="val 420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302543" y="4087756"/>
            <a:ext cx="3275012" cy="1092754"/>
          </a:xfrm>
          <a:prstGeom prst="roundRect">
            <a:avLst>
              <a:gd name="adj" fmla="val 1064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1930950" y="4206232"/>
            <a:ext cx="1569660" cy="855803"/>
          </a:xfrm>
          <a:prstGeom prst="roundRect">
            <a:avLst>
              <a:gd name="adj" fmla="val 1429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302543" y="2773680"/>
            <a:ext cx="3275012" cy="1092754"/>
          </a:xfrm>
          <a:prstGeom prst="roundRect">
            <a:avLst>
              <a:gd name="adj" fmla="val 1064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302543" y="5401832"/>
            <a:ext cx="3275012" cy="1092754"/>
          </a:xfrm>
          <a:prstGeom prst="roundRect">
            <a:avLst>
              <a:gd name="adj" fmla="val 1064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1930950" y="2892156"/>
            <a:ext cx="1569660" cy="855803"/>
          </a:xfrm>
          <a:prstGeom prst="roundRect">
            <a:avLst>
              <a:gd name="adj" fmla="val 1429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1930950" y="5520308"/>
            <a:ext cx="1569660" cy="855803"/>
          </a:xfrm>
          <a:prstGeom prst="roundRect">
            <a:avLst>
              <a:gd name="adj" fmla="val 1429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47088" y="63770"/>
            <a:ext cx="47949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销售渠道收入分析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30188" y="1340529"/>
            <a:ext cx="2164746" cy="499521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2025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总销售额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92088" y="1653094"/>
            <a:ext cx="2399030" cy="86677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1.85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亿元</a:t>
            </a:r>
            <a:endParaRPr kumimoji="0" lang="zh-CN" altLang="en-US" sz="5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56257" y="2996892"/>
            <a:ext cx="15696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三大核心渠道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收入均突破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56257" y="4310968"/>
            <a:ext cx="15696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直播电商渠道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同比增长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56257" y="5625044"/>
            <a:ext cx="15696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整体销售目标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达成率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矩形: 圆顶角 20"/>
          <p:cNvSpPr/>
          <p:nvPr/>
        </p:nvSpPr>
        <p:spPr>
          <a:xfrm>
            <a:off x="3983039" y="1078865"/>
            <a:ext cx="2487776" cy="735278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854006" y="3008741"/>
            <a:ext cx="1723549" cy="622632"/>
          </a:xfrm>
          <a:prstGeom prst="rect">
            <a:avLst/>
          </a:prstGeom>
          <a:effectLst/>
        </p:spPr>
        <p:txBody>
          <a:bodyPr wrap="squar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4000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854006" y="4322817"/>
            <a:ext cx="1723549" cy="622632"/>
          </a:xfrm>
          <a:prstGeom prst="rect">
            <a:avLst/>
          </a:prstGeom>
          <a:effectLst/>
        </p:spPr>
        <p:txBody>
          <a:bodyPr wrap="squar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58.0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%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854006" y="5636893"/>
            <a:ext cx="1723549" cy="622632"/>
          </a:xfrm>
          <a:prstGeom prst="rect">
            <a:avLst/>
          </a:prstGeom>
          <a:effectLst/>
        </p:spPr>
        <p:txBody>
          <a:bodyPr wrap="squar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115.6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%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365152" y="1246449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线下门店渠道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aphicFrame>
        <p:nvGraphicFramePr>
          <p:cNvPr id="30" name="图表 29"/>
          <p:cNvGraphicFramePr/>
          <p:nvPr/>
        </p:nvGraphicFramePr>
        <p:xfrm>
          <a:off x="4033514" y="2197854"/>
          <a:ext cx="2386827" cy="30675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2" name="矩形 31"/>
          <p:cNvSpPr/>
          <p:nvPr/>
        </p:nvSpPr>
        <p:spPr>
          <a:xfrm>
            <a:off x="5284322" y="1913254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单位：万元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8" name="Rounded Rectangle 36+"/>
          <p:cNvSpPr/>
          <p:nvPr/>
        </p:nvSpPr>
        <p:spPr>
          <a:xfrm>
            <a:off x="4100883" y="5597227"/>
            <a:ext cx="2250172" cy="38941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4103699" y="5597227"/>
            <a:ext cx="1025318" cy="38941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9" name="Rounded Rectangle 36+"/>
          <p:cNvSpPr/>
          <p:nvPr/>
        </p:nvSpPr>
        <p:spPr>
          <a:xfrm>
            <a:off x="4100883" y="6099757"/>
            <a:ext cx="2250172" cy="38941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4103699" y="6099757"/>
            <a:ext cx="1102263" cy="38941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246862" y="563804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目标占比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246862" y="614057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4223679" y="5607269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38.9%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4241896" y="6109799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40.0%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4" name="矩形: 圆顶角 63"/>
          <p:cNvSpPr/>
          <p:nvPr/>
        </p:nvSpPr>
        <p:spPr>
          <a:xfrm>
            <a:off x="6774048" y="1078865"/>
            <a:ext cx="2487776" cy="735278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7156161" y="1246449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传统电商渠道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8060631" y="1913254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单位：万元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2" name="矩形: 圆角 81"/>
          <p:cNvSpPr/>
          <p:nvPr/>
        </p:nvSpPr>
        <p:spPr>
          <a:xfrm>
            <a:off x="9550058" y="1125415"/>
            <a:ext cx="2487776" cy="5580186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3" name="矩形: 圆顶角 82"/>
          <p:cNvSpPr/>
          <p:nvPr/>
        </p:nvSpPr>
        <p:spPr>
          <a:xfrm>
            <a:off x="9541611" y="1078865"/>
            <a:ext cx="2487776" cy="735278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9923724" y="1246449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直播电商渠道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0" name="Rounded Rectangle 36+"/>
          <p:cNvSpPr/>
          <p:nvPr/>
        </p:nvSpPr>
        <p:spPr>
          <a:xfrm>
            <a:off x="9659455" y="5597227"/>
            <a:ext cx="2250172" cy="38941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1" name="矩形: 圆角 90"/>
          <p:cNvSpPr/>
          <p:nvPr/>
        </p:nvSpPr>
        <p:spPr>
          <a:xfrm>
            <a:off x="9660863" y="5597227"/>
            <a:ext cx="841270" cy="38941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2" name="Rounded Rectangle 36+"/>
          <p:cNvSpPr/>
          <p:nvPr/>
        </p:nvSpPr>
        <p:spPr>
          <a:xfrm>
            <a:off x="9659455" y="6099757"/>
            <a:ext cx="2250172" cy="38941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3" name="矩形: 圆角 92"/>
          <p:cNvSpPr/>
          <p:nvPr/>
        </p:nvSpPr>
        <p:spPr>
          <a:xfrm>
            <a:off x="9669972" y="6099757"/>
            <a:ext cx="823052" cy="38941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10805434" y="563804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目标占比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10805434" y="614057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9668564" y="5607269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29.7%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9668564" y="6109799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25.0%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3" name="对话气泡: 圆角矩形 102"/>
          <p:cNvSpPr/>
          <p:nvPr/>
        </p:nvSpPr>
        <p:spPr>
          <a:xfrm>
            <a:off x="4087673" y="2040839"/>
            <a:ext cx="1047664" cy="590278"/>
          </a:xfrm>
          <a:prstGeom prst="wedgeRoundRectCallout">
            <a:avLst>
              <a:gd name="adj1" fmla="val -7199"/>
              <a:gd name="adj2" fmla="val 67920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4076098" y="2060753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同比增长率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4204339" y="2261785"/>
            <a:ext cx="825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12.5%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4" name="Rounded Rectangle 36+"/>
          <p:cNvSpPr/>
          <p:nvPr/>
        </p:nvSpPr>
        <p:spPr>
          <a:xfrm>
            <a:off x="6921868" y="5597227"/>
            <a:ext cx="2250172" cy="38941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5" name="矩形: 圆角 104"/>
          <p:cNvSpPr/>
          <p:nvPr/>
        </p:nvSpPr>
        <p:spPr>
          <a:xfrm>
            <a:off x="6926719" y="5597227"/>
            <a:ext cx="861342" cy="38941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" name="Rounded Rectangle 36+"/>
          <p:cNvSpPr/>
          <p:nvPr/>
        </p:nvSpPr>
        <p:spPr>
          <a:xfrm>
            <a:off x="6921868" y="6099757"/>
            <a:ext cx="2250172" cy="38941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" name="矩形: 圆角 106"/>
          <p:cNvSpPr/>
          <p:nvPr/>
        </p:nvSpPr>
        <p:spPr>
          <a:xfrm>
            <a:off x="6924685" y="6099757"/>
            <a:ext cx="865455" cy="38941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8067847" y="563804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目标占比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8067847" y="614057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6921868" y="5607269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31.4%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6921868" y="6109799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31.0%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aphicFrame>
        <p:nvGraphicFramePr>
          <p:cNvPr id="124" name="图表 123"/>
          <p:cNvGraphicFramePr/>
          <p:nvPr/>
        </p:nvGraphicFramePr>
        <p:xfrm>
          <a:off x="6824523" y="2197854"/>
          <a:ext cx="2386827" cy="30675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5" name="图表 124"/>
          <p:cNvGraphicFramePr/>
          <p:nvPr/>
        </p:nvGraphicFramePr>
        <p:xfrm>
          <a:off x="9600533" y="2197854"/>
          <a:ext cx="2386827" cy="30675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5" name="对话气泡: 圆角矩形 114"/>
          <p:cNvSpPr/>
          <p:nvPr/>
        </p:nvSpPr>
        <p:spPr>
          <a:xfrm>
            <a:off x="7034455" y="2438457"/>
            <a:ext cx="1047664" cy="590278"/>
          </a:xfrm>
          <a:prstGeom prst="wedgeRoundRectCallout">
            <a:avLst>
              <a:gd name="adj1" fmla="val -7199"/>
              <a:gd name="adj2" fmla="val 67920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7022880" y="2458371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同比增长率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7151120" y="2659403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18.3%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10846090" y="1913254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单位：万元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1" name="对话气泡: 圆角矩形 120"/>
          <p:cNvSpPr/>
          <p:nvPr/>
        </p:nvSpPr>
        <p:spPr>
          <a:xfrm>
            <a:off x="9775317" y="2616632"/>
            <a:ext cx="1047664" cy="590278"/>
          </a:xfrm>
          <a:prstGeom prst="wedgeRoundRectCallout">
            <a:avLst>
              <a:gd name="adj1" fmla="val -7199"/>
              <a:gd name="adj2" fmla="val 67920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2" name="矩形 121"/>
          <p:cNvSpPr/>
          <p:nvPr/>
        </p:nvSpPr>
        <p:spPr>
          <a:xfrm>
            <a:off x="9763742" y="2636546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同比增长率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3" name="矩形 122"/>
          <p:cNvSpPr/>
          <p:nvPr/>
        </p:nvSpPr>
        <p:spPr>
          <a:xfrm>
            <a:off x="9891982" y="2837578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58.0%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6" name="任意多边形: 形状 125"/>
          <p:cNvSpPr/>
          <p:nvPr/>
        </p:nvSpPr>
        <p:spPr>
          <a:xfrm rot="1580144">
            <a:off x="7863226" y="3010060"/>
            <a:ext cx="270940" cy="489503"/>
          </a:xfrm>
          <a:custGeom>
            <a:avLst/>
            <a:gdLst/>
            <a:ahLst/>
            <a:cxnLst/>
            <a:rect l="0" t="0" r="0" b="0"/>
            <a:pathLst>
              <a:path w="4813099" h="6498310">
                <a:moveTo>
                  <a:pt x="2610826" y="95656"/>
                </a:moveTo>
                <a:cubicBezTo>
                  <a:pt x="2562469" y="149344"/>
                  <a:pt x="2467719" y="253279"/>
                  <a:pt x="2400273" y="326621"/>
                </a:cubicBezTo>
                <a:cubicBezTo>
                  <a:pt x="2013757" y="746923"/>
                  <a:pt x="1931591" y="836001"/>
                  <a:pt x="1861402" y="910821"/>
                </a:cubicBezTo>
                <a:cubicBezTo>
                  <a:pt x="1818810" y="956223"/>
                  <a:pt x="1726899" y="1056236"/>
                  <a:pt x="1657156" y="1133071"/>
                </a:cubicBezTo>
                <a:cubicBezTo>
                  <a:pt x="1587413" y="1209906"/>
                  <a:pt x="1527493" y="1275628"/>
                  <a:pt x="1524000" y="1279121"/>
                </a:cubicBezTo>
                <a:cubicBezTo>
                  <a:pt x="1520507" y="1282614"/>
                  <a:pt x="1457643" y="1351187"/>
                  <a:pt x="1384300" y="1431507"/>
                </a:cubicBezTo>
                <a:cubicBezTo>
                  <a:pt x="1199477" y="1633913"/>
                  <a:pt x="1147641" y="1690285"/>
                  <a:pt x="1045622" y="1799821"/>
                </a:cubicBezTo>
                <a:cubicBezTo>
                  <a:pt x="918498" y="1936313"/>
                  <a:pt x="749300" y="2142551"/>
                  <a:pt x="749300" y="2161014"/>
                </a:cubicBezTo>
                <a:cubicBezTo>
                  <a:pt x="749300" y="2179161"/>
                  <a:pt x="1156219" y="2193521"/>
                  <a:pt x="1670468" y="2193521"/>
                </a:cubicBezTo>
                <a:lnTo>
                  <a:pt x="1977924" y="2193521"/>
                </a:lnTo>
                <a:lnTo>
                  <a:pt x="1987072" y="2310468"/>
                </a:lnTo>
                <a:cubicBezTo>
                  <a:pt x="1997618" y="2445272"/>
                  <a:pt x="1989101" y="2773160"/>
                  <a:pt x="1968832" y="3012671"/>
                </a:cubicBezTo>
                <a:cubicBezTo>
                  <a:pt x="1904412" y="3773906"/>
                  <a:pt x="1635066" y="4545257"/>
                  <a:pt x="1214936" y="5171671"/>
                </a:cubicBezTo>
                <a:cubicBezTo>
                  <a:pt x="992463" y="5503379"/>
                  <a:pt x="949123" y="5560814"/>
                  <a:pt x="818914" y="5696491"/>
                </a:cubicBezTo>
                <a:cubicBezTo>
                  <a:pt x="581019" y="5944377"/>
                  <a:pt x="161226" y="6345776"/>
                  <a:pt x="63837" y="6418484"/>
                </a:cubicBezTo>
                <a:cubicBezTo>
                  <a:pt x="28727" y="6444696"/>
                  <a:pt x="0" y="6470638"/>
                  <a:pt x="0" y="6476132"/>
                </a:cubicBezTo>
                <a:cubicBezTo>
                  <a:pt x="0" y="6498309"/>
                  <a:pt x="127557" y="6483702"/>
                  <a:pt x="297917" y="6442015"/>
                </a:cubicBezTo>
                <a:cubicBezTo>
                  <a:pt x="517094" y="6388383"/>
                  <a:pt x="705877" y="6323796"/>
                  <a:pt x="843228" y="6255450"/>
                </a:cubicBezTo>
                <a:cubicBezTo>
                  <a:pt x="1278665" y="6038776"/>
                  <a:pt x="1305999" y="6024205"/>
                  <a:pt x="1559991" y="5873351"/>
                </a:cubicBezTo>
                <a:cubicBezTo>
                  <a:pt x="1865890" y="5691668"/>
                  <a:pt x="2134331" y="5449529"/>
                  <a:pt x="2478682" y="5044671"/>
                </a:cubicBezTo>
                <a:cubicBezTo>
                  <a:pt x="2669815" y="4819954"/>
                  <a:pt x="2743016" y="4717846"/>
                  <a:pt x="3040487" y="4261015"/>
                </a:cubicBezTo>
                <a:cubicBezTo>
                  <a:pt x="3114861" y="4146796"/>
                  <a:pt x="3260522" y="3831017"/>
                  <a:pt x="3381987" y="3520671"/>
                </a:cubicBezTo>
                <a:cubicBezTo>
                  <a:pt x="3507531" y="3199902"/>
                  <a:pt x="3621520" y="2824649"/>
                  <a:pt x="3700257" y="2472921"/>
                </a:cubicBezTo>
                <a:cubicBezTo>
                  <a:pt x="3724494" y="2364654"/>
                  <a:pt x="3750733" y="2261490"/>
                  <a:pt x="3758567" y="2243668"/>
                </a:cubicBezTo>
                <a:lnTo>
                  <a:pt x="3772810" y="2211265"/>
                </a:lnTo>
                <a:lnTo>
                  <a:pt x="4293055" y="2216701"/>
                </a:lnTo>
                <a:cubicBezTo>
                  <a:pt x="4797123" y="2221967"/>
                  <a:pt x="4813098" y="2221394"/>
                  <a:pt x="4806813" y="2198303"/>
                </a:cubicBezTo>
                <a:cubicBezTo>
                  <a:pt x="4803245" y="2185196"/>
                  <a:pt x="4776099" y="2148847"/>
                  <a:pt x="4746488" y="2117528"/>
                </a:cubicBezTo>
                <a:cubicBezTo>
                  <a:pt x="4662956" y="2029178"/>
                  <a:pt x="3182926" y="474089"/>
                  <a:pt x="2948348" y="228196"/>
                </a:cubicBezTo>
                <a:cubicBezTo>
                  <a:pt x="2833401" y="107705"/>
                  <a:pt x="2730218" y="6628"/>
                  <a:pt x="2719052" y="3581"/>
                </a:cubicBezTo>
                <a:cubicBezTo>
                  <a:pt x="2705928" y="0"/>
                  <a:pt x="2667663" y="32554"/>
                  <a:pt x="2610826" y="956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7" name="任意多边形: 形状 126"/>
          <p:cNvSpPr/>
          <p:nvPr/>
        </p:nvSpPr>
        <p:spPr>
          <a:xfrm rot="1580144">
            <a:off x="5059346" y="2523556"/>
            <a:ext cx="270940" cy="489503"/>
          </a:xfrm>
          <a:custGeom>
            <a:avLst/>
            <a:gdLst/>
            <a:ahLst/>
            <a:cxnLst/>
            <a:rect l="0" t="0" r="0" b="0"/>
            <a:pathLst>
              <a:path w="4813099" h="6498310">
                <a:moveTo>
                  <a:pt x="2610826" y="95656"/>
                </a:moveTo>
                <a:cubicBezTo>
                  <a:pt x="2562469" y="149344"/>
                  <a:pt x="2467719" y="253279"/>
                  <a:pt x="2400273" y="326621"/>
                </a:cubicBezTo>
                <a:cubicBezTo>
                  <a:pt x="2013757" y="746923"/>
                  <a:pt x="1931591" y="836001"/>
                  <a:pt x="1861402" y="910821"/>
                </a:cubicBezTo>
                <a:cubicBezTo>
                  <a:pt x="1818810" y="956223"/>
                  <a:pt x="1726899" y="1056236"/>
                  <a:pt x="1657156" y="1133071"/>
                </a:cubicBezTo>
                <a:cubicBezTo>
                  <a:pt x="1587413" y="1209906"/>
                  <a:pt x="1527493" y="1275628"/>
                  <a:pt x="1524000" y="1279121"/>
                </a:cubicBezTo>
                <a:cubicBezTo>
                  <a:pt x="1520507" y="1282614"/>
                  <a:pt x="1457643" y="1351187"/>
                  <a:pt x="1384300" y="1431507"/>
                </a:cubicBezTo>
                <a:cubicBezTo>
                  <a:pt x="1199477" y="1633913"/>
                  <a:pt x="1147641" y="1690285"/>
                  <a:pt x="1045622" y="1799821"/>
                </a:cubicBezTo>
                <a:cubicBezTo>
                  <a:pt x="918498" y="1936313"/>
                  <a:pt x="749300" y="2142551"/>
                  <a:pt x="749300" y="2161014"/>
                </a:cubicBezTo>
                <a:cubicBezTo>
                  <a:pt x="749300" y="2179161"/>
                  <a:pt x="1156219" y="2193521"/>
                  <a:pt x="1670468" y="2193521"/>
                </a:cubicBezTo>
                <a:lnTo>
                  <a:pt x="1977924" y="2193521"/>
                </a:lnTo>
                <a:lnTo>
                  <a:pt x="1987072" y="2310468"/>
                </a:lnTo>
                <a:cubicBezTo>
                  <a:pt x="1997618" y="2445272"/>
                  <a:pt x="1989101" y="2773160"/>
                  <a:pt x="1968832" y="3012671"/>
                </a:cubicBezTo>
                <a:cubicBezTo>
                  <a:pt x="1904412" y="3773906"/>
                  <a:pt x="1635066" y="4545257"/>
                  <a:pt x="1214936" y="5171671"/>
                </a:cubicBezTo>
                <a:cubicBezTo>
                  <a:pt x="992463" y="5503379"/>
                  <a:pt x="949123" y="5560814"/>
                  <a:pt x="818914" y="5696491"/>
                </a:cubicBezTo>
                <a:cubicBezTo>
                  <a:pt x="581019" y="5944377"/>
                  <a:pt x="161226" y="6345776"/>
                  <a:pt x="63837" y="6418484"/>
                </a:cubicBezTo>
                <a:cubicBezTo>
                  <a:pt x="28727" y="6444696"/>
                  <a:pt x="0" y="6470638"/>
                  <a:pt x="0" y="6476132"/>
                </a:cubicBezTo>
                <a:cubicBezTo>
                  <a:pt x="0" y="6498309"/>
                  <a:pt x="127557" y="6483702"/>
                  <a:pt x="297917" y="6442015"/>
                </a:cubicBezTo>
                <a:cubicBezTo>
                  <a:pt x="517094" y="6388383"/>
                  <a:pt x="705877" y="6323796"/>
                  <a:pt x="843228" y="6255450"/>
                </a:cubicBezTo>
                <a:cubicBezTo>
                  <a:pt x="1278665" y="6038776"/>
                  <a:pt x="1305999" y="6024205"/>
                  <a:pt x="1559991" y="5873351"/>
                </a:cubicBezTo>
                <a:cubicBezTo>
                  <a:pt x="1865890" y="5691668"/>
                  <a:pt x="2134331" y="5449529"/>
                  <a:pt x="2478682" y="5044671"/>
                </a:cubicBezTo>
                <a:cubicBezTo>
                  <a:pt x="2669815" y="4819954"/>
                  <a:pt x="2743016" y="4717846"/>
                  <a:pt x="3040487" y="4261015"/>
                </a:cubicBezTo>
                <a:cubicBezTo>
                  <a:pt x="3114861" y="4146796"/>
                  <a:pt x="3260522" y="3831017"/>
                  <a:pt x="3381987" y="3520671"/>
                </a:cubicBezTo>
                <a:cubicBezTo>
                  <a:pt x="3507531" y="3199902"/>
                  <a:pt x="3621520" y="2824649"/>
                  <a:pt x="3700257" y="2472921"/>
                </a:cubicBezTo>
                <a:cubicBezTo>
                  <a:pt x="3724494" y="2364654"/>
                  <a:pt x="3750733" y="2261490"/>
                  <a:pt x="3758567" y="2243668"/>
                </a:cubicBezTo>
                <a:lnTo>
                  <a:pt x="3772810" y="2211265"/>
                </a:lnTo>
                <a:lnTo>
                  <a:pt x="4293055" y="2216701"/>
                </a:lnTo>
                <a:cubicBezTo>
                  <a:pt x="4797123" y="2221967"/>
                  <a:pt x="4813098" y="2221394"/>
                  <a:pt x="4806813" y="2198303"/>
                </a:cubicBezTo>
                <a:cubicBezTo>
                  <a:pt x="4803245" y="2185196"/>
                  <a:pt x="4776099" y="2148847"/>
                  <a:pt x="4746488" y="2117528"/>
                </a:cubicBezTo>
                <a:cubicBezTo>
                  <a:pt x="4662956" y="2029178"/>
                  <a:pt x="3182926" y="474089"/>
                  <a:pt x="2948348" y="228196"/>
                </a:cubicBezTo>
                <a:cubicBezTo>
                  <a:pt x="2833401" y="107705"/>
                  <a:pt x="2730218" y="6628"/>
                  <a:pt x="2719052" y="3581"/>
                </a:cubicBezTo>
                <a:cubicBezTo>
                  <a:pt x="2705928" y="0"/>
                  <a:pt x="2667663" y="32554"/>
                  <a:pt x="2610826" y="956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8" name="任意多边形: 形状 127"/>
          <p:cNvSpPr/>
          <p:nvPr/>
        </p:nvSpPr>
        <p:spPr>
          <a:xfrm rot="1580144">
            <a:off x="10544399" y="3299205"/>
            <a:ext cx="286381" cy="517400"/>
          </a:xfrm>
          <a:custGeom>
            <a:avLst/>
            <a:gdLst/>
            <a:ahLst/>
            <a:cxnLst/>
            <a:rect l="0" t="0" r="0" b="0"/>
            <a:pathLst>
              <a:path w="4813099" h="6498310">
                <a:moveTo>
                  <a:pt x="2610826" y="95656"/>
                </a:moveTo>
                <a:cubicBezTo>
                  <a:pt x="2562469" y="149344"/>
                  <a:pt x="2467719" y="253279"/>
                  <a:pt x="2400273" y="326621"/>
                </a:cubicBezTo>
                <a:cubicBezTo>
                  <a:pt x="2013757" y="746923"/>
                  <a:pt x="1931591" y="836001"/>
                  <a:pt x="1861402" y="910821"/>
                </a:cubicBezTo>
                <a:cubicBezTo>
                  <a:pt x="1818810" y="956223"/>
                  <a:pt x="1726899" y="1056236"/>
                  <a:pt x="1657156" y="1133071"/>
                </a:cubicBezTo>
                <a:cubicBezTo>
                  <a:pt x="1587413" y="1209906"/>
                  <a:pt x="1527493" y="1275628"/>
                  <a:pt x="1524000" y="1279121"/>
                </a:cubicBezTo>
                <a:cubicBezTo>
                  <a:pt x="1520507" y="1282614"/>
                  <a:pt x="1457643" y="1351187"/>
                  <a:pt x="1384300" y="1431507"/>
                </a:cubicBezTo>
                <a:cubicBezTo>
                  <a:pt x="1199477" y="1633913"/>
                  <a:pt x="1147641" y="1690285"/>
                  <a:pt x="1045622" y="1799821"/>
                </a:cubicBezTo>
                <a:cubicBezTo>
                  <a:pt x="918498" y="1936313"/>
                  <a:pt x="749300" y="2142551"/>
                  <a:pt x="749300" y="2161014"/>
                </a:cubicBezTo>
                <a:cubicBezTo>
                  <a:pt x="749300" y="2179161"/>
                  <a:pt x="1156219" y="2193521"/>
                  <a:pt x="1670468" y="2193521"/>
                </a:cubicBezTo>
                <a:lnTo>
                  <a:pt x="1977924" y="2193521"/>
                </a:lnTo>
                <a:lnTo>
                  <a:pt x="1987072" y="2310468"/>
                </a:lnTo>
                <a:cubicBezTo>
                  <a:pt x="1997618" y="2445272"/>
                  <a:pt x="1989101" y="2773160"/>
                  <a:pt x="1968832" y="3012671"/>
                </a:cubicBezTo>
                <a:cubicBezTo>
                  <a:pt x="1904412" y="3773906"/>
                  <a:pt x="1635066" y="4545257"/>
                  <a:pt x="1214936" y="5171671"/>
                </a:cubicBezTo>
                <a:cubicBezTo>
                  <a:pt x="992463" y="5503379"/>
                  <a:pt x="949123" y="5560814"/>
                  <a:pt x="818914" y="5696491"/>
                </a:cubicBezTo>
                <a:cubicBezTo>
                  <a:pt x="581019" y="5944377"/>
                  <a:pt x="161226" y="6345776"/>
                  <a:pt x="63837" y="6418484"/>
                </a:cubicBezTo>
                <a:cubicBezTo>
                  <a:pt x="28727" y="6444696"/>
                  <a:pt x="0" y="6470638"/>
                  <a:pt x="0" y="6476132"/>
                </a:cubicBezTo>
                <a:cubicBezTo>
                  <a:pt x="0" y="6498309"/>
                  <a:pt x="127557" y="6483702"/>
                  <a:pt x="297917" y="6442015"/>
                </a:cubicBezTo>
                <a:cubicBezTo>
                  <a:pt x="517094" y="6388383"/>
                  <a:pt x="705877" y="6323796"/>
                  <a:pt x="843228" y="6255450"/>
                </a:cubicBezTo>
                <a:cubicBezTo>
                  <a:pt x="1278665" y="6038776"/>
                  <a:pt x="1305999" y="6024205"/>
                  <a:pt x="1559991" y="5873351"/>
                </a:cubicBezTo>
                <a:cubicBezTo>
                  <a:pt x="1865890" y="5691668"/>
                  <a:pt x="2134331" y="5449529"/>
                  <a:pt x="2478682" y="5044671"/>
                </a:cubicBezTo>
                <a:cubicBezTo>
                  <a:pt x="2669815" y="4819954"/>
                  <a:pt x="2743016" y="4717846"/>
                  <a:pt x="3040487" y="4261015"/>
                </a:cubicBezTo>
                <a:cubicBezTo>
                  <a:pt x="3114861" y="4146796"/>
                  <a:pt x="3260522" y="3831017"/>
                  <a:pt x="3381987" y="3520671"/>
                </a:cubicBezTo>
                <a:cubicBezTo>
                  <a:pt x="3507531" y="3199902"/>
                  <a:pt x="3621520" y="2824649"/>
                  <a:pt x="3700257" y="2472921"/>
                </a:cubicBezTo>
                <a:cubicBezTo>
                  <a:pt x="3724494" y="2364654"/>
                  <a:pt x="3750733" y="2261490"/>
                  <a:pt x="3758567" y="2243668"/>
                </a:cubicBezTo>
                <a:lnTo>
                  <a:pt x="3772810" y="2211265"/>
                </a:lnTo>
                <a:lnTo>
                  <a:pt x="4293055" y="2216701"/>
                </a:lnTo>
                <a:cubicBezTo>
                  <a:pt x="4797123" y="2221967"/>
                  <a:pt x="4813098" y="2221394"/>
                  <a:pt x="4806813" y="2198303"/>
                </a:cubicBezTo>
                <a:cubicBezTo>
                  <a:pt x="4803245" y="2185196"/>
                  <a:pt x="4776099" y="2148847"/>
                  <a:pt x="4746488" y="2117528"/>
                </a:cubicBezTo>
                <a:cubicBezTo>
                  <a:pt x="4662956" y="2029178"/>
                  <a:pt x="3182926" y="474089"/>
                  <a:pt x="2948348" y="228196"/>
                </a:cubicBezTo>
                <a:cubicBezTo>
                  <a:pt x="2833401" y="107705"/>
                  <a:pt x="2730218" y="6628"/>
                  <a:pt x="2719052" y="3581"/>
                </a:cubicBezTo>
                <a:cubicBezTo>
                  <a:pt x="2705928" y="0"/>
                  <a:pt x="2667663" y="32554"/>
                  <a:pt x="2610826" y="956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统计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62885" y="1605915"/>
            <a:ext cx="742950" cy="74295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: 圆角 23"/>
          <p:cNvSpPr/>
          <p:nvPr/>
        </p:nvSpPr>
        <p:spPr>
          <a:xfrm rot="5400000">
            <a:off x="5516046" y="-2974147"/>
            <a:ext cx="2436560" cy="10604197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" name="矩形: 圆顶角 1"/>
          <p:cNvSpPr/>
          <p:nvPr/>
        </p:nvSpPr>
        <p:spPr>
          <a:xfrm>
            <a:off x="192088" y="1089024"/>
            <a:ext cx="2487776" cy="2436561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192087" y="3429000"/>
            <a:ext cx="11844338" cy="31477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矩形: 圆角 24"/>
          <p:cNvSpPr/>
          <p:nvPr/>
        </p:nvSpPr>
        <p:spPr>
          <a:xfrm rot="5400000">
            <a:off x="5424191" y="93366"/>
            <a:ext cx="2620270" cy="10604197"/>
          </a:xfrm>
          <a:prstGeom prst="roundRect">
            <a:avLst>
              <a:gd name="adj" fmla="val 2869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192088" y="3968250"/>
            <a:ext cx="2487776" cy="2737350"/>
            <a:chOff x="192088" y="3968250"/>
            <a:chExt cx="2487776" cy="2645910"/>
          </a:xfrm>
        </p:grpSpPr>
        <p:sp>
          <p:nvSpPr>
            <p:cNvPr id="3" name="矩形: 圆顶角 2"/>
            <p:cNvSpPr/>
            <p:nvPr/>
          </p:nvSpPr>
          <p:spPr>
            <a:xfrm flipV="1">
              <a:off x="192088" y="3968250"/>
              <a:ext cx="2487776" cy="264591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2" name="Round Same Side Corner Rectangle 1+"/>
            <p:cNvSpPr/>
            <p:nvPr/>
          </p:nvSpPr>
          <p:spPr>
            <a:xfrm flipV="1">
              <a:off x="300844" y="4002663"/>
              <a:ext cx="2270264" cy="2491685"/>
            </a:xfrm>
            <a:prstGeom prst="round2SameRect">
              <a:avLst>
                <a:gd name="adj1" fmla="val 50000"/>
                <a:gd name="adj2" fmla="val 0"/>
              </a:avLst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16" name="矩形 15"/>
          <p:cNvSpPr/>
          <p:nvPr/>
        </p:nvSpPr>
        <p:spPr>
          <a:xfrm>
            <a:off x="103273" y="63770"/>
            <a:ext cx="44358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工作回顾及计划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25498" y="2162345"/>
            <a:ext cx="1620957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上半年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工作回顾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25498" y="5003532"/>
            <a:ext cx="1620957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下半年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工作计划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" name="Round Same Side Corner Rectangle 1+"/>
          <p:cNvSpPr/>
          <p:nvPr/>
        </p:nvSpPr>
        <p:spPr>
          <a:xfrm>
            <a:off x="300844" y="1231046"/>
            <a:ext cx="2270264" cy="2294539"/>
          </a:xfrm>
          <a:prstGeom prst="round2SameRect">
            <a:avLst>
              <a:gd name="adj1" fmla="val 50000"/>
              <a:gd name="adj2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192087" y="3968250"/>
            <a:ext cx="11844337" cy="314778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箭头: 五边形 12"/>
          <p:cNvSpPr/>
          <p:nvPr/>
        </p:nvSpPr>
        <p:spPr>
          <a:xfrm rot="16200000">
            <a:off x="3121519" y="3238809"/>
            <a:ext cx="629354" cy="174584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箭头: 五边形 13"/>
          <p:cNvSpPr/>
          <p:nvPr/>
        </p:nvSpPr>
        <p:spPr>
          <a:xfrm rot="5400000" flipV="1">
            <a:off x="3121519" y="4263787"/>
            <a:ext cx="629354" cy="174584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9" name="箭头: 五边形 18"/>
          <p:cNvSpPr/>
          <p:nvPr/>
        </p:nvSpPr>
        <p:spPr>
          <a:xfrm rot="16200000">
            <a:off x="5886870" y="3238809"/>
            <a:ext cx="629354" cy="174584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箭头: 五边形 19"/>
          <p:cNvSpPr/>
          <p:nvPr/>
        </p:nvSpPr>
        <p:spPr>
          <a:xfrm rot="5400000" flipV="1">
            <a:off x="5886870" y="4263787"/>
            <a:ext cx="629354" cy="174584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2" name="箭头: 五边形 21"/>
          <p:cNvSpPr/>
          <p:nvPr/>
        </p:nvSpPr>
        <p:spPr>
          <a:xfrm rot="16200000">
            <a:off x="8652221" y="3238809"/>
            <a:ext cx="629354" cy="174584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箭头: 五边形 22"/>
          <p:cNvSpPr/>
          <p:nvPr/>
        </p:nvSpPr>
        <p:spPr>
          <a:xfrm rot="5400000" flipV="1">
            <a:off x="8652221" y="4263787"/>
            <a:ext cx="629354" cy="174584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3348904" y="2639877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396925" y="2721158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区域业绩达标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6113710" y="2639877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158510" y="2721158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门店管理优化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0" name="矩形: 圆角 29"/>
          <p:cNvSpPr/>
          <p:nvPr/>
        </p:nvSpPr>
        <p:spPr>
          <a:xfrm>
            <a:off x="8879694" y="2639877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8927715" y="2721158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营销活动落地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2" name="矩形: 圆角 31"/>
          <p:cNvSpPr/>
          <p:nvPr/>
        </p:nvSpPr>
        <p:spPr>
          <a:xfrm>
            <a:off x="3348904" y="4497807"/>
            <a:ext cx="1819592" cy="562672"/>
          </a:xfrm>
          <a:prstGeom prst="roundRect">
            <a:avLst>
              <a:gd name="adj" fmla="val 1064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3396925" y="4579088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业绩冲刺攻坚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4" name="矩形: 圆角 33"/>
          <p:cNvSpPr/>
          <p:nvPr/>
        </p:nvSpPr>
        <p:spPr>
          <a:xfrm>
            <a:off x="6113710" y="4497807"/>
            <a:ext cx="1819592" cy="562672"/>
          </a:xfrm>
          <a:prstGeom prst="roundRect">
            <a:avLst>
              <a:gd name="adj" fmla="val 1064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289972" y="4579088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供应链升级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6" name="矩形: 圆角 35"/>
          <p:cNvSpPr/>
          <p:nvPr/>
        </p:nvSpPr>
        <p:spPr>
          <a:xfrm>
            <a:off x="8872074" y="4497807"/>
            <a:ext cx="1819592" cy="562672"/>
          </a:xfrm>
          <a:prstGeom prst="roundRect">
            <a:avLst>
              <a:gd name="adj" fmla="val 1064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8920095" y="4579088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新店筹备开业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3358348" y="1254996"/>
            <a:ext cx="0" cy="1803319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6116585" y="1254996"/>
            <a:ext cx="0" cy="1803319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8886563" y="1254996"/>
            <a:ext cx="0" cy="1803319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 flipV="1">
            <a:off x="3358348" y="4721565"/>
            <a:ext cx="0" cy="1803319"/>
          </a:xfrm>
          <a:prstGeom prst="line">
            <a:avLst/>
          </a:prstGeom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flipV="1">
            <a:off x="6116585" y="4721565"/>
            <a:ext cx="0" cy="1803319"/>
          </a:xfrm>
          <a:prstGeom prst="line">
            <a:avLst/>
          </a:prstGeom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V="1">
            <a:off x="8886563" y="4721565"/>
            <a:ext cx="0" cy="1803319"/>
          </a:xfrm>
          <a:prstGeom prst="line">
            <a:avLst/>
          </a:prstGeom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3346274" y="1287798"/>
            <a:ext cx="2637835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负责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家门店总营收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1280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万元，完成年度目标的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53.3%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；其中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家标杆店营收超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万元，同比增长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16%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，带动区域整体增长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6158510" y="1287798"/>
            <a:ext cx="2637835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推行标准化服务流程，组织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场技能培训覆盖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名员工；门店客户差评率从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降至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，大众点评平均评分提升至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4.6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分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8970746" y="1287798"/>
            <a:ext cx="2637835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策划 “五一美食节”“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618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储值返利”活动，吸引新客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2.3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万人，储值金额达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350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万元；活动期间门店客流同比提升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3346274" y="5136442"/>
            <a:ext cx="2637835" cy="1367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针对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家薄弱门店制定专项提升方案，目标带动区域总营收突破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1400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万元，确保全年目标达成率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以上；重点提升非餐时段销量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6158510" y="5136442"/>
            <a:ext cx="2637835" cy="1367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对接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家本地食材供应商，优化采买流程；目标将食材本钱占比从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降至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，同时建立食材溯源体系，提升食品安健康等级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8970746" y="5136442"/>
            <a:ext cx="2637835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完成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家新门店选址与装修方案审批，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月前完成员工招聘培训；计划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月正式开业，目标当月单店营收突破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视角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8715" y="1555115"/>
            <a:ext cx="574675" cy="574675"/>
          </a:xfrm>
          <a:prstGeom prst="rect">
            <a:avLst/>
          </a:prstGeom>
        </p:spPr>
      </p:pic>
      <p:pic>
        <p:nvPicPr>
          <p:cNvPr id="8" name="图片 7" descr="关联配置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8715" y="4283075"/>
            <a:ext cx="574675" cy="5746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/>
          <p:cNvCxnSpPr/>
          <p:nvPr/>
        </p:nvCxnSpPr>
        <p:spPr>
          <a:xfrm flipH="1">
            <a:off x="2201188" y="2824592"/>
            <a:ext cx="9835237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49000">
                  <a:schemeClr val="accent1">
                    <a:alpha val="5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H="1">
            <a:off x="2201188" y="5046870"/>
            <a:ext cx="9835237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49000">
                  <a:schemeClr val="accent1">
                    <a:alpha val="5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: 形状 10"/>
          <p:cNvSpPr/>
          <p:nvPr/>
        </p:nvSpPr>
        <p:spPr>
          <a:xfrm>
            <a:off x="0" y="1089025"/>
            <a:ext cx="3482501" cy="5435725"/>
          </a:xfrm>
          <a:custGeom>
            <a:avLst/>
            <a:gdLst>
              <a:gd name="connsiteX0" fmla="*/ 736285 w 3489960"/>
              <a:gd name="connsiteY0" fmla="*/ 0 h 5507350"/>
              <a:gd name="connsiteX1" fmla="*/ 3489960 w 3489960"/>
              <a:gd name="connsiteY1" fmla="*/ 2753675 h 5507350"/>
              <a:gd name="connsiteX2" fmla="*/ 736285 w 3489960"/>
              <a:gd name="connsiteY2" fmla="*/ 5507350 h 5507350"/>
              <a:gd name="connsiteX3" fmla="*/ 181323 w 3489960"/>
              <a:gd name="connsiteY3" fmla="*/ 5451405 h 5507350"/>
              <a:gd name="connsiteX4" fmla="*/ 0 w 3489960"/>
              <a:gd name="connsiteY4" fmla="*/ 5404782 h 5507350"/>
              <a:gd name="connsiteX5" fmla="*/ 0 w 3489960"/>
              <a:gd name="connsiteY5" fmla="*/ 102568 h 5507350"/>
              <a:gd name="connsiteX6" fmla="*/ 181323 w 3489960"/>
              <a:gd name="connsiteY6" fmla="*/ 55945 h 5507350"/>
              <a:gd name="connsiteX7" fmla="*/ 736285 w 3489960"/>
              <a:gd name="connsiteY7" fmla="*/ 0 h 5507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89960" h="5507350">
                <a:moveTo>
                  <a:pt x="736285" y="0"/>
                </a:moveTo>
                <a:cubicBezTo>
                  <a:pt x="2257098" y="0"/>
                  <a:pt x="3489960" y="1232862"/>
                  <a:pt x="3489960" y="2753675"/>
                </a:cubicBezTo>
                <a:cubicBezTo>
                  <a:pt x="3489960" y="4274488"/>
                  <a:pt x="2257098" y="5507350"/>
                  <a:pt x="736285" y="5507350"/>
                </a:cubicBezTo>
                <a:cubicBezTo>
                  <a:pt x="546184" y="5507350"/>
                  <a:pt x="360581" y="5488087"/>
                  <a:pt x="181323" y="5451405"/>
                </a:cubicBezTo>
                <a:lnTo>
                  <a:pt x="0" y="5404782"/>
                </a:lnTo>
                <a:lnTo>
                  <a:pt x="0" y="102568"/>
                </a:lnTo>
                <a:lnTo>
                  <a:pt x="181323" y="55945"/>
                </a:lnTo>
                <a:cubicBezTo>
                  <a:pt x="360581" y="19264"/>
                  <a:pt x="546184" y="0"/>
                  <a:pt x="736285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41373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核心目标拆解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" name="任意多边形: 形状 8"/>
          <p:cNvSpPr/>
          <p:nvPr/>
        </p:nvSpPr>
        <p:spPr>
          <a:xfrm>
            <a:off x="1" y="1553656"/>
            <a:ext cx="2953705" cy="4434840"/>
          </a:xfrm>
          <a:custGeom>
            <a:avLst/>
            <a:gdLst>
              <a:gd name="connsiteX0" fmla="*/ 736285 w 2953705"/>
              <a:gd name="connsiteY0" fmla="*/ 0 h 4434840"/>
              <a:gd name="connsiteX1" fmla="*/ 2953705 w 2953705"/>
              <a:gd name="connsiteY1" fmla="*/ 2217420 h 4434840"/>
              <a:gd name="connsiteX2" fmla="*/ 736285 w 2953705"/>
              <a:gd name="connsiteY2" fmla="*/ 4434840 h 4434840"/>
              <a:gd name="connsiteX3" fmla="*/ 76892 w 2953705"/>
              <a:gd name="connsiteY3" fmla="*/ 4335149 h 4434840"/>
              <a:gd name="connsiteX4" fmla="*/ 0 w 2953705"/>
              <a:gd name="connsiteY4" fmla="*/ 4307007 h 4434840"/>
              <a:gd name="connsiteX5" fmla="*/ 0 w 2953705"/>
              <a:gd name="connsiteY5" fmla="*/ 127834 h 4434840"/>
              <a:gd name="connsiteX6" fmla="*/ 76892 w 2953705"/>
              <a:gd name="connsiteY6" fmla="*/ 99691 h 4434840"/>
              <a:gd name="connsiteX7" fmla="*/ 736285 w 2953705"/>
              <a:gd name="connsiteY7" fmla="*/ 0 h 4434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3705" h="4434840">
                <a:moveTo>
                  <a:pt x="736285" y="0"/>
                </a:moveTo>
                <a:cubicBezTo>
                  <a:pt x="1960932" y="0"/>
                  <a:pt x="2953705" y="992773"/>
                  <a:pt x="2953705" y="2217420"/>
                </a:cubicBezTo>
                <a:cubicBezTo>
                  <a:pt x="2953705" y="3442067"/>
                  <a:pt x="1960932" y="4434840"/>
                  <a:pt x="736285" y="4434840"/>
                </a:cubicBezTo>
                <a:cubicBezTo>
                  <a:pt x="506664" y="4434840"/>
                  <a:pt x="285194" y="4399938"/>
                  <a:pt x="76892" y="4335149"/>
                </a:cubicBezTo>
                <a:lnTo>
                  <a:pt x="0" y="4307007"/>
                </a:lnTo>
                <a:lnTo>
                  <a:pt x="0" y="127834"/>
                </a:lnTo>
                <a:lnTo>
                  <a:pt x="76892" y="99691"/>
                </a:lnTo>
                <a:cubicBezTo>
                  <a:pt x="285194" y="34902"/>
                  <a:pt x="506664" y="0"/>
                  <a:pt x="73628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56358" y="3389690"/>
            <a:ext cx="22365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核心总目标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-102239" y="4195800"/>
            <a:ext cx="2953705" cy="806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用户规模突破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800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环比增长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20%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46" name="直接连接符 45"/>
          <p:cNvCxnSpPr/>
          <p:nvPr/>
        </p:nvCxnSpPr>
        <p:spPr>
          <a:xfrm>
            <a:off x="1053307" y="4065778"/>
            <a:ext cx="642612" cy="0"/>
          </a:xfrm>
          <a:prstGeom prst="line">
            <a:avLst/>
          </a:prstGeom>
          <a:ln w="4445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: 圆角 26"/>
          <p:cNvSpPr/>
          <p:nvPr/>
        </p:nvSpPr>
        <p:spPr>
          <a:xfrm rot="5400000">
            <a:off x="8451319" y="-1921315"/>
            <a:ext cx="562672" cy="6607543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3320841" y="1086465"/>
            <a:ext cx="1151265" cy="1151265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4900088" y="1101120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948109" y="1182401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拉新渠道拓展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839241" y="1752105"/>
            <a:ext cx="7197184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重点布局短视频信息流广告，合作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MCN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机构产出推广内容；同时上线老用户邀请有礼活动，目标新增用户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万，占总增长目标的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120384" y="1182401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短视频推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8774154" y="1182401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邀新有礼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10427925" y="1182401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拓渠增量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62" name="直接连接符 61"/>
          <p:cNvCxnSpPr/>
          <p:nvPr/>
        </p:nvCxnSpPr>
        <p:spPr>
          <a:xfrm>
            <a:off x="8552563" y="1199576"/>
            <a:ext cx="0" cy="36576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>
            <a:off x="10206333" y="1199576"/>
            <a:ext cx="0" cy="36576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/>
        </p:nvSpPr>
        <p:spPr>
          <a:xfrm>
            <a:off x="3988231" y="3304994"/>
            <a:ext cx="1151265" cy="1151265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矩形: 圆角 27"/>
          <p:cNvSpPr/>
          <p:nvPr/>
        </p:nvSpPr>
        <p:spPr>
          <a:xfrm rot="5400000">
            <a:off x="8451318" y="296226"/>
            <a:ext cx="562672" cy="6607544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5367920" y="3318662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5415941" y="3399943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用户活跃提升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367920" y="3974383"/>
            <a:ext cx="6689678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优化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APP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页面推广算法，每周更新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个高频功能模块；策划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场节日主题运营活动，目标日活跃用户（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DAU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）从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万增至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180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万，活跃率提升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7356070" y="3399943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算法优化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8902216" y="3399943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模块更新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10448361" y="3399943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活动促活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65" name="直接连接符 64"/>
          <p:cNvCxnSpPr/>
          <p:nvPr/>
        </p:nvCxnSpPr>
        <p:spPr>
          <a:xfrm>
            <a:off x="8734437" y="3417118"/>
            <a:ext cx="0" cy="36576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10280583" y="3417118"/>
            <a:ext cx="0" cy="36576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/>
          <p:nvPr/>
        </p:nvSpPr>
        <p:spPr>
          <a:xfrm>
            <a:off x="3320841" y="5537322"/>
            <a:ext cx="1151265" cy="1151265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1" name="矩形: 圆角 30"/>
          <p:cNvSpPr/>
          <p:nvPr/>
        </p:nvSpPr>
        <p:spPr>
          <a:xfrm rot="5400000">
            <a:off x="8227988" y="2260332"/>
            <a:ext cx="562672" cy="7096548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2" name="矩形: 圆角 31"/>
          <p:cNvSpPr/>
          <p:nvPr/>
        </p:nvSpPr>
        <p:spPr>
          <a:xfrm>
            <a:off x="4900088" y="5527270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948109" y="5608551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留存体系完善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900088" y="6182991"/>
            <a:ext cx="715751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针对新用户设计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天成长任务体系，配置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VIP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权益；上线用户分层运营策略，重点提升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日留存率，目标从目前的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45%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提升至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7120384" y="5608551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任务体系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8774154" y="5608551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分层运营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10427925" y="5608551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提留增效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67" name="直接连接符 66"/>
          <p:cNvCxnSpPr/>
          <p:nvPr/>
        </p:nvCxnSpPr>
        <p:spPr>
          <a:xfrm>
            <a:off x="8552563" y="5625726"/>
            <a:ext cx="0" cy="36576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>
            <a:off x="10206333" y="5625726"/>
            <a:ext cx="0" cy="36576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表格填写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27120" y="5843270"/>
            <a:ext cx="539115" cy="539115"/>
          </a:xfrm>
          <a:prstGeom prst="rect">
            <a:avLst/>
          </a:prstGeom>
        </p:spPr>
      </p:pic>
      <p:pic>
        <p:nvPicPr>
          <p:cNvPr id="17" name="图片 16" descr="账单管理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0905" y="2498090"/>
            <a:ext cx="805180" cy="807085"/>
          </a:xfrm>
          <a:prstGeom prst="rect">
            <a:avLst/>
          </a:prstGeom>
        </p:spPr>
      </p:pic>
      <p:pic>
        <p:nvPicPr>
          <p:cNvPr id="4" name="图片 3" descr="账号管理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94306" y="3611069"/>
            <a:ext cx="539115" cy="539115"/>
          </a:xfrm>
          <a:prstGeom prst="rect">
            <a:avLst/>
          </a:prstGeom>
        </p:spPr>
      </p:pic>
      <p:pic>
        <p:nvPicPr>
          <p:cNvPr id="5" name="图片 4" descr="关联配置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27120" y="1392555"/>
            <a:ext cx="539115" cy="53911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弧形 101"/>
          <p:cNvSpPr/>
          <p:nvPr/>
        </p:nvSpPr>
        <p:spPr>
          <a:xfrm>
            <a:off x="-3350496" y="1919382"/>
            <a:ext cx="18892993" cy="13958943"/>
          </a:xfrm>
          <a:prstGeom prst="arc">
            <a:avLst>
              <a:gd name="adj1" fmla="val 13305165"/>
              <a:gd name="adj2" fmla="val 19094325"/>
            </a:avLst>
          </a:prstGeom>
          <a:noFill/>
          <a:ln w="1270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3" name="Oval 4+"/>
          <p:cNvSpPr/>
          <p:nvPr/>
        </p:nvSpPr>
        <p:spPr>
          <a:xfrm>
            <a:off x="555861" y="1933654"/>
            <a:ext cx="1617180" cy="1617178"/>
          </a:xfrm>
          <a:prstGeom prst="ellipse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4" name="Oval 2+"/>
          <p:cNvSpPr/>
          <p:nvPr/>
        </p:nvSpPr>
        <p:spPr>
          <a:xfrm>
            <a:off x="2950110" y="1342518"/>
            <a:ext cx="1617180" cy="1617178"/>
          </a:xfrm>
          <a:prstGeom prst="ellipse">
            <a:avLst/>
          </a:prstGeom>
          <a:solidFill>
            <a:schemeClr val="accent2">
              <a:lumMod val="60000"/>
              <a:lumOff val="40000"/>
              <a:alpha val="40000"/>
            </a:schemeClr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5" name="Oval 1+"/>
          <p:cNvSpPr/>
          <p:nvPr/>
        </p:nvSpPr>
        <p:spPr>
          <a:xfrm>
            <a:off x="5344361" y="1089025"/>
            <a:ext cx="1617180" cy="1617178"/>
          </a:xfrm>
          <a:prstGeom prst="ellipse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6" name="Oval 3+"/>
          <p:cNvSpPr/>
          <p:nvPr/>
        </p:nvSpPr>
        <p:spPr>
          <a:xfrm>
            <a:off x="7738609" y="1312038"/>
            <a:ext cx="1617180" cy="1617178"/>
          </a:xfrm>
          <a:prstGeom prst="ellipse">
            <a:avLst/>
          </a:prstGeom>
          <a:solidFill>
            <a:schemeClr val="accent2">
              <a:lumMod val="60000"/>
              <a:lumOff val="40000"/>
              <a:alpha val="40000"/>
            </a:schemeClr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7" name="Oval 5+"/>
          <p:cNvSpPr/>
          <p:nvPr/>
        </p:nvSpPr>
        <p:spPr>
          <a:xfrm>
            <a:off x="10132860" y="1948894"/>
            <a:ext cx="1617180" cy="1617178"/>
          </a:xfrm>
          <a:prstGeom prst="ellipse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31213" y="63770"/>
            <a:ext cx="44358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下阶段工作计划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5461526" y="1206190"/>
            <a:ext cx="1382850" cy="1382848"/>
          </a:xfrm>
          <a:prstGeom prst="ellipse">
            <a:avLst/>
          </a:prstGeom>
          <a:solidFill>
            <a:schemeClr val="accent1"/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3067275" y="1459683"/>
            <a:ext cx="1382850" cy="1382848"/>
          </a:xfrm>
          <a:prstGeom prst="ellipse">
            <a:avLst/>
          </a:prstGeom>
          <a:solidFill>
            <a:schemeClr val="accent2"/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7855774" y="1429203"/>
            <a:ext cx="1382850" cy="1382848"/>
          </a:xfrm>
          <a:prstGeom prst="ellipse">
            <a:avLst/>
          </a:prstGeom>
          <a:solidFill>
            <a:schemeClr val="accent2"/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673026" y="2050819"/>
            <a:ext cx="1382850" cy="1382848"/>
          </a:xfrm>
          <a:prstGeom prst="ellipse">
            <a:avLst/>
          </a:prstGeom>
          <a:solidFill>
            <a:schemeClr val="accent1"/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0250025" y="2066059"/>
            <a:ext cx="1382850" cy="1382848"/>
          </a:xfrm>
          <a:prstGeom prst="ellipse">
            <a:avLst/>
          </a:prstGeom>
          <a:solidFill>
            <a:schemeClr val="accent1"/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3" name="矩形: 圆角 102"/>
          <p:cNvSpPr/>
          <p:nvPr/>
        </p:nvSpPr>
        <p:spPr>
          <a:xfrm rot="5400000">
            <a:off x="-146636" y="4099538"/>
            <a:ext cx="3022173" cy="2189951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4" name="矩形: 圆角 103"/>
          <p:cNvSpPr/>
          <p:nvPr/>
        </p:nvSpPr>
        <p:spPr>
          <a:xfrm rot="5400000">
            <a:off x="1976415" y="3828340"/>
            <a:ext cx="3564570" cy="2189951"/>
          </a:xfrm>
          <a:prstGeom prst="roundRect">
            <a:avLst>
              <a:gd name="adj" fmla="val 2869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5" name="矩形: 圆角 104"/>
          <p:cNvSpPr/>
          <p:nvPr/>
        </p:nvSpPr>
        <p:spPr>
          <a:xfrm rot="5400000">
            <a:off x="4243923" y="3701597"/>
            <a:ext cx="3818056" cy="2189951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" name="矩形: 圆角 105"/>
          <p:cNvSpPr/>
          <p:nvPr/>
        </p:nvSpPr>
        <p:spPr>
          <a:xfrm rot="5400000">
            <a:off x="6764915" y="3828341"/>
            <a:ext cx="3564568" cy="2189951"/>
          </a:xfrm>
          <a:prstGeom prst="roundRect">
            <a:avLst>
              <a:gd name="adj" fmla="val 2869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" name="矩形: 圆角 106"/>
          <p:cNvSpPr/>
          <p:nvPr/>
        </p:nvSpPr>
        <p:spPr>
          <a:xfrm rot="5400000">
            <a:off x="9430364" y="4099539"/>
            <a:ext cx="3022171" cy="2189951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9" name="Rounded Rectangle 102+"/>
          <p:cNvSpPr/>
          <p:nvPr/>
        </p:nvSpPr>
        <p:spPr>
          <a:xfrm rot="5400000" flipH="1">
            <a:off x="1328451" y="5591204"/>
            <a:ext cx="72000" cy="2189951"/>
          </a:xfrm>
          <a:prstGeom prst="roundRect">
            <a:avLst>
              <a:gd name="adj" fmla="val 28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0" name="Rounded Rectangle 103+"/>
          <p:cNvSpPr/>
          <p:nvPr/>
        </p:nvSpPr>
        <p:spPr>
          <a:xfrm rot="5400000" flipH="1">
            <a:off x="3722699" y="5591204"/>
            <a:ext cx="72000" cy="2189951"/>
          </a:xfrm>
          <a:prstGeom prst="roundRect">
            <a:avLst>
              <a:gd name="adj" fmla="val 286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1" name="Rounded Rectangle 104+"/>
          <p:cNvSpPr/>
          <p:nvPr/>
        </p:nvSpPr>
        <p:spPr>
          <a:xfrm rot="5400000" flipH="1">
            <a:off x="6116950" y="5591204"/>
            <a:ext cx="72000" cy="2189951"/>
          </a:xfrm>
          <a:prstGeom prst="roundRect">
            <a:avLst>
              <a:gd name="adj" fmla="val 28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2" name="Rounded Rectangle 105+"/>
          <p:cNvSpPr/>
          <p:nvPr/>
        </p:nvSpPr>
        <p:spPr>
          <a:xfrm rot="5400000" flipH="1">
            <a:off x="8511198" y="5591204"/>
            <a:ext cx="72000" cy="2189951"/>
          </a:xfrm>
          <a:prstGeom prst="roundRect">
            <a:avLst>
              <a:gd name="adj" fmla="val 286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3" name="Rounded Rectangle 106+"/>
          <p:cNvSpPr/>
          <p:nvPr/>
        </p:nvSpPr>
        <p:spPr>
          <a:xfrm rot="5400000" flipH="1">
            <a:off x="10905449" y="5591204"/>
            <a:ext cx="72000" cy="2189951"/>
          </a:xfrm>
          <a:prstGeom prst="roundRect">
            <a:avLst>
              <a:gd name="adj" fmla="val 28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707943" y="2388300"/>
            <a:ext cx="131301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业绩冲刺攻坚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3102192" y="1797164"/>
            <a:ext cx="131301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门店管理优化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5496443" y="1543671"/>
            <a:ext cx="131301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供应链效率提升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7890691" y="1766684"/>
            <a:ext cx="131301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拉新渠道拓展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10284942" y="2403540"/>
            <a:ext cx="131301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数据化运营推进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295423" y="4247029"/>
            <a:ext cx="218995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策划双节活动，备货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2000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件；目标客流升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，单店日收超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295424" y="3928078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旺季活动落地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9" name="等腰三角形 128"/>
          <p:cNvSpPr/>
          <p:nvPr/>
        </p:nvSpPr>
        <p:spPr>
          <a:xfrm rot="4274156">
            <a:off x="2426993" y="2288040"/>
            <a:ext cx="290736" cy="25063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0" name="等腰三角形 129"/>
          <p:cNvSpPr/>
          <p:nvPr/>
        </p:nvSpPr>
        <p:spPr>
          <a:xfrm rot="5231853">
            <a:off x="4845189" y="1839446"/>
            <a:ext cx="290736" cy="25063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1" name="等腰三角形 130"/>
          <p:cNvSpPr/>
          <p:nvPr/>
        </p:nvSpPr>
        <p:spPr>
          <a:xfrm rot="5890972">
            <a:off x="7268800" y="1857313"/>
            <a:ext cx="290736" cy="25063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2" name="等腰三角形 131"/>
          <p:cNvSpPr/>
          <p:nvPr/>
        </p:nvSpPr>
        <p:spPr>
          <a:xfrm rot="6691060">
            <a:off x="9652619" y="2341958"/>
            <a:ext cx="290736" cy="25063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295423" y="5702795"/>
            <a:ext cx="218995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为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家门店调结构、优排班，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11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月底营收达区域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90%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以上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8" name="矩形 137"/>
          <p:cNvSpPr/>
          <p:nvPr/>
        </p:nvSpPr>
        <p:spPr>
          <a:xfrm>
            <a:off x="295424" y="538384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薄弱门店提升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2679270" y="3634342"/>
            <a:ext cx="218995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场培训覆盖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人，推服务标准；目标满意度升至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1" name="矩形 140"/>
          <p:cNvSpPr/>
          <p:nvPr/>
        </p:nvSpPr>
        <p:spPr>
          <a:xfrm>
            <a:off x="2679271" y="3315391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服务标准升级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3" name="矩形 142"/>
          <p:cNvSpPr/>
          <p:nvPr/>
        </p:nvSpPr>
        <p:spPr>
          <a:xfrm>
            <a:off x="2679270" y="5096801"/>
            <a:ext cx="218995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每周平安检查建台账，确保没有意外、食安百分百合格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4" name="矩形 143"/>
          <p:cNvSpPr/>
          <p:nvPr/>
        </p:nvSpPr>
        <p:spPr>
          <a:xfrm>
            <a:off x="2679271" y="4777850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平安隐患排查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6" name="矩形 145"/>
          <p:cNvSpPr/>
          <p:nvPr/>
        </p:nvSpPr>
        <p:spPr>
          <a:xfrm>
            <a:off x="5088454" y="3406202"/>
            <a:ext cx="2189951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上线科技补货系统，周期缩至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天，缺货率降至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7" name="矩形 146"/>
          <p:cNvSpPr/>
          <p:nvPr/>
        </p:nvSpPr>
        <p:spPr>
          <a:xfrm>
            <a:off x="5088455" y="3087251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补货机制优化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9" name="矩形 148"/>
          <p:cNvSpPr/>
          <p:nvPr/>
        </p:nvSpPr>
        <p:spPr>
          <a:xfrm>
            <a:off x="5088454" y="4872936"/>
            <a:ext cx="2189951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家供应商谈降本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，保畅销品库存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充足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0" name="矩形 149"/>
          <p:cNvSpPr/>
          <p:nvPr/>
        </p:nvSpPr>
        <p:spPr>
          <a:xfrm>
            <a:off x="5088455" y="4553985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供应商合作深化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" name="矩形 151"/>
          <p:cNvSpPr/>
          <p:nvPr/>
        </p:nvSpPr>
        <p:spPr>
          <a:xfrm>
            <a:off x="7468613" y="3634342"/>
            <a:ext cx="218995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完成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家选址，优先社区写字楼；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月底签合同并装修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3" name="矩形 152"/>
          <p:cNvSpPr/>
          <p:nvPr/>
        </p:nvSpPr>
        <p:spPr>
          <a:xfrm>
            <a:off x="7468614" y="3315391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新门店筹备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5" name="矩形 154"/>
          <p:cNvSpPr/>
          <p:nvPr/>
        </p:nvSpPr>
        <p:spPr>
          <a:xfrm>
            <a:off x="7468613" y="5080215"/>
            <a:ext cx="2189951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招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人训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周，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月初开业，当月目标营收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6" name="矩形 155"/>
          <p:cNvSpPr/>
          <p:nvPr/>
        </p:nvSpPr>
        <p:spPr>
          <a:xfrm>
            <a:off x="7468614" y="476126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人员招聘培训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8" name="矩形 157"/>
          <p:cNvSpPr/>
          <p:nvPr/>
        </p:nvSpPr>
        <p:spPr>
          <a:xfrm>
            <a:off x="9862861" y="4225656"/>
            <a:ext cx="2189951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建日报机制每日分析，重点控损耗，降至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2.5%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9" name="矩形 158"/>
          <p:cNvSpPr/>
          <p:nvPr/>
        </p:nvSpPr>
        <p:spPr>
          <a:xfrm>
            <a:off x="9862862" y="3906705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数据监控体系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61" name="矩形 160"/>
          <p:cNvSpPr/>
          <p:nvPr/>
        </p:nvSpPr>
        <p:spPr>
          <a:xfrm>
            <a:off x="9862861" y="5696034"/>
            <a:ext cx="2189951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推 “线上点单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+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自提”，目标线上订单占比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2" name="矩形 161"/>
          <p:cNvSpPr/>
          <p:nvPr/>
        </p:nvSpPr>
        <p:spPr>
          <a:xfrm>
            <a:off x="9862862" y="5377083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数字化工具推广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71" name="直接连接符 170"/>
          <p:cNvCxnSpPr/>
          <p:nvPr/>
        </p:nvCxnSpPr>
        <p:spPr>
          <a:xfrm flipH="1">
            <a:off x="238997" y="5245836"/>
            <a:ext cx="2189952" cy="9016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49000">
                  <a:schemeClr val="accent1">
                    <a:alpha val="5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接连接符 173"/>
          <p:cNvCxnSpPr/>
          <p:nvPr/>
        </p:nvCxnSpPr>
        <p:spPr>
          <a:xfrm flipH="1">
            <a:off x="2647336" y="4620530"/>
            <a:ext cx="2189952" cy="9016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49000">
                  <a:schemeClr val="accent2">
                    <a:alpha val="5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接连接符 174"/>
          <p:cNvCxnSpPr/>
          <p:nvPr/>
        </p:nvCxnSpPr>
        <p:spPr>
          <a:xfrm flipH="1">
            <a:off x="5074362" y="4313403"/>
            <a:ext cx="2189952" cy="9016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49000">
                  <a:schemeClr val="accent1">
                    <a:alpha val="5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接连接符 175"/>
          <p:cNvCxnSpPr/>
          <p:nvPr/>
        </p:nvCxnSpPr>
        <p:spPr>
          <a:xfrm flipH="1">
            <a:off x="7452222" y="4620530"/>
            <a:ext cx="2189952" cy="9016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49000">
                  <a:schemeClr val="accent2">
                    <a:alpha val="5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接连接符 176"/>
          <p:cNvCxnSpPr/>
          <p:nvPr/>
        </p:nvCxnSpPr>
        <p:spPr>
          <a:xfrm flipH="1">
            <a:off x="9862861" y="5147957"/>
            <a:ext cx="2189952" cy="9016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49000">
                  <a:schemeClr val="accent1">
                    <a:alpha val="5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表格填写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04565" y="5947410"/>
            <a:ext cx="539115" cy="539115"/>
          </a:xfrm>
          <a:prstGeom prst="rect">
            <a:avLst/>
          </a:prstGeom>
        </p:spPr>
      </p:pic>
      <p:pic>
        <p:nvPicPr>
          <p:cNvPr id="8" name="图片 7" descr="账号管理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4171" y="5947234"/>
            <a:ext cx="539115" cy="539115"/>
          </a:xfrm>
          <a:prstGeom prst="rect">
            <a:avLst/>
          </a:prstGeom>
        </p:spPr>
      </p:pic>
      <p:pic>
        <p:nvPicPr>
          <p:cNvPr id="9" name="图片 8" descr="关联配置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24855" y="5753100"/>
            <a:ext cx="631190" cy="63119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任意多边形: 形状 32"/>
          <p:cNvSpPr/>
          <p:nvPr/>
        </p:nvSpPr>
        <p:spPr>
          <a:xfrm rot="5400000">
            <a:off x="1295133" y="5316"/>
            <a:ext cx="2228903" cy="4395781"/>
          </a:xfrm>
          <a:custGeom>
            <a:avLst/>
            <a:gdLst>
              <a:gd name="connsiteX0" fmla="*/ 0 w 2228903"/>
              <a:gd name="connsiteY0" fmla="*/ 4340597 h 4395781"/>
              <a:gd name="connsiteX1" fmla="*/ 0 w 2228903"/>
              <a:gd name="connsiteY1" fmla="*/ 55184 h 4395781"/>
              <a:gd name="connsiteX2" fmla="*/ 55184 w 2228903"/>
              <a:gd name="connsiteY2" fmla="*/ 0 h 4395781"/>
              <a:gd name="connsiteX3" fmla="*/ 1868281 w 2228903"/>
              <a:gd name="connsiteY3" fmla="*/ 0 h 4395781"/>
              <a:gd name="connsiteX4" fmla="*/ 1923465 w 2228903"/>
              <a:gd name="connsiteY4" fmla="*/ 55184 h 4395781"/>
              <a:gd name="connsiteX5" fmla="*/ 1923465 w 2228903"/>
              <a:gd name="connsiteY5" fmla="*/ 386486 h 4395781"/>
              <a:gd name="connsiteX6" fmla="*/ 2228903 w 2228903"/>
              <a:gd name="connsiteY6" fmla="*/ 386486 h 4395781"/>
              <a:gd name="connsiteX7" fmla="*/ 1923465 w 2228903"/>
              <a:gd name="connsiteY7" fmla="*/ 804613 h 4395781"/>
              <a:gd name="connsiteX8" fmla="*/ 1923465 w 2228903"/>
              <a:gd name="connsiteY8" fmla="*/ 4340597 h 4395781"/>
              <a:gd name="connsiteX9" fmla="*/ 1868281 w 2228903"/>
              <a:gd name="connsiteY9" fmla="*/ 4395781 h 4395781"/>
              <a:gd name="connsiteX10" fmla="*/ 55184 w 2228903"/>
              <a:gd name="connsiteY10" fmla="*/ 4395781 h 4395781"/>
              <a:gd name="connsiteX11" fmla="*/ 0 w 2228903"/>
              <a:gd name="connsiteY11" fmla="*/ 4340597 h 4395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28903" h="4395781">
                <a:moveTo>
                  <a:pt x="0" y="4340597"/>
                </a:moveTo>
                <a:lnTo>
                  <a:pt x="0" y="55184"/>
                </a:lnTo>
                <a:cubicBezTo>
                  <a:pt x="0" y="24707"/>
                  <a:pt x="24707" y="0"/>
                  <a:pt x="55184" y="0"/>
                </a:cubicBezTo>
                <a:lnTo>
                  <a:pt x="1868281" y="0"/>
                </a:lnTo>
                <a:cubicBezTo>
                  <a:pt x="1898758" y="0"/>
                  <a:pt x="1923465" y="24707"/>
                  <a:pt x="1923465" y="55184"/>
                </a:cubicBezTo>
                <a:lnTo>
                  <a:pt x="1923465" y="386486"/>
                </a:lnTo>
                <a:lnTo>
                  <a:pt x="2228903" y="386486"/>
                </a:lnTo>
                <a:lnTo>
                  <a:pt x="1923465" y="804613"/>
                </a:lnTo>
                <a:lnTo>
                  <a:pt x="1923465" y="4340597"/>
                </a:lnTo>
                <a:cubicBezTo>
                  <a:pt x="1923465" y="4371074"/>
                  <a:pt x="1898758" y="4395781"/>
                  <a:pt x="1868281" y="4395781"/>
                </a:cubicBezTo>
                <a:lnTo>
                  <a:pt x="55184" y="4395781"/>
                </a:lnTo>
                <a:cubicBezTo>
                  <a:pt x="24707" y="4395781"/>
                  <a:pt x="0" y="4371074"/>
                  <a:pt x="0" y="4340597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26768" y="63770"/>
            <a:ext cx="55130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年度目标实现关键策略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>
            <a:off x="7721388" y="4592112"/>
            <a:ext cx="705440" cy="0"/>
          </a:xfrm>
          <a:prstGeom prst="line">
            <a:avLst/>
          </a:prstGeom>
          <a:ln w="25400"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V="1">
            <a:off x="6709236" y="1790150"/>
            <a:ext cx="1119254" cy="996283"/>
          </a:xfrm>
          <a:prstGeom prst="line">
            <a:avLst/>
          </a:prstGeom>
          <a:ln w="254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H="1">
            <a:off x="3455493" y="4277529"/>
            <a:ext cx="821104" cy="0"/>
          </a:xfrm>
          <a:prstGeom prst="line">
            <a:avLst/>
          </a:prstGeom>
          <a:ln w="254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/>
          <p:cNvSpPr/>
          <p:nvPr/>
        </p:nvSpPr>
        <p:spPr>
          <a:xfrm>
            <a:off x="4910791" y="1788533"/>
            <a:ext cx="2374745" cy="237474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5825448" y="3168375"/>
            <a:ext cx="2374745" cy="2374745"/>
          </a:xfrm>
          <a:prstGeom prst="ellipse">
            <a:avLst/>
          </a:prstGeom>
          <a:solidFill>
            <a:schemeClr val="accent2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3996133" y="3181074"/>
            <a:ext cx="2374745" cy="237474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" name="任意多边形: 形状 7"/>
          <p:cNvSpPr/>
          <p:nvPr/>
        </p:nvSpPr>
        <p:spPr>
          <a:xfrm>
            <a:off x="4578295" y="2288291"/>
            <a:ext cx="3098684" cy="2707163"/>
          </a:xfrm>
          <a:custGeom>
            <a:avLst/>
            <a:gdLst>
              <a:gd name="connsiteX0" fmla="*/ 1907926 w 3815852"/>
              <a:gd name="connsiteY0" fmla="*/ 0 h 3333715"/>
              <a:gd name="connsiteX1" fmla="*/ 2689504 w 3815852"/>
              <a:gd name="connsiteY1" fmla="*/ 781577 h 3333715"/>
              <a:gd name="connsiteX2" fmla="*/ 2460585 w 3815852"/>
              <a:gd name="connsiteY2" fmla="*/ 1334236 h 3333715"/>
              <a:gd name="connsiteX3" fmla="*/ 2375559 w 3815852"/>
              <a:gd name="connsiteY3" fmla="*/ 1404388 h 3333715"/>
              <a:gd name="connsiteX4" fmla="*/ 2642162 w 3815852"/>
              <a:gd name="connsiteY4" fmla="*/ 1864048 h 3333715"/>
              <a:gd name="connsiteX5" fmla="*/ 2730049 w 3815852"/>
              <a:gd name="connsiteY5" fmla="*/ 1816344 h 3333715"/>
              <a:gd name="connsiteX6" fmla="*/ 3034274 w 3815852"/>
              <a:gd name="connsiteY6" fmla="*/ 1754924 h 3333715"/>
              <a:gd name="connsiteX7" fmla="*/ 3815852 w 3815852"/>
              <a:gd name="connsiteY7" fmla="*/ 2536501 h 3333715"/>
              <a:gd name="connsiteX8" fmla="*/ 3034274 w 3815852"/>
              <a:gd name="connsiteY8" fmla="*/ 3318078 h 3333715"/>
              <a:gd name="connsiteX9" fmla="*/ 2314116 w 3815852"/>
              <a:gd name="connsiteY9" fmla="*/ 2840726 h 3333715"/>
              <a:gd name="connsiteX10" fmla="*/ 2281481 w 3815852"/>
              <a:gd name="connsiteY10" fmla="*/ 2735592 h 3333715"/>
              <a:gd name="connsiteX11" fmla="*/ 1539225 w 3815852"/>
              <a:gd name="connsiteY11" fmla="*/ 2735592 h 3333715"/>
              <a:gd name="connsiteX12" fmla="*/ 1501736 w 3815852"/>
              <a:gd name="connsiteY12" fmla="*/ 2856363 h 3333715"/>
              <a:gd name="connsiteX13" fmla="*/ 781578 w 3815852"/>
              <a:gd name="connsiteY13" fmla="*/ 3333715 h 3333715"/>
              <a:gd name="connsiteX14" fmla="*/ 0 w 3815852"/>
              <a:gd name="connsiteY14" fmla="*/ 2552138 h 3333715"/>
              <a:gd name="connsiteX15" fmla="*/ 781578 w 3815852"/>
              <a:gd name="connsiteY15" fmla="*/ 1770561 h 3333715"/>
              <a:gd name="connsiteX16" fmla="*/ 1085803 w 3815852"/>
              <a:gd name="connsiteY16" fmla="*/ 1831981 h 3333715"/>
              <a:gd name="connsiteX17" fmla="*/ 1166793 w 3815852"/>
              <a:gd name="connsiteY17" fmla="*/ 1875941 h 3333715"/>
              <a:gd name="connsiteX18" fmla="*/ 1440293 w 3815852"/>
              <a:gd name="connsiteY18" fmla="*/ 1404388 h 3333715"/>
              <a:gd name="connsiteX19" fmla="*/ 1355267 w 3815852"/>
              <a:gd name="connsiteY19" fmla="*/ 1334236 h 3333715"/>
              <a:gd name="connsiteX20" fmla="*/ 1126348 w 3815852"/>
              <a:gd name="connsiteY20" fmla="*/ 781577 h 3333715"/>
              <a:gd name="connsiteX21" fmla="*/ 1907926 w 3815852"/>
              <a:gd name="connsiteY21" fmla="*/ 0 h 3333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815852" h="3333715">
                <a:moveTo>
                  <a:pt x="1907926" y="0"/>
                </a:moveTo>
                <a:cubicBezTo>
                  <a:pt x="2339580" y="0"/>
                  <a:pt x="2689504" y="349924"/>
                  <a:pt x="2689504" y="781577"/>
                </a:cubicBezTo>
                <a:cubicBezTo>
                  <a:pt x="2689504" y="997404"/>
                  <a:pt x="2602023" y="1192798"/>
                  <a:pt x="2460585" y="1334236"/>
                </a:cubicBezTo>
                <a:lnTo>
                  <a:pt x="2375559" y="1404388"/>
                </a:lnTo>
                <a:lnTo>
                  <a:pt x="2642162" y="1864048"/>
                </a:lnTo>
                <a:lnTo>
                  <a:pt x="2730049" y="1816344"/>
                </a:lnTo>
                <a:cubicBezTo>
                  <a:pt x="2823555" y="1776794"/>
                  <a:pt x="2926361" y="1754924"/>
                  <a:pt x="3034274" y="1754924"/>
                </a:cubicBezTo>
                <a:cubicBezTo>
                  <a:pt x="3465928" y="1754924"/>
                  <a:pt x="3815852" y="2104848"/>
                  <a:pt x="3815852" y="2536501"/>
                </a:cubicBezTo>
                <a:cubicBezTo>
                  <a:pt x="3815852" y="2968154"/>
                  <a:pt x="3465928" y="3318078"/>
                  <a:pt x="3034274" y="3318078"/>
                </a:cubicBezTo>
                <a:cubicBezTo>
                  <a:pt x="2710534" y="3318078"/>
                  <a:pt x="2432766" y="3121246"/>
                  <a:pt x="2314116" y="2840726"/>
                </a:cubicBezTo>
                <a:lnTo>
                  <a:pt x="2281481" y="2735592"/>
                </a:lnTo>
                <a:lnTo>
                  <a:pt x="1539225" y="2735592"/>
                </a:lnTo>
                <a:lnTo>
                  <a:pt x="1501736" y="2856363"/>
                </a:lnTo>
                <a:cubicBezTo>
                  <a:pt x="1383086" y="3136883"/>
                  <a:pt x="1105318" y="3333715"/>
                  <a:pt x="781578" y="3333715"/>
                </a:cubicBezTo>
                <a:cubicBezTo>
                  <a:pt x="349924" y="3333715"/>
                  <a:pt x="0" y="2983791"/>
                  <a:pt x="0" y="2552138"/>
                </a:cubicBezTo>
                <a:cubicBezTo>
                  <a:pt x="0" y="2120485"/>
                  <a:pt x="349924" y="1770561"/>
                  <a:pt x="781578" y="1770561"/>
                </a:cubicBezTo>
                <a:cubicBezTo>
                  <a:pt x="889491" y="1770561"/>
                  <a:pt x="992297" y="1792431"/>
                  <a:pt x="1085803" y="1831981"/>
                </a:cubicBezTo>
                <a:lnTo>
                  <a:pt x="1166793" y="1875941"/>
                </a:lnTo>
                <a:lnTo>
                  <a:pt x="1440293" y="1404388"/>
                </a:lnTo>
                <a:lnTo>
                  <a:pt x="1355267" y="1334236"/>
                </a:lnTo>
                <a:cubicBezTo>
                  <a:pt x="1213829" y="1192798"/>
                  <a:pt x="1126348" y="997404"/>
                  <a:pt x="1126348" y="781577"/>
                </a:cubicBezTo>
                <a:cubicBezTo>
                  <a:pt x="1126348" y="349924"/>
                  <a:pt x="1476272" y="0"/>
                  <a:pt x="190792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52400" dist="50800" dir="2700000" algn="tl" rotWithShape="0">
              <a:schemeClr val="tx1">
                <a:lumMod val="75000"/>
                <a:lumOff val="2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8002102" y="1458580"/>
            <a:ext cx="2120260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061413" y="1539861"/>
            <a:ext cx="200163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优化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SKU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提增量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2" name="矩形: 圆角 21"/>
          <p:cNvSpPr/>
          <p:nvPr/>
        </p:nvSpPr>
        <p:spPr>
          <a:xfrm>
            <a:off x="8575197" y="4310776"/>
            <a:ext cx="2015705" cy="562672"/>
          </a:xfrm>
          <a:prstGeom prst="roundRect">
            <a:avLst>
              <a:gd name="adj" fmla="val 1064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583416" y="4392057"/>
            <a:ext cx="19992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营销转型提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ROI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1328077" y="3995891"/>
            <a:ext cx="1991304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333715" y="4077172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分层运营促粘性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49714" y="4638973"/>
            <a:ext cx="3257758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针对核心客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搭建分层运营体系，推送个性化消费卡及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VIP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活动，上半年回头提升至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，带动客单价增长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922854" y="2048296"/>
            <a:ext cx="4189897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基于销售数据淘汰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滞销品，引入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款网红新品，优化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SKU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结构，新品贡献销售额占比达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28%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498294" y="4892830"/>
            <a:ext cx="362130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缩减低效线下推广预算，转向直播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+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短视频营销，单场直播顶峰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突破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万元，营销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ROI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提升至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1:4.2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37068" y="1614196"/>
            <a:ext cx="4067614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聚焦用户、商品、营销三大维度，通过分层运营提回头、优化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SKU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引增量、转型直播提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ROI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，严格匹配业务痛点与增长需求，为年度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增长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50%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的目标提供可落地的策略支撑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37068" y="1267535"/>
            <a:ext cx="20842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三维发力 严格破局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878706" y="4066598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用户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深耕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811353" y="2561255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商品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优化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787574" y="4066598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营销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提效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192089" y="6154388"/>
            <a:ext cx="2308182" cy="562672"/>
          </a:xfrm>
          <a:prstGeom prst="roundRect">
            <a:avLst>
              <a:gd name="adj" fmla="val 10648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8" name="矩形: 圆角 37"/>
          <p:cNvSpPr/>
          <p:nvPr/>
        </p:nvSpPr>
        <p:spPr>
          <a:xfrm>
            <a:off x="2576127" y="6154388"/>
            <a:ext cx="2308182" cy="562672"/>
          </a:xfrm>
          <a:prstGeom prst="roundRect">
            <a:avLst>
              <a:gd name="adj" fmla="val 10648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9" name="矩形: 圆角 38"/>
          <p:cNvSpPr/>
          <p:nvPr/>
        </p:nvSpPr>
        <p:spPr>
          <a:xfrm>
            <a:off x="4960165" y="6154388"/>
            <a:ext cx="2308182" cy="562672"/>
          </a:xfrm>
          <a:prstGeom prst="roundRect">
            <a:avLst>
              <a:gd name="adj" fmla="val 10648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7344203" y="6154388"/>
            <a:ext cx="2308182" cy="562672"/>
          </a:xfrm>
          <a:prstGeom prst="roundRect">
            <a:avLst>
              <a:gd name="adj" fmla="val 10648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: 圆角 40"/>
          <p:cNvSpPr/>
          <p:nvPr/>
        </p:nvSpPr>
        <p:spPr>
          <a:xfrm>
            <a:off x="9728243" y="6154388"/>
            <a:ext cx="2308182" cy="562672"/>
          </a:xfrm>
          <a:prstGeom prst="roundRect">
            <a:avLst>
              <a:gd name="adj" fmla="val 10648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68137" y="6235669"/>
            <a:ext cx="11560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客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Q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分层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3114120" y="6235669"/>
            <a:ext cx="123219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SKU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迭代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508962" y="6235669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直播转化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893000" y="6235669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复购提升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10277040" y="6235669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预算优化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关联配置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39765" y="3646170"/>
            <a:ext cx="631190" cy="63119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直接连接符 42"/>
          <p:cNvCxnSpPr/>
          <p:nvPr/>
        </p:nvCxnSpPr>
        <p:spPr>
          <a:xfrm>
            <a:off x="287430" y="3481338"/>
            <a:ext cx="0" cy="30677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3234637" y="3481338"/>
            <a:ext cx="0" cy="306774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6207209" y="3481338"/>
            <a:ext cx="0" cy="30677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9154416" y="3481338"/>
            <a:ext cx="0" cy="306774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91208" y="63770"/>
            <a:ext cx="47949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年度工作完成情况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" name="箭头: 五边形 7"/>
          <p:cNvSpPr/>
          <p:nvPr/>
        </p:nvSpPr>
        <p:spPr>
          <a:xfrm>
            <a:off x="8211185" y="2423253"/>
            <a:ext cx="3825239" cy="1249337"/>
          </a:xfrm>
          <a:prstGeom prst="homePlate">
            <a:avLst/>
          </a:prstGeom>
          <a:solidFill>
            <a:schemeClr val="accent2"/>
          </a:solidFill>
          <a:ln w="6539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箭头: 五边形 7"/>
          <p:cNvSpPr/>
          <p:nvPr/>
        </p:nvSpPr>
        <p:spPr>
          <a:xfrm>
            <a:off x="192090" y="2423253"/>
            <a:ext cx="3681948" cy="1249337"/>
          </a:xfrm>
          <a:prstGeom prst="homePlate">
            <a:avLst/>
          </a:prstGeom>
          <a:solidFill>
            <a:schemeClr val="accent1"/>
          </a:solidFill>
          <a:ln w="6539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箭头: 五边形 7"/>
          <p:cNvSpPr/>
          <p:nvPr/>
        </p:nvSpPr>
        <p:spPr>
          <a:xfrm>
            <a:off x="5690668" y="2423253"/>
            <a:ext cx="3825239" cy="1249337"/>
          </a:xfrm>
          <a:prstGeom prst="chevron">
            <a:avLst/>
          </a:prstGeom>
          <a:solidFill>
            <a:schemeClr val="accent1"/>
          </a:solidFill>
          <a:ln w="6539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箭头: 五边形 7"/>
          <p:cNvSpPr/>
          <p:nvPr/>
        </p:nvSpPr>
        <p:spPr>
          <a:xfrm>
            <a:off x="3008686" y="2423253"/>
            <a:ext cx="3681948" cy="1249337"/>
          </a:xfrm>
          <a:prstGeom prst="chevron">
            <a:avLst/>
          </a:prstGeom>
          <a:solidFill>
            <a:schemeClr val="accent2"/>
          </a:solidFill>
          <a:ln w="6539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93053" y="3055984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核心业绩达成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828308" y="3055984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运营效率提升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806715" y="3055984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团队建设推进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504053" y="3055984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客户服务优化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" name="矩形: 圆角 13"/>
          <p:cNvSpPr/>
          <p:nvPr/>
        </p:nvSpPr>
        <p:spPr>
          <a:xfrm rot="5400000">
            <a:off x="410125" y="882884"/>
            <a:ext cx="993039" cy="1429117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矩形: 圆角 16"/>
          <p:cNvSpPr/>
          <p:nvPr/>
        </p:nvSpPr>
        <p:spPr>
          <a:xfrm rot="5400000">
            <a:off x="1984788" y="882884"/>
            <a:ext cx="993039" cy="1429117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矩形: 圆角 17"/>
          <p:cNvSpPr/>
          <p:nvPr/>
        </p:nvSpPr>
        <p:spPr>
          <a:xfrm rot="5400000">
            <a:off x="3544585" y="882884"/>
            <a:ext cx="993039" cy="1429117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9" name="矩形: 圆角 18"/>
          <p:cNvSpPr/>
          <p:nvPr/>
        </p:nvSpPr>
        <p:spPr>
          <a:xfrm rot="5400000">
            <a:off x="5104382" y="882884"/>
            <a:ext cx="993039" cy="1429117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矩形: 圆角 19"/>
          <p:cNvSpPr/>
          <p:nvPr/>
        </p:nvSpPr>
        <p:spPr>
          <a:xfrm rot="5400000">
            <a:off x="6664179" y="882884"/>
            <a:ext cx="993039" cy="1429117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矩形: 圆角 20"/>
          <p:cNvSpPr/>
          <p:nvPr/>
        </p:nvSpPr>
        <p:spPr>
          <a:xfrm rot="5400000">
            <a:off x="8223977" y="882884"/>
            <a:ext cx="993039" cy="1429117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矩形: 圆角 22"/>
          <p:cNvSpPr/>
          <p:nvPr/>
        </p:nvSpPr>
        <p:spPr>
          <a:xfrm rot="5400000">
            <a:off x="10341725" y="399264"/>
            <a:ext cx="993039" cy="2396358"/>
          </a:xfrm>
          <a:prstGeom prst="roundRect">
            <a:avLst>
              <a:gd name="adj" fmla="val 28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38466" y="4169369"/>
            <a:ext cx="2501990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全年完成营收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亿元，超年度目标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，同比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2023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年增长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38466" y="3822708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营收目标超额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38466" y="5596928"/>
            <a:ext cx="2501990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全年配送订单量达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万单，较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2023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年增加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万单，增长率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16.2%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38466" y="5250267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业务量增长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431400" y="4169369"/>
            <a:ext cx="2501990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同城配送时效从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小时缩至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小时，准时送达率提升至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98.5%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431400" y="3822708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配送时效优化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431400" y="5596928"/>
            <a:ext cx="250199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仓库周转率从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天降至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天，库存积压率控制在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以内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431400" y="5250267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仓储周转加速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376101" y="4169369"/>
            <a:ext cx="250199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组织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场专业培训，覆盖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名员工，培训完成率百分百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376101" y="3822708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人员培训落实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376101" y="5596928"/>
            <a:ext cx="2501990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全年员工流失率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，较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2023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年下降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个百分点，团队凝聚力增强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376101" y="5250267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团队稳定性提升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9251544" y="4169369"/>
            <a:ext cx="2501990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客户投诉量降至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起，同比减少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，投诉处理时效缩至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小时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9251544" y="3822708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投诉处理效率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9251544" y="5596928"/>
            <a:ext cx="250199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年度客户满意度调查评分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9.2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分，较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2023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年提高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0.5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分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9251544" y="5250267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服务满意度提升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199656" y="3916225"/>
            <a:ext cx="175549" cy="175549"/>
          </a:xfrm>
          <a:prstGeom prst="ellipse">
            <a:avLst/>
          </a:prstGeom>
          <a:ln w="25400">
            <a:solidFill>
              <a:schemeClr val="bg1"/>
            </a:solidFill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199656" y="5339751"/>
            <a:ext cx="175549" cy="175549"/>
          </a:xfrm>
          <a:prstGeom prst="ellipse">
            <a:avLst/>
          </a:prstGeom>
          <a:ln w="25400">
            <a:solidFill>
              <a:schemeClr val="bg1"/>
            </a:solidFill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3146863" y="3916225"/>
            <a:ext cx="175549" cy="175549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  <a:effectLst>
            <a:outerShdw blurRad="63500" algn="ctr" rotWithShape="0">
              <a:schemeClr val="accent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3146863" y="5339751"/>
            <a:ext cx="175549" cy="175549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  <a:effectLst>
            <a:outerShdw blurRad="63500" algn="ctr" rotWithShape="0">
              <a:schemeClr val="accent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6119435" y="3916225"/>
            <a:ext cx="175549" cy="175549"/>
          </a:xfrm>
          <a:prstGeom prst="ellipse">
            <a:avLst/>
          </a:prstGeom>
          <a:ln w="25400">
            <a:solidFill>
              <a:schemeClr val="bg1"/>
            </a:solidFill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6119435" y="5339751"/>
            <a:ext cx="175549" cy="175549"/>
          </a:xfrm>
          <a:prstGeom prst="ellipse">
            <a:avLst/>
          </a:prstGeom>
          <a:ln w="25400">
            <a:solidFill>
              <a:schemeClr val="bg1"/>
            </a:solidFill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9066642" y="3916225"/>
            <a:ext cx="175549" cy="175549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  <a:effectLst>
            <a:outerShdw blurRad="63500" algn="ctr" rotWithShape="0">
              <a:schemeClr val="accent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椭圆 54"/>
          <p:cNvSpPr/>
          <p:nvPr/>
        </p:nvSpPr>
        <p:spPr>
          <a:xfrm>
            <a:off x="9066642" y="5339751"/>
            <a:ext cx="175549" cy="175549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  <a:effectLst>
            <a:outerShdw blurRad="63500" algn="ctr" rotWithShape="0">
              <a:schemeClr val="accent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327614" y="1222702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配送准时率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348453" y="1535267"/>
            <a:ext cx="1116382" cy="499521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98.5%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902277" y="1222702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仓库周转率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076177" y="1535267"/>
            <a:ext cx="810260" cy="49720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25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天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3551843" y="1222702"/>
            <a:ext cx="978523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年度培训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3635973" y="1535267"/>
            <a:ext cx="810260" cy="49720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场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5021872" y="1222702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投诉量下降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5195773" y="1535267"/>
            <a:ext cx="810260" cy="49720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45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起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6581668" y="1222702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客户满意度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6711119" y="1535267"/>
            <a:ext cx="899160" cy="49720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9.2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分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8231234" y="1222702"/>
            <a:ext cx="978523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新增客户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8315368" y="1535267"/>
            <a:ext cx="810260" cy="49720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28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家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9667094" y="1188830"/>
            <a:ext cx="1286300" cy="437966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年度营收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9669847" y="1450772"/>
            <a:ext cx="1280795" cy="62039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1.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亿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元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8" name="Rounded Rectangle 22+"/>
          <p:cNvSpPr/>
          <p:nvPr/>
        </p:nvSpPr>
        <p:spPr>
          <a:xfrm rot="5400000">
            <a:off x="11070508" y="1102562"/>
            <a:ext cx="809588" cy="989763"/>
          </a:xfrm>
          <a:prstGeom prst="roundRect">
            <a:avLst>
              <a:gd name="adj" fmla="val 286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10994659" y="1255350"/>
            <a:ext cx="1005775" cy="684187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超目标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10%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2" name="直接连接符 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视角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6375" y="2569210"/>
            <a:ext cx="454660" cy="454660"/>
          </a:xfrm>
          <a:prstGeom prst="rect">
            <a:avLst/>
          </a:prstGeom>
        </p:spPr>
      </p:pic>
      <p:pic>
        <p:nvPicPr>
          <p:cNvPr id="8" name="图片 7" descr="表格填写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2165" y="2569210"/>
            <a:ext cx="454660" cy="454660"/>
          </a:xfrm>
          <a:prstGeom prst="rect">
            <a:avLst/>
          </a:prstGeom>
        </p:spPr>
      </p:pic>
      <p:pic>
        <p:nvPicPr>
          <p:cNvPr id="9" name="图片 8" descr="账号管理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10475" y="2569210"/>
            <a:ext cx="454660" cy="454660"/>
          </a:xfrm>
          <a:prstGeom prst="rect">
            <a:avLst/>
          </a:prstGeom>
        </p:spPr>
      </p:pic>
      <p:pic>
        <p:nvPicPr>
          <p:cNvPr id="22" name="图片 21" descr="关联配置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11910" y="2569210"/>
            <a:ext cx="454660" cy="45466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97558" y="63770"/>
            <a:ext cx="55130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用户增长乏力原因分析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2" name="直接连接符 27"/>
          <p:cNvCxnSpPr/>
          <p:nvPr/>
        </p:nvCxnSpPr>
        <p:spPr>
          <a:xfrm flipH="1">
            <a:off x="1036320" y="3949441"/>
            <a:ext cx="10881360" cy="0"/>
          </a:xfrm>
          <a:prstGeom prst="line">
            <a:avLst/>
          </a:prstGeom>
          <a:noFill/>
          <a:ln w="25400" cap="rnd">
            <a:solidFill>
              <a:schemeClr val="accent1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cxnSp>
      <p:sp>
        <p:nvSpPr>
          <p:cNvPr id="3" name="任意多边形: 形状 25"/>
          <p:cNvSpPr/>
          <p:nvPr/>
        </p:nvSpPr>
        <p:spPr bwMode="auto">
          <a:xfrm rot="5400000">
            <a:off x="150051" y="3420839"/>
            <a:ext cx="1146082" cy="1062008"/>
          </a:xfrm>
          <a:custGeom>
            <a:avLst/>
            <a:gdLst>
              <a:gd name="T0" fmla="*/ 592 w 1184"/>
              <a:gd name="T1" fmla="*/ 824 h 1096"/>
              <a:gd name="T2" fmla="*/ 1184 w 1184"/>
              <a:gd name="T3" fmla="*/ 1096 h 1096"/>
              <a:gd name="T4" fmla="*/ 996 w 1184"/>
              <a:gd name="T5" fmla="*/ 492 h 1096"/>
              <a:gd name="T6" fmla="*/ 592 w 1184"/>
              <a:gd name="T7" fmla="*/ 0 h 1096"/>
              <a:gd name="T8" fmla="*/ 188 w 1184"/>
              <a:gd name="T9" fmla="*/ 492 h 1096"/>
              <a:gd name="T10" fmla="*/ 0 w 1184"/>
              <a:gd name="T11" fmla="*/ 1096 h 1096"/>
              <a:gd name="T12" fmla="*/ 592 w 1184"/>
              <a:gd name="T13" fmla="*/ 824 h 10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84" h="1096">
                <a:moveTo>
                  <a:pt x="592" y="824"/>
                </a:moveTo>
                <a:cubicBezTo>
                  <a:pt x="932" y="824"/>
                  <a:pt x="1184" y="1096"/>
                  <a:pt x="1184" y="1096"/>
                </a:cubicBezTo>
                <a:cubicBezTo>
                  <a:pt x="1184" y="1096"/>
                  <a:pt x="1184" y="796"/>
                  <a:pt x="996" y="492"/>
                </a:cubicBezTo>
                <a:cubicBezTo>
                  <a:pt x="808" y="188"/>
                  <a:pt x="592" y="0"/>
                  <a:pt x="592" y="0"/>
                </a:cubicBezTo>
                <a:cubicBezTo>
                  <a:pt x="592" y="0"/>
                  <a:pt x="376" y="188"/>
                  <a:pt x="188" y="492"/>
                </a:cubicBezTo>
                <a:cubicBezTo>
                  <a:pt x="0" y="796"/>
                  <a:pt x="0" y="1096"/>
                  <a:pt x="0" y="1096"/>
                </a:cubicBezTo>
                <a:cubicBezTo>
                  <a:pt x="0" y="1096"/>
                  <a:pt x="252" y="824"/>
                  <a:pt x="592" y="82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72144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9237743" y="1385112"/>
            <a:ext cx="2207268" cy="5119480"/>
            <a:chOff x="9237743" y="1422531"/>
            <a:chExt cx="2207268" cy="4414536"/>
          </a:xfrm>
        </p:grpSpPr>
        <p:sp>
          <p:nvSpPr>
            <p:cNvPr id="6" name="任意多边形: 形状 25"/>
            <p:cNvSpPr/>
            <p:nvPr/>
          </p:nvSpPr>
          <p:spPr bwMode="auto">
            <a:xfrm flipH="1">
              <a:off x="9237743" y="1422531"/>
              <a:ext cx="2207268" cy="2207268"/>
            </a:xfrm>
            <a:custGeom>
              <a:avLst/>
              <a:gdLst>
                <a:gd name="T0" fmla="*/ 0 w 768"/>
                <a:gd name="T1" fmla="*/ 232 h 232"/>
                <a:gd name="T2" fmla="*/ 396 w 768"/>
                <a:gd name="T3" fmla="*/ 176 h 232"/>
                <a:gd name="T4" fmla="*/ 768 w 768"/>
                <a:gd name="T5" fmla="*/ 0 h 232"/>
                <a:gd name="connsiteX0" fmla="*/ 0 w 9942"/>
                <a:gd name="connsiteY0" fmla="*/ 8381 h 8381"/>
                <a:gd name="connsiteX1" fmla="*/ 5156 w 9942"/>
                <a:gd name="connsiteY1" fmla="*/ 5967 h 8381"/>
                <a:gd name="connsiteX2" fmla="*/ 9942 w 9942"/>
                <a:gd name="connsiteY2" fmla="*/ 0 h 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42" h="8381">
                  <a:moveTo>
                    <a:pt x="0" y="8381"/>
                  </a:moveTo>
                  <a:cubicBezTo>
                    <a:pt x="1719" y="8381"/>
                    <a:pt x="3906" y="8381"/>
                    <a:pt x="5156" y="5967"/>
                  </a:cubicBezTo>
                  <a:cubicBezTo>
                    <a:pt x="6810" y="2778"/>
                    <a:pt x="7598" y="0"/>
                    <a:pt x="9942" y="0"/>
                  </a:cubicBezTo>
                </a:path>
              </a:pathLst>
            </a:custGeom>
            <a:ln w="25400">
              <a:solidFill>
                <a:schemeClr val="accent2"/>
              </a:solidFill>
              <a:headEnd type="none"/>
              <a:tailEnd type="non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+mn-ea"/>
                <a:sym typeface="+mn-lt"/>
              </a:endParaRPr>
            </a:p>
          </p:txBody>
        </p:sp>
        <p:sp>
          <p:nvSpPr>
            <p:cNvPr id="8" name="任意多边形: 形状 25"/>
            <p:cNvSpPr/>
            <p:nvPr/>
          </p:nvSpPr>
          <p:spPr bwMode="auto">
            <a:xfrm flipH="1" flipV="1">
              <a:off x="9237743" y="3629799"/>
              <a:ext cx="2207268" cy="2207268"/>
            </a:xfrm>
            <a:custGeom>
              <a:avLst/>
              <a:gdLst>
                <a:gd name="T0" fmla="*/ 0 w 768"/>
                <a:gd name="T1" fmla="*/ 232 h 232"/>
                <a:gd name="T2" fmla="*/ 396 w 768"/>
                <a:gd name="T3" fmla="*/ 176 h 232"/>
                <a:gd name="T4" fmla="*/ 768 w 768"/>
                <a:gd name="T5" fmla="*/ 0 h 232"/>
                <a:gd name="connsiteX0" fmla="*/ 0 w 9942"/>
                <a:gd name="connsiteY0" fmla="*/ 8381 h 8381"/>
                <a:gd name="connsiteX1" fmla="*/ 5156 w 9942"/>
                <a:gd name="connsiteY1" fmla="*/ 5967 h 8381"/>
                <a:gd name="connsiteX2" fmla="*/ 9942 w 9942"/>
                <a:gd name="connsiteY2" fmla="*/ 0 h 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42" h="8381">
                  <a:moveTo>
                    <a:pt x="0" y="8381"/>
                  </a:moveTo>
                  <a:cubicBezTo>
                    <a:pt x="1719" y="8381"/>
                    <a:pt x="3906" y="8381"/>
                    <a:pt x="5156" y="5967"/>
                  </a:cubicBezTo>
                  <a:cubicBezTo>
                    <a:pt x="6810" y="2778"/>
                    <a:pt x="7598" y="0"/>
                    <a:pt x="9942" y="0"/>
                  </a:cubicBezTo>
                </a:path>
              </a:pathLst>
            </a:custGeom>
            <a:ln w="25400">
              <a:solidFill>
                <a:schemeClr val="accent2"/>
              </a:solidFill>
              <a:headEnd type="none"/>
              <a:tailEnd type="non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+mn-ea"/>
                <a:sym typeface="+mn-lt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5918824" y="1385112"/>
            <a:ext cx="2207268" cy="5119480"/>
            <a:chOff x="5918824" y="1422531"/>
            <a:chExt cx="2207268" cy="4414536"/>
          </a:xfrm>
        </p:grpSpPr>
        <p:sp>
          <p:nvSpPr>
            <p:cNvPr id="14" name="任意多边形: 形状 25"/>
            <p:cNvSpPr/>
            <p:nvPr/>
          </p:nvSpPr>
          <p:spPr bwMode="auto">
            <a:xfrm flipH="1">
              <a:off x="5918824" y="1422531"/>
              <a:ext cx="2207268" cy="2207268"/>
            </a:xfrm>
            <a:custGeom>
              <a:avLst/>
              <a:gdLst>
                <a:gd name="T0" fmla="*/ 0 w 768"/>
                <a:gd name="T1" fmla="*/ 232 h 232"/>
                <a:gd name="T2" fmla="*/ 396 w 768"/>
                <a:gd name="T3" fmla="*/ 176 h 232"/>
                <a:gd name="T4" fmla="*/ 768 w 768"/>
                <a:gd name="T5" fmla="*/ 0 h 232"/>
                <a:gd name="connsiteX0" fmla="*/ 0 w 9942"/>
                <a:gd name="connsiteY0" fmla="*/ 8381 h 8381"/>
                <a:gd name="connsiteX1" fmla="*/ 5156 w 9942"/>
                <a:gd name="connsiteY1" fmla="*/ 5967 h 8381"/>
                <a:gd name="connsiteX2" fmla="*/ 9942 w 9942"/>
                <a:gd name="connsiteY2" fmla="*/ 0 h 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42" h="8381">
                  <a:moveTo>
                    <a:pt x="0" y="8381"/>
                  </a:moveTo>
                  <a:cubicBezTo>
                    <a:pt x="1719" y="8381"/>
                    <a:pt x="3906" y="8381"/>
                    <a:pt x="5156" y="5967"/>
                  </a:cubicBezTo>
                  <a:cubicBezTo>
                    <a:pt x="6810" y="2778"/>
                    <a:pt x="7598" y="0"/>
                    <a:pt x="9942" y="0"/>
                  </a:cubicBezTo>
                </a:path>
              </a:pathLst>
            </a:custGeom>
            <a:ln w="25400">
              <a:solidFill>
                <a:schemeClr val="accent1"/>
              </a:solidFill>
              <a:headEnd type="none"/>
              <a:tailEnd type="non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+mn-ea"/>
                <a:sym typeface="+mn-lt"/>
              </a:endParaRPr>
            </a:p>
          </p:txBody>
        </p:sp>
        <p:sp>
          <p:nvSpPr>
            <p:cNvPr id="18" name="任意多边形: 形状 25"/>
            <p:cNvSpPr/>
            <p:nvPr/>
          </p:nvSpPr>
          <p:spPr bwMode="auto">
            <a:xfrm flipH="1" flipV="1">
              <a:off x="5918824" y="3629799"/>
              <a:ext cx="2207268" cy="2207268"/>
            </a:xfrm>
            <a:custGeom>
              <a:avLst/>
              <a:gdLst>
                <a:gd name="T0" fmla="*/ 0 w 768"/>
                <a:gd name="T1" fmla="*/ 232 h 232"/>
                <a:gd name="T2" fmla="*/ 396 w 768"/>
                <a:gd name="T3" fmla="*/ 176 h 232"/>
                <a:gd name="T4" fmla="*/ 768 w 768"/>
                <a:gd name="T5" fmla="*/ 0 h 232"/>
                <a:gd name="connsiteX0" fmla="*/ 0 w 9942"/>
                <a:gd name="connsiteY0" fmla="*/ 8381 h 8381"/>
                <a:gd name="connsiteX1" fmla="*/ 5156 w 9942"/>
                <a:gd name="connsiteY1" fmla="*/ 5967 h 8381"/>
                <a:gd name="connsiteX2" fmla="*/ 9942 w 9942"/>
                <a:gd name="connsiteY2" fmla="*/ 0 h 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42" h="8381">
                  <a:moveTo>
                    <a:pt x="0" y="8381"/>
                  </a:moveTo>
                  <a:cubicBezTo>
                    <a:pt x="1719" y="8381"/>
                    <a:pt x="3906" y="8381"/>
                    <a:pt x="5156" y="5967"/>
                  </a:cubicBezTo>
                  <a:cubicBezTo>
                    <a:pt x="6810" y="2778"/>
                    <a:pt x="7598" y="0"/>
                    <a:pt x="9942" y="0"/>
                  </a:cubicBezTo>
                </a:path>
              </a:pathLst>
            </a:custGeom>
            <a:ln w="25400">
              <a:solidFill>
                <a:schemeClr val="accent1"/>
              </a:solidFill>
              <a:headEnd type="none"/>
              <a:tailEnd type="non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+mn-ea"/>
                <a:sym typeface="+mn-lt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2768711" y="1385112"/>
            <a:ext cx="2207268" cy="5119480"/>
            <a:chOff x="2768711" y="1422531"/>
            <a:chExt cx="2207268" cy="4414536"/>
          </a:xfrm>
        </p:grpSpPr>
        <p:sp>
          <p:nvSpPr>
            <p:cNvPr id="21" name="任意多边形: 形状 25"/>
            <p:cNvSpPr/>
            <p:nvPr/>
          </p:nvSpPr>
          <p:spPr bwMode="auto">
            <a:xfrm flipH="1">
              <a:off x="2768711" y="1422531"/>
              <a:ext cx="2207268" cy="2207268"/>
            </a:xfrm>
            <a:custGeom>
              <a:avLst/>
              <a:gdLst>
                <a:gd name="T0" fmla="*/ 0 w 768"/>
                <a:gd name="T1" fmla="*/ 232 h 232"/>
                <a:gd name="T2" fmla="*/ 396 w 768"/>
                <a:gd name="T3" fmla="*/ 176 h 232"/>
                <a:gd name="T4" fmla="*/ 768 w 768"/>
                <a:gd name="T5" fmla="*/ 0 h 232"/>
                <a:gd name="connsiteX0" fmla="*/ 0 w 9942"/>
                <a:gd name="connsiteY0" fmla="*/ 8381 h 8381"/>
                <a:gd name="connsiteX1" fmla="*/ 5156 w 9942"/>
                <a:gd name="connsiteY1" fmla="*/ 5967 h 8381"/>
                <a:gd name="connsiteX2" fmla="*/ 9942 w 9942"/>
                <a:gd name="connsiteY2" fmla="*/ 0 h 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42" h="8381">
                  <a:moveTo>
                    <a:pt x="0" y="8381"/>
                  </a:moveTo>
                  <a:cubicBezTo>
                    <a:pt x="1719" y="8381"/>
                    <a:pt x="3906" y="8381"/>
                    <a:pt x="5156" y="5967"/>
                  </a:cubicBezTo>
                  <a:cubicBezTo>
                    <a:pt x="6810" y="2778"/>
                    <a:pt x="7598" y="0"/>
                    <a:pt x="9942" y="0"/>
                  </a:cubicBezTo>
                </a:path>
              </a:pathLst>
            </a:custGeom>
            <a:ln w="25400">
              <a:solidFill>
                <a:schemeClr val="accent1"/>
              </a:solidFill>
              <a:headEnd type="none"/>
              <a:tailEnd type="non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+mn-ea"/>
                <a:sym typeface="+mn-lt"/>
              </a:endParaRPr>
            </a:p>
          </p:txBody>
        </p:sp>
        <p:sp>
          <p:nvSpPr>
            <p:cNvPr id="23" name="任意多边形: 形状 25"/>
            <p:cNvSpPr/>
            <p:nvPr/>
          </p:nvSpPr>
          <p:spPr bwMode="auto">
            <a:xfrm flipH="1" flipV="1">
              <a:off x="2768711" y="3629799"/>
              <a:ext cx="2207268" cy="2207268"/>
            </a:xfrm>
            <a:custGeom>
              <a:avLst/>
              <a:gdLst>
                <a:gd name="T0" fmla="*/ 0 w 768"/>
                <a:gd name="T1" fmla="*/ 232 h 232"/>
                <a:gd name="T2" fmla="*/ 396 w 768"/>
                <a:gd name="T3" fmla="*/ 176 h 232"/>
                <a:gd name="T4" fmla="*/ 768 w 768"/>
                <a:gd name="T5" fmla="*/ 0 h 232"/>
                <a:gd name="connsiteX0" fmla="*/ 0 w 9942"/>
                <a:gd name="connsiteY0" fmla="*/ 8381 h 8381"/>
                <a:gd name="connsiteX1" fmla="*/ 5156 w 9942"/>
                <a:gd name="connsiteY1" fmla="*/ 5967 h 8381"/>
                <a:gd name="connsiteX2" fmla="*/ 9942 w 9942"/>
                <a:gd name="connsiteY2" fmla="*/ 0 h 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42" h="8381">
                  <a:moveTo>
                    <a:pt x="0" y="8381"/>
                  </a:moveTo>
                  <a:cubicBezTo>
                    <a:pt x="1719" y="8381"/>
                    <a:pt x="3906" y="8381"/>
                    <a:pt x="5156" y="5967"/>
                  </a:cubicBezTo>
                  <a:cubicBezTo>
                    <a:pt x="6810" y="2778"/>
                    <a:pt x="7598" y="0"/>
                    <a:pt x="9942" y="0"/>
                  </a:cubicBezTo>
                </a:path>
              </a:pathLst>
            </a:custGeom>
            <a:ln w="25400">
              <a:solidFill>
                <a:schemeClr val="accent1"/>
              </a:solidFill>
              <a:headEnd type="none"/>
              <a:tailEnd type="non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+mn-ea"/>
                <a:sym typeface="+mn-lt"/>
              </a:endParaRPr>
            </a:p>
          </p:txBody>
        </p:sp>
      </p:grpSp>
      <p:sp>
        <p:nvSpPr>
          <p:cNvPr id="39" name="任意多边形: 形状 38"/>
          <p:cNvSpPr/>
          <p:nvPr/>
        </p:nvSpPr>
        <p:spPr>
          <a:xfrm rot="7955857">
            <a:off x="10472154" y="3320024"/>
            <a:ext cx="1410768" cy="1303192"/>
          </a:xfrm>
          <a:custGeom>
            <a:avLst/>
            <a:gdLst>
              <a:gd name="connsiteX0" fmla="*/ 42727 w 1316175"/>
              <a:gd name="connsiteY0" fmla="*/ 1265849 h 1265849"/>
              <a:gd name="connsiteX1" fmla="*/ 38681 w 1316175"/>
              <a:gd name="connsiteY1" fmla="*/ 1260944 h 1265849"/>
              <a:gd name="connsiteX2" fmla="*/ 0 w 1316175"/>
              <a:gd name="connsiteY2" fmla="*/ 1134312 h 1265849"/>
              <a:gd name="connsiteX3" fmla="*/ 0 w 1316175"/>
              <a:gd name="connsiteY3" fmla="*/ 226488 h 1265849"/>
              <a:gd name="connsiteX4" fmla="*/ 226488 w 1316175"/>
              <a:gd name="connsiteY4" fmla="*/ 0 h 1265849"/>
              <a:gd name="connsiteX5" fmla="*/ 1132414 w 1316175"/>
              <a:gd name="connsiteY5" fmla="*/ 0 h 1265849"/>
              <a:gd name="connsiteX6" fmla="*/ 1292565 w 1316175"/>
              <a:gd name="connsiteY6" fmla="*/ 66337 h 1265849"/>
              <a:gd name="connsiteX7" fmla="*/ 1316175 w 1316175"/>
              <a:gd name="connsiteY7" fmla="*/ 94951 h 1265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16175" h="1265849">
                <a:moveTo>
                  <a:pt x="42727" y="1265849"/>
                </a:moveTo>
                <a:lnTo>
                  <a:pt x="38681" y="1260944"/>
                </a:lnTo>
                <a:cubicBezTo>
                  <a:pt x="14260" y="1224796"/>
                  <a:pt x="0" y="1181220"/>
                  <a:pt x="0" y="1134312"/>
                </a:cubicBezTo>
                <a:lnTo>
                  <a:pt x="0" y="226488"/>
                </a:lnTo>
                <a:cubicBezTo>
                  <a:pt x="0" y="101402"/>
                  <a:pt x="101402" y="0"/>
                  <a:pt x="226488" y="0"/>
                </a:cubicBezTo>
                <a:lnTo>
                  <a:pt x="1132414" y="0"/>
                </a:lnTo>
                <a:cubicBezTo>
                  <a:pt x="1194957" y="0"/>
                  <a:pt x="1251579" y="25351"/>
                  <a:pt x="1292565" y="66337"/>
                </a:cubicBezTo>
                <a:lnTo>
                  <a:pt x="1316175" y="9495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6" name="椭圆 24"/>
          <p:cNvSpPr>
            <a:spLocks noChangeAspect="1"/>
          </p:cNvSpPr>
          <p:nvPr/>
        </p:nvSpPr>
        <p:spPr>
          <a:xfrm>
            <a:off x="11580259" y="3849041"/>
            <a:ext cx="200799" cy="200799"/>
          </a:xfrm>
          <a:prstGeom prst="ellipse">
            <a:avLst/>
          </a:prstGeom>
          <a:solidFill>
            <a:schemeClr val="bg1"/>
          </a:solidFill>
          <a:ln w="571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normAutofit fontScale="25000" lnSpcReduction="20000"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857305" y="1917868"/>
            <a:ext cx="1517132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信息流本钱攀升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2255422" y="2486187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搜索引擎降权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2512070" y="3071551"/>
            <a:ext cx="129111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社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转化低迷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2469786" y="4206341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课程迭代缓慢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2300416" y="4777023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功能体验欠佳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2341815" y="5360413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差异化缺失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5199337" y="1917868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活动形式单一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5391631" y="2486187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优惠力度不足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5564961" y="3071551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传播裂变困难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5608570" y="4206341"/>
            <a:ext cx="1359462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KOL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合作减少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5401916" y="4777023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内容输出匮乏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5266438" y="5360413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公关声量微弱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1" name="矩形: 圆角 100"/>
          <p:cNvSpPr/>
          <p:nvPr/>
        </p:nvSpPr>
        <p:spPr>
          <a:xfrm>
            <a:off x="935597" y="1111807"/>
            <a:ext cx="1833114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2" name="矩形: 圆角 101"/>
          <p:cNvSpPr/>
          <p:nvPr/>
        </p:nvSpPr>
        <p:spPr>
          <a:xfrm>
            <a:off x="935597" y="6139140"/>
            <a:ext cx="1833114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3" name="矩形: 圆角 102"/>
          <p:cNvSpPr/>
          <p:nvPr/>
        </p:nvSpPr>
        <p:spPr>
          <a:xfrm>
            <a:off x="4142287" y="1111807"/>
            <a:ext cx="1833114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4" name="矩形: 圆角 103"/>
          <p:cNvSpPr/>
          <p:nvPr/>
        </p:nvSpPr>
        <p:spPr>
          <a:xfrm>
            <a:off x="4142287" y="6139140"/>
            <a:ext cx="1833114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5" name="矩形: 圆角 104"/>
          <p:cNvSpPr/>
          <p:nvPr/>
        </p:nvSpPr>
        <p:spPr>
          <a:xfrm>
            <a:off x="7484184" y="1111807"/>
            <a:ext cx="1833114" cy="562672"/>
          </a:xfrm>
          <a:prstGeom prst="roundRect">
            <a:avLst>
              <a:gd name="adj" fmla="val 1064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" name="矩形: 圆角 105"/>
          <p:cNvSpPr/>
          <p:nvPr/>
        </p:nvSpPr>
        <p:spPr>
          <a:xfrm>
            <a:off x="7484184" y="6139140"/>
            <a:ext cx="1833114" cy="562672"/>
          </a:xfrm>
          <a:prstGeom prst="roundRect">
            <a:avLst>
              <a:gd name="adj" fmla="val 1064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067975" y="1208477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获客渠道下滑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067975" y="6235810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产品吸引力弱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4286723" y="1208477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营销效果疲软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4286723" y="6235810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品牌曝光不足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7620288" y="1208477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留存转化不足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7620288" y="6235810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竞品挤压加剧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34" name="组合 133"/>
          <p:cNvGrpSpPr/>
          <p:nvPr/>
        </p:nvGrpSpPr>
        <p:grpSpPr>
          <a:xfrm>
            <a:off x="3356670" y="1990327"/>
            <a:ext cx="542196" cy="1309349"/>
            <a:chOff x="3374437" y="1765889"/>
            <a:chExt cx="542196" cy="1309349"/>
          </a:xfrm>
        </p:grpSpPr>
        <p:sp>
          <p:nvSpPr>
            <p:cNvPr id="107" name="椭圆 106"/>
            <p:cNvSpPr/>
            <p:nvPr/>
          </p:nvSpPr>
          <p:spPr>
            <a:xfrm>
              <a:off x="3374437" y="1765889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8" name="椭圆 107"/>
            <p:cNvSpPr/>
            <p:nvPr/>
          </p:nvSpPr>
          <p:spPr>
            <a:xfrm>
              <a:off x="3566731" y="2349281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9" name="椭圆 108"/>
            <p:cNvSpPr/>
            <p:nvPr/>
          </p:nvSpPr>
          <p:spPr>
            <a:xfrm>
              <a:off x="3774068" y="2932673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35" name="组合 134"/>
          <p:cNvGrpSpPr/>
          <p:nvPr/>
        </p:nvGrpSpPr>
        <p:grpSpPr>
          <a:xfrm>
            <a:off x="6503059" y="1990327"/>
            <a:ext cx="542196" cy="1309349"/>
            <a:chOff x="3374437" y="1765889"/>
            <a:chExt cx="542196" cy="1309349"/>
          </a:xfrm>
        </p:grpSpPr>
        <p:sp>
          <p:nvSpPr>
            <p:cNvPr id="136" name="椭圆 135"/>
            <p:cNvSpPr/>
            <p:nvPr/>
          </p:nvSpPr>
          <p:spPr>
            <a:xfrm>
              <a:off x="3374437" y="1765889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37" name="椭圆 136"/>
            <p:cNvSpPr/>
            <p:nvPr/>
          </p:nvSpPr>
          <p:spPr>
            <a:xfrm>
              <a:off x="3566731" y="2349281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38" name="椭圆 137"/>
            <p:cNvSpPr/>
            <p:nvPr/>
          </p:nvSpPr>
          <p:spPr>
            <a:xfrm>
              <a:off x="3774068" y="2932673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43" name="组合 142"/>
          <p:cNvGrpSpPr/>
          <p:nvPr/>
        </p:nvGrpSpPr>
        <p:grpSpPr>
          <a:xfrm>
            <a:off x="9817073" y="1990327"/>
            <a:ext cx="542196" cy="1309349"/>
            <a:chOff x="9831559" y="1765889"/>
            <a:chExt cx="542196" cy="1309349"/>
          </a:xfrm>
        </p:grpSpPr>
        <p:sp>
          <p:nvSpPr>
            <p:cNvPr id="140" name="椭圆 139"/>
            <p:cNvSpPr/>
            <p:nvPr/>
          </p:nvSpPr>
          <p:spPr>
            <a:xfrm>
              <a:off x="9831559" y="1765889"/>
              <a:ext cx="142565" cy="142565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1" name="椭圆 140"/>
            <p:cNvSpPr/>
            <p:nvPr/>
          </p:nvSpPr>
          <p:spPr>
            <a:xfrm>
              <a:off x="10023853" y="2349281"/>
              <a:ext cx="142565" cy="142565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2" name="椭圆 141"/>
            <p:cNvSpPr/>
            <p:nvPr/>
          </p:nvSpPr>
          <p:spPr>
            <a:xfrm>
              <a:off x="10231190" y="2932673"/>
              <a:ext cx="142565" cy="142565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46" name="组合 145"/>
          <p:cNvGrpSpPr/>
          <p:nvPr/>
        </p:nvGrpSpPr>
        <p:grpSpPr>
          <a:xfrm flipV="1">
            <a:off x="3467082" y="4298278"/>
            <a:ext cx="542196" cy="1309349"/>
            <a:chOff x="3374437" y="1765889"/>
            <a:chExt cx="542196" cy="1309349"/>
          </a:xfrm>
        </p:grpSpPr>
        <p:sp>
          <p:nvSpPr>
            <p:cNvPr id="155" name="椭圆 154"/>
            <p:cNvSpPr/>
            <p:nvPr/>
          </p:nvSpPr>
          <p:spPr>
            <a:xfrm>
              <a:off x="3374437" y="1765889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56" name="椭圆 155"/>
            <p:cNvSpPr/>
            <p:nvPr/>
          </p:nvSpPr>
          <p:spPr>
            <a:xfrm>
              <a:off x="3566731" y="2349281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57" name="椭圆 156"/>
            <p:cNvSpPr/>
            <p:nvPr/>
          </p:nvSpPr>
          <p:spPr>
            <a:xfrm>
              <a:off x="3774068" y="2932673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47" name="组合 146"/>
          <p:cNvGrpSpPr/>
          <p:nvPr/>
        </p:nvGrpSpPr>
        <p:grpSpPr>
          <a:xfrm flipV="1">
            <a:off x="6611450" y="4298278"/>
            <a:ext cx="542196" cy="1309349"/>
            <a:chOff x="3374437" y="1765889"/>
            <a:chExt cx="542196" cy="1309349"/>
          </a:xfrm>
        </p:grpSpPr>
        <p:sp>
          <p:nvSpPr>
            <p:cNvPr id="152" name="椭圆 151"/>
            <p:cNvSpPr/>
            <p:nvPr/>
          </p:nvSpPr>
          <p:spPr>
            <a:xfrm>
              <a:off x="3374437" y="1765889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53" name="椭圆 152"/>
            <p:cNvSpPr/>
            <p:nvPr/>
          </p:nvSpPr>
          <p:spPr>
            <a:xfrm>
              <a:off x="3566731" y="2349281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54" name="椭圆 153"/>
            <p:cNvSpPr/>
            <p:nvPr/>
          </p:nvSpPr>
          <p:spPr>
            <a:xfrm>
              <a:off x="3774068" y="2932673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48" name="组合 147"/>
          <p:cNvGrpSpPr/>
          <p:nvPr/>
        </p:nvGrpSpPr>
        <p:grpSpPr>
          <a:xfrm flipV="1">
            <a:off x="9935215" y="4298278"/>
            <a:ext cx="542196" cy="1309349"/>
            <a:chOff x="9831559" y="1765889"/>
            <a:chExt cx="542196" cy="1309349"/>
          </a:xfrm>
        </p:grpSpPr>
        <p:sp>
          <p:nvSpPr>
            <p:cNvPr id="149" name="椭圆 148"/>
            <p:cNvSpPr/>
            <p:nvPr/>
          </p:nvSpPr>
          <p:spPr>
            <a:xfrm>
              <a:off x="9831559" y="1765889"/>
              <a:ext cx="142565" cy="142565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50" name="椭圆 149"/>
            <p:cNvSpPr/>
            <p:nvPr/>
          </p:nvSpPr>
          <p:spPr>
            <a:xfrm>
              <a:off x="10023853" y="2349281"/>
              <a:ext cx="142565" cy="142565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51" name="椭圆 150"/>
            <p:cNvSpPr/>
            <p:nvPr/>
          </p:nvSpPr>
          <p:spPr>
            <a:xfrm>
              <a:off x="10231190" y="2932673"/>
              <a:ext cx="142565" cy="142565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158" name="矩形 157"/>
          <p:cNvSpPr/>
          <p:nvPr/>
        </p:nvSpPr>
        <p:spPr>
          <a:xfrm>
            <a:off x="8434285" y="1917868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试听转化低迷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9" name="矩形 158"/>
          <p:cNvSpPr/>
          <p:nvPr/>
        </p:nvSpPr>
        <p:spPr>
          <a:xfrm>
            <a:off x="8626580" y="2486187"/>
            <a:ext cx="1337596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老客回头下降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0" name="矩形 159"/>
          <p:cNvSpPr/>
          <p:nvPr/>
        </p:nvSpPr>
        <p:spPr>
          <a:xfrm>
            <a:off x="8799909" y="3071551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流失预警滞后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1" name="矩形 160"/>
          <p:cNvSpPr/>
          <p:nvPr/>
        </p:nvSpPr>
        <p:spPr>
          <a:xfrm>
            <a:off x="8925167" y="4206341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竞品补贴加码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2" name="矩形 161"/>
          <p:cNvSpPr/>
          <p:nvPr/>
        </p:nvSpPr>
        <p:spPr>
          <a:xfrm>
            <a:off x="8696648" y="4777023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新品密集上线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3" name="矩形 162"/>
          <p:cNvSpPr/>
          <p:nvPr/>
        </p:nvSpPr>
        <p:spPr>
          <a:xfrm>
            <a:off x="8561170" y="5360413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渠道争夺激烈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Line1"/>
          <p:cNvCxnSpPr/>
          <p:nvPr/>
        </p:nvCxnSpPr>
        <p:spPr>
          <a:xfrm>
            <a:off x="3230880" y="1725252"/>
            <a:ext cx="1459927" cy="0"/>
          </a:xfrm>
          <a:prstGeom prst="line">
            <a:avLst/>
          </a:prstGeom>
          <a:ln w="3810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Line1"/>
          <p:cNvCxnSpPr/>
          <p:nvPr/>
        </p:nvCxnSpPr>
        <p:spPr>
          <a:xfrm>
            <a:off x="3230880" y="3168791"/>
            <a:ext cx="1459927" cy="0"/>
          </a:xfrm>
          <a:prstGeom prst="line">
            <a:avLst/>
          </a:prstGeom>
          <a:ln w="38100">
            <a:solidFill>
              <a:schemeClr val="accent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Line1"/>
          <p:cNvCxnSpPr/>
          <p:nvPr/>
        </p:nvCxnSpPr>
        <p:spPr>
          <a:xfrm>
            <a:off x="3230880" y="4612330"/>
            <a:ext cx="1459927" cy="0"/>
          </a:xfrm>
          <a:prstGeom prst="line">
            <a:avLst/>
          </a:prstGeom>
          <a:ln w="3810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Line1"/>
          <p:cNvCxnSpPr/>
          <p:nvPr/>
        </p:nvCxnSpPr>
        <p:spPr>
          <a:xfrm>
            <a:off x="2639958" y="6055869"/>
            <a:ext cx="2050849" cy="0"/>
          </a:xfrm>
          <a:prstGeom prst="line">
            <a:avLst/>
          </a:prstGeom>
          <a:ln w="3810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02003" y="63770"/>
            <a:ext cx="33586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工作复盘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0" name="椭圆 19"/>
          <p:cNvSpPr/>
          <p:nvPr>
            <p:custDataLst>
              <p:tags r:id="rId1"/>
            </p:custDataLst>
          </p:nvPr>
        </p:nvSpPr>
        <p:spPr>
          <a:xfrm>
            <a:off x="4644306" y="1231281"/>
            <a:ext cx="987943" cy="9879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4" name="矩形: 圆角 23"/>
          <p:cNvSpPr/>
          <p:nvPr>
            <p:custDataLst>
              <p:tags r:id="rId2"/>
            </p:custDataLst>
          </p:nvPr>
        </p:nvSpPr>
        <p:spPr>
          <a:xfrm rot="5400000">
            <a:off x="8313676" y="-1317612"/>
            <a:ext cx="1286747" cy="6085728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椭圆 20"/>
          <p:cNvSpPr/>
          <p:nvPr>
            <p:custDataLst>
              <p:tags r:id="rId3"/>
            </p:custDataLst>
          </p:nvPr>
        </p:nvSpPr>
        <p:spPr>
          <a:xfrm>
            <a:off x="4644306" y="2674820"/>
            <a:ext cx="987943" cy="98794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矩形: 圆角 24"/>
          <p:cNvSpPr/>
          <p:nvPr>
            <p:custDataLst>
              <p:tags r:id="rId4"/>
            </p:custDataLst>
          </p:nvPr>
        </p:nvSpPr>
        <p:spPr>
          <a:xfrm rot="5400000">
            <a:off x="8313676" y="125927"/>
            <a:ext cx="1286747" cy="6085728"/>
          </a:xfrm>
          <a:prstGeom prst="roundRect">
            <a:avLst>
              <a:gd name="adj" fmla="val 2869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2" name="椭圆 21"/>
          <p:cNvSpPr/>
          <p:nvPr>
            <p:custDataLst>
              <p:tags r:id="rId5"/>
            </p:custDataLst>
          </p:nvPr>
        </p:nvSpPr>
        <p:spPr>
          <a:xfrm>
            <a:off x="4644306" y="4118359"/>
            <a:ext cx="987943" cy="9879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矩形: 圆角 25"/>
          <p:cNvSpPr/>
          <p:nvPr>
            <p:custDataLst>
              <p:tags r:id="rId6"/>
            </p:custDataLst>
          </p:nvPr>
        </p:nvSpPr>
        <p:spPr>
          <a:xfrm rot="5400000">
            <a:off x="8313676" y="1569466"/>
            <a:ext cx="1286747" cy="6085728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平行四边形 6"/>
          <p:cNvSpPr/>
          <p:nvPr/>
        </p:nvSpPr>
        <p:spPr>
          <a:xfrm>
            <a:off x="542609" y="1904891"/>
            <a:ext cx="2688270" cy="892533"/>
          </a:xfrm>
          <a:prstGeom prst="parallelogram">
            <a:avLst>
              <a:gd name="adj" fmla="val 56278"/>
            </a:avLst>
          </a:prstGeom>
          <a:solidFill>
            <a:schemeClr val="accent1">
              <a:lumMod val="20000"/>
              <a:lumOff val="80000"/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" name="平行四边形 8"/>
          <p:cNvSpPr/>
          <p:nvPr/>
        </p:nvSpPr>
        <p:spPr>
          <a:xfrm>
            <a:off x="714057" y="3372902"/>
            <a:ext cx="2345374" cy="892533"/>
          </a:xfrm>
          <a:prstGeom prst="parallelogram">
            <a:avLst>
              <a:gd name="adj" fmla="val 56278"/>
            </a:avLst>
          </a:prstGeom>
          <a:solidFill>
            <a:schemeClr val="accent2">
              <a:lumMod val="20000"/>
              <a:lumOff val="80000"/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" name="平行四边形 9"/>
          <p:cNvSpPr/>
          <p:nvPr/>
        </p:nvSpPr>
        <p:spPr>
          <a:xfrm>
            <a:off x="725488" y="4840914"/>
            <a:ext cx="2322512" cy="892533"/>
          </a:xfrm>
          <a:prstGeom prst="parallelogram">
            <a:avLst>
              <a:gd name="adj" fmla="val 56278"/>
            </a:avLst>
          </a:prstGeom>
          <a:solidFill>
            <a:schemeClr val="accent1">
              <a:lumMod val="20000"/>
              <a:lumOff val="80000"/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192088" y="1168084"/>
            <a:ext cx="3389312" cy="1114336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382588" y="2611623"/>
            <a:ext cx="3008312" cy="1114336"/>
          </a:xfrm>
          <a:prstGeom prst="roundRect">
            <a:avLst>
              <a:gd name="adj" fmla="val 1064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542608" y="4055162"/>
            <a:ext cx="2688272" cy="1114336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725488" y="5498701"/>
            <a:ext cx="2322512" cy="1114336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椭圆 22"/>
          <p:cNvSpPr/>
          <p:nvPr>
            <p:custDataLst>
              <p:tags r:id="rId7"/>
            </p:custDataLst>
          </p:nvPr>
        </p:nvSpPr>
        <p:spPr>
          <a:xfrm>
            <a:off x="4644306" y="5561898"/>
            <a:ext cx="987943" cy="9879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矩形: 圆角 26"/>
          <p:cNvSpPr/>
          <p:nvPr>
            <p:custDataLst>
              <p:tags r:id="rId8"/>
            </p:custDataLst>
          </p:nvPr>
        </p:nvSpPr>
        <p:spPr>
          <a:xfrm rot="5400000">
            <a:off x="8313676" y="3013005"/>
            <a:ext cx="1286747" cy="6085728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96167" y="1494420"/>
            <a:ext cx="25811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业绩达标客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Q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突破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63306" y="2937959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活动引流内容种草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63306" y="4381498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库存波动物流差评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71082" y="5825037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库存物流优化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9" name="矩形 18"/>
          <p:cNvSpPr/>
          <p:nvPr>
            <p:custDataLst>
              <p:tags r:id="rId9"/>
            </p:custDataLst>
          </p:nvPr>
        </p:nvSpPr>
        <p:spPr>
          <a:xfrm>
            <a:off x="6018383" y="1602540"/>
            <a:ext cx="5981529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完成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GMV820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万元，达成目标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102.5%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；新客转化率提升至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3.8%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，超额完成新客增长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的任务，老客回头基本持平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矩形 27"/>
          <p:cNvSpPr/>
          <p:nvPr>
            <p:custDataLst>
              <p:tags r:id="rId10"/>
            </p:custDataLst>
          </p:nvPr>
        </p:nvSpPr>
        <p:spPr>
          <a:xfrm>
            <a:off x="6018384" y="1255879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目标达成情况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9" name="矩形 28"/>
          <p:cNvSpPr/>
          <p:nvPr>
            <p:custDataLst>
              <p:tags r:id="rId11"/>
            </p:custDataLst>
          </p:nvPr>
        </p:nvSpPr>
        <p:spPr>
          <a:xfrm>
            <a:off x="6018383" y="3046079"/>
            <a:ext cx="5981529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主导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场平台活动，联合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位达人直播带货；小红书、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DY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内容投放超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条，累计曝光量达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万次，为店铺引流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3.2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UV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0" name="矩形 29"/>
          <p:cNvSpPr/>
          <p:nvPr>
            <p:custDataLst>
              <p:tags r:id="rId12"/>
            </p:custDataLst>
          </p:nvPr>
        </p:nvSpPr>
        <p:spPr>
          <a:xfrm>
            <a:off x="6018384" y="2699418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核心运营动作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1" name="矩形 30"/>
          <p:cNvSpPr/>
          <p:nvPr>
            <p:custDataLst>
              <p:tags r:id="rId13"/>
            </p:custDataLst>
          </p:nvPr>
        </p:nvSpPr>
        <p:spPr>
          <a:xfrm>
            <a:off x="6018383" y="4489618"/>
            <a:ext cx="5981529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款爆品出现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次断货，影响转化；偏远地区物流时效慢，导致物流相关差评率升至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，高于行业平均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0.5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个百分点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2" name="矩形 31"/>
          <p:cNvSpPr/>
          <p:nvPr>
            <p:custDataLst>
              <p:tags r:id="rId14"/>
            </p:custDataLst>
          </p:nvPr>
        </p:nvSpPr>
        <p:spPr>
          <a:xfrm>
            <a:off x="6018384" y="4142957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现存问题不足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3" name="矩形 32"/>
          <p:cNvSpPr/>
          <p:nvPr>
            <p:custDataLst>
              <p:tags r:id="rId15"/>
            </p:custDataLst>
          </p:nvPr>
        </p:nvSpPr>
        <p:spPr>
          <a:xfrm>
            <a:off x="6018383" y="5933157"/>
            <a:ext cx="5981529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下周上线库存预警系统，设置安严格库存阈值；已对接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家区域物流商，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月起覆盖偏远地区，同时推出物流时效补偿方案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4" name="矩形 33"/>
          <p:cNvSpPr/>
          <p:nvPr>
            <p:custDataLst>
              <p:tags r:id="rId16"/>
            </p:custDataLst>
          </p:nvPr>
        </p:nvSpPr>
        <p:spPr>
          <a:xfrm>
            <a:off x="6018384" y="5586496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后续改进方向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39" name="直接连接符 38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图片 39" descr="视角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923013" y="5840605"/>
            <a:ext cx="430530" cy="430530"/>
          </a:xfrm>
          <a:prstGeom prst="rect">
            <a:avLst/>
          </a:prstGeom>
        </p:spPr>
      </p:pic>
      <p:pic>
        <p:nvPicPr>
          <p:cNvPr id="41" name="图片 40" descr="表格填写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923013" y="2953526"/>
            <a:ext cx="430530" cy="430530"/>
          </a:xfrm>
          <a:prstGeom prst="rect">
            <a:avLst/>
          </a:prstGeom>
        </p:spPr>
      </p:pic>
      <p:pic>
        <p:nvPicPr>
          <p:cNvPr id="42" name="图片 41" descr="账号管理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923013" y="4397066"/>
            <a:ext cx="430530" cy="430530"/>
          </a:xfrm>
          <a:prstGeom prst="rect">
            <a:avLst/>
          </a:prstGeom>
        </p:spPr>
      </p:pic>
      <p:pic>
        <p:nvPicPr>
          <p:cNvPr id="43" name="图片 42" descr="关联配置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923013" y="1509988"/>
            <a:ext cx="430530" cy="430530"/>
          </a:xfrm>
          <a:prstGeom prst="rect">
            <a:avLst/>
          </a:prstGeom>
        </p:spPr>
      </p:pic>
    </p:spTree>
    <p:custDataLst>
      <p:tags r:id="rId28"/>
    </p:custData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120418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整体数据回顾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9" name="矩形: 圆角 38"/>
          <p:cNvSpPr/>
          <p:nvPr/>
        </p:nvSpPr>
        <p:spPr>
          <a:xfrm>
            <a:off x="192088" y="1089025"/>
            <a:ext cx="2442255" cy="1085293"/>
          </a:xfrm>
          <a:prstGeom prst="roundRect">
            <a:avLst>
              <a:gd name="adj" fmla="val 807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192088" y="2221846"/>
            <a:ext cx="2442255" cy="1085293"/>
          </a:xfrm>
          <a:prstGeom prst="roundRect">
            <a:avLst>
              <a:gd name="adj" fmla="val 80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: 圆角 40"/>
          <p:cNvSpPr/>
          <p:nvPr/>
        </p:nvSpPr>
        <p:spPr>
          <a:xfrm>
            <a:off x="192088" y="3354666"/>
            <a:ext cx="2442255" cy="1085293"/>
          </a:xfrm>
          <a:prstGeom prst="roundRect">
            <a:avLst>
              <a:gd name="adj" fmla="val 807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2" name="矩形: 圆角 41"/>
          <p:cNvSpPr/>
          <p:nvPr/>
        </p:nvSpPr>
        <p:spPr>
          <a:xfrm>
            <a:off x="192088" y="4487487"/>
            <a:ext cx="2442255" cy="1085293"/>
          </a:xfrm>
          <a:prstGeom prst="roundRect">
            <a:avLst>
              <a:gd name="adj" fmla="val 80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3" name="矩形: 圆角 42"/>
          <p:cNvSpPr/>
          <p:nvPr/>
        </p:nvSpPr>
        <p:spPr>
          <a:xfrm>
            <a:off x="192088" y="5620307"/>
            <a:ext cx="2442255" cy="1085293"/>
          </a:xfrm>
          <a:prstGeom prst="roundRect">
            <a:avLst>
              <a:gd name="adj" fmla="val 807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1045176" y="1219752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目标完成情况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814343" y="2352572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公司创造净利润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045176" y="3485392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重点参与项目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1045176" y="4618212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公司结算净利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1276008" y="5751032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年度回款率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1636936" y="1498418"/>
            <a:ext cx="977900" cy="62039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35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个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916846" y="2662984"/>
            <a:ext cx="1697990" cy="62039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6000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1869981" y="3762234"/>
            <a:ext cx="744855" cy="62039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个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916846" y="4926800"/>
            <a:ext cx="1697990" cy="62039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5500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1702976" y="6091366"/>
            <a:ext cx="911860" cy="62039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85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%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梯形 54"/>
          <p:cNvSpPr/>
          <p:nvPr/>
        </p:nvSpPr>
        <p:spPr>
          <a:xfrm rot="16200000">
            <a:off x="4449154" y="-850626"/>
            <a:ext cx="5662914" cy="9511629"/>
          </a:xfrm>
          <a:prstGeom prst="trapezoid">
            <a:avLst>
              <a:gd name="adj" fmla="val 3671"/>
            </a:avLst>
          </a:prstGeom>
          <a:noFill/>
          <a:ln w="254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2" name="矩形: 圆角 61"/>
          <p:cNvSpPr/>
          <p:nvPr/>
        </p:nvSpPr>
        <p:spPr>
          <a:xfrm rot="5400000">
            <a:off x="5155401" y="-282626"/>
            <a:ext cx="4549432" cy="8817429"/>
          </a:xfrm>
          <a:prstGeom prst="roundRect">
            <a:avLst>
              <a:gd name="adj" fmla="val 460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矩形: 圆角 60"/>
          <p:cNvSpPr/>
          <p:nvPr/>
        </p:nvSpPr>
        <p:spPr>
          <a:xfrm>
            <a:off x="3021405" y="1420064"/>
            <a:ext cx="8817428" cy="585234"/>
          </a:xfrm>
          <a:prstGeom prst="roundRect">
            <a:avLst>
              <a:gd name="adj" fmla="val 798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3717248" y="1539590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指标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3409471" y="2263515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目标完成情况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3140167" y="3113060"/>
            <a:ext cx="18004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创造净利润（万元）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3409471" y="3962604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重点参与项目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3229934" y="4812149"/>
            <a:ext cx="162095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结算净利（万元）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3499239" y="5661691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年度回款率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5948134" y="1539590"/>
            <a:ext cx="7489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2024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6132479" y="2263515"/>
            <a:ext cx="3802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6034697" y="3113060"/>
            <a:ext cx="57579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5000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5997025" y="3962604"/>
            <a:ext cx="6511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项目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A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6034695" y="4812149"/>
            <a:ext cx="57579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4500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6050726" y="5661691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8080116" y="1539590"/>
            <a:ext cx="7489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2025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8264461" y="2263515"/>
            <a:ext cx="3802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35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8166677" y="3113060"/>
            <a:ext cx="57579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6000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8124198" y="3962604"/>
            <a:ext cx="66075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项目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B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8166677" y="4812149"/>
            <a:ext cx="57579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5500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8182708" y="5661691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10212099" y="1539590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同比增长率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10536707" y="2263515"/>
            <a:ext cx="6896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16.7%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10609644" y="3113060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10536707" y="3962604"/>
            <a:ext cx="6896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16.7%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10536707" y="4812149"/>
            <a:ext cx="6896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22.2%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10536707" y="5661691"/>
            <a:ext cx="6896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6.25%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96" name="直接连接符 95"/>
          <p:cNvCxnSpPr/>
          <p:nvPr/>
        </p:nvCxnSpPr>
        <p:spPr>
          <a:xfrm>
            <a:off x="3257747" y="2842176"/>
            <a:ext cx="8344741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>
            <a:off x="3257747" y="3691721"/>
            <a:ext cx="8344741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/>
          <p:cNvCxnSpPr/>
          <p:nvPr/>
        </p:nvCxnSpPr>
        <p:spPr>
          <a:xfrm>
            <a:off x="3257747" y="4541266"/>
            <a:ext cx="8344741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/>
        </p:nvCxnSpPr>
        <p:spPr>
          <a:xfrm>
            <a:off x="3257747" y="5390810"/>
            <a:ext cx="8344741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 descr="视角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4805" y="1397039"/>
            <a:ext cx="469265" cy="469265"/>
          </a:xfrm>
          <a:prstGeom prst="rect">
            <a:avLst/>
          </a:prstGeom>
        </p:spPr>
      </p:pic>
      <p:pic>
        <p:nvPicPr>
          <p:cNvPr id="11" name="图片 10" descr="表格填写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4805" y="3662680"/>
            <a:ext cx="469265" cy="469265"/>
          </a:xfrm>
          <a:prstGeom prst="rect">
            <a:avLst/>
          </a:prstGeom>
        </p:spPr>
      </p:pic>
      <p:pic>
        <p:nvPicPr>
          <p:cNvPr id="3" name="图片 2" descr="账号管理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4805" y="2529860"/>
            <a:ext cx="469265" cy="469265"/>
          </a:xfrm>
          <a:prstGeom prst="rect">
            <a:avLst/>
          </a:prstGeom>
        </p:spPr>
      </p:pic>
      <p:pic>
        <p:nvPicPr>
          <p:cNvPr id="9" name="图片 8" descr="关联配置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4805" y="4795501"/>
            <a:ext cx="469265" cy="469265"/>
          </a:xfrm>
          <a:prstGeom prst="rect">
            <a:avLst/>
          </a:prstGeom>
        </p:spPr>
      </p:pic>
      <p:pic>
        <p:nvPicPr>
          <p:cNvPr id="5" name="图片 4" descr="评估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4805" y="5928321"/>
            <a:ext cx="469265" cy="46926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直接连接符 64"/>
          <p:cNvCxnSpPr/>
          <p:nvPr/>
        </p:nvCxnSpPr>
        <p:spPr>
          <a:xfrm flipV="1">
            <a:off x="2504230" y="1991849"/>
            <a:ext cx="916305" cy="70612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 flipH="1" flipV="1">
            <a:off x="722670" y="2484222"/>
            <a:ext cx="650875" cy="479425"/>
          </a:xfrm>
          <a:prstGeom prst="line">
            <a:avLst/>
          </a:prstGeom>
          <a:ln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/>
        </p:nvCxnSpPr>
        <p:spPr>
          <a:xfrm flipV="1">
            <a:off x="1107501" y="5127577"/>
            <a:ext cx="739775" cy="549275"/>
          </a:xfrm>
          <a:prstGeom prst="line">
            <a:avLst/>
          </a:prstGeom>
          <a:ln>
            <a:solidFill>
              <a:schemeClr val="accent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>
          <a:xfrm flipV="1">
            <a:off x="4351559" y="5018143"/>
            <a:ext cx="196215" cy="635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49628" y="63770"/>
            <a:ext cx="41433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业绩成果展示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aphicFrame>
        <p:nvGraphicFramePr>
          <p:cNvPr id="4" name="图表 3"/>
          <p:cNvGraphicFramePr/>
          <p:nvPr/>
        </p:nvGraphicFramePr>
        <p:xfrm>
          <a:off x="192089" y="1089024"/>
          <a:ext cx="5141911" cy="5820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矩形 8"/>
          <p:cNvSpPr/>
          <p:nvPr/>
        </p:nvSpPr>
        <p:spPr>
          <a:xfrm>
            <a:off x="3656297" y="5679401"/>
            <a:ext cx="11079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7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堂食业务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>
                  <a:lumMod val="7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682058" y="6060654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营收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682058" y="6327302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175029" y="6029876"/>
            <a:ext cx="1178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75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4200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75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万元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>
                  <a:lumMod val="75000"/>
                </a:srgbClr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175029" y="6296524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75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42%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>
                  <a:lumMod val="75000"/>
                </a:srgbClr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49714" y="566754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外卖业务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75475" y="6048793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营收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75475" y="6337211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68446" y="6018015"/>
            <a:ext cx="1178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3800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万元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68446" y="6306433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38%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0811" y="144356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团餐业务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06572" y="1824819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营收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06572" y="2091467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99543" y="1794041"/>
            <a:ext cx="1178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1500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万元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99543" y="2060689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15%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515738" y="1272332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60000"/>
                    <a:lumOff val="40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食材零售业务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>
                  <a:lumMod val="60000"/>
                  <a:lumOff val="40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548396" y="1653585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营收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548396" y="1931118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041367" y="1622807"/>
            <a:ext cx="10454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60000"/>
                    <a:lumOff val="40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500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60000"/>
                    <a:lumOff val="40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万元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>
                  <a:lumMod val="60000"/>
                  <a:lumOff val="40000"/>
                </a:srgbClr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041367" y="1900340"/>
            <a:ext cx="4876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60000"/>
                    <a:lumOff val="40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5%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>
                  <a:lumMod val="60000"/>
                  <a:lumOff val="40000"/>
                </a:srgbClr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3" name="任意多边形: 形状 32"/>
          <p:cNvSpPr/>
          <p:nvPr/>
        </p:nvSpPr>
        <p:spPr>
          <a:xfrm>
            <a:off x="315686" y="1709057"/>
            <a:ext cx="500743" cy="1230086"/>
          </a:xfrm>
          <a:custGeom>
            <a:avLst/>
            <a:gdLst>
              <a:gd name="connsiteX0" fmla="*/ 500743 w 500743"/>
              <a:gd name="connsiteY0" fmla="*/ 1230086 h 1230086"/>
              <a:gd name="connsiteX1" fmla="*/ 43543 w 500743"/>
              <a:gd name="connsiteY1" fmla="*/ 968829 h 1230086"/>
              <a:gd name="connsiteX2" fmla="*/ 0 w 500743"/>
              <a:gd name="connsiteY2" fmla="*/ 0 h 123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0743" h="1230086">
                <a:moveTo>
                  <a:pt x="500743" y="1230086"/>
                </a:moveTo>
                <a:lnTo>
                  <a:pt x="43543" y="968829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1" name="椭圆 100"/>
          <p:cNvSpPr/>
          <p:nvPr/>
        </p:nvSpPr>
        <p:spPr>
          <a:xfrm>
            <a:off x="1824698" y="3038528"/>
            <a:ext cx="1890952" cy="100148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2164880" y="3185327"/>
            <a:ext cx="121058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核心业务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结构分析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3" name="矩形: 圆角 102"/>
          <p:cNvSpPr/>
          <p:nvPr/>
        </p:nvSpPr>
        <p:spPr>
          <a:xfrm rot="5400000">
            <a:off x="7698677" y="-908748"/>
            <a:ext cx="2338540" cy="6336959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4" name="矩形: 圆角 103"/>
          <p:cNvSpPr/>
          <p:nvPr/>
        </p:nvSpPr>
        <p:spPr>
          <a:xfrm>
            <a:off x="5699467" y="3533423"/>
            <a:ext cx="6336960" cy="1114336"/>
          </a:xfrm>
          <a:prstGeom prst="roundRect">
            <a:avLst>
              <a:gd name="adj" fmla="val 595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" name="矩形: 圆角 105"/>
          <p:cNvSpPr/>
          <p:nvPr/>
        </p:nvSpPr>
        <p:spPr>
          <a:xfrm>
            <a:off x="8903940" y="4752180"/>
            <a:ext cx="3125896" cy="1953420"/>
          </a:xfrm>
          <a:prstGeom prst="roundRect">
            <a:avLst>
              <a:gd name="adj" fmla="val 29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" name="矩形: 圆角 106"/>
          <p:cNvSpPr/>
          <p:nvPr/>
        </p:nvSpPr>
        <p:spPr>
          <a:xfrm>
            <a:off x="5711194" y="4778286"/>
            <a:ext cx="3125896" cy="1953420"/>
          </a:xfrm>
          <a:prstGeom prst="roundRect">
            <a:avLst>
              <a:gd name="adj" fmla="val 297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9" name="矩形: 圆顶角 108"/>
          <p:cNvSpPr/>
          <p:nvPr/>
        </p:nvSpPr>
        <p:spPr>
          <a:xfrm flipV="1">
            <a:off x="7172883" y="1089025"/>
            <a:ext cx="3390128" cy="390002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7296844" y="1130138"/>
            <a:ext cx="31422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2024-2025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年月度营收对比及趋势表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aphicFrame>
        <p:nvGraphicFramePr>
          <p:cNvPr id="114" name="图表 113"/>
          <p:cNvGraphicFramePr/>
          <p:nvPr/>
        </p:nvGraphicFramePr>
        <p:xfrm>
          <a:off x="5767572" y="1400745"/>
          <a:ext cx="6846358" cy="20804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5" name="矩形 114"/>
          <p:cNvSpPr/>
          <p:nvPr/>
        </p:nvSpPr>
        <p:spPr>
          <a:xfrm>
            <a:off x="5837989" y="3732275"/>
            <a:ext cx="12618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全年营收总额达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5798689" y="3990621"/>
            <a:ext cx="1340485" cy="435610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10000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7540110" y="3732275"/>
            <a:ext cx="12618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年度营收增长率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7721472" y="3990621"/>
            <a:ext cx="899160" cy="435610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18.2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2" name="矩形 121"/>
          <p:cNvSpPr/>
          <p:nvPr/>
        </p:nvSpPr>
        <p:spPr>
          <a:xfrm>
            <a:off x="9190751" y="3732275"/>
            <a:ext cx="110799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增长时间集中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" name="矩形 122"/>
          <p:cNvSpPr/>
          <p:nvPr/>
        </p:nvSpPr>
        <p:spPr>
          <a:xfrm>
            <a:off x="9227542" y="3990621"/>
            <a:ext cx="1034415" cy="435610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5-12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月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5" name="矩形 124"/>
          <p:cNvSpPr/>
          <p:nvPr/>
        </p:nvSpPr>
        <p:spPr>
          <a:xfrm>
            <a:off x="10687502" y="3732275"/>
            <a:ext cx="12618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主要增长业务线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6" name="矩形 125"/>
          <p:cNvSpPr/>
          <p:nvPr/>
        </p:nvSpPr>
        <p:spPr>
          <a:xfrm>
            <a:off x="10829183" y="4036788"/>
            <a:ext cx="978523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外卖业务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8" name="直接连接符 127"/>
          <p:cNvCxnSpPr/>
          <p:nvPr/>
        </p:nvCxnSpPr>
        <p:spPr>
          <a:xfrm>
            <a:off x="7345732" y="3731796"/>
            <a:ext cx="0" cy="717591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连接符 128"/>
          <p:cNvCxnSpPr/>
          <p:nvPr/>
        </p:nvCxnSpPr>
        <p:spPr>
          <a:xfrm>
            <a:off x="8996373" y="3731796"/>
            <a:ext cx="0" cy="717591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连接符 129"/>
          <p:cNvCxnSpPr/>
          <p:nvPr/>
        </p:nvCxnSpPr>
        <p:spPr>
          <a:xfrm>
            <a:off x="10493125" y="3731796"/>
            <a:ext cx="0" cy="717591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矩形: 圆顶角 131"/>
          <p:cNvSpPr/>
          <p:nvPr/>
        </p:nvSpPr>
        <p:spPr>
          <a:xfrm flipV="1">
            <a:off x="6601052" y="4726074"/>
            <a:ext cx="1272891" cy="390002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3" name="矩形: 圆顶角 132"/>
          <p:cNvSpPr/>
          <p:nvPr/>
        </p:nvSpPr>
        <p:spPr>
          <a:xfrm flipV="1">
            <a:off x="9830443" y="4726074"/>
            <a:ext cx="1272891" cy="390002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4" name="矩形 133"/>
          <p:cNvSpPr/>
          <p:nvPr/>
        </p:nvSpPr>
        <p:spPr>
          <a:xfrm>
            <a:off x="6508044" y="4721020"/>
            <a:ext cx="14492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线上业务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5" name="矩形 134"/>
          <p:cNvSpPr/>
          <p:nvPr/>
        </p:nvSpPr>
        <p:spPr>
          <a:xfrm>
            <a:off x="9827722" y="4721020"/>
            <a:ext cx="12783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线下业务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46" name="组合 145"/>
          <p:cNvGrpSpPr/>
          <p:nvPr/>
        </p:nvGrpSpPr>
        <p:grpSpPr>
          <a:xfrm>
            <a:off x="9032009" y="5245554"/>
            <a:ext cx="2852782" cy="1288222"/>
            <a:chOff x="5874658" y="5245554"/>
            <a:chExt cx="2852782" cy="1288222"/>
          </a:xfrm>
        </p:grpSpPr>
        <p:cxnSp>
          <p:nvCxnSpPr>
            <p:cNvPr id="147" name="直接连接符 146"/>
            <p:cNvCxnSpPr/>
            <p:nvPr/>
          </p:nvCxnSpPr>
          <p:spPr>
            <a:xfrm>
              <a:off x="7301049" y="5245554"/>
              <a:ext cx="0" cy="1288222"/>
            </a:xfrm>
            <a:prstGeom prst="line">
              <a:avLst/>
            </a:prstGeom>
            <a:ln>
              <a:solidFill>
                <a:schemeClr val="accent2">
                  <a:lumMod val="20000"/>
                  <a:lumOff val="80000"/>
                  <a:alpha val="5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/>
            <p:cNvCxnSpPr/>
            <p:nvPr/>
          </p:nvCxnSpPr>
          <p:spPr>
            <a:xfrm>
              <a:off x="5874658" y="5889665"/>
              <a:ext cx="2852782" cy="0"/>
            </a:xfrm>
            <a:prstGeom prst="line">
              <a:avLst/>
            </a:prstGeom>
            <a:ln>
              <a:solidFill>
                <a:schemeClr val="accent2">
                  <a:lumMod val="20000"/>
                  <a:lumOff val="80000"/>
                  <a:alpha val="5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5" name="组合 144"/>
          <p:cNvGrpSpPr/>
          <p:nvPr/>
        </p:nvGrpSpPr>
        <p:grpSpPr>
          <a:xfrm>
            <a:off x="5806283" y="5245554"/>
            <a:ext cx="2852782" cy="1288222"/>
            <a:chOff x="5874658" y="5245554"/>
            <a:chExt cx="2852782" cy="1288222"/>
          </a:xfrm>
        </p:grpSpPr>
        <p:cxnSp>
          <p:nvCxnSpPr>
            <p:cNvPr id="141" name="直接连接符 140"/>
            <p:cNvCxnSpPr/>
            <p:nvPr/>
          </p:nvCxnSpPr>
          <p:spPr>
            <a:xfrm>
              <a:off x="7301049" y="5245554"/>
              <a:ext cx="0" cy="1288222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  <a:alpha val="5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连接符 142"/>
            <p:cNvCxnSpPr/>
            <p:nvPr/>
          </p:nvCxnSpPr>
          <p:spPr>
            <a:xfrm>
              <a:off x="5874658" y="5889665"/>
              <a:ext cx="2852782" cy="0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  <a:alpha val="5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矩形 148"/>
          <p:cNvSpPr/>
          <p:nvPr/>
        </p:nvSpPr>
        <p:spPr>
          <a:xfrm>
            <a:off x="6196226" y="5284566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营收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1" name="矩形 150"/>
          <p:cNvSpPr/>
          <p:nvPr/>
        </p:nvSpPr>
        <p:spPr>
          <a:xfrm>
            <a:off x="5952570" y="5512396"/>
            <a:ext cx="9541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4300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65" name="矩形 164"/>
          <p:cNvSpPr/>
          <p:nvPr/>
        </p:nvSpPr>
        <p:spPr>
          <a:xfrm>
            <a:off x="7780751" y="5284566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本钱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6" name="矩形 165"/>
          <p:cNvSpPr/>
          <p:nvPr/>
        </p:nvSpPr>
        <p:spPr>
          <a:xfrm>
            <a:off x="7537095" y="5512396"/>
            <a:ext cx="9541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2800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5" name="矩形 174"/>
          <p:cNvSpPr/>
          <p:nvPr/>
        </p:nvSpPr>
        <p:spPr>
          <a:xfrm>
            <a:off x="6196226" y="6017583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利润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6" name="矩形 175"/>
          <p:cNvSpPr/>
          <p:nvPr/>
        </p:nvSpPr>
        <p:spPr>
          <a:xfrm>
            <a:off x="5952570" y="6235253"/>
            <a:ext cx="9541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1500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8" name="矩形 177"/>
          <p:cNvSpPr/>
          <p:nvPr/>
        </p:nvSpPr>
        <p:spPr>
          <a:xfrm>
            <a:off x="7710219" y="6017583"/>
            <a:ext cx="6078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利润率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9" name="矩形 178"/>
          <p:cNvSpPr/>
          <p:nvPr/>
        </p:nvSpPr>
        <p:spPr>
          <a:xfrm>
            <a:off x="7674953" y="6235253"/>
            <a:ext cx="6783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34.9%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81" name="矩形 180"/>
          <p:cNvSpPr/>
          <p:nvPr/>
        </p:nvSpPr>
        <p:spPr>
          <a:xfrm>
            <a:off x="9473947" y="5284566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营收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2" name="矩形 181"/>
          <p:cNvSpPr/>
          <p:nvPr/>
        </p:nvSpPr>
        <p:spPr>
          <a:xfrm>
            <a:off x="9230291" y="5512396"/>
            <a:ext cx="9541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5700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83" name="矩形 182"/>
          <p:cNvSpPr/>
          <p:nvPr/>
        </p:nvSpPr>
        <p:spPr>
          <a:xfrm>
            <a:off x="11058472" y="5284566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本钱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4" name="矩形 183"/>
          <p:cNvSpPr/>
          <p:nvPr/>
        </p:nvSpPr>
        <p:spPr>
          <a:xfrm>
            <a:off x="10814816" y="5512396"/>
            <a:ext cx="9541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3200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85" name="矩形 184"/>
          <p:cNvSpPr/>
          <p:nvPr/>
        </p:nvSpPr>
        <p:spPr>
          <a:xfrm>
            <a:off x="9473947" y="6017583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利润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6" name="矩形 185"/>
          <p:cNvSpPr/>
          <p:nvPr/>
        </p:nvSpPr>
        <p:spPr>
          <a:xfrm>
            <a:off x="9230291" y="6235253"/>
            <a:ext cx="9541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2500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87" name="矩形 186"/>
          <p:cNvSpPr/>
          <p:nvPr/>
        </p:nvSpPr>
        <p:spPr>
          <a:xfrm>
            <a:off x="10987940" y="6017583"/>
            <a:ext cx="6078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利润率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8" name="矩形 187"/>
          <p:cNvSpPr/>
          <p:nvPr/>
        </p:nvSpPr>
        <p:spPr>
          <a:xfrm>
            <a:off x="10952674" y="6235253"/>
            <a:ext cx="6783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43.9%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2" name="直接连接符 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直接连接符 73"/>
          <p:cNvCxnSpPr/>
          <p:nvPr/>
        </p:nvCxnSpPr>
        <p:spPr>
          <a:xfrm flipV="1">
            <a:off x="2087944" y="4051092"/>
            <a:ext cx="0" cy="2654508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 flipV="1">
            <a:off x="5879656" y="4051092"/>
            <a:ext cx="0" cy="2654508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 flipV="1">
            <a:off x="9671368" y="4051092"/>
            <a:ext cx="0" cy="2654508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>
            <a:off x="192088" y="1089024"/>
            <a:ext cx="0" cy="2311161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3983800" y="1089024"/>
            <a:ext cx="0" cy="2311161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7775512" y="1089024"/>
            <a:ext cx="0" cy="2311161"/>
          </a:xfrm>
          <a:prstGeom prst="line">
            <a:avLst/>
          </a:prstGeom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89938" y="63770"/>
            <a:ext cx="33586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工作总结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0" name="箭头: 五边形 69"/>
          <p:cNvSpPr/>
          <p:nvPr/>
        </p:nvSpPr>
        <p:spPr>
          <a:xfrm>
            <a:off x="0" y="3370278"/>
            <a:ext cx="12191999" cy="942761"/>
          </a:xfrm>
          <a:prstGeom prst="homePlate">
            <a:avLst>
              <a:gd name="adj" fmla="val 34282"/>
            </a:avLst>
          </a:pr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79" name="矩形: 圆角 78"/>
          <p:cNvSpPr/>
          <p:nvPr/>
        </p:nvSpPr>
        <p:spPr>
          <a:xfrm>
            <a:off x="283614" y="1089025"/>
            <a:ext cx="2287330" cy="523220"/>
          </a:xfrm>
          <a:prstGeom prst="roundRect">
            <a:avLst>
              <a:gd name="adj" fmla="val 734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0" name="矩形: 圆角 79"/>
          <p:cNvSpPr/>
          <p:nvPr/>
        </p:nvSpPr>
        <p:spPr>
          <a:xfrm>
            <a:off x="4126988" y="1089025"/>
            <a:ext cx="2287330" cy="523220"/>
          </a:xfrm>
          <a:prstGeom prst="roundRect">
            <a:avLst>
              <a:gd name="adj" fmla="val 734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1" name="矩形: 圆角 80"/>
          <p:cNvSpPr/>
          <p:nvPr/>
        </p:nvSpPr>
        <p:spPr>
          <a:xfrm>
            <a:off x="7918699" y="1089025"/>
            <a:ext cx="2287330" cy="523220"/>
          </a:xfrm>
          <a:prstGeom prst="roundRect">
            <a:avLst>
              <a:gd name="adj" fmla="val 734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2" name="矩形: 圆角 81"/>
          <p:cNvSpPr/>
          <p:nvPr/>
        </p:nvSpPr>
        <p:spPr>
          <a:xfrm>
            <a:off x="2193437" y="6182380"/>
            <a:ext cx="2287330" cy="523220"/>
          </a:xfrm>
          <a:prstGeom prst="roundRect">
            <a:avLst>
              <a:gd name="adj" fmla="val 734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3" name="矩形: 圆角 82"/>
          <p:cNvSpPr/>
          <p:nvPr/>
        </p:nvSpPr>
        <p:spPr>
          <a:xfrm>
            <a:off x="5985148" y="6182380"/>
            <a:ext cx="2287330" cy="523220"/>
          </a:xfrm>
          <a:prstGeom prst="roundRect">
            <a:avLst>
              <a:gd name="adj" fmla="val 734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4" name="矩形: 圆角 83"/>
          <p:cNvSpPr/>
          <p:nvPr/>
        </p:nvSpPr>
        <p:spPr>
          <a:xfrm>
            <a:off x="9776859" y="6182380"/>
            <a:ext cx="2287330" cy="523220"/>
          </a:xfrm>
          <a:prstGeom prst="roundRect">
            <a:avLst>
              <a:gd name="adj" fmla="val 734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873281" y="1165969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需求调研​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2436856" y="6259324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产品规划与原型​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6228567" y="6259324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研发攻坚与测试​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10251110" y="6259324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复盘与沉淀​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4254991" y="1165969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跨部门协同与研发​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8162118" y="1165969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测试优化与上线​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8" name="矩形: 圆角 107"/>
          <p:cNvSpPr/>
          <p:nvPr/>
        </p:nvSpPr>
        <p:spPr>
          <a:xfrm>
            <a:off x="192088" y="3644608"/>
            <a:ext cx="1067921" cy="394100"/>
          </a:xfrm>
          <a:prstGeom prst="roundRect">
            <a:avLst>
              <a:gd name="adj" fmla="val 4515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1" name="矩形: 圆角 110"/>
          <p:cNvSpPr/>
          <p:nvPr/>
        </p:nvSpPr>
        <p:spPr>
          <a:xfrm>
            <a:off x="2067497" y="3644608"/>
            <a:ext cx="1067921" cy="394100"/>
          </a:xfrm>
          <a:prstGeom prst="roundRect">
            <a:avLst>
              <a:gd name="adj" fmla="val 4515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2" name="矩形: 圆角 111"/>
          <p:cNvSpPr/>
          <p:nvPr/>
        </p:nvSpPr>
        <p:spPr>
          <a:xfrm>
            <a:off x="3946806" y="3644608"/>
            <a:ext cx="1067921" cy="394100"/>
          </a:xfrm>
          <a:prstGeom prst="roundRect">
            <a:avLst>
              <a:gd name="adj" fmla="val 4515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3" name="矩形: 圆角 112"/>
          <p:cNvSpPr/>
          <p:nvPr/>
        </p:nvSpPr>
        <p:spPr>
          <a:xfrm>
            <a:off x="5880357" y="3644608"/>
            <a:ext cx="1067921" cy="394100"/>
          </a:xfrm>
          <a:prstGeom prst="roundRect">
            <a:avLst>
              <a:gd name="adj" fmla="val 4515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7" name="矩形: 圆角 116"/>
          <p:cNvSpPr/>
          <p:nvPr/>
        </p:nvSpPr>
        <p:spPr>
          <a:xfrm>
            <a:off x="7775512" y="3644608"/>
            <a:ext cx="1067921" cy="394100"/>
          </a:xfrm>
          <a:prstGeom prst="roundRect">
            <a:avLst>
              <a:gd name="adj" fmla="val 4515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8" name="矩形: 圆角 117"/>
          <p:cNvSpPr/>
          <p:nvPr/>
        </p:nvSpPr>
        <p:spPr>
          <a:xfrm>
            <a:off x="9635401" y="3644608"/>
            <a:ext cx="1067921" cy="394100"/>
          </a:xfrm>
          <a:prstGeom prst="roundRect">
            <a:avLst>
              <a:gd name="adj" fmla="val 4515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333152" y="3656992"/>
            <a:ext cx="785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1-2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2208561" y="3656992"/>
            <a:ext cx="785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3-4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4087870" y="3656992"/>
            <a:ext cx="785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5-6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6021421" y="3656992"/>
            <a:ext cx="785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7-8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7846044" y="3656992"/>
            <a:ext cx="9268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9-10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9635401" y="3656992"/>
            <a:ext cx="10679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11-12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249455" y="1760839"/>
            <a:ext cx="342741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月设计调研方案，敲定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份问卷渠道与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场访谈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1" name="矩形 120"/>
          <p:cNvSpPr/>
          <p:nvPr/>
        </p:nvSpPr>
        <p:spPr>
          <a:xfrm>
            <a:off x="249455" y="2381119"/>
            <a:ext cx="342741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月回收有效问卷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份，梳理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大核心痛点，形成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《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用户需求调研报告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》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1" name="等腰三角形 130"/>
          <p:cNvSpPr/>
          <p:nvPr/>
        </p:nvSpPr>
        <p:spPr>
          <a:xfrm rot="5400000">
            <a:off x="187497" y="1901512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6" name="等腰三角形 135"/>
          <p:cNvSpPr/>
          <p:nvPr/>
        </p:nvSpPr>
        <p:spPr>
          <a:xfrm rot="5400000">
            <a:off x="187497" y="2516785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9" name="矩形 138"/>
          <p:cNvSpPr/>
          <p:nvPr/>
        </p:nvSpPr>
        <p:spPr>
          <a:xfrm>
            <a:off x="4043128" y="1760839"/>
            <a:ext cx="342741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月组织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场跨部门评审，优化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处细节，协调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人团队排期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4043128" y="2381119"/>
            <a:ext cx="342741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月启动研发，建立站会、周报机制与项目看板追踪进度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2" name="等腰三角形 141"/>
          <p:cNvSpPr/>
          <p:nvPr/>
        </p:nvSpPr>
        <p:spPr>
          <a:xfrm rot="5400000">
            <a:off x="3981170" y="1901512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4" name="等腰三角形 143"/>
          <p:cNvSpPr/>
          <p:nvPr/>
        </p:nvSpPr>
        <p:spPr>
          <a:xfrm rot="5400000">
            <a:off x="3981170" y="2516785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2" name="矩形 151"/>
          <p:cNvSpPr/>
          <p:nvPr/>
        </p:nvSpPr>
        <p:spPr>
          <a:xfrm>
            <a:off x="7832880" y="1760839"/>
            <a:ext cx="342741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月迭代测试，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Bug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修复率升至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，完成上线筹备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3" name="矩形 152"/>
          <p:cNvSpPr/>
          <p:nvPr/>
        </p:nvSpPr>
        <p:spPr>
          <a:xfrm>
            <a:off x="7832880" y="2381119"/>
            <a:ext cx="3427412" cy="333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日全量上线，联动运营获客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8000+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4" name="等腰三角形 153"/>
          <p:cNvSpPr/>
          <p:nvPr/>
        </p:nvSpPr>
        <p:spPr>
          <a:xfrm rot="5400000">
            <a:off x="7770922" y="1901512"/>
            <a:ext cx="66547" cy="57368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5" name="等腰三角形 154"/>
          <p:cNvSpPr/>
          <p:nvPr/>
        </p:nvSpPr>
        <p:spPr>
          <a:xfrm rot="5400000">
            <a:off x="7770922" y="2516785"/>
            <a:ext cx="66547" cy="57368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7" name="矩形 156"/>
          <p:cNvSpPr/>
          <p:nvPr/>
        </p:nvSpPr>
        <p:spPr>
          <a:xfrm>
            <a:off x="2087945" y="4498231"/>
            <a:ext cx="342741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月撰写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V2.0 PRD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，明确 “轻量化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+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快响应” 方向，经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场评审后立项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8" name="矩形 157"/>
          <p:cNvSpPr/>
          <p:nvPr/>
        </p:nvSpPr>
        <p:spPr>
          <a:xfrm>
            <a:off x="2087945" y="5255432"/>
            <a:ext cx="342741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月用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Figma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完成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大模块原型，迭代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版后输出高保真版本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9" name="等腰三角形 158"/>
          <p:cNvSpPr/>
          <p:nvPr/>
        </p:nvSpPr>
        <p:spPr>
          <a:xfrm rot="5400000">
            <a:off x="2083354" y="4623664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0" name="等腰三角形 159"/>
          <p:cNvSpPr/>
          <p:nvPr/>
        </p:nvSpPr>
        <p:spPr>
          <a:xfrm rot="5400000">
            <a:off x="2083354" y="5381621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2" name="矩形 161"/>
          <p:cNvSpPr/>
          <p:nvPr/>
        </p:nvSpPr>
        <p:spPr>
          <a:xfrm>
            <a:off x="5879657" y="4498231"/>
            <a:ext cx="342741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月联合研发处理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个技术难点，保障进度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3" name="矩形 162"/>
          <p:cNvSpPr/>
          <p:nvPr/>
        </p:nvSpPr>
        <p:spPr>
          <a:xfrm>
            <a:off x="5879657" y="5255432"/>
            <a:ext cx="342741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月设计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200+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测试案例，启动灰度测试，推动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Bug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修复率达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4" name="等腰三角形 163"/>
          <p:cNvSpPr/>
          <p:nvPr/>
        </p:nvSpPr>
        <p:spPr>
          <a:xfrm rot="5400000">
            <a:off x="5875066" y="4623664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7" name="等腰三角形 166"/>
          <p:cNvSpPr/>
          <p:nvPr/>
        </p:nvSpPr>
        <p:spPr>
          <a:xfrm rot="5400000">
            <a:off x="5875066" y="5381621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9" name="矩形 168"/>
          <p:cNvSpPr/>
          <p:nvPr/>
        </p:nvSpPr>
        <p:spPr>
          <a:xfrm>
            <a:off x="9671369" y="4498231"/>
            <a:ext cx="2405891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月分析数据定位留存、转化问题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0" name="矩形 169"/>
          <p:cNvSpPr/>
          <p:nvPr/>
        </p:nvSpPr>
        <p:spPr>
          <a:xfrm>
            <a:off x="9671369" y="5255432"/>
            <a:ext cx="240589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月梳理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大优化方向，完成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V2.1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需求清单，沉淀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套方法论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" name="等腰三角形 170"/>
          <p:cNvSpPr/>
          <p:nvPr/>
        </p:nvSpPr>
        <p:spPr>
          <a:xfrm rot="5400000">
            <a:off x="9666778" y="4623664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2" name="等腰三角形 171"/>
          <p:cNvSpPr/>
          <p:nvPr/>
        </p:nvSpPr>
        <p:spPr>
          <a:xfrm rot="5400000">
            <a:off x="9666778" y="5381621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: 圆角 37"/>
          <p:cNvSpPr/>
          <p:nvPr/>
        </p:nvSpPr>
        <p:spPr>
          <a:xfrm>
            <a:off x="469577" y="2461678"/>
            <a:ext cx="1723340" cy="511906"/>
          </a:xfrm>
          <a:prstGeom prst="roundRect">
            <a:avLst>
              <a:gd name="adj" fmla="val 714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9" name="矩形: 圆角 38"/>
          <p:cNvSpPr/>
          <p:nvPr/>
        </p:nvSpPr>
        <p:spPr>
          <a:xfrm>
            <a:off x="3009577" y="5263368"/>
            <a:ext cx="1723340" cy="511906"/>
          </a:xfrm>
          <a:prstGeom prst="roundRect">
            <a:avLst>
              <a:gd name="adj" fmla="val 714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5644650" y="1059213"/>
            <a:ext cx="1723340" cy="511906"/>
          </a:xfrm>
          <a:prstGeom prst="roundRect">
            <a:avLst>
              <a:gd name="adj" fmla="val 714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: 圆角 40"/>
          <p:cNvSpPr/>
          <p:nvPr/>
        </p:nvSpPr>
        <p:spPr>
          <a:xfrm>
            <a:off x="8839327" y="2533300"/>
            <a:ext cx="1723340" cy="511906"/>
          </a:xfrm>
          <a:prstGeom prst="roundRect">
            <a:avLst>
              <a:gd name="adj" fmla="val 714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2" name="矩形: 圆角 41"/>
          <p:cNvSpPr/>
          <p:nvPr/>
        </p:nvSpPr>
        <p:spPr>
          <a:xfrm>
            <a:off x="7956651" y="4370620"/>
            <a:ext cx="1723340" cy="511906"/>
          </a:xfrm>
          <a:prstGeom prst="roundRect">
            <a:avLst>
              <a:gd name="adj" fmla="val 714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38198" y="63770"/>
            <a:ext cx="33586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工作计划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" name="任意多边形: 形状 2"/>
          <p:cNvSpPr/>
          <p:nvPr/>
        </p:nvSpPr>
        <p:spPr>
          <a:xfrm>
            <a:off x="149714" y="2224170"/>
            <a:ext cx="1982604" cy="148869"/>
          </a:xfrm>
          <a:custGeom>
            <a:avLst/>
            <a:gdLst>
              <a:gd name="connsiteX0" fmla="*/ 0 w 1038225"/>
              <a:gd name="connsiteY0" fmla="*/ 0 h 64294"/>
              <a:gd name="connsiteX1" fmla="*/ 1038225 w 1038225"/>
              <a:gd name="connsiteY1" fmla="*/ 30956 h 64294"/>
              <a:gd name="connsiteX2" fmla="*/ 990600 w 1038225"/>
              <a:gd name="connsiteY2" fmla="*/ 64294 h 64294"/>
              <a:gd name="connsiteX3" fmla="*/ 0 w 1038225"/>
              <a:gd name="connsiteY3" fmla="*/ 0 h 64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8225" h="64294">
                <a:moveTo>
                  <a:pt x="0" y="0"/>
                </a:moveTo>
                <a:lnTo>
                  <a:pt x="1038225" y="30956"/>
                </a:lnTo>
                <a:lnTo>
                  <a:pt x="990600" y="6429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" name="任意多边形: 形状 2"/>
          <p:cNvSpPr/>
          <p:nvPr/>
        </p:nvSpPr>
        <p:spPr>
          <a:xfrm>
            <a:off x="2285997" y="2339493"/>
            <a:ext cx="2628768" cy="369332"/>
          </a:xfrm>
          <a:custGeom>
            <a:avLst/>
            <a:gdLst>
              <a:gd name="connsiteX0" fmla="*/ 35718 w 1431131"/>
              <a:gd name="connsiteY0" fmla="*/ 0 h 176212"/>
              <a:gd name="connsiteX1" fmla="*/ 0 w 1431131"/>
              <a:gd name="connsiteY1" fmla="*/ 38100 h 176212"/>
              <a:gd name="connsiteX2" fmla="*/ 1393031 w 1431131"/>
              <a:gd name="connsiteY2" fmla="*/ 176212 h 176212"/>
              <a:gd name="connsiteX3" fmla="*/ 1431131 w 1431131"/>
              <a:gd name="connsiteY3" fmla="*/ 145256 h 176212"/>
              <a:gd name="connsiteX4" fmla="*/ 35718 w 1431131"/>
              <a:gd name="connsiteY4" fmla="*/ 0 h 176212"/>
              <a:gd name="connsiteX0-1" fmla="*/ 35718 w 1431131"/>
              <a:gd name="connsiteY0-2" fmla="*/ 0 h 176212"/>
              <a:gd name="connsiteX1-3" fmla="*/ 0 w 1431131"/>
              <a:gd name="connsiteY1-4" fmla="*/ 38100 h 176212"/>
              <a:gd name="connsiteX2-5" fmla="*/ 1393031 w 1431131"/>
              <a:gd name="connsiteY2-6" fmla="*/ 176212 h 176212"/>
              <a:gd name="connsiteX3-7" fmla="*/ 1431131 w 1431131"/>
              <a:gd name="connsiteY3-8" fmla="*/ 145256 h 176212"/>
              <a:gd name="connsiteX4-9" fmla="*/ 35718 w 1431131"/>
              <a:gd name="connsiteY4-10" fmla="*/ 0 h 176212"/>
              <a:gd name="connsiteX0-11" fmla="*/ 35718 w 1431131"/>
              <a:gd name="connsiteY0-12" fmla="*/ 0 h 176212"/>
              <a:gd name="connsiteX1-13" fmla="*/ 0 w 1431131"/>
              <a:gd name="connsiteY1-14" fmla="*/ 38100 h 176212"/>
              <a:gd name="connsiteX2-15" fmla="*/ 1393031 w 1431131"/>
              <a:gd name="connsiteY2-16" fmla="*/ 176212 h 176212"/>
              <a:gd name="connsiteX3-17" fmla="*/ 1431131 w 1431131"/>
              <a:gd name="connsiteY3-18" fmla="*/ 145256 h 176212"/>
              <a:gd name="connsiteX4-19" fmla="*/ 35718 w 1431131"/>
              <a:gd name="connsiteY4-20" fmla="*/ 0 h 176212"/>
              <a:gd name="connsiteX0-21" fmla="*/ 35718 w 1431131"/>
              <a:gd name="connsiteY0-22" fmla="*/ 0 h 176212"/>
              <a:gd name="connsiteX1-23" fmla="*/ 0 w 1431131"/>
              <a:gd name="connsiteY1-24" fmla="*/ 38100 h 176212"/>
              <a:gd name="connsiteX2-25" fmla="*/ 1393031 w 1431131"/>
              <a:gd name="connsiteY2-26" fmla="*/ 176212 h 176212"/>
              <a:gd name="connsiteX3-27" fmla="*/ 1431131 w 1431131"/>
              <a:gd name="connsiteY3-28" fmla="*/ 145256 h 176212"/>
              <a:gd name="connsiteX4-29" fmla="*/ 35718 w 1431131"/>
              <a:gd name="connsiteY4-30" fmla="*/ 0 h 176212"/>
              <a:gd name="connsiteX0-31" fmla="*/ 35718 w 1431131"/>
              <a:gd name="connsiteY0-32" fmla="*/ 0 h 176212"/>
              <a:gd name="connsiteX1-33" fmla="*/ 0 w 1431131"/>
              <a:gd name="connsiteY1-34" fmla="*/ 38100 h 176212"/>
              <a:gd name="connsiteX2-35" fmla="*/ 1393031 w 1431131"/>
              <a:gd name="connsiteY2-36" fmla="*/ 176212 h 176212"/>
              <a:gd name="connsiteX3-37" fmla="*/ 1431131 w 1431131"/>
              <a:gd name="connsiteY3-38" fmla="*/ 145256 h 176212"/>
              <a:gd name="connsiteX4-39" fmla="*/ 35718 w 1431131"/>
              <a:gd name="connsiteY4-40" fmla="*/ 0 h 17621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431131" h="176212">
                <a:moveTo>
                  <a:pt x="35718" y="0"/>
                </a:moveTo>
                <a:lnTo>
                  <a:pt x="0" y="38100"/>
                </a:lnTo>
                <a:cubicBezTo>
                  <a:pt x="466725" y="76993"/>
                  <a:pt x="928687" y="123031"/>
                  <a:pt x="1393031" y="176212"/>
                </a:cubicBezTo>
                <a:lnTo>
                  <a:pt x="1431131" y="145256"/>
                </a:lnTo>
                <a:cubicBezTo>
                  <a:pt x="965993" y="84931"/>
                  <a:pt x="507999" y="34132"/>
                  <a:pt x="3571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任意多边形: 形状 2"/>
          <p:cNvSpPr/>
          <p:nvPr/>
        </p:nvSpPr>
        <p:spPr>
          <a:xfrm>
            <a:off x="5135955" y="2702702"/>
            <a:ext cx="2528985" cy="1244469"/>
          </a:xfrm>
          <a:custGeom>
            <a:avLst/>
            <a:gdLst>
              <a:gd name="connsiteX0" fmla="*/ 45244 w 1057275"/>
              <a:gd name="connsiteY0" fmla="*/ 0 h 871537"/>
              <a:gd name="connsiteX1" fmla="*/ 0 w 1057275"/>
              <a:gd name="connsiteY1" fmla="*/ 50006 h 871537"/>
              <a:gd name="connsiteX2" fmla="*/ 881063 w 1057275"/>
              <a:gd name="connsiteY2" fmla="*/ 864393 h 871537"/>
              <a:gd name="connsiteX3" fmla="*/ 1057275 w 1057275"/>
              <a:gd name="connsiteY3" fmla="*/ 871537 h 871537"/>
              <a:gd name="connsiteX4" fmla="*/ 1016794 w 1057275"/>
              <a:gd name="connsiteY4" fmla="*/ 259556 h 871537"/>
              <a:gd name="connsiteX5" fmla="*/ 45244 w 1057275"/>
              <a:gd name="connsiteY5" fmla="*/ 0 h 871537"/>
              <a:gd name="connsiteX0-1" fmla="*/ 45244 w 1057275"/>
              <a:gd name="connsiteY0-2" fmla="*/ 0 h 871537"/>
              <a:gd name="connsiteX1-3" fmla="*/ 0 w 1057275"/>
              <a:gd name="connsiteY1-4" fmla="*/ 50006 h 871537"/>
              <a:gd name="connsiteX2-5" fmla="*/ 881063 w 1057275"/>
              <a:gd name="connsiteY2-6" fmla="*/ 864393 h 871537"/>
              <a:gd name="connsiteX3-7" fmla="*/ 1057275 w 1057275"/>
              <a:gd name="connsiteY3-8" fmla="*/ 871537 h 871537"/>
              <a:gd name="connsiteX4-9" fmla="*/ 1016794 w 1057275"/>
              <a:gd name="connsiteY4-10" fmla="*/ 259556 h 871537"/>
              <a:gd name="connsiteX5-11" fmla="*/ 45244 w 1057275"/>
              <a:gd name="connsiteY5-12" fmla="*/ 0 h 871537"/>
              <a:gd name="connsiteX0-13" fmla="*/ 45244 w 1057275"/>
              <a:gd name="connsiteY0-14" fmla="*/ 0 h 871537"/>
              <a:gd name="connsiteX1-15" fmla="*/ 0 w 1057275"/>
              <a:gd name="connsiteY1-16" fmla="*/ 50006 h 871537"/>
              <a:gd name="connsiteX2-17" fmla="*/ 881063 w 1057275"/>
              <a:gd name="connsiteY2-18" fmla="*/ 864393 h 871537"/>
              <a:gd name="connsiteX3-19" fmla="*/ 1057275 w 1057275"/>
              <a:gd name="connsiteY3-20" fmla="*/ 871537 h 871537"/>
              <a:gd name="connsiteX4-21" fmla="*/ 1016794 w 1057275"/>
              <a:gd name="connsiteY4-22" fmla="*/ 259556 h 871537"/>
              <a:gd name="connsiteX5-23" fmla="*/ 45244 w 1057275"/>
              <a:gd name="connsiteY5-24" fmla="*/ 0 h 871537"/>
              <a:gd name="connsiteX0-25" fmla="*/ 45244 w 1139868"/>
              <a:gd name="connsiteY0-26" fmla="*/ 0 h 871537"/>
              <a:gd name="connsiteX1-27" fmla="*/ 0 w 1139868"/>
              <a:gd name="connsiteY1-28" fmla="*/ 50006 h 871537"/>
              <a:gd name="connsiteX2-29" fmla="*/ 881063 w 1139868"/>
              <a:gd name="connsiteY2-30" fmla="*/ 864393 h 871537"/>
              <a:gd name="connsiteX3-31" fmla="*/ 1057275 w 1139868"/>
              <a:gd name="connsiteY3-32" fmla="*/ 871537 h 871537"/>
              <a:gd name="connsiteX4-33" fmla="*/ 1016794 w 1139868"/>
              <a:gd name="connsiteY4-34" fmla="*/ 259556 h 871537"/>
              <a:gd name="connsiteX5-35" fmla="*/ 45244 w 1139868"/>
              <a:gd name="connsiteY5-36" fmla="*/ 0 h 871537"/>
              <a:gd name="connsiteX0-37" fmla="*/ 45244 w 1299265"/>
              <a:gd name="connsiteY0-38" fmla="*/ 0 h 871537"/>
              <a:gd name="connsiteX1-39" fmla="*/ 0 w 1299265"/>
              <a:gd name="connsiteY1-40" fmla="*/ 50006 h 871537"/>
              <a:gd name="connsiteX2-41" fmla="*/ 881063 w 1299265"/>
              <a:gd name="connsiteY2-42" fmla="*/ 864393 h 871537"/>
              <a:gd name="connsiteX3-43" fmla="*/ 1057275 w 1299265"/>
              <a:gd name="connsiteY3-44" fmla="*/ 871537 h 871537"/>
              <a:gd name="connsiteX4-45" fmla="*/ 1016794 w 1299265"/>
              <a:gd name="connsiteY4-46" fmla="*/ 259556 h 871537"/>
              <a:gd name="connsiteX5-47" fmla="*/ 45244 w 1299265"/>
              <a:gd name="connsiteY5-48" fmla="*/ 0 h 871537"/>
              <a:gd name="connsiteX0-49" fmla="*/ 45244 w 1299265"/>
              <a:gd name="connsiteY0-50" fmla="*/ 0 h 871537"/>
              <a:gd name="connsiteX1-51" fmla="*/ 0 w 1299265"/>
              <a:gd name="connsiteY1-52" fmla="*/ 50006 h 871537"/>
              <a:gd name="connsiteX2-53" fmla="*/ 881063 w 1299265"/>
              <a:gd name="connsiteY2-54" fmla="*/ 864393 h 871537"/>
              <a:gd name="connsiteX3-55" fmla="*/ 1057275 w 1299265"/>
              <a:gd name="connsiteY3-56" fmla="*/ 871537 h 871537"/>
              <a:gd name="connsiteX4-57" fmla="*/ 1016794 w 1299265"/>
              <a:gd name="connsiteY4-58" fmla="*/ 259556 h 871537"/>
              <a:gd name="connsiteX5-59" fmla="*/ 45244 w 1299265"/>
              <a:gd name="connsiteY5-60" fmla="*/ 0 h 871537"/>
              <a:gd name="connsiteX0-61" fmla="*/ 45244 w 1299265"/>
              <a:gd name="connsiteY0-62" fmla="*/ 0 h 871537"/>
              <a:gd name="connsiteX1-63" fmla="*/ 0 w 1299265"/>
              <a:gd name="connsiteY1-64" fmla="*/ 50006 h 871537"/>
              <a:gd name="connsiteX2-65" fmla="*/ 881063 w 1299265"/>
              <a:gd name="connsiteY2-66" fmla="*/ 864393 h 871537"/>
              <a:gd name="connsiteX3-67" fmla="*/ 1057275 w 1299265"/>
              <a:gd name="connsiteY3-68" fmla="*/ 871537 h 871537"/>
              <a:gd name="connsiteX4-69" fmla="*/ 1016794 w 1299265"/>
              <a:gd name="connsiteY4-70" fmla="*/ 259556 h 871537"/>
              <a:gd name="connsiteX5-71" fmla="*/ 45244 w 1299265"/>
              <a:gd name="connsiteY5-72" fmla="*/ 0 h 871537"/>
              <a:gd name="connsiteX0-73" fmla="*/ 45244 w 1299265"/>
              <a:gd name="connsiteY0-74" fmla="*/ 0 h 871537"/>
              <a:gd name="connsiteX1-75" fmla="*/ 0 w 1299265"/>
              <a:gd name="connsiteY1-76" fmla="*/ 50006 h 871537"/>
              <a:gd name="connsiteX2-77" fmla="*/ 881063 w 1299265"/>
              <a:gd name="connsiteY2-78" fmla="*/ 864393 h 871537"/>
              <a:gd name="connsiteX3-79" fmla="*/ 1057275 w 1299265"/>
              <a:gd name="connsiteY3-80" fmla="*/ 871537 h 871537"/>
              <a:gd name="connsiteX4-81" fmla="*/ 1016794 w 1299265"/>
              <a:gd name="connsiteY4-82" fmla="*/ 259556 h 871537"/>
              <a:gd name="connsiteX5-83" fmla="*/ 45244 w 1299265"/>
              <a:gd name="connsiteY5-84" fmla="*/ 0 h 871537"/>
              <a:gd name="connsiteX0-85" fmla="*/ 45244 w 1299265"/>
              <a:gd name="connsiteY0-86" fmla="*/ 0 h 871537"/>
              <a:gd name="connsiteX1-87" fmla="*/ 0 w 1299265"/>
              <a:gd name="connsiteY1-88" fmla="*/ 50006 h 871537"/>
              <a:gd name="connsiteX2-89" fmla="*/ 881063 w 1299265"/>
              <a:gd name="connsiteY2-90" fmla="*/ 864393 h 871537"/>
              <a:gd name="connsiteX3-91" fmla="*/ 1057275 w 1299265"/>
              <a:gd name="connsiteY3-92" fmla="*/ 871537 h 871537"/>
              <a:gd name="connsiteX4-93" fmla="*/ 1016794 w 1299265"/>
              <a:gd name="connsiteY4-94" fmla="*/ 259556 h 871537"/>
              <a:gd name="connsiteX5-95" fmla="*/ 45244 w 1299265"/>
              <a:gd name="connsiteY5-96" fmla="*/ 0 h 8715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299265" h="871537">
                <a:moveTo>
                  <a:pt x="45244" y="0"/>
                </a:moveTo>
                <a:lnTo>
                  <a:pt x="0" y="50006"/>
                </a:lnTo>
                <a:cubicBezTo>
                  <a:pt x="469901" y="147637"/>
                  <a:pt x="1658938" y="409575"/>
                  <a:pt x="881063" y="864393"/>
                </a:cubicBezTo>
                <a:lnTo>
                  <a:pt x="1057275" y="871537"/>
                </a:lnTo>
                <a:cubicBezTo>
                  <a:pt x="1477169" y="688974"/>
                  <a:pt x="1275556" y="370681"/>
                  <a:pt x="1016794" y="259556"/>
                </a:cubicBezTo>
                <a:cubicBezTo>
                  <a:pt x="690563" y="127794"/>
                  <a:pt x="373857" y="65088"/>
                  <a:pt x="452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任意多边形: 形状 2"/>
          <p:cNvSpPr/>
          <p:nvPr/>
        </p:nvSpPr>
        <p:spPr>
          <a:xfrm>
            <a:off x="5348381" y="4040307"/>
            <a:ext cx="1911109" cy="2009514"/>
          </a:xfrm>
          <a:custGeom>
            <a:avLst/>
            <a:gdLst>
              <a:gd name="connsiteX0" fmla="*/ 1069181 w 1069181"/>
              <a:gd name="connsiteY0" fmla="*/ 16669 h 1407319"/>
              <a:gd name="connsiteX1" fmla="*/ 850106 w 1069181"/>
              <a:gd name="connsiteY1" fmla="*/ 0 h 1407319"/>
              <a:gd name="connsiteX2" fmla="*/ 0 w 1069181"/>
              <a:gd name="connsiteY2" fmla="*/ 388144 h 1407319"/>
              <a:gd name="connsiteX3" fmla="*/ 607219 w 1069181"/>
              <a:gd name="connsiteY3" fmla="*/ 1407319 h 1407319"/>
              <a:gd name="connsiteX4" fmla="*/ 964406 w 1069181"/>
              <a:gd name="connsiteY4" fmla="*/ 1252538 h 1407319"/>
              <a:gd name="connsiteX5" fmla="*/ 428625 w 1069181"/>
              <a:gd name="connsiteY5" fmla="*/ 302419 h 1407319"/>
              <a:gd name="connsiteX6" fmla="*/ 1069181 w 1069181"/>
              <a:gd name="connsiteY6" fmla="*/ 16669 h 1407319"/>
              <a:gd name="connsiteX0-1" fmla="*/ 1069181 w 1069181"/>
              <a:gd name="connsiteY0-2" fmla="*/ 16669 h 1407319"/>
              <a:gd name="connsiteX1-3" fmla="*/ 850106 w 1069181"/>
              <a:gd name="connsiteY1-4" fmla="*/ 0 h 1407319"/>
              <a:gd name="connsiteX2-5" fmla="*/ 0 w 1069181"/>
              <a:gd name="connsiteY2-6" fmla="*/ 388144 h 1407319"/>
              <a:gd name="connsiteX3-7" fmla="*/ 607219 w 1069181"/>
              <a:gd name="connsiteY3-8" fmla="*/ 1407319 h 1407319"/>
              <a:gd name="connsiteX4-9" fmla="*/ 964406 w 1069181"/>
              <a:gd name="connsiteY4-10" fmla="*/ 1252538 h 1407319"/>
              <a:gd name="connsiteX5-11" fmla="*/ 428625 w 1069181"/>
              <a:gd name="connsiteY5-12" fmla="*/ 302419 h 1407319"/>
              <a:gd name="connsiteX6-13" fmla="*/ 1069181 w 1069181"/>
              <a:gd name="connsiteY6-14" fmla="*/ 16669 h 1407319"/>
              <a:gd name="connsiteX0-15" fmla="*/ 1113650 w 1113650"/>
              <a:gd name="connsiteY0-16" fmla="*/ 16669 h 1407319"/>
              <a:gd name="connsiteX1-17" fmla="*/ 894575 w 1113650"/>
              <a:gd name="connsiteY1-18" fmla="*/ 0 h 1407319"/>
              <a:gd name="connsiteX2-19" fmla="*/ 44469 w 1113650"/>
              <a:gd name="connsiteY2-20" fmla="*/ 388144 h 1407319"/>
              <a:gd name="connsiteX3-21" fmla="*/ 651688 w 1113650"/>
              <a:gd name="connsiteY3-22" fmla="*/ 1407319 h 1407319"/>
              <a:gd name="connsiteX4-23" fmla="*/ 1008875 w 1113650"/>
              <a:gd name="connsiteY4-24" fmla="*/ 1252538 h 1407319"/>
              <a:gd name="connsiteX5-25" fmla="*/ 473094 w 1113650"/>
              <a:gd name="connsiteY5-26" fmla="*/ 302419 h 1407319"/>
              <a:gd name="connsiteX6-27" fmla="*/ 1113650 w 1113650"/>
              <a:gd name="connsiteY6-28" fmla="*/ 16669 h 1407319"/>
              <a:gd name="connsiteX0-29" fmla="*/ 1338815 w 1338815"/>
              <a:gd name="connsiteY0-30" fmla="*/ 16669 h 1407319"/>
              <a:gd name="connsiteX1-31" fmla="*/ 1119740 w 1338815"/>
              <a:gd name="connsiteY1-32" fmla="*/ 0 h 1407319"/>
              <a:gd name="connsiteX2-33" fmla="*/ 269634 w 1338815"/>
              <a:gd name="connsiteY2-34" fmla="*/ 388144 h 1407319"/>
              <a:gd name="connsiteX3-35" fmla="*/ 876853 w 1338815"/>
              <a:gd name="connsiteY3-36" fmla="*/ 1407319 h 1407319"/>
              <a:gd name="connsiteX4-37" fmla="*/ 1234040 w 1338815"/>
              <a:gd name="connsiteY4-38" fmla="*/ 1252538 h 1407319"/>
              <a:gd name="connsiteX5-39" fmla="*/ 698259 w 1338815"/>
              <a:gd name="connsiteY5-40" fmla="*/ 302419 h 1407319"/>
              <a:gd name="connsiteX6-41" fmla="*/ 1338815 w 1338815"/>
              <a:gd name="connsiteY6-42" fmla="*/ 16669 h 1407319"/>
              <a:gd name="connsiteX0-43" fmla="*/ 1338815 w 1338815"/>
              <a:gd name="connsiteY0-44" fmla="*/ 16669 h 1407319"/>
              <a:gd name="connsiteX1-45" fmla="*/ 1119740 w 1338815"/>
              <a:gd name="connsiteY1-46" fmla="*/ 0 h 1407319"/>
              <a:gd name="connsiteX2-47" fmla="*/ 269634 w 1338815"/>
              <a:gd name="connsiteY2-48" fmla="*/ 388144 h 1407319"/>
              <a:gd name="connsiteX3-49" fmla="*/ 876853 w 1338815"/>
              <a:gd name="connsiteY3-50" fmla="*/ 1407319 h 1407319"/>
              <a:gd name="connsiteX4-51" fmla="*/ 1234040 w 1338815"/>
              <a:gd name="connsiteY4-52" fmla="*/ 1252538 h 1407319"/>
              <a:gd name="connsiteX5-53" fmla="*/ 698259 w 1338815"/>
              <a:gd name="connsiteY5-54" fmla="*/ 302419 h 1407319"/>
              <a:gd name="connsiteX6-55" fmla="*/ 1338815 w 1338815"/>
              <a:gd name="connsiteY6-56" fmla="*/ 16669 h 1407319"/>
              <a:gd name="connsiteX0-57" fmla="*/ 1338815 w 1338815"/>
              <a:gd name="connsiteY0-58" fmla="*/ 16669 h 1407319"/>
              <a:gd name="connsiteX1-59" fmla="*/ 1119740 w 1338815"/>
              <a:gd name="connsiteY1-60" fmla="*/ 0 h 1407319"/>
              <a:gd name="connsiteX2-61" fmla="*/ 269634 w 1338815"/>
              <a:gd name="connsiteY2-62" fmla="*/ 388144 h 1407319"/>
              <a:gd name="connsiteX3-63" fmla="*/ 876853 w 1338815"/>
              <a:gd name="connsiteY3-64" fmla="*/ 1407319 h 1407319"/>
              <a:gd name="connsiteX4-65" fmla="*/ 1234040 w 1338815"/>
              <a:gd name="connsiteY4-66" fmla="*/ 1252538 h 1407319"/>
              <a:gd name="connsiteX5-67" fmla="*/ 698259 w 1338815"/>
              <a:gd name="connsiteY5-68" fmla="*/ 302419 h 1407319"/>
              <a:gd name="connsiteX6-69" fmla="*/ 1338815 w 1338815"/>
              <a:gd name="connsiteY6-70" fmla="*/ 16669 h 1407319"/>
              <a:gd name="connsiteX0-71" fmla="*/ 1338815 w 1338815"/>
              <a:gd name="connsiteY0-72" fmla="*/ 16669 h 1407319"/>
              <a:gd name="connsiteX1-73" fmla="*/ 1119740 w 1338815"/>
              <a:gd name="connsiteY1-74" fmla="*/ 0 h 1407319"/>
              <a:gd name="connsiteX2-75" fmla="*/ 269634 w 1338815"/>
              <a:gd name="connsiteY2-76" fmla="*/ 388144 h 1407319"/>
              <a:gd name="connsiteX3-77" fmla="*/ 876853 w 1338815"/>
              <a:gd name="connsiteY3-78" fmla="*/ 1407319 h 1407319"/>
              <a:gd name="connsiteX4-79" fmla="*/ 1234040 w 1338815"/>
              <a:gd name="connsiteY4-80" fmla="*/ 1252538 h 1407319"/>
              <a:gd name="connsiteX5-81" fmla="*/ 698259 w 1338815"/>
              <a:gd name="connsiteY5-82" fmla="*/ 302419 h 1407319"/>
              <a:gd name="connsiteX6-83" fmla="*/ 1338815 w 1338815"/>
              <a:gd name="connsiteY6-84" fmla="*/ 16669 h 1407319"/>
              <a:gd name="connsiteX0-85" fmla="*/ 1338815 w 1338815"/>
              <a:gd name="connsiteY0-86" fmla="*/ 16669 h 1407319"/>
              <a:gd name="connsiteX1-87" fmla="*/ 1119740 w 1338815"/>
              <a:gd name="connsiteY1-88" fmla="*/ 0 h 1407319"/>
              <a:gd name="connsiteX2-89" fmla="*/ 269634 w 1338815"/>
              <a:gd name="connsiteY2-90" fmla="*/ 388144 h 1407319"/>
              <a:gd name="connsiteX3-91" fmla="*/ 876853 w 1338815"/>
              <a:gd name="connsiteY3-92" fmla="*/ 1407319 h 1407319"/>
              <a:gd name="connsiteX4-93" fmla="*/ 1234040 w 1338815"/>
              <a:gd name="connsiteY4-94" fmla="*/ 1252538 h 1407319"/>
              <a:gd name="connsiteX5-95" fmla="*/ 700640 w 1338815"/>
              <a:gd name="connsiteY5-96" fmla="*/ 309563 h 1407319"/>
              <a:gd name="connsiteX6-97" fmla="*/ 1338815 w 1338815"/>
              <a:gd name="connsiteY6-98" fmla="*/ 16669 h 140731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338815" h="1407319">
                <a:moveTo>
                  <a:pt x="1338815" y="16669"/>
                </a:moveTo>
                <a:lnTo>
                  <a:pt x="1119740" y="0"/>
                </a:lnTo>
                <a:cubicBezTo>
                  <a:pt x="836371" y="129381"/>
                  <a:pt x="550622" y="237331"/>
                  <a:pt x="269634" y="388144"/>
                </a:cubicBezTo>
                <a:cubicBezTo>
                  <a:pt x="55321" y="496888"/>
                  <a:pt x="-435215" y="958057"/>
                  <a:pt x="876853" y="1407319"/>
                </a:cubicBezTo>
                <a:lnTo>
                  <a:pt x="1234040" y="1252538"/>
                </a:lnTo>
                <a:cubicBezTo>
                  <a:pt x="636346" y="1123951"/>
                  <a:pt x="-92316" y="685800"/>
                  <a:pt x="700640" y="309563"/>
                </a:cubicBezTo>
                <a:lnTo>
                  <a:pt x="1338815" y="1666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任意多边形: 形状 2"/>
          <p:cNvSpPr/>
          <p:nvPr/>
        </p:nvSpPr>
        <p:spPr>
          <a:xfrm>
            <a:off x="6825888" y="5921482"/>
            <a:ext cx="4860769" cy="805848"/>
          </a:xfrm>
          <a:custGeom>
            <a:avLst/>
            <a:gdLst>
              <a:gd name="connsiteX0" fmla="*/ 383381 w 3405187"/>
              <a:gd name="connsiteY0" fmla="*/ 0 h 564357"/>
              <a:gd name="connsiteX1" fmla="*/ 0 w 3405187"/>
              <a:gd name="connsiteY1" fmla="*/ 150019 h 564357"/>
              <a:gd name="connsiteX2" fmla="*/ 2369343 w 3405187"/>
              <a:gd name="connsiteY2" fmla="*/ 438150 h 564357"/>
              <a:gd name="connsiteX3" fmla="*/ 2240756 w 3405187"/>
              <a:gd name="connsiteY3" fmla="*/ 564357 h 564357"/>
              <a:gd name="connsiteX4" fmla="*/ 3405187 w 3405187"/>
              <a:gd name="connsiteY4" fmla="*/ 402432 h 564357"/>
              <a:gd name="connsiteX5" fmla="*/ 2788443 w 3405187"/>
              <a:gd name="connsiteY5" fmla="*/ 107157 h 564357"/>
              <a:gd name="connsiteX6" fmla="*/ 2705100 w 3405187"/>
              <a:gd name="connsiteY6" fmla="*/ 180975 h 564357"/>
              <a:gd name="connsiteX7" fmla="*/ 383381 w 3405187"/>
              <a:gd name="connsiteY7" fmla="*/ 0 h 564357"/>
              <a:gd name="connsiteX0-1" fmla="*/ 383381 w 3405187"/>
              <a:gd name="connsiteY0-2" fmla="*/ 0 h 564357"/>
              <a:gd name="connsiteX1-3" fmla="*/ 0 w 3405187"/>
              <a:gd name="connsiteY1-4" fmla="*/ 150019 h 564357"/>
              <a:gd name="connsiteX2-5" fmla="*/ 2369343 w 3405187"/>
              <a:gd name="connsiteY2-6" fmla="*/ 438150 h 564357"/>
              <a:gd name="connsiteX3-7" fmla="*/ 2240756 w 3405187"/>
              <a:gd name="connsiteY3-8" fmla="*/ 564357 h 564357"/>
              <a:gd name="connsiteX4-9" fmla="*/ 3405187 w 3405187"/>
              <a:gd name="connsiteY4-10" fmla="*/ 402432 h 564357"/>
              <a:gd name="connsiteX5-11" fmla="*/ 2788443 w 3405187"/>
              <a:gd name="connsiteY5-12" fmla="*/ 107157 h 564357"/>
              <a:gd name="connsiteX6-13" fmla="*/ 2705100 w 3405187"/>
              <a:gd name="connsiteY6-14" fmla="*/ 180975 h 564357"/>
              <a:gd name="connsiteX7-15" fmla="*/ 383381 w 3405187"/>
              <a:gd name="connsiteY7-16" fmla="*/ 0 h 564357"/>
              <a:gd name="connsiteX0-17" fmla="*/ 383381 w 3405187"/>
              <a:gd name="connsiteY0-18" fmla="*/ 0 h 564357"/>
              <a:gd name="connsiteX1-19" fmla="*/ 0 w 3405187"/>
              <a:gd name="connsiteY1-20" fmla="*/ 150019 h 564357"/>
              <a:gd name="connsiteX2-21" fmla="*/ 2369343 w 3405187"/>
              <a:gd name="connsiteY2-22" fmla="*/ 438150 h 564357"/>
              <a:gd name="connsiteX3-23" fmla="*/ 2240756 w 3405187"/>
              <a:gd name="connsiteY3-24" fmla="*/ 564357 h 564357"/>
              <a:gd name="connsiteX4-25" fmla="*/ 3405187 w 3405187"/>
              <a:gd name="connsiteY4-26" fmla="*/ 402432 h 564357"/>
              <a:gd name="connsiteX5-27" fmla="*/ 2788443 w 3405187"/>
              <a:gd name="connsiteY5-28" fmla="*/ 107157 h 564357"/>
              <a:gd name="connsiteX6-29" fmla="*/ 2705100 w 3405187"/>
              <a:gd name="connsiteY6-30" fmla="*/ 180975 h 564357"/>
              <a:gd name="connsiteX7-31" fmla="*/ 383381 w 3405187"/>
              <a:gd name="connsiteY7-32" fmla="*/ 0 h 564357"/>
              <a:gd name="connsiteX0-33" fmla="*/ 383381 w 3405187"/>
              <a:gd name="connsiteY0-34" fmla="*/ 0 h 564357"/>
              <a:gd name="connsiteX1-35" fmla="*/ 0 w 3405187"/>
              <a:gd name="connsiteY1-36" fmla="*/ 150019 h 564357"/>
              <a:gd name="connsiteX2-37" fmla="*/ 2369343 w 3405187"/>
              <a:gd name="connsiteY2-38" fmla="*/ 438150 h 564357"/>
              <a:gd name="connsiteX3-39" fmla="*/ 2240756 w 3405187"/>
              <a:gd name="connsiteY3-40" fmla="*/ 564357 h 564357"/>
              <a:gd name="connsiteX4-41" fmla="*/ 3405187 w 3405187"/>
              <a:gd name="connsiteY4-42" fmla="*/ 402432 h 564357"/>
              <a:gd name="connsiteX5-43" fmla="*/ 2788443 w 3405187"/>
              <a:gd name="connsiteY5-44" fmla="*/ 107157 h 564357"/>
              <a:gd name="connsiteX6-45" fmla="*/ 2705100 w 3405187"/>
              <a:gd name="connsiteY6-46" fmla="*/ 180975 h 564357"/>
              <a:gd name="connsiteX7-47" fmla="*/ 383381 w 3405187"/>
              <a:gd name="connsiteY7-48" fmla="*/ 0 h 564357"/>
              <a:gd name="connsiteX0-49" fmla="*/ 383381 w 3405187"/>
              <a:gd name="connsiteY0-50" fmla="*/ 0 h 564357"/>
              <a:gd name="connsiteX1-51" fmla="*/ 0 w 3405187"/>
              <a:gd name="connsiteY1-52" fmla="*/ 150019 h 564357"/>
              <a:gd name="connsiteX2-53" fmla="*/ 2369343 w 3405187"/>
              <a:gd name="connsiteY2-54" fmla="*/ 438150 h 564357"/>
              <a:gd name="connsiteX3-55" fmla="*/ 2240756 w 3405187"/>
              <a:gd name="connsiteY3-56" fmla="*/ 564357 h 564357"/>
              <a:gd name="connsiteX4-57" fmla="*/ 3405187 w 3405187"/>
              <a:gd name="connsiteY4-58" fmla="*/ 402432 h 564357"/>
              <a:gd name="connsiteX5-59" fmla="*/ 2788443 w 3405187"/>
              <a:gd name="connsiteY5-60" fmla="*/ 107157 h 564357"/>
              <a:gd name="connsiteX6-61" fmla="*/ 2705100 w 3405187"/>
              <a:gd name="connsiteY6-62" fmla="*/ 180975 h 564357"/>
              <a:gd name="connsiteX7-63" fmla="*/ 383381 w 3405187"/>
              <a:gd name="connsiteY7-64" fmla="*/ 0 h 56435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3405187" h="564357">
                <a:moveTo>
                  <a:pt x="383381" y="0"/>
                </a:moveTo>
                <a:lnTo>
                  <a:pt x="0" y="150019"/>
                </a:lnTo>
                <a:cubicBezTo>
                  <a:pt x="692150" y="307975"/>
                  <a:pt x="1527174" y="432594"/>
                  <a:pt x="2369343" y="438150"/>
                </a:cubicBezTo>
                <a:lnTo>
                  <a:pt x="2240756" y="564357"/>
                </a:lnTo>
                <a:lnTo>
                  <a:pt x="3405187" y="402432"/>
                </a:lnTo>
                <a:lnTo>
                  <a:pt x="2788443" y="107157"/>
                </a:lnTo>
                <a:lnTo>
                  <a:pt x="2705100" y="180975"/>
                </a:lnTo>
                <a:cubicBezTo>
                  <a:pt x="1933576" y="177800"/>
                  <a:pt x="1159668" y="98425"/>
                  <a:pt x="38338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泪滴形 1"/>
          <p:cNvSpPr/>
          <p:nvPr/>
        </p:nvSpPr>
        <p:spPr>
          <a:xfrm rot="8100000">
            <a:off x="1700049" y="1064996"/>
            <a:ext cx="1018219" cy="1018533"/>
          </a:xfrm>
          <a:prstGeom prst="teardrop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9" name="泪滴形 1"/>
          <p:cNvSpPr/>
          <p:nvPr/>
        </p:nvSpPr>
        <p:spPr>
          <a:xfrm rot="8100000">
            <a:off x="4383418" y="1218435"/>
            <a:ext cx="1108383" cy="1108726"/>
          </a:xfrm>
          <a:prstGeom prst="teardrop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泪滴形 1"/>
          <p:cNvSpPr/>
          <p:nvPr/>
        </p:nvSpPr>
        <p:spPr>
          <a:xfrm rot="8100000">
            <a:off x="7552402" y="2500345"/>
            <a:ext cx="1173351" cy="1173711"/>
          </a:xfrm>
          <a:prstGeom prst="teardrop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泪滴形 1"/>
          <p:cNvSpPr/>
          <p:nvPr/>
        </p:nvSpPr>
        <p:spPr>
          <a:xfrm rot="8100000">
            <a:off x="4277578" y="3826381"/>
            <a:ext cx="1269505" cy="1269895"/>
          </a:xfrm>
          <a:prstGeom prst="teardrop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2" name="泪滴形 1"/>
          <p:cNvSpPr/>
          <p:nvPr/>
        </p:nvSpPr>
        <p:spPr>
          <a:xfrm rot="8100000">
            <a:off x="9741041" y="4100917"/>
            <a:ext cx="1636484" cy="1636990"/>
          </a:xfrm>
          <a:prstGeom prst="teardrop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74948" y="2980352"/>
            <a:ext cx="3332560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优化直通车、引力魔方投放，测试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个新内容渠道。周度复盘调比例，目标访客量较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增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，指向流量占比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77249" y="253296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流量提升​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422344" y="5811680"/>
            <a:ext cx="3332560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定 “预售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+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爆发” 方案，联动多部门分工。提前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天预热，目标活动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破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万，增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317249" y="533465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活动策划​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578349" y="1577488"/>
            <a:ext cx="3306289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联合设计优化详情页，设分层满减；梳理服务话术，开展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场培训。目标店铺转化率升至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4.2%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5952322" y="113050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转化优化​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8794015" y="3016662"/>
            <a:ext cx="3397985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依历史数据完成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款商品备货，建库存预警。联动供应链，确保补货≤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天，缺货率≤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9146999" y="260458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库存管理​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7192465" y="4872741"/>
            <a:ext cx="2528985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搭指标监测看板，周度分析数据。快速调整异常策略，形成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《Q4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优化手册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》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8264323" y="444190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数据复盘​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852330" y="1251097"/>
            <a:ext cx="71365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Roboto" panose="02000000000000000000" charset="0"/>
                <a:cs typeface="Roboto" panose="02000000000000000000" charset="0"/>
              </a:rPr>
              <a:t>01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4580780" y="1449633"/>
            <a:ext cx="71365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Roboto" panose="02000000000000000000" charset="0"/>
                <a:cs typeface="Roboto" panose="02000000000000000000" charset="0"/>
              </a:rPr>
              <a:t>02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782248" y="2764035"/>
            <a:ext cx="71365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Roboto" panose="02000000000000000000" charset="0"/>
                <a:cs typeface="Roboto" panose="02000000000000000000" charset="0"/>
              </a:rPr>
              <a:t>03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4555501" y="4138163"/>
            <a:ext cx="71365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Roboto" panose="02000000000000000000" charset="0"/>
                <a:cs typeface="Roboto" panose="02000000000000000000" charset="0"/>
              </a:rPr>
              <a:t>04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0202454" y="4596247"/>
            <a:ext cx="71365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Roboto" panose="02000000000000000000" charset="0"/>
                <a:cs typeface="Roboto" panose="02000000000000000000" charset="0"/>
              </a:rPr>
              <a:t>05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2" name="直接连接符 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137563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工作规划拆解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2372809" y="1089025"/>
            <a:ext cx="2453972" cy="70929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4674506" y="1089025"/>
            <a:ext cx="2453972" cy="70929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7128479" y="1089025"/>
            <a:ext cx="2453972" cy="70929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9582452" y="1089025"/>
            <a:ext cx="2453972" cy="70929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2372809" y="1941881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2372809" y="2336236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2372809" y="2730193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180542" y="1945707"/>
            <a:ext cx="2020413" cy="1109552"/>
          </a:xfrm>
          <a:prstGeom prst="roundRect">
            <a:avLst>
              <a:gd name="adj" fmla="val 595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180542" y="3162487"/>
            <a:ext cx="2020413" cy="1109552"/>
          </a:xfrm>
          <a:prstGeom prst="roundRect">
            <a:avLst>
              <a:gd name="adj" fmla="val 595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180542" y="4379267"/>
            <a:ext cx="2020413" cy="1109552"/>
          </a:xfrm>
          <a:prstGeom prst="roundRect">
            <a:avLst>
              <a:gd name="adj" fmla="val 595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矩形: 圆角 54"/>
          <p:cNvSpPr/>
          <p:nvPr/>
        </p:nvSpPr>
        <p:spPr>
          <a:xfrm>
            <a:off x="180542" y="5596048"/>
            <a:ext cx="2020413" cy="1109552"/>
          </a:xfrm>
          <a:prstGeom prst="roundRect">
            <a:avLst>
              <a:gd name="adj" fmla="val 595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8" name="矩形: 圆角 57"/>
          <p:cNvSpPr/>
          <p:nvPr/>
        </p:nvSpPr>
        <p:spPr>
          <a:xfrm>
            <a:off x="2372809" y="3155713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9" name="矩形: 圆角 58"/>
          <p:cNvSpPr/>
          <p:nvPr/>
        </p:nvSpPr>
        <p:spPr>
          <a:xfrm>
            <a:off x="2372809" y="3553016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矩形: 圆角 59"/>
          <p:cNvSpPr/>
          <p:nvPr/>
        </p:nvSpPr>
        <p:spPr>
          <a:xfrm>
            <a:off x="2372809" y="3941276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2" name="矩形: 圆角 61"/>
          <p:cNvSpPr/>
          <p:nvPr/>
        </p:nvSpPr>
        <p:spPr>
          <a:xfrm>
            <a:off x="2372809" y="4379267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3" name="矩形: 圆角 62"/>
          <p:cNvSpPr/>
          <p:nvPr/>
        </p:nvSpPr>
        <p:spPr>
          <a:xfrm>
            <a:off x="2372809" y="4761136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4" name="矩形: 圆角 63"/>
          <p:cNvSpPr/>
          <p:nvPr/>
        </p:nvSpPr>
        <p:spPr>
          <a:xfrm>
            <a:off x="2372809" y="5153552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6" name="矩形: 圆角 65"/>
          <p:cNvSpPr/>
          <p:nvPr/>
        </p:nvSpPr>
        <p:spPr>
          <a:xfrm>
            <a:off x="2372809" y="5581361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7" name="矩形: 圆角 66"/>
          <p:cNvSpPr/>
          <p:nvPr/>
        </p:nvSpPr>
        <p:spPr>
          <a:xfrm>
            <a:off x="2372809" y="5974693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8" name="矩形: 圆角 67"/>
          <p:cNvSpPr/>
          <p:nvPr/>
        </p:nvSpPr>
        <p:spPr>
          <a:xfrm>
            <a:off x="2372809" y="6377106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2984883" y="1212840"/>
            <a:ext cx="12298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Q1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季度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5286580" y="1212840"/>
            <a:ext cx="12298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Q2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季度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7740553" y="1212840"/>
            <a:ext cx="12298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Q3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季度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10194526" y="1212840"/>
            <a:ext cx="12298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Q4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季度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290501" y="2184149"/>
            <a:ext cx="1800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内容矩阵搭建期​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175085" y="3422161"/>
            <a:ext cx="2031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内容冷启与优化期​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175085" y="4611634"/>
            <a:ext cx="2031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流量破圈与转化期​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175085" y="5774603"/>
            <a:ext cx="2031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复盘沉淀与规划期​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540570" y="2496472"/>
            <a:ext cx="13003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 1-3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月）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560608" y="3763574"/>
            <a:ext cx="12602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 4-6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月）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560608" y="4981744"/>
            <a:ext cx="12602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 7-9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月）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433970" y="6111320"/>
            <a:ext cx="15135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 10-12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月）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" name="矩形: 圆角 105"/>
          <p:cNvSpPr/>
          <p:nvPr/>
        </p:nvSpPr>
        <p:spPr>
          <a:xfrm>
            <a:off x="2406569" y="1941882"/>
            <a:ext cx="3616279" cy="328494"/>
          </a:xfrm>
          <a:prstGeom prst="roundRect">
            <a:avLst>
              <a:gd name="adj" fmla="val 8224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" name="矩形: 圆角 106"/>
          <p:cNvSpPr/>
          <p:nvPr/>
        </p:nvSpPr>
        <p:spPr>
          <a:xfrm>
            <a:off x="4788827" y="2338089"/>
            <a:ext cx="3605701" cy="326642"/>
          </a:xfrm>
          <a:prstGeom prst="roundRect">
            <a:avLst>
              <a:gd name="adj" fmla="val 1124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8" name="矩形: 圆角 107"/>
          <p:cNvSpPr/>
          <p:nvPr/>
        </p:nvSpPr>
        <p:spPr>
          <a:xfrm>
            <a:off x="7113440" y="2732444"/>
            <a:ext cx="4310911" cy="322815"/>
          </a:xfrm>
          <a:prstGeom prst="roundRect">
            <a:avLst>
              <a:gd name="adj" fmla="val 1235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9" name="矩形: 圆角 108"/>
          <p:cNvSpPr/>
          <p:nvPr/>
        </p:nvSpPr>
        <p:spPr>
          <a:xfrm>
            <a:off x="3991576" y="3153498"/>
            <a:ext cx="3480452" cy="325600"/>
          </a:xfrm>
          <a:prstGeom prst="roundRect">
            <a:avLst>
              <a:gd name="adj" fmla="val 10582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0" name="矩形: 圆角 109"/>
          <p:cNvSpPr/>
          <p:nvPr/>
        </p:nvSpPr>
        <p:spPr>
          <a:xfrm>
            <a:off x="2432501" y="3546811"/>
            <a:ext cx="3118149" cy="326752"/>
          </a:xfrm>
          <a:prstGeom prst="roundRect">
            <a:avLst>
              <a:gd name="adj" fmla="val 1125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1" name="矩形: 圆角 110"/>
          <p:cNvSpPr/>
          <p:nvPr/>
        </p:nvSpPr>
        <p:spPr>
          <a:xfrm>
            <a:off x="7472028" y="3941277"/>
            <a:ext cx="3304110" cy="328494"/>
          </a:xfrm>
          <a:prstGeom prst="roundRect">
            <a:avLst>
              <a:gd name="adj" fmla="val 861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2" name="矩形: 圆角 111"/>
          <p:cNvSpPr/>
          <p:nvPr/>
        </p:nvSpPr>
        <p:spPr>
          <a:xfrm>
            <a:off x="4073350" y="4379268"/>
            <a:ext cx="3119119" cy="328494"/>
          </a:xfrm>
          <a:prstGeom prst="roundRect">
            <a:avLst>
              <a:gd name="adj" fmla="val 1131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3" name="矩形: 圆角 112"/>
          <p:cNvSpPr/>
          <p:nvPr/>
        </p:nvSpPr>
        <p:spPr>
          <a:xfrm>
            <a:off x="8750878" y="4766993"/>
            <a:ext cx="2995252" cy="318846"/>
          </a:xfrm>
          <a:prstGeom prst="roundRect">
            <a:avLst>
              <a:gd name="adj" fmla="val 1221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4" name="矩形: 圆角 113"/>
          <p:cNvSpPr/>
          <p:nvPr/>
        </p:nvSpPr>
        <p:spPr>
          <a:xfrm>
            <a:off x="2554192" y="5148862"/>
            <a:ext cx="2796051" cy="347871"/>
          </a:xfrm>
          <a:prstGeom prst="roundRect">
            <a:avLst>
              <a:gd name="adj" fmla="val 1054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5" name="矩形: 圆角 114"/>
          <p:cNvSpPr/>
          <p:nvPr/>
        </p:nvSpPr>
        <p:spPr>
          <a:xfrm>
            <a:off x="3610774" y="5581362"/>
            <a:ext cx="2862678" cy="313808"/>
          </a:xfrm>
          <a:prstGeom prst="roundRect">
            <a:avLst>
              <a:gd name="adj" fmla="val 75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6" name="矩形: 圆角 115"/>
          <p:cNvSpPr/>
          <p:nvPr/>
        </p:nvSpPr>
        <p:spPr>
          <a:xfrm>
            <a:off x="6142008" y="5969088"/>
            <a:ext cx="2534037" cy="328494"/>
          </a:xfrm>
          <a:prstGeom prst="roundRect">
            <a:avLst>
              <a:gd name="adj" fmla="val 977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7" name="矩形: 圆角 116"/>
          <p:cNvSpPr/>
          <p:nvPr/>
        </p:nvSpPr>
        <p:spPr>
          <a:xfrm>
            <a:off x="8296486" y="6377106"/>
            <a:ext cx="3207929" cy="328493"/>
          </a:xfrm>
          <a:prstGeom prst="roundRect">
            <a:avLst>
              <a:gd name="adj" fmla="val 977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2464068" y="1956569"/>
            <a:ext cx="3501280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完成竞品分析，输出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大内容方向及平台适配策略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4816992" y="2351850"/>
            <a:ext cx="3549370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搭建素材库（模板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50+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），敲定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个当发平台入驻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7167971" y="2744291"/>
            <a:ext cx="4336444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启动内容上线（周更图文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篇、短视频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条），搭数据监测表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4033260" y="3166738"/>
            <a:ext cx="3397084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开展用户调研（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200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份），优化内容选题与形式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2438105" y="3560627"/>
            <a:ext cx="3106941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联动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位达人共创，测试内容引流转化路径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7472028" y="3955964"/>
            <a:ext cx="3304110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复盘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数据，迭代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SOP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，完读率目标提至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45%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4232526" y="4393955"/>
            <a:ext cx="2800767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启动付费推广，投放高互动内容扩曝光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8814458" y="4776856"/>
            <a:ext cx="2868093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上线 “内容打卡” 活动，提升用户留存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2575879" y="5173237"/>
            <a:ext cx="2752677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打通转化链路，目标引流转化率达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3641730" y="5588706"/>
            <a:ext cx="2800767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复盘年度数据，输出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《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效果分析报告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3" name="矩形 102"/>
          <p:cNvSpPr/>
          <p:nvPr/>
        </p:nvSpPr>
        <p:spPr>
          <a:xfrm>
            <a:off x="6163332" y="5983775"/>
            <a:ext cx="2491388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沉淀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套方法论，迭代核心素材库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8296486" y="6391792"/>
            <a:ext cx="3207929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制定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2026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年规划，明确新增平台及创新方向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93748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业绩增长分析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3" name="矩形: 圆角 52"/>
          <p:cNvSpPr/>
          <p:nvPr/>
        </p:nvSpPr>
        <p:spPr>
          <a:xfrm>
            <a:off x="192090" y="4023606"/>
            <a:ext cx="2243570" cy="2513893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4" name="矩形: 圆角 53"/>
          <p:cNvSpPr/>
          <p:nvPr/>
        </p:nvSpPr>
        <p:spPr>
          <a:xfrm>
            <a:off x="2418101" y="3663509"/>
            <a:ext cx="2235149" cy="2873991"/>
          </a:xfrm>
          <a:prstGeom prst="roundRect">
            <a:avLst>
              <a:gd name="adj" fmla="val 5959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6" name="矩形: 圆角 55"/>
          <p:cNvSpPr/>
          <p:nvPr/>
        </p:nvSpPr>
        <p:spPr>
          <a:xfrm>
            <a:off x="4635692" y="3255077"/>
            <a:ext cx="2243570" cy="3282422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7" name="矩形: 圆角 56"/>
          <p:cNvSpPr/>
          <p:nvPr/>
        </p:nvSpPr>
        <p:spPr>
          <a:xfrm>
            <a:off x="6896819" y="2898024"/>
            <a:ext cx="2190437" cy="3639475"/>
          </a:xfrm>
          <a:prstGeom prst="roundRect">
            <a:avLst>
              <a:gd name="adj" fmla="val 5959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矩形: 圆角 60"/>
          <p:cNvSpPr/>
          <p:nvPr/>
        </p:nvSpPr>
        <p:spPr>
          <a:xfrm>
            <a:off x="9063118" y="2535775"/>
            <a:ext cx="2442665" cy="400172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Freeform 27"/>
          <p:cNvSpPr/>
          <p:nvPr/>
        </p:nvSpPr>
        <p:spPr bwMode="auto">
          <a:xfrm>
            <a:off x="11505785" y="1551107"/>
            <a:ext cx="686216" cy="1609180"/>
          </a:xfrm>
          <a:custGeom>
            <a:avLst/>
            <a:gdLst>
              <a:gd name="T0" fmla="*/ 0 w 616"/>
              <a:gd name="T1" fmla="*/ 0 h 1230"/>
              <a:gd name="T2" fmla="*/ 0 w 616"/>
              <a:gd name="T3" fmla="*/ 615 h 1230"/>
              <a:gd name="T4" fmla="*/ 0 w 616"/>
              <a:gd name="T5" fmla="*/ 1230 h 1230"/>
              <a:gd name="T6" fmla="*/ 616 w 616"/>
              <a:gd name="T7" fmla="*/ 615 h 1230"/>
              <a:gd name="T8" fmla="*/ 0 w 616"/>
              <a:gd name="T9" fmla="*/ 0 h 1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6" h="1230">
                <a:moveTo>
                  <a:pt x="0" y="0"/>
                </a:moveTo>
                <a:lnTo>
                  <a:pt x="0" y="615"/>
                </a:lnTo>
                <a:lnTo>
                  <a:pt x="0" y="1230"/>
                </a:lnTo>
                <a:lnTo>
                  <a:pt x="616" y="61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2700000" scaled="0"/>
          </a:gradFill>
        </p:spPr>
        <p:txBody>
          <a:bodyPr wrap="none" lIns="108000" tIns="108000" rIns="108000" bIns="108000" rtlCol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11" name="Number1"/>
          <p:cNvSpPr/>
          <p:nvPr/>
        </p:nvSpPr>
        <p:spPr bwMode="auto">
          <a:xfrm>
            <a:off x="192089" y="3432677"/>
            <a:ext cx="2243570" cy="752259"/>
          </a:xfrm>
          <a:custGeom>
            <a:avLst/>
            <a:gdLst>
              <a:gd name="T0" fmla="*/ 1001 w 1001"/>
              <a:gd name="T1" fmla="*/ 285 h 285"/>
              <a:gd name="T2" fmla="*/ 0 w 1001"/>
              <a:gd name="T3" fmla="*/ 285 h 285"/>
              <a:gd name="T4" fmla="*/ 0 w 1001"/>
              <a:gd name="T5" fmla="*/ 154 h 285"/>
              <a:gd name="T6" fmla="*/ 154 w 1001"/>
              <a:gd name="T7" fmla="*/ 0 h 285"/>
              <a:gd name="T8" fmla="*/ 1001 w 1001"/>
              <a:gd name="T9" fmla="*/ 0 h 285"/>
              <a:gd name="T10" fmla="*/ 1001 w 1001"/>
              <a:gd name="T11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1" h="285">
                <a:moveTo>
                  <a:pt x="1001" y="285"/>
                </a:moveTo>
                <a:cubicBezTo>
                  <a:pt x="0" y="285"/>
                  <a:pt x="0" y="285"/>
                  <a:pt x="0" y="285"/>
                </a:cubicBezTo>
                <a:cubicBezTo>
                  <a:pt x="0" y="154"/>
                  <a:pt x="0" y="154"/>
                  <a:pt x="0" y="154"/>
                </a:cubicBezTo>
                <a:cubicBezTo>
                  <a:pt x="0" y="69"/>
                  <a:pt x="69" y="0"/>
                  <a:pt x="154" y="0"/>
                </a:cubicBezTo>
                <a:cubicBezTo>
                  <a:pt x="1001" y="0"/>
                  <a:pt x="1001" y="0"/>
                  <a:pt x="1001" y="0"/>
                </a:cubicBezTo>
                <a:lnTo>
                  <a:pt x="1001" y="28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none" lIns="108000" tIns="108000" rIns="108000" bIns="108000" rtlCol="0" anchor="ctr" anchorCtr="0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14" name="Number2"/>
          <p:cNvSpPr/>
          <p:nvPr/>
        </p:nvSpPr>
        <p:spPr bwMode="auto">
          <a:xfrm>
            <a:off x="2418102" y="3057203"/>
            <a:ext cx="2243570" cy="752259"/>
          </a:xfrm>
          <a:custGeom>
            <a:avLst/>
            <a:gdLst>
              <a:gd name="T0" fmla="*/ 1001 w 1001"/>
              <a:gd name="T1" fmla="*/ 285 h 285"/>
              <a:gd name="T2" fmla="*/ 0 w 1001"/>
              <a:gd name="T3" fmla="*/ 285 h 285"/>
              <a:gd name="T4" fmla="*/ 0 w 1001"/>
              <a:gd name="T5" fmla="*/ 154 h 285"/>
              <a:gd name="T6" fmla="*/ 154 w 1001"/>
              <a:gd name="T7" fmla="*/ 0 h 285"/>
              <a:gd name="T8" fmla="*/ 1001 w 1001"/>
              <a:gd name="T9" fmla="*/ 0 h 285"/>
              <a:gd name="T10" fmla="*/ 1001 w 1001"/>
              <a:gd name="T11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1" h="285">
                <a:moveTo>
                  <a:pt x="1001" y="285"/>
                </a:moveTo>
                <a:cubicBezTo>
                  <a:pt x="0" y="285"/>
                  <a:pt x="0" y="285"/>
                  <a:pt x="0" y="285"/>
                </a:cubicBezTo>
                <a:cubicBezTo>
                  <a:pt x="0" y="154"/>
                  <a:pt x="0" y="154"/>
                  <a:pt x="0" y="154"/>
                </a:cubicBezTo>
                <a:cubicBezTo>
                  <a:pt x="0" y="69"/>
                  <a:pt x="69" y="0"/>
                  <a:pt x="154" y="0"/>
                </a:cubicBezTo>
                <a:cubicBezTo>
                  <a:pt x="1001" y="0"/>
                  <a:pt x="1001" y="0"/>
                  <a:pt x="1001" y="0"/>
                </a:cubicBezTo>
                <a:lnTo>
                  <a:pt x="1001" y="285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none" lIns="108000" tIns="108000" rIns="108000" bIns="108000" rtlCol="0" anchor="ctr" anchorCtr="0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22" name="Number3"/>
          <p:cNvSpPr/>
          <p:nvPr/>
        </p:nvSpPr>
        <p:spPr bwMode="auto">
          <a:xfrm>
            <a:off x="4637534" y="2681728"/>
            <a:ext cx="2243570" cy="752259"/>
          </a:xfrm>
          <a:custGeom>
            <a:avLst/>
            <a:gdLst>
              <a:gd name="T0" fmla="*/ 1001 w 1001"/>
              <a:gd name="T1" fmla="*/ 285 h 285"/>
              <a:gd name="T2" fmla="*/ 0 w 1001"/>
              <a:gd name="T3" fmla="*/ 285 h 285"/>
              <a:gd name="T4" fmla="*/ 0 w 1001"/>
              <a:gd name="T5" fmla="*/ 154 h 285"/>
              <a:gd name="T6" fmla="*/ 154 w 1001"/>
              <a:gd name="T7" fmla="*/ 0 h 285"/>
              <a:gd name="T8" fmla="*/ 1001 w 1001"/>
              <a:gd name="T9" fmla="*/ 0 h 285"/>
              <a:gd name="T10" fmla="*/ 1001 w 1001"/>
              <a:gd name="T11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1" h="285">
                <a:moveTo>
                  <a:pt x="1001" y="285"/>
                </a:moveTo>
                <a:cubicBezTo>
                  <a:pt x="0" y="285"/>
                  <a:pt x="0" y="285"/>
                  <a:pt x="0" y="285"/>
                </a:cubicBezTo>
                <a:cubicBezTo>
                  <a:pt x="0" y="154"/>
                  <a:pt x="0" y="154"/>
                  <a:pt x="0" y="154"/>
                </a:cubicBezTo>
                <a:cubicBezTo>
                  <a:pt x="0" y="69"/>
                  <a:pt x="69" y="0"/>
                  <a:pt x="154" y="0"/>
                </a:cubicBezTo>
                <a:cubicBezTo>
                  <a:pt x="1001" y="0"/>
                  <a:pt x="1001" y="0"/>
                  <a:pt x="1001" y="0"/>
                </a:cubicBezTo>
                <a:lnTo>
                  <a:pt x="1001" y="28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none" lIns="108000" tIns="108000" rIns="108000" bIns="108000" rtlCol="0" anchor="ctr" anchorCtr="0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28" name="Number4"/>
          <p:cNvSpPr/>
          <p:nvPr/>
        </p:nvSpPr>
        <p:spPr bwMode="auto">
          <a:xfrm>
            <a:off x="6877807" y="2304943"/>
            <a:ext cx="2243570" cy="752259"/>
          </a:xfrm>
          <a:custGeom>
            <a:avLst/>
            <a:gdLst>
              <a:gd name="T0" fmla="*/ 1001 w 1001"/>
              <a:gd name="T1" fmla="*/ 285 h 285"/>
              <a:gd name="T2" fmla="*/ 0 w 1001"/>
              <a:gd name="T3" fmla="*/ 285 h 285"/>
              <a:gd name="T4" fmla="*/ 0 w 1001"/>
              <a:gd name="T5" fmla="*/ 154 h 285"/>
              <a:gd name="T6" fmla="*/ 154 w 1001"/>
              <a:gd name="T7" fmla="*/ 0 h 285"/>
              <a:gd name="T8" fmla="*/ 1001 w 1001"/>
              <a:gd name="T9" fmla="*/ 0 h 285"/>
              <a:gd name="T10" fmla="*/ 1001 w 1001"/>
              <a:gd name="T11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1" h="285">
                <a:moveTo>
                  <a:pt x="1001" y="285"/>
                </a:moveTo>
                <a:cubicBezTo>
                  <a:pt x="0" y="285"/>
                  <a:pt x="0" y="285"/>
                  <a:pt x="0" y="285"/>
                </a:cubicBezTo>
                <a:cubicBezTo>
                  <a:pt x="0" y="154"/>
                  <a:pt x="0" y="154"/>
                  <a:pt x="0" y="154"/>
                </a:cubicBezTo>
                <a:cubicBezTo>
                  <a:pt x="0" y="69"/>
                  <a:pt x="69" y="0"/>
                  <a:pt x="154" y="0"/>
                </a:cubicBezTo>
                <a:cubicBezTo>
                  <a:pt x="1001" y="0"/>
                  <a:pt x="1001" y="0"/>
                  <a:pt x="1001" y="0"/>
                </a:cubicBezTo>
                <a:lnTo>
                  <a:pt x="1001" y="285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none" lIns="108000" tIns="108000" rIns="108000" bIns="108000" rtlCol="0" anchor="ctr" anchorCtr="0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30" name="Number5"/>
          <p:cNvSpPr/>
          <p:nvPr/>
        </p:nvSpPr>
        <p:spPr bwMode="auto">
          <a:xfrm>
            <a:off x="9064606" y="1930776"/>
            <a:ext cx="2501587" cy="750952"/>
          </a:xfrm>
          <a:custGeom>
            <a:avLst/>
            <a:gdLst>
              <a:gd name="T0" fmla="*/ 1001 w 1001"/>
              <a:gd name="T1" fmla="*/ 285 h 285"/>
              <a:gd name="T2" fmla="*/ 0 w 1001"/>
              <a:gd name="T3" fmla="*/ 285 h 285"/>
              <a:gd name="T4" fmla="*/ 0 w 1001"/>
              <a:gd name="T5" fmla="*/ 154 h 285"/>
              <a:gd name="T6" fmla="*/ 154 w 1001"/>
              <a:gd name="T7" fmla="*/ 0 h 285"/>
              <a:gd name="T8" fmla="*/ 1001 w 1001"/>
              <a:gd name="T9" fmla="*/ 0 h 285"/>
              <a:gd name="T10" fmla="*/ 1001 w 1001"/>
              <a:gd name="T11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1" h="285">
                <a:moveTo>
                  <a:pt x="1001" y="285"/>
                </a:moveTo>
                <a:cubicBezTo>
                  <a:pt x="0" y="285"/>
                  <a:pt x="0" y="285"/>
                  <a:pt x="0" y="285"/>
                </a:cubicBezTo>
                <a:cubicBezTo>
                  <a:pt x="0" y="154"/>
                  <a:pt x="0" y="154"/>
                  <a:pt x="0" y="154"/>
                </a:cubicBezTo>
                <a:cubicBezTo>
                  <a:pt x="0" y="69"/>
                  <a:pt x="69" y="0"/>
                  <a:pt x="154" y="0"/>
                </a:cubicBezTo>
                <a:cubicBezTo>
                  <a:pt x="1001" y="0"/>
                  <a:pt x="1001" y="0"/>
                  <a:pt x="1001" y="0"/>
                </a:cubicBezTo>
                <a:lnTo>
                  <a:pt x="1001" y="28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none" lIns="108000" tIns="108000" rIns="108000" bIns="108000" rtlCol="0" anchor="ctr" anchorCtr="0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605988" y="357797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核心指标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5051433" y="2827025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品类表现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7257586" y="2450240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转化优化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9607513" y="2075420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渠道贡献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2832001" y="3202500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获客效率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278276" y="4299856"/>
            <a:ext cx="2071199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3GMV1.65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亿，同比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1.25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亿增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，超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亿目标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2538711" y="4058467"/>
            <a:ext cx="1993929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新客单客获取从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的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元降至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元，降幅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，同期新客新增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万人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4715890" y="3790384"/>
            <a:ext cx="2083174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本季度服饰销售额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5280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万，占总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GMV32%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，同比增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070198" y="3418547"/>
            <a:ext cx="1872309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销售转化率从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的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19%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个百分点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9287486" y="2984030"/>
            <a:ext cx="1993929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本季度直播带货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 6600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万，占总销售额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，较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个百分点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2" name="等腰三角形 14"/>
          <p:cNvSpPr/>
          <p:nvPr/>
        </p:nvSpPr>
        <p:spPr>
          <a:xfrm rot="10800000" flipH="1">
            <a:off x="2434725" y="3804622"/>
            <a:ext cx="623771" cy="368843"/>
          </a:xfrm>
          <a:prstGeom prst="rtTriangl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4" name="等腰三角形 14"/>
          <p:cNvSpPr/>
          <p:nvPr/>
        </p:nvSpPr>
        <p:spPr>
          <a:xfrm rot="10800000" flipH="1">
            <a:off x="4637534" y="3429614"/>
            <a:ext cx="623771" cy="368843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6" name="等腰三角形 14"/>
          <p:cNvSpPr/>
          <p:nvPr/>
        </p:nvSpPr>
        <p:spPr>
          <a:xfrm rot="10800000" flipH="1">
            <a:off x="6877807" y="3052880"/>
            <a:ext cx="623771" cy="368843"/>
          </a:xfrm>
          <a:prstGeom prst="rtTriangl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8" name="等腰三角形 14"/>
          <p:cNvSpPr/>
          <p:nvPr/>
        </p:nvSpPr>
        <p:spPr>
          <a:xfrm rot="10800000" flipH="1">
            <a:off x="9063119" y="2675833"/>
            <a:ext cx="623771" cy="368843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1270609" y="1457462"/>
            <a:ext cx="7230927" cy="1026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电商运营业绩亮眼，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达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1.65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亿增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32%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；新客本钱降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18%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且新增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28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万人；服饰品类销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5280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万；销售转化率提至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25%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；直播带货占比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40%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，多维度发力推动整体增长。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1270609" y="1083967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季度电商增长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6" name="椭圆 95"/>
          <p:cNvSpPr/>
          <p:nvPr/>
        </p:nvSpPr>
        <p:spPr>
          <a:xfrm>
            <a:off x="226544" y="1095613"/>
            <a:ext cx="910988" cy="91098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278276" y="5389637"/>
            <a:ext cx="2071199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增长靠活动蓄水与日常运营，优化排期、价格销售提升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2538711" y="5203973"/>
            <a:ext cx="1993929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调整投放渠道，减高信息流广告，加私域裂变、直播引流，控获客本钱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4715890" y="4818459"/>
            <a:ext cx="2083174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借季节上新与场景化营销，推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余款爆品（风衣超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万件），带动品类增长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7125777" y="4485460"/>
            <a:ext cx="1737111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优化页面提醒文案、推 “满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件减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元” 活动，修复支付卡顿，降流失提转化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9287486" y="4252589"/>
            <a:ext cx="1993929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增日播场次、合作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位垂类达人，优化选品与互动，实现观看数、转化率双增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0" name="任意多边形: 形状 129"/>
          <p:cNvSpPr/>
          <p:nvPr/>
        </p:nvSpPr>
        <p:spPr>
          <a:xfrm>
            <a:off x="0" y="5230517"/>
            <a:ext cx="12192000" cy="1627483"/>
          </a:xfrm>
          <a:custGeom>
            <a:avLst/>
            <a:gdLst>
              <a:gd name="connsiteX0" fmla="*/ 12192000 w 12192000"/>
              <a:gd name="connsiteY0" fmla="*/ 0 h 1627483"/>
              <a:gd name="connsiteX1" fmla="*/ 12192000 w 12192000"/>
              <a:gd name="connsiteY1" fmla="*/ 1627483 h 1627483"/>
              <a:gd name="connsiteX2" fmla="*/ 0 w 12192000"/>
              <a:gd name="connsiteY2" fmla="*/ 1627483 h 1627483"/>
              <a:gd name="connsiteX3" fmla="*/ 0 w 12192000"/>
              <a:gd name="connsiteY3" fmla="*/ 1267478 h 1627483"/>
              <a:gd name="connsiteX4" fmla="*/ 495401 w 12192000"/>
              <a:gd name="connsiteY4" fmla="*/ 1302409 h 1627483"/>
              <a:gd name="connsiteX5" fmla="*/ 6886109 w 12192000"/>
              <a:gd name="connsiteY5" fmla="*/ 1093289 h 1627483"/>
              <a:gd name="connsiteX6" fmla="*/ 11740789 w 12192000"/>
              <a:gd name="connsiteY6" fmla="*/ 134884 h 1627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627483">
                <a:moveTo>
                  <a:pt x="12192000" y="0"/>
                </a:moveTo>
                <a:lnTo>
                  <a:pt x="12192000" y="1627483"/>
                </a:lnTo>
                <a:lnTo>
                  <a:pt x="0" y="1627483"/>
                </a:lnTo>
                <a:lnTo>
                  <a:pt x="0" y="1267478"/>
                </a:lnTo>
                <a:lnTo>
                  <a:pt x="495401" y="1302409"/>
                </a:lnTo>
                <a:cubicBezTo>
                  <a:pt x="2479573" y="1422962"/>
                  <a:pt x="4661966" y="1363314"/>
                  <a:pt x="6886109" y="1093289"/>
                </a:cubicBezTo>
                <a:cubicBezTo>
                  <a:pt x="8665422" y="877269"/>
                  <a:pt x="10303008" y="547058"/>
                  <a:pt x="11740789" y="134884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6" name="任意多边形: 形状 125"/>
          <p:cNvSpPr/>
          <p:nvPr/>
        </p:nvSpPr>
        <p:spPr>
          <a:xfrm>
            <a:off x="0" y="5365679"/>
            <a:ext cx="12192000" cy="1492321"/>
          </a:xfrm>
          <a:custGeom>
            <a:avLst/>
            <a:gdLst>
              <a:gd name="connsiteX0" fmla="*/ 12192000 w 12192000"/>
              <a:gd name="connsiteY0" fmla="*/ 0 h 1492321"/>
              <a:gd name="connsiteX1" fmla="*/ 12192000 w 12192000"/>
              <a:gd name="connsiteY1" fmla="*/ 1492321 h 1492321"/>
              <a:gd name="connsiteX2" fmla="*/ 0 w 12192000"/>
              <a:gd name="connsiteY2" fmla="*/ 1492321 h 1492321"/>
              <a:gd name="connsiteX3" fmla="*/ 0 w 12192000"/>
              <a:gd name="connsiteY3" fmla="*/ 1267478 h 1492321"/>
              <a:gd name="connsiteX4" fmla="*/ 495401 w 12192000"/>
              <a:gd name="connsiteY4" fmla="*/ 1302409 h 1492321"/>
              <a:gd name="connsiteX5" fmla="*/ 6886109 w 12192000"/>
              <a:gd name="connsiteY5" fmla="*/ 1093289 h 1492321"/>
              <a:gd name="connsiteX6" fmla="*/ 11740789 w 12192000"/>
              <a:gd name="connsiteY6" fmla="*/ 134884 h 1492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492321">
                <a:moveTo>
                  <a:pt x="12192000" y="0"/>
                </a:moveTo>
                <a:lnTo>
                  <a:pt x="12192000" y="1492321"/>
                </a:lnTo>
                <a:lnTo>
                  <a:pt x="0" y="1492321"/>
                </a:lnTo>
                <a:lnTo>
                  <a:pt x="0" y="1267478"/>
                </a:lnTo>
                <a:lnTo>
                  <a:pt x="495401" y="1302409"/>
                </a:lnTo>
                <a:cubicBezTo>
                  <a:pt x="2479573" y="1422962"/>
                  <a:pt x="4661966" y="1363314"/>
                  <a:pt x="6886109" y="1093289"/>
                </a:cubicBezTo>
                <a:cubicBezTo>
                  <a:pt x="8665422" y="877269"/>
                  <a:pt x="10303008" y="547058"/>
                  <a:pt x="11740789" y="134884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评估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9308" y="1298377"/>
            <a:ext cx="505460" cy="5054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: 圆角 39"/>
          <p:cNvSpPr/>
          <p:nvPr/>
        </p:nvSpPr>
        <p:spPr>
          <a:xfrm>
            <a:off x="192088" y="1351277"/>
            <a:ext cx="11718060" cy="933174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: 圆角 40"/>
          <p:cNvSpPr/>
          <p:nvPr/>
        </p:nvSpPr>
        <p:spPr>
          <a:xfrm>
            <a:off x="192088" y="2774003"/>
            <a:ext cx="11718060" cy="933174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2" name="矩形: 圆角 41"/>
          <p:cNvSpPr/>
          <p:nvPr/>
        </p:nvSpPr>
        <p:spPr>
          <a:xfrm>
            <a:off x="192088" y="4240118"/>
            <a:ext cx="11718060" cy="933174"/>
          </a:xfrm>
          <a:prstGeom prst="roundRect">
            <a:avLst>
              <a:gd name="adj" fmla="val 5959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3" name="矩形: 圆角 42"/>
          <p:cNvSpPr/>
          <p:nvPr/>
        </p:nvSpPr>
        <p:spPr>
          <a:xfrm>
            <a:off x="192088" y="5686155"/>
            <a:ext cx="11718060" cy="933174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0253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金字塔逻辑图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2167216" y="1089025"/>
            <a:ext cx="5865534" cy="5575521"/>
            <a:chOff x="524566" y="1759910"/>
            <a:chExt cx="5203856" cy="4904636"/>
          </a:xfrm>
        </p:grpSpPr>
        <p:sp>
          <p:nvSpPr>
            <p:cNvPr id="20" name="任意多边形: 形状 2"/>
            <p:cNvSpPr/>
            <p:nvPr/>
          </p:nvSpPr>
          <p:spPr bwMode="auto">
            <a:xfrm>
              <a:off x="2209971" y="2841325"/>
              <a:ext cx="1913356" cy="399106"/>
            </a:xfrm>
            <a:custGeom>
              <a:avLst/>
              <a:gdLst>
                <a:gd name="T0" fmla="*/ 0 w 788"/>
                <a:gd name="T1" fmla="*/ 297 h 297"/>
                <a:gd name="T2" fmla="*/ 367 w 788"/>
                <a:gd name="T3" fmla="*/ 297 h 297"/>
                <a:gd name="T4" fmla="*/ 788 w 788"/>
                <a:gd name="T5" fmla="*/ 0 h 297"/>
                <a:gd name="T6" fmla="*/ 392 w 788"/>
                <a:gd name="T7" fmla="*/ 0 h 297"/>
                <a:gd name="T8" fmla="*/ 0 w 788"/>
                <a:gd name="T9" fmla="*/ 297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8" h="297">
                  <a:moveTo>
                    <a:pt x="0" y="297"/>
                  </a:moveTo>
                  <a:lnTo>
                    <a:pt x="367" y="297"/>
                  </a:lnTo>
                  <a:lnTo>
                    <a:pt x="788" y="0"/>
                  </a:lnTo>
                  <a:lnTo>
                    <a:pt x="392" y="0"/>
                  </a:lnTo>
                  <a:lnTo>
                    <a:pt x="0" y="297"/>
                  </a:ln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1" name="任意多边形: 形状 2"/>
            <p:cNvSpPr/>
            <p:nvPr/>
          </p:nvSpPr>
          <p:spPr bwMode="auto">
            <a:xfrm>
              <a:off x="2267912" y="2302248"/>
              <a:ext cx="1451144" cy="577879"/>
            </a:xfrm>
            <a:custGeom>
              <a:avLst/>
              <a:gdLst>
                <a:gd name="T0" fmla="*/ 0 w 788"/>
                <a:gd name="T1" fmla="*/ 297 h 297"/>
                <a:gd name="T2" fmla="*/ 367 w 788"/>
                <a:gd name="T3" fmla="*/ 297 h 297"/>
                <a:gd name="T4" fmla="*/ 788 w 788"/>
                <a:gd name="T5" fmla="*/ 0 h 297"/>
                <a:gd name="T6" fmla="*/ 392 w 788"/>
                <a:gd name="T7" fmla="*/ 0 h 297"/>
                <a:gd name="T8" fmla="*/ 0 w 788"/>
                <a:gd name="T9" fmla="*/ 297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8" h="297">
                  <a:moveTo>
                    <a:pt x="0" y="297"/>
                  </a:moveTo>
                  <a:lnTo>
                    <a:pt x="367" y="297"/>
                  </a:lnTo>
                  <a:lnTo>
                    <a:pt x="788" y="0"/>
                  </a:lnTo>
                  <a:lnTo>
                    <a:pt x="392" y="0"/>
                  </a:lnTo>
                  <a:lnTo>
                    <a:pt x="0" y="29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2" name="任意多边形: 形状 2"/>
            <p:cNvSpPr/>
            <p:nvPr/>
          </p:nvSpPr>
          <p:spPr bwMode="auto">
            <a:xfrm>
              <a:off x="1620611" y="4063100"/>
              <a:ext cx="2943886" cy="438867"/>
            </a:xfrm>
            <a:custGeom>
              <a:avLst/>
              <a:gdLst>
                <a:gd name="T0" fmla="*/ 0 w 1644"/>
                <a:gd name="T1" fmla="*/ 298 h 298"/>
                <a:gd name="T2" fmla="*/ 1045 w 1644"/>
                <a:gd name="T3" fmla="*/ 298 h 298"/>
                <a:gd name="T4" fmla="*/ 1644 w 1644"/>
                <a:gd name="T5" fmla="*/ 0 h 298"/>
                <a:gd name="T6" fmla="*/ 519 w 1644"/>
                <a:gd name="T7" fmla="*/ 0 h 298"/>
                <a:gd name="T8" fmla="*/ 0 w 1644"/>
                <a:gd name="T9" fmla="*/ 298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44" h="298">
                  <a:moveTo>
                    <a:pt x="0" y="298"/>
                  </a:moveTo>
                  <a:lnTo>
                    <a:pt x="1045" y="298"/>
                  </a:lnTo>
                  <a:lnTo>
                    <a:pt x="1644" y="0"/>
                  </a:lnTo>
                  <a:lnTo>
                    <a:pt x="519" y="0"/>
                  </a:lnTo>
                  <a:lnTo>
                    <a:pt x="0" y="298"/>
                  </a:ln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3" name="任意多边形: 形状 2"/>
            <p:cNvSpPr/>
            <p:nvPr/>
          </p:nvSpPr>
          <p:spPr bwMode="auto">
            <a:xfrm>
              <a:off x="1479727" y="3734296"/>
              <a:ext cx="3027515" cy="579824"/>
            </a:xfrm>
            <a:custGeom>
              <a:avLst/>
              <a:gdLst>
                <a:gd name="T0" fmla="*/ 0 w 1644"/>
                <a:gd name="T1" fmla="*/ 298 h 298"/>
                <a:gd name="T2" fmla="*/ 1045 w 1644"/>
                <a:gd name="T3" fmla="*/ 298 h 298"/>
                <a:gd name="T4" fmla="*/ 1644 w 1644"/>
                <a:gd name="T5" fmla="*/ 0 h 298"/>
                <a:gd name="T6" fmla="*/ 519 w 1644"/>
                <a:gd name="T7" fmla="*/ 0 h 298"/>
                <a:gd name="T8" fmla="*/ 0 w 1644"/>
                <a:gd name="T9" fmla="*/ 298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44" h="298">
                  <a:moveTo>
                    <a:pt x="0" y="298"/>
                  </a:moveTo>
                  <a:lnTo>
                    <a:pt x="1045" y="298"/>
                  </a:lnTo>
                  <a:lnTo>
                    <a:pt x="1644" y="0"/>
                  </a:lnTo>
                  <a:lnTo>
                    <a:pt x="519" y="0"/>
                  </a:lnTo>
                  <a:lnTo>
                    <a:pt x="0" y="29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4" name="任意多边形: 形状 2"/>
            <p:cNvSpPr/>
            <p:nvPr/>
          </p:nvSpPr>
          <p:spPr bwMode="auto">
            <a:xfrm>
              <a:off x="921547" y="5347061"/>
              <a:ext cx="4146873" cy="399106"/>
            </a:xfrm>
            <a:custGeom>
              <a:avLst/>
              <a:gdLst>
                <a:gd name="T0" fmla="*/ 0 w 2497"/>
                <a:gd name="T1" fmla="*/ 297 h 297"/>
                <a:gd name="T2" fmla="*/ 1747 w 2497"/>
                <a:gd name="T3" fmla="*/ 297 h 297"/>
                <a:gd name="T4" fmla="*/ 2497 w 2497"/>
                <a:gd name="T5" fmla="*/ 0 h 297"/>
                <a:gd name="T6" fmla="*/ 685 w 2497"/>
                <a:gd name="T7" fmla="*/ 0 h 297"/>
                <a:gd name="T8" fmla="*/ 0 w 2497"/>
                <a:gd name="T9" fmla="*/ 297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97" h="297">
                  <a:moveTo>
                    <a:pt x="0" y="297"/>
                  </a:moveTo>
                  <a:lnTo>
                    <a:pt x="1747" y="297"/>
                  </a:lnTo>
                  <a:lnTo>
                    <a:pt x="2497" y="0"/>
                  </a:lnTo>
                  <a:lnTo>
                    <a:pt x="685" y="0"/>
                  </a:lnTo>
                  <a:lnTo>
                    <a:pt x="0" y="297"/>
                  </a:lnTo>
                  <a:close/>
                </a:path>
              </a:pathLst>
            </a:custGeom>
            <a:solidFill>
              <a:schemeClr val="accent2"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5" name="任意多边形: 形状 2"/>
            <p:cNvSpPr/>
            <p:nvPr/>
          </p:nvSpPr>
          <p:spPr bwMode="auto">
            <a:xfrm>
              <a:off x="691542" y="5168289"/>
              <a:ext cx="4598361" cy="577879"/>
            </a:xfrm>
            <a:custGeom>
              <a:avLst/>
              <a:gdLst>
                <a:gd name="T0" fmla="*/ 0 w 2497"/>
                <a:gd name="T1" fmla="*/ 297 h 297"/>
                <a:gd name="T2" fmla="*/ 1747 w 2497"/>
                <a:gd name="T3" fmla="*/ 297 h 297"/>
                <a:gd name="T4" fmla="*/ 2497 w 2497"/>
                <a:gd name="T5" fmla="*/ 0 h 297"/>
                <a:gd name="T6" fmla="*/ 685 w 2497"/>
                <a:gd name="T7" fmla="*/ 0 h 297"/>
                <a:gd name="T8" fmla="*/ 0 w 2497"/>
                <a:gd name="T9" fmla="*/ 297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97" h="297">
                  <a:moveTo>
                    <a:pt x="0" y="297"/>
                  </a:moveTo>
                  <a:lnTo>
                    <a:pt x="1747" y="297"/>
                  </a:lnTo>
                  <a:lnTo>
                    <a:pt x="2497" y="0"/>
                  </a:lnTo>
                  <a:lnTo>
                    <a:pt x="685" y="0"/>
                  </a:lnTo>
                  <a:lnTo>
                    <a:pt x="0" y="29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6" name="任意多边形: 形状 2"/>
            <p:cNvSpPr/>
            <p:nvPr/>
          </p:nvSpPr>
          <p:spPr bwMode="auto">
            <a:xfrm>
              <a:off x="524566" y="5746167"/>
              <a:ext cx="5203856" cy="918379"/>
            </a:xfrm>
            <a:custGeom>
              <a:avLst/>
              <a:gdLst>
                <a:gd name="T0" fmla="*/ 2950 w 3225"/>
                <a:gd name="T1" fmla="*/ 0 h 472"/>
                <a:gd name="T2" fmla="*/ 2023 w 3225"/>
                <a:gd name="T3" fmla="*/ 0 h 472"/>
                <a:gd name="T4" fmla="*/ 276 w 3225"/>
                <a:gd name="T5" fmla="*/ 0 h 472"/>
                <a:gd name="T6" fmla="*/ 275 w 3225"/>
                <a:gd name="T7" fmla="*/ 0 h 472"/>
                <a:gd name="T8" fmla="*/ 0 w 3225"/>
                <a:gd name="T9" fmla="*/ 472 h 472"/>
                <a:gd name="T10" fmla="*/ 3225 w 3225"/>
                <a:gd name="T11" fmla="*/ 472 h 472"/>
                <a:gd name="T12" fmla="*/ 2950 w 3225"/>
                <a:gd name="T13" fmla="*/ 0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25" h="472">
                  <a:moveTo>
                    <a:pt x="2950" y="0"/>
                  </a:moveTo>
                  <a:lnTo>
                    <a:pt x="2023" y="0"/>
                  </a:lnTo>
                  <a:lnTo>
                    <a:pt x="276" y="0"/>
                  </a:lnTo>
                  <a:lnTo>
                    <a:pt x="275" y="0"/>
                  </a:lnTo>
                  <a:lnTo>
                    <a:pt x="0" y="472"/>
                  </a:lnTo>
                  <a:lnTo>
                    <a:pt x="3225" y="472"/>
                  </a:lnTo>
                  <a:lnTo>
                    <a:pt x="2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8" name="任意多边形: 形状 2"/>
            <p:cNvSpPr/>
            <p:nvPr/>
          </p:nvSpPr>
          <p:spPr bwMode="auto">
            <a:xfrm>
              <a:off x="1697679" y="3228696"/>
              <a:ext cx="2866819" cy="854171"/>
            </a:xfrm>
            <a:custGeom>
              <a:avLst/>
              <a:gdLst>
                <a:gd name="T0" fmla="*/ 1218 w 1473"/>
                <a:gd name="T1" fmla="*/ 0 h 439"/>
                <a:gd name="T2" fmla="*/ 624 w 1473"/>
                <a:gd name="T3" fmla="*/ 0 h 439"/>
                <a:gd name="T4" fmla="*/ 257 w 1473"/>
                <a:gd name="T5" fmla="*/ 0 h 439"/>
                <a:gd name="T6" fmla="*/ 256 w 1473"/>
                <a:gd name="T7" fmla="*/ 0 h 439"/>
                <a:gd name="T8" fmla="*/ 0 w 1473"/>
                <a:gd name="T9" fmla="*/ 439 h 439"/>
                <a:gd name="T10" fmla="*/ 1473 w 1473"/>
                <a:gd name="T11" fmla="*/ 439 h 439"/>
                <a:gd name="T12" fmla="*/ 1218 w 1473"/>
                <a:gd name="T13" fmla="*/ 0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73" h="439">
                  <a:moveTo>
                    <a:pt x="1218" y="0"/>
                  </a:moveTo>
                  <a:lnTo>
                    <a:pt x="624" y="0"/>
                  </a:lnTo>
                  <a:lnTo>
                    <a:pt x="257" y="0"/>
                  </a:lnTo>
                  <a:lnTo>
                    <a:pt x="256" y="0"/>
                  </a:lnTo>
                  <a:lnTo>
                    <a:pt x="0" y="439"/>
                  </a:lnTo>
                  <a:lnTo>
                    <a:pt x="1473" y="439"/>
                  </a:lnTo>
                  <a:lnTo>
                    <a:pt x="12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9" name="任意多边形: 形状 2"/>
            <p:cNvSpPr/>
            <p:nvPr/>
          </p:nvSpPr>
          <p:spPr bwMode="auto">
            <a:xfrm>
              <a:off x="1794633" y="2880125"/>
              <a:ext cx="2712610" cy="854171"/>
            </a:xfrm>
            <a:custGeom>
              <a:avLst/>
              <a:gdLst>
                <a:gd name="T0" fmla="*/ 1218 w 1473"/>
                <a:gd name="T1" fmla="*/ 0 h 439"/>
                <a:gd name="T2" fmla="*/ 624 w 1473"/>
                <a:gd name="T3" fmla="*/ 0 h 439"/>
                <a:gd name="T4" fmla="*/ 257 w 1473"/>
                <a:gd name="T5" fmla="*/ 0 h 439"/>
                <a:gd name="T6" fmla="*/ 256 w 1473"/>
                <a:gd name="T7" fmla="*/ 0 h 439"/>
                <a:gd name="T8" fmla="*/ 0 w 1473"/>
                <a:gd name="T9" fmla="*/ 439 h 439"/>
                <a:gd name="T10" fmla="*/ 1473 w 1473"/>
                <a:gd name="T11" fmla="*/ 439 h 439"/>
                <a:gd name="T12" fmla="*/ 1218 w 1473"/>
                <a:gd name="T13" fmla="*/ 0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73" h="439">
                  <a:moveTo>
                    <a:pt x="1218" y="0"/>
                  </a:moveTo>
                  <a:lnTo>
                    <a:pt x="624" y="0"/>
                  </a:lnTo>
                  <a:lnTo>
                    <a:pt x="257" y="0"/>
                  </a:lnTo>
                  <a:lnTo>
                    <a:pt x="256" y="0"/>
                  </a:lnTo>
                  <a:lnTo>
                    <a:pt x="0" y="439"/>
                  </a:lnTo>
                  <a:lnTo>
                    <a:pt x="1473" y="439"/>
                  </a:lnTo>
                  <a:lnTo>
                    <a:pt x="121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30" name="任意多边形: 形状 2"/>
            <p:cNvSpPr/>
            <p:nvPr/>
          </p:nvSpPr>
          <p:spPr bwMode="auto">
            <a:xfrm>
              <a:off x="1193758" y="4502570"/>
              <a:ext cx="3874661" cy="854171"/>
            </a:xfrm>
            <a:custGeom>
              <a:avLst/>
              <a:gdLst>
                <a:gd name="T0" fmla="*/ 2074 w 2331"/>
                <a:gd name="T1" fmla="*/ 0 h 439"/>
                <a:gd name="T2" fmla="*/ 1302 w 2331"/>
                <a:gd name="T3" fmla="*/ 0 h 439"/>
                <a:gd name="T4" fmla="*/ 257 w 2331"/>
                <a:gd name="T5" fmla="*/ 0 h 439"/>
                <a:gd name="T6" fmla="*/ 256 w 2331"/>
                <a:gd name="T7" fmla="*/ 0 h 439"/>
                <a:gd name="T8" fmla="*/ 0 w 2331"/>
                <a:gd name="T9" fmla="*/ 439 h 439"/>
                <a:gd name="T10" fmla="*/ 2331 w 2331"/>
                <a:gd name="T11" fmla="*/ 439 h 439"/>
                <a:gd name="T12" fmla="*/ 2074 w 2331"/>
                <a:gd name="T13" fmla="*/ 0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31" h="439">
                  <a:moveTo>
                    <a:pt x="2074" y="0"/>
                  </a:moveTo>
                  <a:lnTo>
                    <a:pt x="1302" y="0"/>
                  </a:lnTo>
                  <a:lnTo>
                    <a:pt x="257" y="0"/>
                  </a:lnTo>
                  <a:lnTo>
                    <a:pt x="256" y="0"/>
                  </a:lnTo>
                  <a:lnTo>
                    <a:pt x="0" y="439"/>
                  </a:lnTo>
                  <a:lnTo>
                    <a:pt x="2331" y="439"/>
                  </a:lnTo>
                  <a:lnTo>
                    <a:pt x="20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31" name="任意多边形: 形状 2"/>
            <p:cNvSpPr/>
            <p:nvPr/>
          </p:nvSpPr>
          <p:spPr bwMode="auto">
            <a:xfrm>
              <a:off x="1006448" y="4314119"/>
              <a:ext cx="4292663" cy="854171"/>
            </a:xfrm>
            <a:custGeom>
              <a:avLst/>
              <a:gdLst>
                <a:gd name="T0" fmla="*/ 2074 w 2331"/>
                <a:gd name="T1" fmla="*/ 0 h 439"/>
                <a:gd name="T2" fmla="*/ 1302 w 2331"/>
                <a:gd name="T3" fmla="*/ 0 h 439"/>
                <a:gd name="T4" fmla="*/ 257 w 2331"/>
                <a:gd name="T5" fmla="*/ 0 h 439"/>
                <a:gd name="T6" fmla="*/ 256 w 2331"/>
                <a:gd name="T7" fmla="*/ 0 h 439"/>
                <a:gd name="T8" fmla="*/ 0 w 2331"/>
                <a:gd name="T9" fmla="*/ 439 h 439"/>
                <a:gd name="T10" fmla="*/ 2331 w 2331"/>
                <a:gd name="T11" fmla="*/ 439 h 439"/>
                <a:gd name="T12" fmla="*/ 2074 w 2331"/>
                <a:gd name="T13" fmla="*/ 0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31" h="439">
                  <a:moveTo>
                    <a:pt x="2074" y="0"/>
                  </a:moveTo>
                  <a:lnTo>
                    <a:pt x="1302" y="0"/>
                  </a:lnTo>
                  <a:lnTo>
                    <a:pt x="257" y="0"/>
                  </a:lnTo>
                  <a:lnTo>
                    <a:pt x="256" y="0"/>
                  </a:lnTo>
                  <a:lnTo>
                    <a:pt x="0" y="439"/>
                  </a:lnTo>
                  <a:lnTo>
                    <a:pt x="2331" y="439"/>
                  </a:lnTo>
                  <a:lnTo>
                    <a:pt x="207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32" name="任意多边形: 形状 2"/>
            <p:cNvSpPr/>
            <p:nvPr/>
          </p:nvSpPr>
          <p:spPr bwMode="auto">
            <a:xfrm>
              <a:off x="2281094" y="1759910"/>
              <a:ext cx="1842233" cy="1077377"/>
            </a:xfrm>
            <a:custGeom>
              <a:avLst/>
              <a:gdLst>
                <a:gd name="T0" fmla="*/ 308 w 616"/>
                <a:gd name="T1" fmla="*/ 0 h 531"/>
                <a:gd name="T2" fmla="*/ 0 w 616"/>
                <a:gd name="T3" fmla="*/ 531 h 531"/>
                <a:gd name="T4" fmla="*/ 616 w 616"/>
                <a:gd name="T5" fmla="*/ 531 h 531"/>
                <a:gd name="T6" fmla="*/ 308 w 616"/>
                <a:gd name="T7" fmla="*/ 0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16" h="531">
                  <a:moveTo>
                    <a:pt x="308" y="0"/>
                  </a:moveTo>
                  <a:lnTo>
                    <a:pt x="0" y="531"/>
                  </a:lnTo>
                  <a:lnTo>
                    <a:pt x="616" y="531"/>
                  </a:lnTo>
                  <a:lnTo>
                    <a:pt x="3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36" name="矩形: 圆角 35"/>
          <p:cNvSpPr/>
          <p:nvPr/>
        </p:nvSpPr>
        <p:spPr>
          <a:xfrm>
            <a:off x="192087" y="4240118"/>
            <a:ext cx="67606" cy="93317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192087" y="2774003"/>
            <a:ext cx="67606" cy="93317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8" name="矩形: 圆角 37"/>
          <p:cNvSpPr/>
          <p:nvPr/>
        </p:nvSpPr>
        <p:spPr>
          <a:xfrm>
            <a:off x="192087" y="5686155"/>
            <a:ext cx="67606" cy="93317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9" name="矩形: 圆角 38"/>
          <p:cNvSpPr/>
          <p:nvPr/>
        </p:nvSpPr>
        <p:spPr>
          <a:xfrm>
            <a:off x="192087" y="1351277"/>
            <a:ext cx="67606" cy="93317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4780221" y="1402366"/>
            <a:ext cx="80021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成果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达成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70453" y="1463921"/>
            <a:ext cx="172354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核心目标落地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与亮点突破​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4472444" y="3009758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问题剖析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4472444" y="4475873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改进行动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4433972" y="5921910"/>
            <a:ext cx="14927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后续规划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506018" y="2886647"/>
            <a:ext cx="172354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未达目标与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执行难点梳理​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506018" y="4352762"/>
            <a:ext cx="198002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针对性处理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方案与责任划分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506018" y="5798799"/>
            <a:ext cx="146706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下季目标与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风险应对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7980755" y="1392556"/>
            <a:ext cx="3836146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本季度关键业务指标完成率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个重点项目达里程碑节点。其中客户销售率提升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15%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的创新方案落地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7980755" y="2815282"/>
            <a:ext cx="3836146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项指标未达标，主因是供应链延迟与新市场开拓遇阻。跨部门协作效率低、部分技术工具适配不足也构成执行难点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7980755" y="4281397"/>
            <a:ext cx="3836146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针对供应链问题，已对接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家备选供应商；为提升协作效率，制定跨部门周例会机制。技术工具适配方案由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IT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部牵头，下周启动测试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7980755" y="5727434"/>
            <a:ext cx="3836146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下季度核心目标为业务指标增长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、新项目启动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个。按优先级排定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项重点任务，同步制定政策变动、供应链波动的应对预案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直接连接符 57"/>
          <p:cNvCxnSpPr/>
          <p:nvPr/>
        </p:nvCxnSpPr>
        <p:spPr>
          <a:xfrm>
            <a:off x="192088" y="2209383"/>
            <a:ext cx="11844337" cy="0"/>
          </a:xfrm>
          <a:prstGeom prst="line">
            <a:avLst/>
          </a:prstGeom>
          <a:ln>
            <a:gradFill>
              <a:gsLst>
                <a:gs pos="72000">
                  <a:schemeClr val="accent1">
                    <a:lumMod val="40000"/>
                    <a:lumOff val="60000"/>
                    <a:alpha val="0"/>
                  </a:schemeClr>
                </a:gs>
                <a:gs pos="31000">
                  <a:schemeClr val="accent1">
                    <a:lumMod val="40000"/>
                    <a:lumOff val="60000"/>
                    <a:alpha val="0"/>
                  </a:schemeClr>
                </a:gs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192088" y="3708121"/>
            <a:ext cx="11844337" cy="0"/>
          </a:xfrm>
          <a:prstGeom prst="line">
            <a:avLst/>
          </a:prstGeom>
          <a:ln>
            <a:gradFill>
              <a:gsLst>
                <a:gs pos="58000">
                  <a:schemeClr val="accent1">
                    <a:lumMod val="40000"/>
                    <a:lumOff val="60000"/>
                    <a:alpha val="0"/>
                  </a:schemeClr>
                </a:gs>
                <a:gs pos="47000">
                  <a:schemeClr val="accent1">
                    <a:lumMod val="40000"/>
                    <a:lumOff val="60000"/>
                    <a:alpha val="0"/>
                  </a:schemeClr>
                </a:gs>
                <a:gs pos="14000">
                  <a:schemeClr val="accent1">
                    <a:lumMod val="40000"/>
                    <a:lumOff val="60000"/>
                  </a:schemeClr>
                </a:gs>
                <a:gs pos="93000">
                  <a:schemeClr val="accent1">
                    <a:lumMod val="40000"/>
                    <a:lumOff val="60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>
            <a:off x="192088" y="5206859"/>
            <a:ext cx="11844337" cy="0"/>
          </a:xfrm>
          <a:prstGeom prst="line">
            <a:avLst/>
          </a:prstGeom>
          <a:ln>
            <a:gradFill>
              <a:gsLst>
                <a:gs pos="58000">
                  <a:schemeClr val="accent1">
                    <a:lumMod val="40000"/>
                    <a:lumOff val="60000"/>
                    <a:alpha val="0"/>
                  </a:schemeClr>
                </a:gs>
                <a:gs pos="47000">
                  <a:schemeClr val="accent1">
                    <a:lumMod val="40000"/>
                    <a:lumOff val="60000"/>
                    <a:alpha val="0"/>
                  </a:schemeClr>
                </a:gs>
                <a:gs pos="14000">
                  <a:schemeClr val="accent1">
                    <a:lumMod val="40000"/>
                    <a:lumOff val="60000"/>
                  </a:schemeClr>
                </a:gs>
                <a:gs pos="93000">
                  <a:schemeClr val="accent1">
                    <a:lumMod val="40000"/>
                    <a:lumOff val="60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>
            <a:off x="192088" y="6705598"/>
            <a:ext cx="11844337" cy="0"/>
          </a:xfrm>
          <a:prstGeom prst="line">
            <a:avLst/>
          </a:prstGeom>
          <a:ln>
            <a:gradFill>
              <a:gsLst>
                <a:gs pos="72000">
                  <a:schemeClr val="accent1">
                    <a:lumMod val="40000"/>
                    <a:lumOff val="60000"/>
                    <a:alpha val="0"/>
                  </a:schemeClr>
                </a:gs>
                <a:gs pos="31000">
                  <a:schemeClr val="accent1">
                    <a:lumMod val="40000"/>
                    <a:lumOff val="60000"/>
                    <a:alpha val="0"/>
                  </a:schemeClr>
                </a:gs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79778" y="63770"/>
            <a:ext cx="37176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漏斗逻辑图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3584294" y="1110342"/>
            <a:ext cx="5023412" cy="5595256"/>
            <a:chOff x="3584294" y="1110342"/>
            <a:chExt cx="5023412" cy="4685759"/>
          </a:xfrm>
        </p:grpSpPr>
        <p:sp>
          <p:nvSpPr>
            <p:cNvPr id="3" name="任意多边形: 形状 2"/>
            <p:cNvSpPr/>
            <p:nvPr/>
          </p:nvSpPr>
          <p:spPr>
            <a:xfrm flipH="1">
              <a:off x="3584294" y="1636915"/>
              <a:ext cx="5023412" cy="4037298"/>
            </a:xfrm>
            <a:custGeom>
              <a:avLst/>
              <a:gdLst>
                <a:gd name="connsiteX0" fmla="*/ 3401030 w 3401030"/>
                <a:gd name="connsiteY0" fmla="*/ 0 h 2733396"/>
                <a:gd name="connsiteX1" fmla="*/ 1704480 w 3401030"/>
                <a:gd name="connsiteY1" fmla="*/ 0 h 2733396"/>
                <a:gd name="connsiteX2" fmla="*/ 1704480 w 3401030"/>
                <a:gd name="connsiteY2" fmla="*/ 2857 h 2733396"/>
                <a:gd name="connsiteX3" fmla="*/ 0 w 3401030"/>
                <a:gd name="connsiteY3" fmla="*/ 2857 h 2733396"/>
                <a:gd name="connsiteX4" fmla="*/ 839121 w 3401030"/>
                <a:gd name="connsiteY4" fmla="*/ 1352704 h 2733396"/>
                <a:gd name="connsiteX5" fmla="*/ 1267424 w 3401030"/>
                <a:gd name="connsiteY5" fmla="*/ 2733396 h 2733396"/>
                <a:gd name="connsiteX6" fmla="*/ 1716709 w 3401030"/>
                <a:gd name="connsiteY6" fmla="*/ 2733396 h 2733396"/>
                <a:gd name="connsiteX7" fmla="*/ 1716709 w 3401030"/>
                <a:gd name="connsiteY7" fmla="*/ 2730538 h 2733396"/>
                <a:gd name="connsiteX8" fmla="*/ 2133566 w 3401030"/>
                <a:gd name="connsiteY8" fmla="*/ 2730538 h 2733396"/>
                <a:gd name="connsiteX9" fmla="*/ 2561945 w 3401030"/>
                <a:gd name="connsiteY9" fmla="*/ 1349847 h 2733396"/>
                <a:gd name="connsiteX10" fmla="*/ 3401030 w 3401030"/>
                <a:gd name="connsiteY10" fmla="*/ 0 h 2733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01030" h="2733396">
                  <a:moveTo>
                    <a:pt x="3401030" y="0"/>
                  </a:moveTo>
                  <a:lnTo>
                    <a:pt x="1704480" y="0"/>
                  </a:lnTo>
                  <a:lnTo>
                    <a:pt x="1704480" y="2857"/>
                  </a:lnTo>
                  <a:lnTo>
                    <a:pt x="0" y="2857"/>
                  </a:lnTo>
                  <a:cubicBezTo>
                    <a:pt x="338812" y="413702"/>
                    <a:pt x="620956" y="867654"/>
                    <a:pt x="839121" y="1352704"/>
                  </a:cubicBezTo>
                  <a:cubicBezTo>
                    <a:pt x="1037496" y="1794015"/>
                    <a:pt x="1181350" y="2257574"/>
                    <a:pt x="1267424" y="2733396"/>
                  </a:cubicBezTo>
                  <a:lnTo>
                    <a:pt x="1716709" y="2733396"/>
                  </a:lnTo>
                  <a:lnTo>
                    <a:pt x="1716709" y="2730538"/>
                  </a:lnTo>
                  <a:lnTo>
                    <a:pt x="2133566" y="2730538"/>
                  </a:lnTo>
                  <a:cubicBezTo>
                    <a:pt x="2219650" y="2254717"/>
                    <a:pt x="2363543" y="1791157"/>
                    <a:pt x="2561945" y="1349847"/>
                  </a:cubicBezTo>
                  <a:cubicBezTo>
                    <a:pt x="2780062" y="864797"/>
                    <a:pt x="3062270" y="410845"/>
                    <a:pt x="3401030" y="0"/>
                  </a:cubicBezTo>
                  <a:close/>
                </a:path>
              </a:pathLst>
            </a:custGeom>
            <a:solidFill>
              <a:schemeClr val="accent1">
                <a:alpha val="1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" name="Oval 24"/>
            <p:cNvSpPr/>
            <p:nvPr/>
          </p:nvSpPr>
          <p:spPr>
            <a:xfrm flipV="1">
              <a:off x="3586937" y="1110342"/>
              <a:ext cx="5018127" cy="992467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" name="Oval 25"/>
            <p:cNvSpPr/>
            <p:nvPr/>
          </p:nvSpPr>
          <p:spPr>
            <a:xfrm flipV="1">
              <a:off x="5453737" y="5326062"/>
              <a:ext cx="1284527" cy="470039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6" name="Oval 26"/>
            <p:cNvSpPr/>
            <p:nvPr/>
          </p:nvSpPr>
          <p:spPr>
            <a:xfrm flipV="1">
              <a:off x="4520695" y="2742299"/>
              <a:ext cx="3150610" cy="591605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7" name="Oval 27"/>
            <p:cNvSpPr/>
            <p:nvPr/>
          </p:nvSpPr>
          <p:spPr>
            <a:xfrm flipV="1">
              <a:off x="5116839" y="4003455"/>
              <a:ext cx="1958322" cy="525768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1" name="Freeform 223"/>
            <p:cNvSpPr/>
            <p:nvPr/>
          </p:nvSpPr>
          <p:spPr>
            <a:xfrm>
              <a:off x="4108815" y="1442623"/>
              <a:ext cx="3974370" cy="660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20" h="20123" extrusionOk="0">
                  <a:moveTo>
                    <a:pt x="10311" y="0"/>
                  </a:moveTo>
                  <a:cubicBezTo>
                    <a:pt x="7670" y="0"/>
                    <a:pt x="5030" y="1176"/>
                    <a:pt x="3015" y="3517"/>
                  </a:cubicBezTo>
                  <a:cubicBezTo>
                    <a:pt x="433" y="6517"/>
                    <a:pt x="-486" y="10710"/>
                    <a:pt x="241" y="14568"/>
                  </a:cubicBezTo>
                  <a:cubicBezTo>
                    <a:pt x="514" y="14957"/>
                    <a:pt x="806" y="15330"/>
                    <a:pt x="1118" y="15693"/>
                  </a:cubicBezTo>
                  <a:cubicBezTo>
                    <a:pt x="6201" y="21600"/>
                    <a:pt x="14444" y="21600"/>
                    <a:pt x="19528" y="15693"/>
                  </a:cubicBezTo>
                  <a:cubicBezTo>
                    <a:pt x="19828" y="15344"/>
                    <a:pt x="20106" y="14988"/>
                    <a:pt x="20371" y="14615"/>
                  </a:cubicBezTo>
                  <a:cubicBezTo>
                    <a:pt x="21114" y="10744"/>
                    <a:pt x="20199" y="6529"/>
                    <a:pt x="17606" y="3517"/>
                  </a:cubicBezTo>
                  <a:cubicBezTo>
                    <a:pt x="15592" y="1176"/>
                    <a:pt x="12951" y="0"/>
                    <a:pt x="10311" y="0"/>
                  </a:cubicBezTo>
                  <a:close/>
                </a:path>
              </a:pathLst>
            </a:custGeom>
            <a:solidFill>
              <a:srgbClr val="000000">
                <a:alpha val="4497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2" name="Freeform 224"/>
            <p:cNvSpPr/>
            <p:nvPr/>
          </p:nvSpPr>
          <p:spPr>
            <a:xfrm>
              <a:off x="4830353" y="1771020"/>
              <a:ext cx="2531294" cy="3317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23" h="20220" extrusionOk="0">
                  <a:moveTo>
                    <a:pt x="10661" y="0"/>
                  </a:moveTo>
                  <a:cubicBezTo>
                    <a:pt x="7926" y="0"/>
                    <a:pt x="5192" y="1512"/>
                    <a:pt x="3106" y="4498"/>
                  </a:cubicBezTo>
                  <a:cubicBezTo>
                    <a:pt x="880" y="7683"/>
                    <a:pt x="-135" y="11916"/>
                    <a:pt x="15" y="16085"/>
                  </a:cubicBezTo>
                  <a:cubicBezTo>
                    <a:pt x="6574" y="21584"/>
                    <a:pt x="14742" y="21600"/>
                    <a:pt x="21307" y="16123"/>
                  </a:cubicBezTo>
                  <a:cubicBezTo>
                    <a:pt x="21465" y="11941"/>
                    <a:pt x="20451" y="7692"/>
                    <a:pt x="18219" y="4498"/>
                  </a:cubicBezTo>
                  <a:cubicBezTo>
                    <a:pt x="16132" y="1512"/>
                    <a:pt x="13396" y="0"/>
                    <a:pt x="10661" y="0"/>
                  </a:cubicBezTo>
                  <a:close/>
                </a:path>
              </a:pathLst>
            </a:custGeom>
            <a:solidFill>
              <a:srgbClr val="000000">
                <a:alpha val="616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62" name="矩形 61"/>
          <p:cNvSpPr/>
          <p:nvPr/>
        </p:nvSpPr>
        <p:spPr>
          <a:xfrm>
            <a:off x="155575" y="1447963"/>
            <a:ext cx="313163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本季度围绕 “业务增长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项目落地” 设定核心目标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155575" y="1125762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季度初始目标锚定​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55575" y="2792427"/>
            <a:ext cx="313163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按周跟踪任务进度，完成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次跨部门协同，核心流程优化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处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155575" y="2470226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关键工作推进节奏​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155575" y="4314059"/>
            <a:ext cx="313163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发现供应链延迟、协作效率低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类问题，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项指标未达标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155575" y="3991858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执行难点初步排查​​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155575" y="5829466"/>
            <a:ext cx="313163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对接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家备选供应商，设跨部门周例会，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IT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部下周启动工具适配测试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155575" y="5507265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针对性处理方案推进​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8906111" y="1447963"/>
            <a:ext cx="313163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投入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个专项小组，预算使用占计划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，重点保障核心项目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10006421" y="1125762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人力物力配置概况​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8906111" y="2792427"/>
            <a:ext cx="313163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业务指标完成率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，客户销售率升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项目达里程碑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10006421" y="2470226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阶段成果数据汇总​​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8906111" y="4314059"/>
            <a:ext cx="313163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供应链延迟因上游原料短缺，协作低效源于沟通机制缺失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0006421" y="3991858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未达目标根因分析​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8906111" y="5829466"/>
            <a:ext cx="313163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下季以 “指标增长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项目启动” 为目标，优先推进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项任务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10006421" y="5507265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下季核心工作锚定​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5285522" y="1457327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过程推进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5388114" y="3198167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成果呈现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5490706" y="467239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问题改进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5542002" y="622184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后续规划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2" name="直接连接符 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顶角 1"/>
          <p:cNvSpPr/>
          <p:nvPr/>
        </p:nvSpPr>
        <p:spPr>
          <a:xfrm>
            <a:off x="782970" y="4462272"/>
            <a:ext cx="2417676" cy="505848"/>
          </a:xfrm>
          <a:prstGeom prst="round2SameRect">
            <a:avLst>
              <a:gd name="adj1" fmla="val 12016"/>
              <a:gd name="adj2" fmla="val 0"/>
            </a:avLst>
          </a:prstGeom>
          <a:gradFill flip="none" rotWithShape="1">
            <a:gsLst>
              <a:gs pos="3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矩形: 圆顶角 2"/>
          <p:cNvSpPr/>
          <p:nvPr/>
        </p:nvSpPr>
        <p:spPr>
          <a:xfrm>
            <a:off x="782970" y="5617884"/>
            <a:ext cx="2417676" cy="505848"/>
          </a:xfrm>
          <a:prstGeom prst="round2SameRect">
            <a:avLst>
              <a:gd name="adj1" fmla="val 12016"/>
              <a:gd name="adj2" fmla="val 0"/>
            </a:avLst>
          </a:prstGeom>
          <a:gradFill flip="none" rotWithShape="1">
            <a:gsLst>
              <a:gs pos="3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" name="矩形: 圆顶角 3"/>
          <p:cNvSpPr/>
          <p:nvPr/>
        </p:nvSpPr>
        <p:spPr>
          <a:xfrm>
            <a:off x="4832233" y="4462273"/>
            <a:ext cx="2417676" cy="505848"/>
          </a:xfrm>
          <a:prstGeom prst="round2SameRect">
            <a:avLst>
              <a:gd name="adj1" fmla="val 12016"/>
              <a:gd name="adj2" fmla="val 0"/>
            </a:avLst>
          </a:prstGeom>
          <a:gradFill flip="none" rotWithShape="1">
            <a:gsLst>
              <a:gs pos="3000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: 圆顶角 4"/>
          <p:cNvSpPr/>
          <p:nvPr/>
        </p:nvSpPr>
        <p:spPr>
          <a:xfrm>
            <a:off x="4832233" y="5617885"/>
            <a:ext cx="2417676" cy="505848"/>
          </a:xfrm>
          <a:prstGeom prst="round2SameRect">
            <a:avLst>
              <a:gd name="adj1" fmla="val 12016"/>
              <a:gd name="adj2" fmla="val 0"/>
            </a:avLst>
          </a:prstGeom>
          <a:gradFill flip="none" rotWithShape="1">
            <a:gsLst>
              <a:gs pos="3000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矩形: 圆顶角 5"/>
          <p:cNvSpPr/>
          <p:nvPr/>
        </p:nvSpPr>
        <p:spPr>
          <a:xfrm>
            <a:off x="8773104" y="4462272"/>
            <a:ext cx="2417676" cy="505848"/>
          </a:xfrm>
          <a:prstGeom prst="round2SameRect">
            <a:avLst>
              <a:gd name="adj1" fmla="val 12016"/>
              <a:gd name="adj2" fmla="val 0"/>
            </a:avLst>
          </a:prstGeom>
          <a:gradFill flip="none" rotWithShape="1">
            <a:gsLst>
              <a:gs pos="3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矩形: 圆顶角 6"/>
          <p:cNvSpPr/>
          <p:nvPr/>
        </p:nvSpPr>
        <p:spPr>
          <a:xfrm>
            <a:off x="8773104" y="5617884"/>
            <a:ext cx="2417676" cy="505848"/>
          </a:xfrm>
          <a:prstGeom prst="round2SameRect">
            <a:avLst>
              <a:gd name="adj1" fmla="val 12016"/>
              <a:gd name="adj2" fmla="val 0"/>
            </a:avLst>
          </a:prstGeom>
          <a:gradFill flip="none" rotWithShape="1">
            <a:gsLst>
              <a:gs pos="3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2" name="任意多边形: 形状 31"/>
          <p:cNvSpPr/>
          <p:nvPr/>
        </p:nvSpPr>
        <p:spPr>
          <a:xfrm rot="16200000" flipH="1">
            <a:off x="1300416" y="2408224"/>
            <a:ext cx="2011659" cy="1519814"/>
          </a:xfrm>
          <a:custGeom>
            <a:avLst/>
            <a:gdLst>
              <a:gd name="connsiteX0" fmla="*/ 0 w 1468316"/>
              <a:gd name="connsiteY0" fmla="*/ 1 h 1032301"/>
              <a:gd name="connsiteX1" fmla="*/ 734158 w 1468316"/>
              <a:gd name="connsiteY1" fmla="*/ 320965 h 1032301"/>
              <a:gd name="connsiteX2" fmla="*/ 1468316 w 1468316"/>
              <a:gd name="connsiteY2" fmla="*/ 1 h 1032301"/>
              <a:gd name="connsiteX3" fmla="*/ 1468316 w 1468316"/>
              <a:gd name="connsiteY3" fmla="*/ 711337 h 1032301"/>
              <a:gd name="connsiteX4" fmla="*/ 734158 w 1468316"/>
              <a:gd name="connsiteY4" fmla="*/ 1032301 h 1032301"/>
              <a:gd name="connsiteX5" fmla="*/ 0 w 1468316"/>
              <a:gd name="connsiteY5" fmla="*/ 711337 h 1032301"/>
              <a:gd name="connsiteX6" fmla="*/ 1468316 w 1468316"/>
              <a:gd name="connsiteY6" fmla="*/ 0 h 1032301"/>
              <a:gd name="connsiteX7" fmla="*/ 1468316 w 1468316"/>
              <a:gd name="connsiteY7" fmla="*/ 0 h 1032301"/>
              <a:gd name="connsiteX8" fmla="*/ 1468316 w 1468316"/>
              <a:gd name="connsiteY8" fmla="*/ 1 h 1032301"/>
              <a:gd name="connsiteX9" fmla="*/ 0 w 1468316"/>
              <a:gd name="connsiteY9" fmla="*/ 0 h 1032301"/>
              <a:gd name="connsiteX10" fmla="*/ 0 w 1468316"/>
              <a:gd name="connsiteY10" fmla="*/ 0 h 1032301"/>
              <a:gd name="connsiteX11" fmla="*/ 0 w 1468316"/>
              <a:gd name="connsiteY11" fmla="*/ 1 h 1032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68316" h="1032301">
                <a:moveTo>
                  <a:pt x="0" y="1"/>
                </a:moveTo>
                <a:cubicBezTo>
                  <a:pt x="0" y="177265"/>
                  <a:pt x="328694" y="320965"/>
                  <a:pt x="734158" y="320965"/>
                </a:cubicBezTo>
                <a:cubicBezTo>
                  <a:pt x="1139622" y="320965"/>
                  <a:pt x="1468316" y="177265"/>
                  <a:pt x="1468316" y="1"/>
                </a:cubicBezTo>
                <a:lnTo>
                  <a:pt x="1468316" y="711337"/>
                </a:lnTo>
                <a:cubicBezTo>
                  <a:pt x="1468316" y="888601"/>
                  <a:pt x="1139622" y="1032301"/>
                  <a:pt x="734158" y="1032301"/>
                </a:cubicBezTo>
                <a:cubicBezTo>
                  <a:pt x="328694" y="1032301"/>
                  <a:pt x="0" y="888601"/>
                  <a:pt x="0" y="711337"/>
                </a:cubicBezTo>
                <a:close/>
                <a:moveTo>
                  <a:pt x="1468316" y="0"/>
                </a:moveTo>
                <a:lnTo>
                  <a:pt x="1468316" y="0"/>
                </a:lnTo>
                <a:lnTo>
                  <a:pt x="1468316" y="1"/>
                </a:lnTo>
                <a:close/>
                <a:moveTo>
                  <a:pt x="0" y="0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19062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任意多边形: 形状 24"/>
          <p:cNvSpPr/>
          <p:nvPr/>
        </p:nvSpPr>
        <p:spPr>
          <a:xfrm rot="16200000" flipH="1">
            <a:off x="5303248" y="2408225"/>
            <a:ext cx="2011659" cy="1519814"/>
          </a:xfrm>
          <a:custGeom>
            <a:avLst/>
            <a:gdLst>
              <a:gd name="connsiteX0" fmla="*/ 0 w 1468316"/>
              <a:gd name="connsiteY0" fmla="*/ 1 h 1032301"/>
              <a:gd name="connsiteX1" fmla="*/ 734158 w 1468316"/>
              <a:gd name="connsiteY1" fmla="*/ 320965 h 1032301"/>
              <a:gd name="connsiteX2" fmla="*/ 1468316 w 1468316"/>
              <a:gd name="connsiteY2" fmla="*/ 1 h 1032301"/>
              <a:gd name="connsiteX3" fmla="*/ 1468316 w 1468316"/>
              <a:gd name="connsiteY3" fmla="*/ 711337 h 1032301"/>
              <a:gd name="connsiteX4" fmla="*/ 734158 w 1468316"/>
              <a:gd name="connsiteY4" fmla="*/ 1032301 h 1032301"/>
              <a:gd name="connsiteX5" fmla="*/ 0 w 1468316"/>
              <a:gd name="connsiteY5" fmla="*/ 711337 h 1032301"/>
              <a:gd name="connsiteX6" fmla="*/ 1468316 w 1468316"/>
              <a:gd name="connsiteY6" fmla="*/ 0 h 1032301"/>
              <a:gd name="connsiteX7" fmla="*/ 1468316 w 1468316"/>
              <a:gd name="connsiteY7" fmla="*/ 0 h 1032301"/>
              <a:gd name="connsiteX8" fmla="*/ 1468316 w 1468316"/>
              <a:gd name="connsiteY8" fmla="*/ 1 h 1032301"/>
              <a:gd name="connsiteX9" fmla="*/ 0 w 1468316"/>
              <a:gd name="connsiteY9" fmla="*/ 0 h 1032301"/>
              <a:gd name="connsiteX10" fmla="*/ 0 w 1468316"/>
              <a:gd name="connsiteY10" fmla="*/ 0 h 1032301"/>
              <a:gd name="connsiteX11" fmla="*/ 0 w 1468316"/>
              <a:gd name="connsiteY11" fmla="*/ 1 h 1032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68316" h="1032301">
                <a:moveTo>
                  <a:pt x="0" y="1"/>
                </a:moveTo>
                <a:cubicBezTo>
                  <a:pt x="0" y="177265"/>
                  <a:pt x="328694" y="320965"/>
                  <a:pt x="734158" y="320965"/>
                </a:cubicBezTo>
                <a:cubicBezTo>
                  <a:pt x="1139622" y="320965"/>
                  <a:pt x="1468316" y="177265"/>
                  <a:pt x="1468316" y="1"/>
                </a:cubicBezTo>
                <a:lnTo>
                  <a:pt x="1468316" y="711337"/>
                </a:lnTo>
                <a:cubicBezTo>
                  <a:pt x="1468316" y="888601"/>
                  <a:pt x="1139622" y="1032301"/>
                  <a:pt x="734158" y="1032301"/>
                </a:cubicBezTo>
                <a:cubicBezTo>
                  <a:pt x="328694" y="1032301"/>
                  <a:pt x="0" y="888601"/>
                  <a:pt x="0" y="711337"/>
                </a:cubicBezTo>
                <a:close/>
                <a:moveTo>
                  <a:pt x="1468316" y="0"/>
                </a:moveTo>
                <a:lnTo>
                  <a:pt x="1468316" y="0"/>
                </a:lnTo>
                <a:lnTo>
                  <a:pt x="1468316" y="1"/>
                </a:lnTo>
                <a:close/>
                <a:moveTo>
                  <a:pt x="0" y="0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  <a:alpha val="19062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5" name="任意多边形: 形状 34"/>
          <p:cNvSpPr/>
          <p:nvPr/>
        </p:nvSpPr>
        <p:spPr>
          <a:xfrm rot="16200000" flipH="1">
            <a:off x="9319358" y="2407957"/>
            <a:ext cx="2011906" cy="1520037"/>
          </a:xfrm>
          <a:custGeom>
            <a:avLst/>
            <a:gdLst>
              <a:gd name="connsiteX0" fmla="*/ 0 w 1468316"/>
              <a:gd name="connsiteY0" fmla="*/ 1 h 1032301"/>
              <a:gd name="connsiteX1" fmla="*/ 734158 w 1468316"/>
              <a:gd name="connsiteY1" fmla="*/ 320965 h 1032301"/>
              <a:gd name="connsiteX2" fmla="*/ 1468316 w 1468316"/>
              <a:gd name="connsiteY2" fmla="*/ 1 h 1032301"/>
              <a:gd name="connsiteX3" fmla="*/ 1468316 w 1468316"/>
              <a:gd name="connsiteY3" fmla="*/ 711337 h 1032301"/>
              <a:gd name="connsiteX4" fmla="*/ 734158 w 1468316"/>
              <a:gd name="connsiteY4" fmla="*/ 1032301 h 1032301"/>
              <a:gd name="connsiteX5" fmla="*/ 0 w 1468316"/>
              <a:gd name="connsiteY5" fmla="*/ 711337 h 1032301"/>
              <a:gd name="connsiteX6" fmla="*/ 1468316 w 1468316"/>
              <a:gd name="connsiteY6" fmla="*/ 0 h 1032301"/>
              <a:gd name="connsiteX7" fmla="*/ 1468316 w 1468316"/>
              <a:gd name="connsiteY7" fmla="*/ 0 h 1032301"/>
              <a:gd name="connsiteX8" fmla="*/ 1468316 w 1468316"/>
              <a:gd name="connsiteY8" fmla="*/ 1 h 1032301"/>
              <a:gd name="connsiteX9" fmla="*/ 0 w 1468316"/>
              <a:gd name="connsiteY9" fmla="*/ 0 h 1032301"/>
              <a:gd name="connsiteX10" fmla="*/ 0 w 1468316"/>
              <a:gd name="connsiteY10" fmla="*/ 0 h 1032301"/>
              <a:gd name="connsiteX11" fmla="*/ 0 w 1468316"/>
              <a:gd name="connsiteY11" fmla="*/ 1 h 1032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68316" h="1032301">
                <a:moveTo>
                  <a:pt x="0" y="1"/>
                </a:moveTo>
                <a:cubicBezTo>
                  <a:pt x="0" y="177265"/>
                  <a:pt x="328694" y="320965"/>
                  <a:pt x="734158" y="320965"/>
                </a:cubicBezTo>
                <a:cubicBezTo>
                  <a:pt x="1139622" y="320965"/>
                  <a:pt x="1468316" y="177265"/>
                  <a:pt x="1468316" y="1"/>
                </a:cubicBezTo>
                <a:lnTo>
                  <a:pt x="1468316" y="711337"/>
                </a:lnTo>
                <a:cubicBezTo>
                  <a:pt x="1468316" y="888601"/>
                  <a:pt x="1139622" y="1032301"/>
                  <a:pt x="734158" y="1032301"/>
                </a:cubicBezTo>
                <a:cubicBezTo>
                  <a:pt x="328694" y="1032301"/>
                  <a:pt x="0" y="888601"/>
                  <a:pt x="0" y="711337"/>
                </a:cubicBezTo>
                <a:close/>
                <a:moveTo>
                  <a:pt x="1468316" y="0"/>
                </a:moveTo>
                <a:lnTo>
                  <a:pt x="1468316" y="0"/>
                </a:lnTo>
                <a:lnTo>
                  <a:pt x="1468316" y="1"/>
                </a:lnTo>
                <a:close/>
                <a:moveTo>
                  <a:pt x="0" y="0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19062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圆柱体 48"/>
          <p:cNvSpPr/>
          <p:nvPr/>
        </p:nvSpPr>
        <p:spPr>
          <a:xfrm rot="5400000">
            <a:off x="5467216" y="-2753919"/>
            <a:ext cx="1295544" cy="11803131"/>
          </a:xfrm>
          <a:prstGeom prst="can">
            <a:avLst/>
          </a:prstGeom>
          <a:gradFill>
            <a:gsLst>
              <a:gs pos="21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8033" y="68850"/>
            <a:ext cx="44358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岗位竞聘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岗位认知与理解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3" name="任意多边形: 形状 32"/>
          <p:cNvSpPr/>
          <p:nvPr/>
        </p:nvSpPr>
        <p:spPr>
          <a:xfrm rot="5400000">
            <a:off x="790487" y="2408224"/>
            <a:ext cx="2011659" cy="1519814"/>
          </a:xfrm>
          <a:custGeom>
            <a:avLst/>
            <a:gdLst>
              <a:gd name="connsiteX0" fmla="*/ 0 w 1468316"/>
              <a:gd name="connsiteY0" fmla="*/ 1 h 1032301"/>
              <a:gd name="connsiteX1" fmla="*/ 734158 w 1468316"/>
              <a:gd name="connsiteY1" fmla="*/ 320965 h 1032301"/>
              <a:gd name="connsiteX2" fmla="*/ 1468316 w 1468316"/>
              <a:gd name="connsiteY2" fmla="*/ 1 h 1032301"/>
              <a:gd name="connsiteX3" fmla="*/ 1468316 w 1468316"/>
              <a:gd name="connsiteY3" fmla="*/ 711337 h 1032301"/>
              <a:gd name="connsiteX4" fmla="*/ 734158 w 1468316"/>
              <a:gd name="connsiteY4" fmla="*/ 1032301 h 1032301"/>
              <a:gd name="connsiteX5" fmla="*/ 0 w 1468316"/>
              <a:gd name="connsiteY5" fmla="*/ 711337 h 1032301"/>
              <a:gd name="connsiteX6" fmla="*/ 1468316 w 1468316"/>
              <a:gd name="connsiteY6" fmla="*/ 0 h 1032301"/>
              <a:gd name="connsiteX7" fmla="*/ 1468316 w 1468316"/>
              <a:gd name="connsiteY7" fmla="*/ 0 h 1032301"/>
              <a:gd name="connsiteX8" fmla="*/ 1468316 w 1468316"/>
              <a:gd name="connsiteY8" fmla="*/ 1 h 1032301"/>
              <a:gd name="connsiteX9" fmla="*/ 0 w 1468316"/>
              <a:gd name="connsiteY9" fmla="*/ 0 h 1032301"/>
              <a:gd name="connsiteX10" fmla="*/ 0 w 1468316"/>
              <a:gd name="connsiteY10" fmla="*/ 0 h 1032301"/>
              <a:gd name="connsiteX11" fmla="*/ 0 w 1468316"/>
              <a:gd name="connsiteY11" fmla="*/ 1 h 1032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68316" h="1032301">
                <a:moveTo>
                  <a:pt x="0" y="1"/>
                </a:moveTo>
                <a:cubicBezTo>
                  <a:pt x="0" y="177265"/>
                  <a:pt x="328694" y="320965"/>
                  <a:pt x="734158" y="320965"/>
                </a:cubicBezTo>
                <a:cubicBezTo>
                  <a:pt x="1139622" y="320965"/>
                  <a:pt x="1468316" y="177265"/>
                  <a:pt x="1468316" y="1"/>
                </a:cubicBezTo>
                <a:lnTo>
                  <a:pt x="1468316" y="711337"/>
                </a:lnTo>
                <a:cubicBezTo>
                  <a:pt x="1468316" y="888601"/>
                  <a:pt x="1139622" y="1032301"/>
                  <a:pt x="734158" y="1032301"/>
                </a:cubicBezTo>
                <a:cubicBezTo>
                  <a:pt x="328694" y="1032301"/>
                  <a:pt x="0" y="888601"/>
                  <a:pt x="0" y="711337"/>
                </a:cubicBezTo>
                <a:close/>
                <a:moveTo>
                  <a:pt x="1468316" y="0"/>
                </a:moveTo>
                <a:lnTo>
                  <a:pt x="1468316" y="0"/>
                </a:lnTo>
                <a:lnTo>
                  <a:pt x="1468316" y="1"/>
                </a:lnTo>
                <a:close/>
                <a:moveTo>
                  <a:pt x="0" y="0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gradFill flip="none" rotWithShape="1">
            <a:gsLst>
              <a:gs pos="21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954488" y="1081754"/>
            <a:ext cx="2214349" cy="389030"/>
          </a:xfrm>
          <a:prstGeom prst="rect">
            <a:avLst/>
          </a:prstGeom>
          <a:effectLst/>
        </p:spPr>
        <p:txBody>
          <a:bodyPr wrap="non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岗位核心职责梳理​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1333917" y="2499877"/>
            <a:ext cx="531837" cy="1328339"/>
          </a:xfrm>
          <a:prstGeom prst="rect">
            <a:avLst/>
          </a:prstGeom>
          <a:effectLst/>
        </p:spPr>
        <p:txBody>
          <a:bodyPr vert="eaVert" wrap="squar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职责维度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5" name="等腰三角形 74"/>
          <p:cNvSpPr/>
          <p:nvPr/>
        </p:nvSpPr>
        <p:spPr>
          <a:xfrm flipV="1">
            <a:off x="1692957" y="1598169"/>
            <a:ext cx="737410" cy="270472"/>
          </a:xfrm>
          <a:prstGeom prst="triangle">
            <a:avLst/>
          </a:prstGeom>
          <a:gradFill>
            <a:gsLst>
              <a:gs pos="21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440372" y="4978019"/>
            <a:ext cx="310287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依订单定计划，控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设备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人，保交付率≥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440372" y="6099751"/>
            <a:ext cx="310287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建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ISO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体系，控不良率≤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0.3%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，年改工艺≥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任意多边形: 形状 26"/>
          <p:cNvSpPr/>
          <p:nvPr/>
        </p:nvSpPr>
        <p:spPr>
          <a:xfrm rot="5400000">
            <a:off x="4793319" y="2408090"/>
            <a:ext cx="2011659" cy="1519814"/>
          </a:xfrm>
          <a:custGeom>
            <a:avLst/>
            <a:gdLst>
              <a:gd name="connsiteX0" fmla="*/ 0 w 1468316"/>
              <a:gd name="connsiteY0" fmla="*/ 1 h 1032301"/>
              <a:gd name="connsiteX1" fmla="*/ 734158 w 1468316"/>
              <a:gd name="connsiteY1" fmla="*/ 320965 h 1032301"/>
              <a:gd name="connsiteX2" fmla="*/ 1468316 w 1468316"/>
              <a:gd name="connsiteY2" fmla="*/ 1 h 1032301"/>
              <a:gd name="connsiteX3" fmla="*/ 1468316 w 1468316"/>
              <a:gd name="connsiteY3" fmla="*/ 711337 h 1032301"/>
              <a:gd name="connsiteX4" fmla="*/ 734158 w 1468316"/>
              <a:gd name="connsiteY4" fmla="*/ 1032301 h 1032301"/>
              <a:gd name="connsiteX5" fmla="*/ 0 w 1468316"/>
              <a:gd name="connsiteY5" fmla="*/ 711337 h 1032301"/>
              <a:gd name="connsiteX6" fmla="*/ 1468316 w 1468316"/>
              <a:gd name="connsiteY6" fmla="*/ 0 h 1032301"/>
              <a:gd name="connsiteX7" fmla="*/ 1468316 w 1468316"/>
              <a:gd name="connsiteY7" fmla="*/ 0 h 1032301"/>
              <a:gd name="connsiteX8" fmla="*/ 1468316 w 1468316"/>
              <a:gd name="connsiteY8" fmla="*/ 1 h 1032301"/>
              <a:gd name="connsiteX9" fmla="*/ 0 w 1468316"/>
              <a:gd name="connsiteY9" fmla="*/ 0 h 1032301"/>
              <a:gd name="connsiteX10" fmla="*/ 0 w 1468316"/>
              <a:gd name="connsiteY10" fmla="*/ 0 h 1032301"/>
              <a:gd name="connsiteX11" fmla="*/ 0 w 1468316"/>
              <a:gd name="connsiteY11" fmla="*/ 1 h 1032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68316" h="1032301">
                <a:moveTo>
                  <a:pt x="0" y="1"/>
                </a:moveTo>
                <a:cubicBezTo>
                  <a:pt x="0" y="177265"/>
                  <a:pt x="328694" y="320965"/>
                  <a:pt x="734158" y="320965"/>
                </a:cubicBezTo>
                <a:cubicBezTo>
                  <a:pt x="1139622" y="320965"/>
                  <a:pt x="1468316" y="177265"/>
                  <a:pt x="1468316" y="1"/>
                </a:cubicBezTo>
                <a:lnTo>
                  <a:pt x="1468316" y="711337"/>
                </a:lnTo>
                <a:cubicBezTo>
                  <a:pt x="1468316" y="888601"/>
                  <a:pt x="1139622" y="1032301"/>
                  <a:pt x="734158" y="1032301"/>
                </a:cubicBezTo>
                <a:cubicBezTo>
                  <a:pt x="328694" y="1032301"/>
                  <a:pt x="0" y="888601"/>
                  <a:pt x="0" y="711337"/>
                </a:cubicBezTo>
                <a:close/>
                <a:moveTo>
                  <a:pt x="1468316" y="0"/>
                </a:moveTo>
                <a:lnTo>
                  <a:pt x="1468316" y="0"/>
                </a:lnTo>
                <a:lnTo>
                  <a:pt x="1468316" y="1"/>
                </a:lnTo>
                <a:close/>
                <a:moveTo>
                  <a:pt x="0" y="0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gradFill flip="none" rotWithShape="1">
            <a:gsLst>
              <a:gs pos="21000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4974547" y="1081755"/>
            <a:ext cx="2214349" cy="389030"/>
          </a:xfrm>
          <a:prstGeom prst="rect">
            <a:avLst/>
          </a:prstGeom>
          <a:effectLst/>
        </p:spPr>
        <p:txBody>
          <a:bodyPr wrap="non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岗位任职要求分析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5311985" y="2499878"/>
            <a:ext cx="531837" cy="1328339"/>
          </a:xfrm>
          <a:prstGeom prst="rect">
            <a:avLst/>
          </a:prstGeom>
          <a:effectLst/>
        </p:spPr>
        <p:txBody>
          <a:bodyPr vert="eaVert" wrap="squar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要求维度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6" name="等腰三角形 75"/>
          <p:cNvSpPr/>
          <p:nvPr/>
        </p:nvSpPr>
        <p:spPr>
          <a:xfrm flipV="1">
            <a:off x="5713016" y="1598170"/>
            <a:ext cx="737410" cy="270472"/>
          </a:xfrm>
          <a:prstGeom prst="triangle">
            <a:avLst/>
          </a:prstGeom>
          <a:gradFill>
            <a:gsLst>
              <a:gs pos="21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4365840" y="4978020"/>
            <a:ext cx="335046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+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智制经验懂全工艺，会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MES/CAD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，故障响应≤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分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4478954" y="6099752"/>
            <a:ext cx="312423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本科机械优先，持安工证，带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+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促效率年升≥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6" name="任意多边形: 形状 35"/>
          <p:cNvSpPr/>
          <p:nvPr/>
        </p:nvSpPr>
        <p:spPr>
          <a:xfrm rot="5400000">
            <a:off x="8809354" y="2407957"/>
            <a:ext cx="2011906" cy="1520037"/>
          </a:xfrm>
          <a:custGeom>
            <a:avLst/>
            <a:gdLst>
              <a:gd name="connsiteX0" fmla="*/ 0 w 1468316"/>
              <a:gd name="connsiteY0" fmla="*/ 1 h 1032301"/>
              <a:gd name="connsiteX1" fmla="*/ 734158 w 1468316"/>
              <a:gd name="connsiteY1" fmla="*/ 320965 h 1032301"/>
              <a:gd name="connsiteX2" fmla="*/ 1468316 w 1468316"/>
              <a:gd name="connsiteY2" fmla="*/ 1 h 1032301"/>
              <a:gd name="connsiteX3" fmla="*/ 1468316 w 1468316"/>
              <a:gd name="connsiteY3" fmla="*/ 711337 h 1032301"/>
              <a:gd name="connsiteX4" fmla="*/ 734158 w 1468316"/>
              <a:gd name="connsiteY4" fmla="*/ 1032301 h 1032301"/>
              <a:gd name="connsiteX5" fmla="*/ 0 w 1468316"/>
              <a:gd name="connsiteY5" fmla="*/ 711337 h 1032301"/>
              <a:gd name="connsiteX6" fmla="*/ 1468316 w 1468316"/>
              <a:gd name="connsiteY6" fmla="*/ 0 h 1032301"/>
              <a:gd name="connsiteX7" fmla="*/ 1468316 w 1468316"/>
              <a:gd name="connsiteY7" fmla="*/ 0 h 1032301"/>
              <a:gd name="connsiteX8" fmla="*/ 1468316 w 1468316"/>
              <a:gd name="connsiteY8" fmla="*/ 1 h 1032301"/>
              <a:gd name="connsiteX9" fmla="*/ 0 w 1468316"/>
              <a:gd name="connsiteY9" fmla="*/ 0 h 1032301"/>
              <a:gd name="connsiteX10" fmla="*/ 0 w 1468316"/>
              <a:gd name="connsiteY10" fmla="*/ 0 h 1032301"/>
              <a:gd name="connsiteX11" fmla="*/ 0 w 1468316"/>
              <a:gd name="connsiteY11" fmla="*/ 1 h 1032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68316" h="1032301">
                <a:moveTo>
                  <a:pt x="0" y="1"/>
                </a:moveTo>
                <a:cubicBezTo>
                  <a:pt x="0" y="177265"/>
                  <a:pt x="328694" y="320965"/>
                  <a:pt x="734158" y="320965"/>
                </a:cubicBezTo>
                <a:cubicBezTo>
                  <a:pt x="1139622" y="320965"/>
                  <a:pt x="1468316" y="177265"/>
                  <a:pt x="1468316" y="1"/>
                </a:cubicBezTo>
                <a:lnTo>
                  <a:pt x="1468316" y="711337"/>
                </a:lnTo>
                <a:cubicBezTo>
                  <a:pt x="1468316" y="888601"/>
                  <a:pt x="1139622" y="1032301"/>
                  <a:pt x="734158" y="1032301"/>
                </a:cubicBezTo>
                <a:cubicBezTo>
                  <a:pt x="328694" y="1032301"/>
                  <a:pt x="0" y="888601"/>
                  <a:pt x="0" y="711337"/>
                </a:cubicBezTo>
                <a:close/>
                <a:moveTo>
                  <a:pt x="1468316" y="0"/>
                </a:moveTo>
                <a:lnTo>
                  <a:pt x="1468316" y="0"/>
                </a:lnTo>
                <a:lnTo>
                  <a:pt x="1468316" y="1"/>
                </a:lnTo>
                <a:close/>
                <a:moveTo>
                  <a:pt x="0" y="0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gradFill flip="none" rotWithShape="1">
            <a:gsLst>
              <a:gs pos="21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9065768" y="1081754"/>
            <a:ext cx="1957869" cy="389030"/>
          </a:xfrm>
          <a:prstGeom prst="rect">
            <a:avLst/>
          </a:prstGeom>
          <a:effectLst/>
        </p:spPr>
        <p:txBody>
          <a:bodyPr wrap="non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岗位价值与挑战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9325316" y="2499877"/>
            <a:ext cx="531837" cy="1328339"/>
          </a:xfrm>
          <a:prstGeom prst="rect">
            <a:avLst/>
          </a:prstGeom>
          <a:effectLst/>
        </p:spPr>
        <p:txBody>
          <a:bodyPr vert="eaVert" wrap="squar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定位维度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0" name="等腰三角形 79"/>
          <p:cNvSpPr/>
          <p:nvPr/>
        </p:nvSpPr>
        <p:spPr>
          <a:xfrm flipV="1">
            <a:off x="9675997" y="1598169"/>
            <a:ext cx="737410" cy="270472"/>
          </a:xfrm>
          <a:prstGeom prst="triangle">
            <a:avLst/>
          </a:prstGeom>
          <a:gradFill>
            <a:gsLst>
              <a:gs pos="21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8525537" y="4978019"/>
            <a:ext cx="291281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控效质本年降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8%-12%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，撑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35%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定制单助智转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8525537" y="6099751"/>
            <a:ext cx="291281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按零件波动备供方，技迭代培训增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合规压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860729" y="4526514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生产计划统筹与执行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1091562" y="5703342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质量与工艺管控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5487073" y="452651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专业能力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5371657" y="5686143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资质与经验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9427944" y="452651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岗位价值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9427944" y="5686142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面临挑战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箭头: 右 7"/>
          <p:cNvSpPr/>
          <p:nvPr/>
        </p:nvSpPr>
        <p:spPr>
          <a:xfrm>
            <a:off x="3366852" y="2949526"/>
            <a:ext cx="957871" cy="396240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42" name="箭头: 右 41"/>
          <p:cNvSpPr/>
          <p:nvPr/>
        </p:nvSpPr>
        <p:spPr>
          <a:xfrm>
            <a:off x="7237366" y="2949526"/>
            <a:ext cx="957871" cy="396240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任意多边形: 形状 33"/>
          <p:cNvSpPr/>
          <p:nvPr>
            <p:custDataLst>
              <p:tags r:id="rId1"/>
            </p:custDataLst>
          </p:nvPr>
        </p:nvSpPr>
        <p:spPr>
          <a:xfrm rot="5400000" flipH="1">
            <a:off x="4622243" y="-2599744"/>
            <a:ext cx="2947514" cy="12192000"/>
          </a:xfrm>
          <a:custGeom>
            <a:avLst/>
            <a:gdLst>
              <a:gd name="connsiteX0" fmla="*/ 2947514 w 2947514"/>
              <a:gd name="connsiteY0" fmla="*/ 0 h 12192000"/>
              <a:gd name="connsiteX1" fmla="*/ 0 w 2947514"/>
              <a:gd name="connsiteY1" fmla="*/ 0 h 12192000"/>
              <a:gd name="connsiteX2" fmla="*/ 5160 w 2947514"/>
              <a:gd name="connsiteY2" fmla="*/ 20573 h 12192000"/>
              <a:gd name="connsiteX3" fmla="*/ 550314 w 2947514"/>
              <a:gd name="connsiteY3" fmla="*/ 12168081 h 12192000"/>
              <a:gd name="connsiteX4" fmla="*/ 544809 w 2947514"/>
              <a:gd name="connsiteY4" fmla="*/ 12192000 h 12192000"/>
              <a:gd name="connsiteX5" fmla="*/ 2479669 w 2947514"/>
              <a:gd name="connsiteY5" fmla="*/ 12192000 h 12192000"/>
              <a:gd name="connsiteX6" fmla="*/ 2459595 w 2947514"/>
              <a:gd name="connsiteY6" fmla="*/ 12117256 h 12192000"/>
              <a:gd name="connsiteX7" fmla="*/ 2900217 w 2947514"/>
              <a:gd name="connsiteY7" fmla="*/ 1859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47514" h="12192000">
                <a:moveTo>
                  <a:pt x="2947514" y="0"/>
                </a:moveTo>
                <a:lnTo>
                  <a:pt x="0" y="0"/>
                </a:lnTo>
                <a:lnTo>
                  <a:pt x="5160" y="20573"/>
                </a:lnTo>
                <a:cubicBezTo>
                  <a:pt x="719394" y="2930295"/>
                  <a:pt x="1505452" y="7685121"/>
                  <a:pt x="550314" y="12168081"/>
                </a:cubicBezTo>
                <a:lnTo>
                  <a:pt x="544809" y="12192000"/>
                </a:lnTo>
                <a:lnTo>
                  <a:pt x="2479669" y="12192000"/>
                </a:lnTo>
                <a:lnTo>
                  <a:pt x="2459595" y="12117256"/>
                </a:lnTo>
                <a:cubicBezTo>
                  <a:pt x="1901318" y="9929054"/>
                  <a:pt x="1461969" y="5985819"/>
                  <a:pt x="2900217" y="185900"/>
                </a:cubicBezTo>
                <a:close/>
              </a:path>
            </a:pathLst>
          </a:custGeom>
          <a:gradFill>
            <a:gsLst>
              <a:gs pos="50000">
                <a:schemeClr val="accent1"/>
              </a:gs>
              <a:gs pos="0">
                <a:schemeClr val="accent1">
                  <a:alpha val="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0"/>
          </a:gradFill>
          <a:ln w="9514" cap="flat">
            <a:gradFill>
              <a:gsLst>
                <a:gs pos="62000">
                  <a:schemeClr val="accent1"/>
                </a:gs>
                <a:gs pos="50000">
                  <a:schemeClr val="accent1"/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6200000" scaled="1"/>
            </a:gradFill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35CA7">
                  <a:lumMod val="50000"/>
                </a:srgbClr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8033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岗位竞聘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个人竞聘优势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" name="矩形: 圆角 2"/>
          <p:cNvSpPr/>
          <p:nvPr>
            <p:custDataLst>
              <p:tags r:id="rId2"/>
            </p:custDataLst>
          </p:nvPr>
        </p:nvSpPr>
        <p:spPr>
          <a:xfrm>
            <a:off x="192089" y="1614420"/>
            <a:ext cx="2562411" cy="3369747"/>
          </a:xfrm>
          <a:prstGeom prst="roundRect">
            <a:avLst>
              <a:gd name="adj" fmla="val 6719"/>
            </a:avLst>
          </a:prstGeom>
          <a:solidFill>
            <a:schemeClr val="bg1"/>
          </a:solidFill>
          <a:ln w="6350">
            <a:solidFill>
              <a:schemeClr val="accent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" name="矩形: 圆角 3"/>
          <p:cNvSpPr/>
          <p:nvPr>
            <p:custDataLst>
              <p:tags r:id="rId3"/>
            </p:custDataLst>
          </p:nvPr>
        </p:nvSpPr>
        <p:spPr>
          <a:xfrm>
            <a:off x="192089" y="1614421"/>
            <a:ext cx="2562411" cy="1244983"/>
          </a:xfrm>
          <a:prstGeom prst="roundRect">
            <a:avLst>
              <a:gd name="adj" fmla="val 13434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600000" scaled="0"/>
            <a:tileRect/>
          </a:gra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任意多边形: 形状 4"/>
          <p:cNvSpPr/>
          <p:nvPr>
            <p:custDataLst>
              <p:tags r:id="rId4"/>
            </p:custDataLst>
          </p:nvPr>
        </p:nvSpPr>
        <p:spPr>
          <a:xfrm>
            <a:off x="368970" y="1168811"/>
            <a:ext cx="2208649" cy="3628421"/>
          </a:xfrm>
          <a:custGeom>
            <a:avLst/>
            <a:gdLst>
              <a:gd name="connsiteX0" fmla="*/ 1045406 w 2090812"/>
              <a:gd name="connsiteY0" fmla="*/ 0 h 3434835"/>
              <a:gd name="connsiteX1" fmla="*/ 1634686 w 2090812"/>
              <a:gd name="connsiteY1" fmla="*/ 589280 h 3434835"/>
              <a:gd name="connsiteX2" fmla="*/ 1950330 w 2090812"/>
              <a:gd name="connsiteY2" fmla="*/ 589280 h 3434835"/>
              <a:gd name="connsiteX3" fmla="*/ 2090812 w 2090812"/>
              <a:gd name="connsiteY3" fmla="*/ 729762 h 3434835"/>
              <a:gd name="connsiteX4" fmla="*/ 2090812 w 2090812"/>
              <a:gd name="connsiteY4" fmla="*/ 1484505 h 3434835"/>
              <a:gd name="connsiteX5" fmla="*/ 2090812 w 2090812"/>
              <a:gd name="connsiteY5" fmla="*/ 2539610 h 3434835"/>
              <a:gd name="connsiteX6" fmla="*/ 2090812 w 2090812"/>
              <a:gd name="connsiteY6" fmla="*/ 3294353 h 3434835"/>
              <a:gd name="connsiteX7" fmla="*/ 1950330 w 2090812"/>
              <a:gd name="connsiteY7" fmla="*/ 3434835 h 3434835"/>
              <a:gd name="connsiteX8" fmla="*/ 140482 w 2090812"/>
              <a:gd name="connsiteY8" fmla="*/ 3434835 h 3434835"/>
              <a:gd name="connsiteX9" fmla="*/ 0 w 2090812"/>
              <a:gd name="connsiteY9" fmla="*/ 3294353 h 3434835"/>
              <a:gd name="connsiteX10" fmla="*/ 0 w 2090812"/>
              <a:gd name="connsiteY10" fmla="*/ 2539610 h 3434835"/>
              <a:gd name="connsiteX11" fmla="*/ 0 w 2090812"/>
              <a:gd name="connsiteY11" fmla="*/ 1484505 h 3434835"/>
              <a:gd name="connsiteX12" fmla="*/ 0 w 2090812"/>
              <a:gd name="connsiteY12" fmla="*/ 729762 h 3434835"/>
              <a:gd name="connsiteX13" fmla="*/ 140482 w 2090812"/>
              <a:gd name="connsiteY13" fmla="*/ 589280 h 3434835"/>
              <a:gd name="connsiteX14" fmla="*/ 456126 w 2090812"/>
              <a:gd name="connsiteY14" fmla="*/ 589280 h 3434835"/>
              <a:gd name="connsiteX15" fmla="*/ 1045406 w 2090812"/>
              <a:gd name="connsiteY15" fmla="*/ 0 h 3434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90812" h="3434835">
                <a:moveTo>
                  <a:pt x="1045406" y="0"/>
                </a:moveTo>
                <a:cubicBezTo>
                  <a:pt x="1370856" y="0"/>
                  <a:pt x="1634686" y="263830"/>
                  <a:pt x="1634686" y="589280"/>
                </a:cubicBezTo>
                <a:lnTo>
                  <a:pt x="1950330" y="589280"/>
                </a:lnTo>
                <a:cubicBezTo>
                  <a:pt x="2027916" y="589280"/>
                  <a:pt x="2090812" y="652176"/>
                  <a:pt x="2090812" y="729762"/>
                </a:cubicBezTo>
                <a:lnTo>
                  <a:pt x="2090812" y="1484505"/>
                </a:lnTo>
                <a:lnTo>
                  <a:pt x="2090812" y="2539610"/>
                </a:lnTo>
                <a:lnTo>
                  <a:pt x="2090812" y="3294353"/>
                </a:lnTo>
                <a:cubicBezTo>
                  <a:pt x="2090812" y="3371939"/>
                  <a:pt x="2027916" y="3434835"/>
                  <a:pt x="1950330" y="3434835"/>
                </a:cubicBezTo>
                <a:lnTo>
                  <a:pt x="140482" y="3434835"/>
                </a:lnTo>
                <a:cubicBezTo>
                  <a:pt x="62896" y="3434835"/>
                  <a:pt x="0" y="3371939"/>
                  <a:pt x="0" y="3294353"/>
                </a:cubicBezTo>
                <a:lnTo>
                  <a:pt x="0" y="2539610"/>
                </a:lnTo>
                <a:lnTo>
                  <a:pt x="0" y="1484505"/>
                </a:lnTo>
                <a:lnTo>
                  <a:pt x="0" y="729762"/>
                </a:lnTo>
                <a:cubicBezTo>
                  <a:pt x="0" y="652176"/>
                  <a:pt x="62896" y="589280"/>
                  <a:pt x="140482" y="589280"/>
                </a:cubicBezTo>
                <a:lnTo>
                  <a:pt x="456126" y="589280"/>
                </a:lnTo>
                <a:cubicBezTo>
                  <a:pt x="456126" y="263830"/>
                  <a:pt x="719956" y="0"/>
                  <a:pt x="1045406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accent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椭圆 5"/>
          <p:cNvSpPr/>
          <p:nvPr>
            <p:custDataLst>
              <p:tags r:id="rId5"/>
            </p:custDataLst>
          </p:nvPr>
        </p:nvSpPr>
        <p:spPr>
          <a:xfrm>
            <a:off x="1077529" y="1395537"/>
            <a:ext cx="791530" cy="791530"/>
          </a:xfrm>
          <a:prstGeom prst="ellipse">
            <a:avLst/>
          </a:prstGeom>
          <a:gradFill>
            <a:gsLst>
              <a:gs pos="24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600000" scaled="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" name="矩形: 圆角 7"/>
          <p:cNvSpPr/>
          <p:nvPr>
            <p:custDataLst>
              <p:tags r:id="rId6"/>
            </p:custDataLst>
          </p:nvPr>
        </p:nvSpPr>
        <p:spPr>
          <a:xfrm>
            <a:off x="3243107" y="1614420"/>
            <a:ext cx="2562411" cy="3369747"/>
          </a:xfrm>
          <a:prstGeom prst="roundRect">
            <a:avLst>
              <a:gd name="adj" fmla="val 6719"/>
            </a:avLst>
          </a:prstGeom>
          <a:solidFill>
            <a:schemeClr val="bg1"/>
          </a:solidFill>
          <a:ln w="6350">
            <a:solidFill>
              <a:schemeClr val="accent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" name="矩形: 圆角 9"/>
          <p:cNvSpPr/>
          <p:nvPr>
            <p:custDataLst>
              <p:tags r:id="rId7"/>
            </p:custDataLst>
          </p:nvPr>
        </p:nvSpPr>
        <p:spPr>
          <a:xfrm>
            <a:off x="3243107" y="1614421"/>
            <a:ext cx="2562411" cy="1244983"/>
          </a:xfrm>
          <a:prstGeom prst="roundRect">
            <a:avLst>
              <a:gd name="adj" fmla="val 13434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600000" scaled="0"/>
            <a:tileRect/>
          </a:gra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" name="任意多边形: 形状 10"/>
          <p:cNvSpPr/>
          <p:nvPr>
            <p:custDataLst>
              <p:tags r:id="rId8"/>
            </p:custDataLst>
          </p:nvPr>
        </p:nvSpPr>
        <p:spPr>
          <a:xfrm>
            <a:off x="3419988" y="1168811"/>
            <a:ext cx="2208649" cy="3628421"/>
          </a:xfrm>
          <a:custGeom>
            <a:avLst/>
            <a:gdLst>
              <a:gd name="connsiteX0" fmla="*/ 1045406 w 2090812"/>
              <a:gd name="connsiteY0" fmla="*/ 0 h 3434835"/>
              <a:gd name="connsiteX1" fmla="*/ 1634686 w 2090812"/>
              <a:gd name="connsiteY1" fmla="*/ 589280 h 3434835"/>
              <a:gd name="connsiteX2" fmla="*/ 1950330 w 2090812"/>
              <a:gd name="connsiteY2" fmla="*/ 589280 h 3434835"/>
              <a:gd name="connsiteX3" fmla="*/ 2090812 w 2090812"/>
              <a:gd name="connsiteY3" fmla="*/ 729762 h 3434835"/>
              <a:gd name="connsiteX4" fmla="*/ 2090812 w 2090812"/>
              <a:gd name="connsiteY4" fmla="*/ 1484505 h 3434835"/>
              <a:gd name="connsiteX5" fmla="*/ 2090812 w 2090812"/>
              <a:gd name="connsiteY5" fmla="*/ 2539610 h 3434835"/>
              <a:gd name="connsiteX6" fmla="*/ 2090812 w 2090812"/>
              <a:gd name="connsiteY6" fmla="*/ 3294353 h 3434835"/>
              <a:gd name="connsiteX7" fmla="*/ 1950330 w 2090812"/>
              <a:gd name="connsiteY7" fmla="*/ 3434835 h 3434835"/>
              <a:gd name="connsiteX8" fmla="*/ 140482 w 2090812"/>
              <a:gd name="connsiteY8" fmla="*/ 3434835 h 3434835"/>
              <a:gd name="connsiteX9" fmla="*/ 0 w 2090812"/>
              <a:gd name="connsiteY9" fmla="*/ 3294353 h 3434835"/>
              <a:gd name="connsiteX10" fmla="*/ 0 w 2090812"/>
              <a:gd name="connsiteY10" fmla="*/ 2539610 h 3434835"/>
              <a:gd name="connsiteX11" fmla="*/ 0 w 2090812"/>
              <a:gd name="connsiteY11" fmla="*/ 1484505 h 3434835"/>
              <a:gd name="connsiteX12" fmla="*/ 0 w 2090812"/>
              <a:gd name="connsiteY12" fmla="*/ 729762 h 3434835"/>
              <a:gd name="connsiteX13" fmla="*/ 140482 w 2090812"/>
              <a:gd name="connsiteY13" fmla="*/ 589280 h 3434835"/>
              <a:gd name="connsiteX14" fmla="*/ 456126 w 2090812"/>
              <a:gd name="connsiteY14" fmla="*/ 589280 h 3434835"/>
              <a:gd name="connsiteX15" fmla="*/ 1045406 w 2090812"/>
              <a:gd name="connsiteY15" fmla="*/ 0 h 3434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90812" h="3434835">
                <a:moveTo>
                  <a:pt x="1045406" y="0"/>
                </a:moveTo>
                <a:cubicBezTo>
                  <a:pt x="1370856" y="0"/>
                  <a:pt x="1634686" y="263830"/>
                  <a:pt x="1634686" y="589280"/>
                </a:cubicBezTo>
                <a:lnTo>
                  <a:pt x="1950330" y="589280"/>
                </a:lnTo>
                <a:cubicBezTo>
                  <a:pt x="2027916" y="589280"/>
                  <a:pt x="2090812" y="652176"/>
                  <a:pt x="2090812" y="729762"/>
                </a:cubicBezTo>
                <a:lnTo>
                  <a:pt x="2090812" y="1484505"/>
                </a:lnTo>
                <a:lnTo>
                  <a:pt x="2090812" y="2539610"/>
                </a:lnTo>
                <a:lnTo>
                  <a:pt x="2090812" y="3294353"/>
                </a:lnTo>
                <a:cubicBezTo>
                  <a:pt x="2090812" y="3371939"/>
                  <a:pt x="2027916" y="3434835"/>
                  <a:pt x="1950330" y="3434835"/>
                </a:cubicBezTo>
                <a:lnTo>
                  <a:pt x="140482" y="3434835"/>
                </a:lnTo>
                <a:cubicBezTo>
                  <a:pt x="62896" y="3434835"/>
                  <a:pt x="0" y="3371939"/>
                  <a:pt x="0" y="3294353"/>
                </a:cubicBezTo>
                <a:lnTo>
                  <a:pt x="0" y="2539610"/>
                </a:lnTo>
                <a:lnTo>
                  <a:pt x="0" y="1484505"/>
                </a:lnTo>
                <a:lnTo>
                  <a:pt x="0" y="729762"/>
                </a:lnTo>
                <a:cubicBezTo>
                  <a:pt x="0" y="652176"/>
                  <a:pt x="62896" y="589280"/>
                  <a:pt x="140482" y="589280"/>
                </a:cubicBezTo>
                <a:lnTo>
                  <a:pt x="456126" y="589280"/>
                </a:lnTo>
                <a:cubicBezTo>
                  <a:pt x="456126" y="263830"/>
                  <a:pt x="719956" y="0"/>
                  <a:pt x="1045406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accent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" name="椭圆 11"/>
          <p:cNvSpPr/>
          <p:nvPr>
            <p:custDataLst>
              <p:tags r:id="rId9"/>
            </p:custDataLst>
          </p:nvPr>
        </p:nvSpPr>
        <p:spPr>
          <a:xfrm>
            <a:off x="4128547" y="1395537"/>
            <a:ext cx="791530" cy="791530"/>
          </a:xfrm>
          <a:prstGeom prst="ellipse">
            <a:avLst/>
          </a:prstGeom>
          <a:gradFill>
            <a:gsLst>
              <a:gs pos="24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600000" scaled="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矩形: 圆角 13"/>
          <p:cNvSpPr/>
          <p:nvPr>
            <p:custDataLst>
              <p:tags r:id="rId10"/>
            </p:custDataLst>
          </p:nvPr>
        </p:nvSpPr>
        <p:spPr>
          <a:xfrm>
            <a:off x="6294126" y="1614420"/>
            <a:ext cx="2562411" cy="3369747"/>
          </a:xfrm>
          <a:prstGeom prst="roundRect">
            <a:avLst>
              <a:gd name="adj" fmla="val 6719"/>
            </a:avLst>
          </a:prstGeom>
          <a:solidFill>
            <a:schemeClr val="bg1"/>
          </a:solidFill>
          <a:ln w="6350">
            <a:solidFill>
              <a:schemeClr val="accent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矩形: 圆角 16"/>
          <p:cNvSpPr/>
          <p:nvPr>
            <p:custDataLst>
              <p:tags r:id="rId11"/>
            </p:custDataLst>
          </p:nvPr>
        </p:nvSpPr>
        <p:spPr>
          <a:xfrm>
            <a:off x="6294126" y="1614421"/>
            <a:ext cx="2562411" cy="1244983"/>
          </a:xfrm>
          <a:prstGeom prst="roundRect">
            <a:avLst>
              <a:gd name="adj" fmla="val 13434"/>
            </a:avLst>
          </a:prstGeom>
          <a:gradFill flip="none" rotWithShape="1">
            <a:gsLst>
              <a:gs pos="27000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3600000" scaled="0"/>
            <a:tileRect/>
          </a:gra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任意多边形: 形状 17"/>
          <p:cNvSpPr/>
          <p:nvPr>
            <p:custDataLst>
              <p:tags r:id="rId12"/>
            </p:custDataLst>
          </p:nvPr>
        </p:nvSpPr>
        <p:spPr>
          <a:xfrm>
            <a:off x="6471007" y="1168811"/>
            <a:ext cx="2208649" cy="3628421"/>
          </a:xfrm>
          <a:custGeom>
            <a:avLst/>
            <a:gdLst>
              <a:gd name="connsiteX0" fmla="*/ 1045406 w 2090812"/>
              <a:gd name="connsiteY0" fmla="*/ 0 h 3434835"/>
              <a:gd name="connsiteX1" fmla="*/ 1634686 w 2090812"/>
              <a:gd name="connsiteY1" fmla="*/ 589280 h 3434835"/>
              <a:gd name="connsiteX2" fmla="*/ 1950330 w 2090812"/>
              <a:gd name="connsiteY2" fmla="*/ 589280 h 3434835"/>
              <a:gd name="connsiteX3" fmla="*/ 2090812 w 2090812"/>
              <a:gd name="connsiteY3" fmla="*/ 729762 h 3434835"/>
              <a:gd name="connsiteX4" fmla="*/ 2090812 w 2090812"/>
              <a:gd name="connsiteY4" fmla="*/ 1484505 h 3434835"/>
              <a:gd name="connsiteX5" fmla="*/ 2090812 w 2090812"/>
              <a:gd name="connsiteY5" fmla="*/ 2539610 h 3434835"/>
              <a:gd name="connsiteX6" fmla="*/ 2090812 w 2090812"/>
              <a:gd name="connsiteY6" fmla="*/ 3294353 h 3434835"/>
              <a:gd name="connsiteX7" fmla="*/ 1950330 w 2090812"/>
              <a:gd name="connsiteY7" fmla="*/ 3434835 h 3434835"/>
              <a:gd name="connsiteX8" fmla="*/ 140482 w 2090812"/>
              <a:gd name="connsiteY8" fmla="*/ 3434835 h 3434835"/>
              <a:gd name="connsiteX9" fmla="*/ 0 w 2090812"/>
              <a:gd name="connsiteY9" fmla="*/ 3294353 h 3434835"/>
              <a:gd name="connsiteX10" fmla="*/ 0 w 2090812"/>
              <a:gd name="connsiteY10" fmla="*/ 2539610 h 3434835"/>
              <a:gd name="connsiteX11" fmla="*/ 0 w 2090812"/>
              <a:gd name="connsiteY11" fmla="*/ 1484505 h 3434835"/>
              <a:gd name="connsiteX12" fmla="*/ 0 w 2090812"/>
              <a:gd name="connsiteY12" fmla="*/ 729762 h 3434835"/>
              <a:gd name="connsiteX13" fmla="*/ 140482 w 2090812"/>
              <a:gd name="connsiteY13" fmla="*/ 589280 h 3434835"/>
              <a:gd name="connsiteX14" fmla="*/ 456126 w 2090812"/>
              <a:gd name="connsiteY14" fmla="*/ 589280 h 3434835"/>
              <a:gd name="connsiteX15" fmla="*/ 1045406 w 2090812"/>
              <a:gd name="connsiteY15" fmla="*/ 0 h 3434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90812" h="3434835">
                <a:moveTo>
                  <a:pt x="1045406" y="0"/>
                </a:moveTo>
                <a:cubicBezTo>
                  <a:pt x="1370856" y="0"/>
                  <a:pt x="1634686" y="263830"/>
                  <a:pt x="1634686" y="589280"/>
                </a:cubicBezTo>
                <a:lnTo>
                  <a:pt x="1950330" y="589280"/>
                </a:lnTo>
                <a:cubicBezTo>
                  <a:pt x="2027916" y="589280"/>
                  <a:pt x="2090812" y="652176"/>
                  <a:pt x="2090812" y="729762"/>
                </a:cubicBezTo>
                <a:lnTo>
                  <a:pt x="2090812" y="1484505"/>
                </a:lnTo>
                <a:lnTo>
                  <a:pt x="2090812" y="2539610"/>
                </a:lnTo>
                <a:lnTo>
                  <a:pt x="2090812" y="3294353"/>
                </a:lnTo>
                <a:cubicBezTo>
                  <a:pt x="2090812" y="3371939"/>
                  <a:pt x="2027916" y="3434835"/>
                  <a:pt x="1950330" y="3434835"/>
                </a:cubicBezTo>
                <a:lnTo>
                  <a:pt x="140482" y="3434835"/>
                </a:lnTo>
                <a:cubicBezTo>
                  <a:pt x="62896" y="3434835"/>
                  <a:pt x="0" y="3371939"/>
                  <a:pt x="0" y="3294353"/>
                </a:cubicBezTo>
                <a:lnTo>
                  <a:pt x="0" y="2539610"/>
                </a:lnTo>
                <a:lnTo>
                  <a:pt x="0" y="1484505"/>
                </a:lnTo>
                <a:lnTo>
                  <a:pt x="0" y="729762"/>
                </a:lnTo>
                <a:cubicBezTo>
                  <a:pt x="0" y="652176"/>
                  <a:pt x="62896" y="589280"/>
                  <a:pt x="140482" y="589280"/>
                </a:cubicBezTo>
                <a:lnTo>
                  <a:pt x="456126" y="589280"/>
                </a:lnTo>
                <a:cubicBezTo>
                  <a:pt x="456126" y="263830"/>
                  <a:pt x="719956" y="0"/>
                  <a:pt x="1045406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accent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9" name="椭圆 18"/>
          <p:cNvSpPr/>
          <p:nvPr>
            <p:custDataLst>
              <p:tags r:id="rId13"/>
            </p:custDataLst>
          </p:nvPr>
        </p:nvSpPr>
        <p:spPr>
          <a:xfrm>
            <a:off x="7179566" y="1395537"/>
            <a:ext cx="791530" cy="791530"/>
          </a:xfrm>
          <a:prstGeom prst="ellipse">
            <a:avLst/>
          </a:prstGeom>
          <a:gradFill flip="none" rotWithShape="1">
            <a:gsLst>
              <a:gs pos="27000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3600000" scaled="0"/>
            <a:tileRect/>
          </a:gra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矩形: 圆角 20"/>
          <p:cNvSpPr/>
          <p:nvPr>
            <p:custDataLst>
              <p:tags r:id="rId14"/>
            </p:custDataLst>
          </p:nvPr>
        </p:nvSpPr>
        <p:spPr>
          <a:xfrm>
            <a:off x="9345144" y="1614420"/>
            <a:ext cx="2562411" cy="3369747"/>
          </a:xfrm>
          <a:prstGeom prst="roundRect">
            <a:avLst>
              <a:gd name="adj" fmla="val 6719"/>
            </a:avLst>
          </a:prstGeom>
          <a:solidFill>
            <a:schemeClr val="bg1"/>
          </a:solidFill>
          <a:ln w="6350">
            <a:solidFill>
              <a:schemeClr val="accent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2" name="矩形: 圆角 21"/>
          <p:cNvSpPr/>
          <p:nvPr>
            <p:custDataLst>
              <p:tags r:id="rId15"/>
            </p:custDataLst>
          </p:nvPr>
        </p:nvSpPr>
        <p:spPr>
          <a:xfrm>
            <a:off x="9345144" y="1614421"/>
            <a:ext cx="2562411" cy="1244983"/>
          </a:xfrm>
          <a:prstGeom prst="roundRect">
            <a:avLst>
              <a:gd name="adj" fmla="val 13434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600000" scaled="0"/>
            <a:tileRect/>
          </a:gra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任意多边形: 形状 22"/>
          <p:cNvSpPr/>
          <p:nvPr>
            <p:custDataLst>
              <p:tags r:id="rId16"/>
            </p:custDataLst>
          </p:nvPr>
        </p:nvSpPr>
        <p:spPr>
          <a:xfrm>
            <a:off x="9522025" y="1168811"/>
            <a:ext cx="2208649" cy="3628421"/>
          </a:xfrm>
          <a:custGeom>
            <a:avLst/>
            <a:gdLst>
              <a:gd name="connsiteX0" fmla="*/ 1045406 w 2090812"/>
              <a:gd name="connsiteY0" fmla="*/ 0 h 3434835"/>
              <a:gd name="connsiteX1" fmla="*/ 1634686 w 2090812"/>
              <a:gd name="connsiteY1" fmla="*/ 589280 h 3434835"/>
              <a:gd name="connsiteX2" fmla="*/ 1950330 w 2090812"/>
              <a:gd name="connsiteY2" fmla="*/ 589280 h 3434835"/>
              <a:gd name="connsiteX3" fmla="*/ 2090812 w 2090812"/>
              <a:gd name="connsiteY3" fmla="*/ 729762 h 3434835"/>
              <a:gd name="connsiteX4" fmla="*/ 2090812 w 2090812"/>
              <a:gd name="connsiteY4" fmla="*/ 1484505 h 3434835"/>
              <a:gd name="connsiteX5" fmla="*/ 2090812 w 2090812"/>
              <a:gd name="connsiteY5" fmla="*/ 2539610 h 3434835"/>
              <a:gd name="connsiteX6" fmla="*/ 2090812 w 2090812"/>
              <a:gd name="connsiteY6" fmla="*/ 3294353 h 3434835"/>
              <a:gd name="connsiteX7" fmla="*/ 1950330 w 2090812"/>
              <a:gd name="connsiteY7" fmla="*/ 3434835 h 3434835"/>
              <a:gd name="connsiteX8" fmla="*/ 140482 w 2090812"/>
              <a:gd name="connsiteY8" fmla="*/ 3434835 h 3434835"/>
              <a:gd name="connsiteX9" fmla="*/ 0 w 2090812"/>
              <a:gd name="connsiteY9" fmla="*/ 3294353 h 3434835"/>
              <a:gd name="connsiteX10" fmla="*/ 0 w 2090812"/>
              <a:gd name="connsiteY10" fmla="*/ 2539610 h 3434835"/>
              <a:gd name="connsiteX11" fmla="*/ 0 w 2090812"/>
              <a:gd name="connsiteY11" fmla="*/ 1484505 h 3434835"/>
              <a:gd name="connsiteX12" fmla="*/ 0 w 2090812"/>
              <a:gd name="connsiteY12" fmla="*/ 729762 h 3434835"/>
              <a:gd name="connsiteX13" fmla="*/ 140482 w 2090812"/>
              <a:gd name="connsiteY13" fmla="*/ 589280 h 3434835"/>
              <a:gd name="connsiteX14" fmla="*/ 456126 w 2090812"/>
              <a:gd name="connsiteY14" fmla="*/ 589280 h 3434835"/>
              <a:gd name="connsiteX15" fmla="*/ 1045406 w 2090812"/>
              <a:gd name="connsiteY15" fmla="*/ 0 h 3434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90812" h="3434835">
                <a:moveTo>
                  <a:pt x="1045406" y="0"/>
                </a:moveTo>
                <a:cubicBezTo>
                  <a:pt x="1370856" y="0"/>
                  <a:pt x="1634686" y="263830"/>
                  <a:pt x="1634686" y="589280"/>
                </a:cubicBezTo>
                <a:lnTo>
                  <a:pt x="1950330" y="589280"/>
                </a:lnTo>
                <a:cubicBezTo>
                  <a:pt x="2027916" y="589280"/>
                  <a:pt x="2090812" y="652176"/>
                  <a:pt x="2090812" y="729762"/>
                </a:cubicBezTo>
                <a:lnTo>
                  <a:pt x="2090812" y="1484505"/>
                </a:lnTo>
                <a:lnTo>
                  <a:pt x="2090812" y="2539610"/>
                </a:lnTo>
                <a:lnTo>
                  <a:pt x="2090812" y="3294353"/>
                </a:lnTo>
                <a:cubicBezTo>
                  <a:pt x="2090812" y="3371939"/>
                  <a:pt x="2027916" y="3434835"/>
                  <a:pt x="1950330" y="3434835"/>
                </a:cubicBezTo>
                <a:lnTo>
                  <a:pt x="140482" y="3434835"/>
                </a:lnTo>
                <a:cubicBezTo>
                  <a:pt x="62896" y="3434835"/>
                  <a:pt x="0" y="3371939"/>
                  <a:pt x="0" y="3294353"/>
                </a:cubicBezTo>
                <a:lnTo>
                  <a:pt x="0" y="2539610"/>
                </a:lnTo>
                <a:lnTo>
                  <a:pt x="0" y="1484505"/>
                </a:lnTo>
                <a:lnTo>
                  <a:pt x="0" y="729762"/>
                </a:lnTo>
                <a:cubicBezTo>
                  <a:pt x="0" y="652176"/>
                  <a:pt x="62896" y="589280"/>
                  <a:pt x="140482" y="589280"/>
                </a:cubicBezTo>
                <a:lnTo>
                  <a:pt x="456126" y="589280"/>
                </a:lnTo>
                <a:cubicBezTo>
                  <a:pt x="456126" y="263830"/>
                  <a:pt x="719956" y="0"/>
                  <a:pt x="1045406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accent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4" name="椭圆 23"/>
          <p:cNvSpPr/>
          <p:nvPr>
            <p:custDataLst>
              <p:tags r:id="rId17"/>
            </p:custDataLst>
          </p:nvPr>
        </p:nvSpPr>
        <p:spPr>
          <a:xfrm>
            <a:off x="10230584" y="1395537"/>
            <a:ext cx="791530" cy="791530"/>
          </a:xfrm>
          <a:prstGeom prst="ellipse">
            <a:avLst/>
          </a:prstGeom>
          <a:gradFill>
            <a:gsLst>
              <a:gs pos="24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600000" scaled="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2" name="梯形 31"/>
          <p:cNvSpPr/>
          <p:nvPr>
            <p:custDataLst>
              <p:tags r:id="rId18"/>
            </p:custDataLst>
          </p:nvPr>
        </p:nvSpPr>
        <p:spPr>
          <a:xfrm rot="10800000">
            <a:off x="9476787" y="5023956"/>
            <a:ext cx="2299124" cy="675947"/>
          </a:xfrm>
          <a:prstGeom prst="trapezoid">
            <a:avLst>
              <a:gd name="adj" fmla="val 96263"/>
            </a:avLst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88000">
                <a:schemeClr val="accent1">
                  <a:lumMod val="20000"/>
                  <a:lumOff val="80000"/>
                </a:schemeClr>
              </a:gs>
            </a:gsLst>
            <a:lin ang="5400000" scaled="1"/>
            <a:tileRect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7" name="矩形: 圆角 36"/>
          <p:cNvSpPr/>
          <p:nvPr>
            <p:custDataLst>
              <p:tags r:id="rId19"/>
            </p:custDataLst>
          </p:nvPr>
        </p:nvSpPr>
        <p:spPr>
          <a:xfrm>
            <a:off x="485458" y="5680593"/>
            <a:ext cx="1975672" cy="739083"/>
          </a:xfrm>
          <a:prstGeom prst="roundRect">
            <a:avLst>
              <a:gd name="adj" fmla="val 7235"/>
            </a:avLst>
          </a:prstGeom>
          <a:gradFill flip="none" rotWithShape="1">
            <a:gsLst>
              <a:gs pos="17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600000" scaled="0"/>
            <a:tileRect/>
          </a:gra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8" name="文本框 37"/>
          <p:cNvSpPr txBox="1"/>
          <p:nvPr>
            <p:custDataLst>
              <p:tags r:id="rId20"/>
            </p:custDataLst>
          </p:nvPr>
        </p:nvSpPr>
        <p:spPr>
          <a:xfrm>
            <a:off x="1021889" y="5788524"/>
            <a:ext cx="902811" cy="523220"/>
          </a:xfrm>
          <a:prstGeom prst="rect">
            <a:avLst/>
          </a:prstGeom>
        </p:spPr>
        <p:txBody>
          <a:bodyPr vert="horz" wrap="none">
            <a:spAutoFit/>
          </a:bodyPr>
          <a:lstStyle>
            <a:defPPr>
              <a:defRPr lang="zh-CN"/>
            </a:defPPr>
            <a:lvl1pPr algn="ctr">
              <a:defRPr sz="48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  <a:sym typeface="+mn-lt"/>
              </a:rPr>
              <a:t>经验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lt"/>
            </a:endParaRPr>
          </a:p>
        </p:txBody>
      </p:sp>
      <p:sp>
        <p:nvSpPr>
          <p:cNvPr id="49" name="矩形: 圆角 48"/>
          <p:cNvSpPr/>
          <p:nvPr>
            <p:custDataLst>
              <p:tags r:id="rId21"/>
            </p:custDataLst>
          </p:nvPr>
        </p:nvSpPr>
        <p:spPr>
          <a:xfrm>
            <a:off x="3536476" y="5680593"/>
            <a:ext cx="1975672" cy="739083"/>
          </a:xfrm>
          <a:prstGeom prst="roundRect">
            <a:avLst>
              <a:gd name="adj" fmla="val 7235"/>
            </a:avLst>
          </a:prstGeom>
          <a:gradFill flip="none" rotWithShape="1">
            <a:gsLst>
              <a:gs pos="17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600000" scaled="0"/>
            <a:tileRect/>
          </a:gra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文本框 49"/>
          <p:cNvSpPr txBox="1"/>
          <p:nvPr>
            <p:custDataLst>
              <p:tags r:id="rId22"/>
            </p:custDataLst>
          </p:nvPr>
        </p:nvSpPr>
        <p:spPr>
          <a:xfrm>
            <a:off x="4072907" y="5788524"/>
            <a:ext cx="902811" cy="523220"/>
          </a:xfrm>
          <a:prstGeom prst="rect">
            <a:avLst/>
          </a:prstGeom>
        </p:spPr>
        <p:txBody>
          <a:bodyPr vert="horz" wrap="none">
            <a:spAutoFit/>
          </a:bodyPr>
          <a:lstStyle>
            <a:defPPr>
              <a:defRPr lang="zh-CN"/>
            </a:defPPr>
            <a:lvl1pPr algn="ctr">
              <a:defRPr sz="48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  <a:sym typeface="+mn-lt"/>
              </a:rPr>
              <a:t>技能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lt"/>
            </a:endParaRPr>
          </a:p>
        </p:txBody>
      </p:sp>
      <p:sp>
        <p:nvSpPr>
          <p:cNvPr id="54" name="矩形: 圆角 53"/>
          <p:cNvSpPr/>
          <p:nvPr>
            <p:custDataLst>
              <p:tags r:id="rId23"/>
            </p:custDataLst>
          </p:nvPr>
        </p:nvSpPr>
        <p:spPr>
          <a:xfrm>
            <a:off x="6587495" y="5680593"/>
            <a:ext cx="1975672" cy="739083"/>
          </a:xfrm>
          <a:prstGeom prst="roundRect">
            <a:avLst>
              <a:gd name="adj" fmla="val 7235"/>
            </a:avLst>
          </a:prstGeom>
          <a:gradFill flip="none" rotWithShape="1">
            <a:gsLst>
              <a:gs pos="27000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3600000" scaled="0"/>
            <a:tileRect/>
          </a:gra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文本框 54"/>
          <p:cNvSpPr txBox="1"/>
          <p:nvPr>
            <p:custDataLst>
              <p:tags r:id="rId24"/>
            </p:custDataLst>
          </p:nvPr>
        </p:nvSpPr>
        <p:spPr>
          <a:xfrm>
            <a:off x="7123926" y="5788524"/>
            <a:ext cx="902811" cy="523220"/>
          </a:xfrm>
          <a:prstGeom prst="rect">
            <a:avLst/>
          </a:prstGeom>
        </p:spPr>
        <p:txBody>
          <a:bodyPr vert="horz" wrap="none">
            <a:spAutoFit/>
          </a:bodyPr>
          <a:lstStyle>
            <a:defPPr>
              <a:defRPr lang="zh-CN"/>
            </a:defPPr>
            <a:lvl1pPr algn="ctr">
              <a:defRPr sz="48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  <a:sym typeface="+mn-lt"/>
              </a:rPr>
              <a:t>成果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lt"/>
            </a:endParaRPr>
          </a:p>
        </p:txBody>
      </p:sp>
      <p:sp>
        <p:nvSpPr>
          <p:cNvPr id="57" name="矩形: 圆角 56"/>
          <p:cNvSpPr/>
          <p:nvPr>
            <p:custDataLst>
              <p:tags r:id="rId25"/>
            </p:custDataLst>
          </p:nvPr>
        </p:nvSpPr>
        <p:spPr>
          <a:xfrm>
            <a:off x="9638513" y="5680593"/>
            <a:ext cx="1975672" cy="739083"/>
          </a:xfrm>
          <a:prstGeom prst="roundRect">
            <a:avLst>
              <a:gd name="adj" fmla="val 7235"/>
            </a:avLst>
          </a:prstGeom>
          <a:gradFill flip="none" rotWithShape="1">
            <a:gsLst>
              <a:gs pos="17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600000" scaled="0"/>
            <a:tileRect/>
          </a:gra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8" name="文本框 57"/>
          <p:cNvSpPr txBox="1"/>
          <p:nvPr>
            <p:custDataLst>
              <p:tags r:id="rId26"/>
            </p:custDataLst>
          </p:nvPr>
        </p:nvSpPr>
        <p:spPr>
          <a:xfrm>
            <a:off x="10174944" y="5788524"/>
            <a:ext cx="902811" cy="523220"/>
          </a:xfrm>
          <a:prstGeom prst="rect">
            <a:avLst/>
          </a:prstGeom>
        </p:spPr>
        <p:txBody>
          <a:bodyPr vert="horz" wrap="none">
            <a:spAutoFit/>
          </a:bodyPr>
          <a:lstStyle>
            <a:defPPr>
              <a:defRPr lang="zh-CN"/>
            </a:defPPr>
            <a:lvl1pPr algn="ctr">
              <a:defRPr sz="48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  <a:sym typeface="+mn-lt"/>
              </a:rPr>
              <a:t>协同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lt"/>
            </a:endParaRPr>
          </a:p>
        </p:txBody>
      </p:sp>
      <p:sp>
        <p:nvSpPr>
          <p:cNvPr id="59" name="梯形 58"/>
          <p:cNvSpPr/>
          <p:nvPr>
            <p:custDataLst>
              <p:tags r:id="rId27"/>
            </p:custDataLst>
          </p:nvPr>
        </p:nvSpPr>
        <p:spPr>
          <a:xfrm rot="10800000">
            <a:off x="6425769" y="5023956"/>
            <a:ext cx="2299124" cy="675947"/>
          </a:xfrm>
          <a:prstGeom prst="trapezoid">
            <a:avLst>
              <a:gd name="adj" fmla="val 90812"/>
            </a:avLst>
          </a:prstGeom>
          <a:gradFill flip="none" rotWithShape="1">
            <a:gsLst>
              <a:gs pos="0">
                <a:schemeClr val="accent2">
                  <a:lumMod val="20000"/>
                  <a:lumOff val="80000"/>
                  <a:alpha val="0"/>
                </a:schemeClr>
              </a:gs>
              <a:gs pos="88000">
                <a:schemeClr val="accent2">
                  <a:lumMod val="20000"/>
                  <a:lumOff val="80000"/>
                </a:schemeClr>
              </a:gs>
            </a:gsLst>
            <a:lin ang="5400000" scaled="1"/>
            <a:tileRect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梯形 59"/>
          <p:cNvSpPr/>
          <p:nvPr>
            <p:custDataLst>
              <p:tags r:id="rId28"/>
            </p:custDataLst>
          </p:nvPr>
        </p:nvSpPr>
        <p:spPr>
          <a:xfrm rot="10800000">
            <a:off x="3374751" y="5023956"/>
            <a:ext cx="2299124" cy="675947"/>
          </a:xfrm>
          <a:prstGeom prst="trapezoid">
            <a:avLst>
              <a:gd name="adj" fmla="val 96263"/>
            </a:avLst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88000">
                <a:schemeClr val="accent1">
                  <a:lumMod val="20000"/>
                  <a:lumOff val="80000"/>
                </a:schemeClr>
              </a:gs>
            </a:gsLst>
            <a:lin ang="5400000" scaled="1"/>
            <a:tileRect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梯形 60"/>
          <p:cNvSpPr/>
          <p:nvPr>
            <p:custDataLst>
              <p:tags r:id="rId29"/>
            </p:custDataLst>
          </p:nvPr>
        </p:nvSpPr>
        <p:spPr>
          <a:xfrm rot="10800000">
            <a:off x="323732" y="5023956"/>
            <a:ext cx="2299124" cy="675947"/>
          </a:xfrm>
          <a:prstGeom prst="trapezoid">
            <a:avLst>
              <a:gd name="adj" fmla="val 94446"/>
            </a:avLst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88000">
                <a:schemeClr val="accent1">
                  <a:lumMod val="20000"/>
                  <a:lumOff val="80000"/>
                </a:schemeClr>
              </a:gs>
            </a:gsLst>
            <a:lin ang="5400000" scaled="1"/>
            <a:tileRect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2" name="矩形 61"/>
          <p:cNvSpPr/>
          <p:nvPr>
            <p:custDataLst>
              <p:tags r:id="rId30"/>
            </p:custDataLst>
          </p:nvPr>
        </p:nvSpPr>
        <p:spPr>
          <a:xfrm>
            <a:off x="622600" y="2361809"/>
            <a:ext cx="1701389" cy="389030"/>
          </a:xfrm>
          <a:prstGeom prst="rect">
            <a:avLst/>
          </a:prstGeom>
          <a:effectLst/>
        </p:spPr>
        <p:txBody>
          <a:bodyPr wrap="non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相关工作经验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3" name="矩形 62"/>
          <p:cNvSpPr/>
          <p:nvPr>
            <p:custDataLst>
              <p:tags r:id="rId31"/>
            </p:custDataLst>
          </p:nvPr>
        </p:nvSpPr>
        <p:spPr>
          <a:xfrm>
            <a:off x="450304" y="2894804"/>
            <a:ext cx="2045981" cy="1739015"/>
          </a:xfrm>
          <a:prstGeom prst="rect">
            <a:avLst/>
          </a:prstGeom>
          <a:effectLst/>
        </p:spPr>
        <p:txBody>
          <a:bodyPr wrap="squar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现任三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jia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一员信息科运维工程师，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年参与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HIS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升级、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LIS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部署等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个项目，主导门诊挂号系统应急处理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余次，熟系统架构与数据逻辑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5" name="矩形 64"/>
          <p:cNvSpPr/>
          <p:nvPr>
            <p:custDataLst>
              <p:tags r:id="rId32"/>
            </p:custDataLst>
          </p:nvPr>
        </p:nvSpPr>
        <p:spPr>
          <a:xfrm>
            <a:off x="3673618" y="2361809"/>
            <a:ext cx="1701389" cy="389030"/>
          </a:xfrm>
          <a:prstGeom prst="rect">
            <a:avLst/>
          </a:prstGeom>
          <a:effectLst/>
        </p:spPr>
        <p:txBody>
          <a:bodyPr wrap="non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专业技能储备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7" name="矩形 66"/>
          <p:cNvSpPr/>
          <p:nvPr>
            <p:custDataLst>
              <p:tags r:id="rId33"/>
            </p:custDataLst>
          </p:nvPr>
        </p:nvSpPr>
        <p:spPr>
          <a:xfrm>
            <a:off x="3501322" y="2894804"/>
            <a:ext cx="2045981" cy="1739015"/>
          </a:xfrm>
          <a:prstGeom prst="rect">
            <a:avLst/>
          </a:prstGeom>
          <a:effectLst/>
        </p:spPr>
        <p:txBody>
          <a:bodyPr wrap="squar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熟练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cao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作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HIS/LIS/PACS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系统，掌握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SQL/Oracle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运维备份；持软考中级、华为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HCIA-Cloud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证，可独立优化系统性能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0" name="矩形 69"/>
          <p:cNvSpPr/>
          <p:nvPr>
            <p:custDataLst>
              <p:tags r:id="rId34"/>
            </p:custDataLst>
          </p:nvPr>
        </p:nvSpPr>
        <p:spPr>
          <a:xfrm>
            <a:off x="6724637" y="2361809"/>
            <a:ext cx="1701389" cy="389030"/>
          </a:xfrm>
          <a:prstGeom prst="rect">
            <a:avLst/>
          </a:prstGeom>
          <a:effectLst/>
        </p:spPr>
        <p:txBody>
          <a:bodyPr wrap="non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过往工作成果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1" name="矩形 70"/>
          <p:cNvSpPr/>
          <p:nvPr>
            <p:custDataLst>
              <p:tags r:id="rId35"/>
            </p:custDataLst>
          </p:nvPr>
        </p:nvSpPr>
        <p:spPr>
          <a:xfrm>
            <a:off x="6552341" y="2894804"/>
            <a:ext cx="2045981" cy="1739015"/>
          </a:xfrm>
          <a:prstGeom prst="rect">
            <a:avLst/>
          </a:prstGeom>
          <a:effectLst/>
        </p:spPr>
        <p:txBody>
          <a:bodyPr wrap="squar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去年优化巡检流程，系统故障发生率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12%→5%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；推动自助缴费与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HIS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对接，患者缴费时间缩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，获 “服务之星”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3" name="矩形 72"/>
          <p:cNvSpPr/>
          <p:nvPr>
            <p:custDataLst>
              <p:tags r:id="rId36"/>
            </p:custDataLst>
          </p:nvPr>
        </p:nvSpPr>
        <p:spPr>
          <a:xfrm>
            <a:off x="9775655" y="2361809"/>
            <a:ext cx="1701389" cy="389030"/>
          </a:xfrm>
          <a:prstGeom prst="rect">
            <a:avLst/>
          </a:prstGeom>
          <a:effectLst/>
        </p:spPr>
        <p:txBody>
          <a:bodyPr wrap="non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综合素质体现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4" name="矩形 73"/>
          <p:cNvSpPr/>
          <p:nvPr>
            <p:custDataLst>
              <p:tags r:id="rId37"/>
            </p:custDataLst>
          </p:nvPr>
        </p:nvSpPr>
        <p:spPr>
          <a:xfrm>
            <a:off x="9603359" y="2894804"/>
            <a:ext cx="2045981" cy="1458939"/>
          </a:xfrm>
          <a:prstGeom prst="rect">
            <a:avLst/>
          </a:prstGeom>
          <a:effectLst/>
        </p:spPr>
        <p:txBody>
          <a:bodyPr wrap="squar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效对接临床与研发；去年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yi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情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48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小时搭方舱临时信息系统，保障患者信息录入，显协作与应急能力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80" name="直接连接符 79"/>
          <p:cNvCxnSpPr/>
          <p:nvPr>
            <p:custDataLst>
              <p:tags r:id="rId38"/>
            </p:custDataLst>
          </p:nvPr>
        </p:nvCxnSpPr>
        <p:spPr>
          <a:xfrm>
            <a:off x="1263842" y="2859404"/>
            <a:ext cx="418905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>
            <p:custDataLst>
              <p:tags r:id="rId39"/>
            </p:custDataLst>
          </p:nvPr>
        </p:nvCxnSpPr>
        <p:spPr>
          <a:xfrm>
            <a:off x="4314860" y="2859404"/>
            <a:ext cx="418905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>
            <p:custDataLst>
              <p:tags r:id="rId40"/>
            </p:custDataLst>
          </p:nvPr>
        </p:nvCxnSpPr>
        <p:spPr>
          <a:xfrm>
            <a:off x="7365879" y="2859404"/>
            <a:ext cx="418905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>
            <p:custDataLst>
              <p:tags r:id="rId41"/>
            </p:custDataLst>
          </p:nvPr>
        </p:nvCxnSpPr>
        <p:spPr>
          <a:xfrm>
            <a:off x="10416897" y="2859404"/>
            <a:ext cx="418905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视角"/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0399019" y="1563972"/>
            <a:ext cx="454660" cy="454660"/>
          </a:xfrm>
          <a:prstGeom prst="rect">
            <a:avLst/>
          </a:prstGeom>
        </p:spPr>
      </p:pic>
      <p:pic>
        <p:nvPicPr>
          <p:cNvPr id="13" name="图片 12" descr="表格填写"/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4296982" y="1563972"/>
            <a:ext cx="454660" cy="454660"/>
          </a:xfrm>
          <a:prstGeom prst="rect">
            <a:avLst/>
          </a:prstGeom>
        </p:spPr>
      </p:pic>
      <p:pic>
        <p:nvPicPr>
          <p:cNvPr id="20" name="图片 19" descr="账号管理"/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7348001" y="1563972"/>
            <a:ext cx="454660" cy="454660"/>
          </a:xfrm>
          <a:prstGeom prst="rect">
            <a:avLst/>
          </a:prstGeom>
        </p:spPr>
      </p:pic>
      <p:pic>
        <p:nvPicPr>
          <p:cNvPr id="25" name="图片 24" descr="关联配置"/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1245964" y="1563972"/>
            <a:ext cx="454660" cy="454660"/>
          </a:xfrm>
          <a:prstGeom prst="rect">
            <a:avLst/>
          </a:prstGeom>
        </p:spPr>
      </p:pic>
    </p:spTree>
    <p:custDataLst>
      <p:tags r:id="rId50"/>
    </p:custData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92" name="Straight Connector 177"/>
          <p:cNvCxnSpPr/>
          <p:nvPr/>
        </p:nvCxnSpPr>
        <p:spPr>
          <a:xfrm flipH="1">
            <a:off x="7398453" y="1690164"/>
            <a:ext cx="0" cy="126445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3" name="Straight Connector 178"/>
          <p:cNvCxnSpPr/>
          <p:nvPr/>
        </p:nvCxnSpPr>
        <p:spPr>
          <a:xfrm rot="16200000" flipH="1">
            <a:off x="8215385" y="880828"/>
            <a:ext cx="0" cy="163386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1" name="Oval 176"/>
          <p:cNvSpPr/>
          <p:nvPr/>
        </p:nvSpPr>
        <p:spPr>
          <a:xfrm>
            <a:off x="8913028" y="1607296"/>
            <a:ext cx="177895" cy="177895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ffectLst>
            <a:outerShdw blurRad="203200" dist="76200" dir="1026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88" name="Straight Connector 173"/>
          <p:cNvCxnSpPr/>
          <p:nvPr/>
        </p:nvCxnSpPr>
        <p:spPr>
          <a:xfrm rot="16200000" flipH="1">
            <a:off x="8314206" y="2730249"/>
            <a:ext cx="0" cy="147519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9" name="Oval 174"/>
          <p:cNvSpPr/>
          <p:nvPr/>
        </p:nvSpPr>
        <p:spPr>
          <a:xfrm>
            <a:off x="8913028" y="3381132"/>
            <a:ext cx="177895" cy="17789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  <a:effectLst>
            <a:outerShdw blurRad="203200" dist="76200" dir="1026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284" name="Group 169"/>
          <p:cNvGrpSpPr/>
          <p:nvPr/>
        </p:nvGrpSpPr>
        <p:grpSpPr>
          <a:xfrm flipH="1" flipV="1">
            <a:off x="7398452" y="3979898"/>
            <a:ext cx="1633866" cy="1264451"/>
            <a:chOff x="3674840" y="1949417"/>
            <a:chExt cx="2088000" cy="1080000"/>
          </a:xfrm>
        </p:grpSpPr>
        <p:cxnSp>
          <p:nvCxnSpPr>
            <p:cNvPr id="1286" name="Straight Connector 171"/>
            <p:cNvCxnSpPr/>
            <p:nvPr/>
          </p:nvCxnSpPr>
          <p:spPr>
            <a:xfrm>
              <a:off x="5762840" y="1949417"/>
              <a:ext cx="0" cy="10800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7" name="Straight Connector 172"/>
            <p:cNvCxnSpPr/>
            <p:nvPr/>
          </p:nvCxnSpPr>
          <p:spPr>
            <a:xfrm rot="5400000">
              <a:off x="4718840" y="911905"/>
              <a:ext cx="0" cy="20880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85" name="Oval 170"/>
          <p:cNvSpPr/>
          <p:nvPr/>
        </p:nvSpPr>
        <p:spPr>
          <a:xfrm>
            <a:off x="8913028" y="5164322"/>
            <a:ext cx="177895" cy="177895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ffectLst>
            <a:outerShdw blurRad="203200" dist="76200" dir="1026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79" name="Straight Connector 164"/>
          <p:cNvCxnSpPr/>
          <p:nvPr/>
        </p:nvCxnSpPr>
        <p:spPr>
          <a:xfrm>
            <a:off x="4839698" y="1700986"/>
            <a:ext cx="0" cy="126445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0" name="Straight Connector 165"/>
          <p:cNvCxnSpPr/>
          <p:nvPr/>
        </p:nvCxnSpPr>
        <p:spPr>
          <a:xfrm rot="5400000">
            <a:off x="3976468" y="845352"/>
            <a:ext cx="0" cy="17264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8" name="Oval 163"/>
          <p:cNvSpPr/>
          <p:nvPr/>
        </p:nvSpPr>
        <p:spPr>
          <a:xfrm>
            <a:off x="2896299" y="1591544"/>
            <a:ext cx="177895" cy="177895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ffectLst>
            <a:outerShdw blurRad="203200" dist="76200" dir="1026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75" name="Straight Connector 160"/>
          <p:cNvCxnSpPr/>
          <p:nvPr/>
        </p:nvCxnSpPr>
        <p:spPr>
          <a:xfrm rot="5400000">
            <a:off x="3854499" y="2759108"/>
            <a:ext cx="0" cy="147519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6" name="Oval 161"/>
          <p:cNvSpPr/>
          <p:nvPr/>
        </p:nvSpPr>
        <p:spPr>
          <a:xfrm>
            <a:off x="2896299" y="3376969"/>
            <a:ext cx="177895" cy="17789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  <a:effectLst>
            <a:outerShdw blurRad="203200" dist="76200" dir="1026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271" name="Group 156"/>
          <p:cNvGrpSpPr/>
          <p:nvPr/>
        </p:nvGrpSpPr>
        <p:grpSpPr>
          <a:xfrm flipV="1">
            <a:off x="3113237" y="4008757"/>
            <a:ext cx="1726461" cy="1264451"/>
            <a:chOff x="3674840" y="1949417"/>
            <a:chExt cx="2088000" cy="1080000"/>
          </a:xfrm>
        </p:grpSpPr>
        <p:cxnSp>
          <p:nvCxnSpPr>
            <p:cNvPr id="1273" name="Straight Connector 158"/>
            <p:cNvCxnSpPr/>
            <p:nvPr/>
          </p:nvCxnSpPr>
          <p:spPr>
            <a:xfrm>
              <a:off x="5762840" y="1949417"/>
              <a:ext cx="0" cy="10800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4" name="Straight Connector 159"/>
            <p:cNvCxnSpPr/>
            <p:nvPr/>
          </p:nvCxnSpPr>
          <p:spPr>
            <a:xfrm rot="5400000">
              <a:off x="4718840" y="911905"/>
              <a:ext cx="0" cy="20880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2" name="Oval 157"/>
          <p:cNvSpPr/>
          <p:nvPr/>
        </p:nvSpPr>
        <p:spPr>
          <a:xfrm>
            <a:off x="2882315" y="5208467"/>
            <a:ext cx="177895" cy="177895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ffectLst>
            <a:outerShdw blurRad="203200" dist="76200" dir="1026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26" name="Freeform 4"/>
          <p:cNvSpPr/>
          <p:nvPr/>
        </p:nvSpPr>
        <p:spPr>
          <a:xfrm>
            <a:off x="5262561" y="3245403"/>
            <a:ext cx="1729792" cy="3612597"/>
          </a:xfrm>
          <a:custGeom>
            <a:avLst/>
            <a:gdLst>
              <a:gd name="connsiteX0" fmla="*/ 805148 w 1128712"/>
              <a:gd name="connsiteY0" fmla="*/ 0 h 2023578"/>
              <a:gd name="connsiteX1" fmla="*/ 564356 w 1128712"/>
              <a:gd name="connsiteY1" fmla="*/ 789542 h 2023578"/>
              <a:gd name="connsiteX2" fmla="*/ 1128712 w 1128712"/>
              <a:gd name="connsiteY2" fmla="*/ 586517 h 2023578"/>
              <a:gd name="connsiteX3" fmla="*/ 590693 w 1128712"/>
              <a:gd name="connsiteY3" fmla="*/ 1056482 h 2023578"/>
              <a:gd name="connsiteX4" fmla="*/ 594455 w 1128712"/>
              <a:gd name="connsiteY4" fmla="*/ 1124157 h 2023578"/>
              <a:gd name="connsiteX5" fmla="*/ 671631 w 1128712"/>
              <a:gd name="connsiteY5" fmla="*/ 1992285 h 2023578"/>
              <a:gd name="connsiteX6" fmla="*/ 679167 w 1128712"/>
              <a:gd name="connsiteY6" fmla="*/ 2023578 h 2023578"/>
              <a:gd name="connsiteX7" fmla="*/ 315501 w 1128712"/>
              <a:gd name="connsiteY7" fmla="*/ 2023578 h 2023578"/>
              <a:gd name="connsiteX8" fmla="*/ 320272 w 1128712"/>
              <a:gd name="connsiteY8" fmla="*/ 1996662 h 2023578"/>
              <a:gd name="connsiteX9" fmla="*/ 376238 w 1128712"/>
              <a:gd name="connsiteY9" fmla="*/ 1124157 h 2023578"/>
              <a:gd name="connsiteX10" fmla="*/ 376238 w 1128712"/>
              <a:gd name="connsiteY10" fmla="*/ 1022644 h 2023578"/>
              <a:gd name="connsiteX11" fmla="*/ 0 w 1128712"/>
              <a:gd name="connsiteY11" fmla="*/ 612835 h 2023578"/>
              <a:gd name="connsiteX12" fmla="*/ 398812 w 1128712"/>
              <a:gd name="connsiteY12" fmla="*/ 782022 h 2023578"/>
              <a:gd name="connsiteX13" fmla="*/ 402574 w 1128712"/>
              <a:gd name="connsiteY13" fmla="*/ 718107 h 2023578"/>
              <a:gd name="connsiteX14" fmla="*/ 142970 w 1128712"/>
              <a:gd name="connsiteY14" fmla="*/ 293258 h 2023578"/>
              <a:gd name="connsiteX15" fmla="*/ 443960 w 1128712"/>
              <a:gd name="connsiteY15" fmla="*/ 518842 h 2023578"/>
              <a:gd name="connsiteX16" fmla="*/ 474059 w 1128712"/>
              <a:gd name="connsiteY16" fmla="*/ 428608 h 2023578"/>
              <a:gd name="connsiteX17" fmla="*/ 805148 w 1128712"/>
              <a:gd name="connsiteY17" fmla="*/ 0 h 2023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28712" h="2023578">
                <a:moveTo>
                  <a:pt x="805148" y="0"/>
                </a:moveTo>
                <a:cubicBezTo>
                  <a:pt x="526732" y="545160"/>
                  <a:pt x="564356" y="789542"/>
                  <a:pt x="564356" y="789542"/>
                </a:cubicBezTo>
                <a:cubicBezTo>
                  <a:pt x="741188" y="567718"/>
                  <a:pt x="1128712" y="586517"/>
                  <a:pt x="1128712" y="586517"/>
                </a:cubicBezTo>
                <a:cubicBezTo>
                  <a:pt x="1128712" y="586517"/>
                  <a:pt x="680990" y="740665"/>
                  <a:pt x="590693" y="1056482"/>
                </a:cubicBezTo>
                <a:cubicBezTo>
                  <a:pt x="590693" y="1056482"/>
                  <a:pt x="594455" y="1082800"/>
                  <a:pt x="594455" y="1124157"/>
                </a:cubicBezTo>
                <a:cubicBezTo>
                  <a:pt x="600569" y="1295224"/>
                  <a:pt x="621586" y="1756686"/>
                  <a:pt x="671631" y="1992285"/>
                </a:cubicBezTo>
                <a:lnTo>
                  <a:pt x="679167" y="2023578"/>
                </a:lnTo>
                <a:lnTo>
                  <a:pt x="315501" y="2023578"/>
                </a:lnTo>
                <a:lnTo>
                  <a:pt x="320272" y="1996662"/>
                </a:lnTo>
                <a:cubicBezTo>
                  <a:pt x="361012" y="1721658"/>
                  <a:pt x="372946" y="1314962"/>
                  <a:pt x="376238" y="1124157"/>
                </a:cubicBezTo>
                <a:cubicBezTo>
                  <a:pt x="376238" y="1060241"/>
                  <a:pt x="376238" y="1022644"/>
                  <a:pt x="376238" y="1022644"/>
                </a:cubicBezTo>
                <a:cubicBezTo>
                  <a:pt x="316040" y="804580"/>
                  <a:pt x="0" y="612835"/>
                  <a:pt x="0" y="612835"/>
                </a:cubicBezTo>
                <a:cubicBezTo>
                  <a:pt x="338614" y="609075"/>
                  <a:pt x="398812" y="782022"/>
                  <a:pt x="398812" y="782022"/>
                </a:cubicBezTo>
                <a:cubicBezTo>
                  <a:pt x="398812" y="759464"/>
                  <a:pt x="402574" y="736905"/>
                  <a:pt x="402574" y="718107"/>
                </a:cubicBezTo>
                <a:cubicBezTo>
                  <a:pt x="353663" y="391011"/>
                  <a:pt x="142970" y="293258"/>
                  <a:pt x="142970" y="293258"/>
                </a:cubicBezTo>
                <a:cubicBezTo>
                  <a:pt x="342376" y="308297"/>
                  <a:pt x="417624" y="447407"/>
                  <a:pt x="443960" y="518842"/>
                </a:cubicBezTo>
                <a:cubicBezTo>
                  <a:pt x="451485" y="488764"/>
                  <a:pt x="462772" y="458686"/>
                  <a:pt x="474059" y="428608"/>
                </a:cubicBezTo>
                <a:cubicBezTo>
                  <a:pt x="594455" y="124071"/>
                  <a:pt x="805148" y="0"/>
                  <a:pt x="805148" y="0"/>
                </a:cubicBezTo>
                <a:close/>
              </a:path>
            </a:pathLst>
          </a:custGeom>
          <a:solidFill>
            <a:srgbClr val="8054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27" name="Teardrop 3"/>
          <p:cNvSpPr/>
          <p:nvPr/>
        </p:nvSpPr>
        <p:spPr>
          <a:xfrm rot="20700000" flipH="1">
            <a:off x="6647710" y="4464002"/>
            <a:ext cx="1581290" cy="1581289"/>
          </a:xfrm>
          <a:prstGeom prst="teardrop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28" name="Teardrop 4"/>
          <p:cNvSpPr/>
          <p:nvPr/>
        </p:nvSpPr>
        <p:spPr>
          <a:xfrm rot="17100000" flipH="1">
            <a:off x="6995301" y="2660123"/>
            <a:ext cx="1581289" cy="1581290"/>
          </a:xfrm>
          <a:prstGeom prst="teardrop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29" name="Teardrop 5"/>
          <p:cNvSpPr/>
          <p:nvPr/>
        </p:nvSpPr>
        <p:spPr>
          <a:xfrm rot="14400000" flipH="1">
            <a:off x="6109482" y="1056991"/>
            <a:ext cx="1581289" cy="1581290"/>
          </a:xfrm>
          <a:prstGeom prst="teardrop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30" name="Teardrop 6"/>
          <p:cNvSpPr/>
          <p:nvPr/>
        </p:nvSpPr>
        <p:spPr>
          <a:xfrm rot="900000">
            <a:off x="3827987" y="4489420"/>
            <a:ext cx="1581290" cy="1581289"/>
          </a:xfrm>
          <a:prstGeom prst="teardrop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1" name="Teardrop 7"/>
          <p:cNvSpPr/>
          <p:nvPr/>
        </p:nvSpPr>
        <p:spPr>
          <a:xfrm rot="4500000">
            <a:off x="3439106" y="2660122"/>
            <a:ext cx="1581289" cy="1581290"/>
          </a:xfrm>
          <a:prstGeom prst="teardrop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2" name="Teardrop 8"/>
          <p:cNvSpPr/>
          <p:nvPr/>
        </p:nvSpPr>
        <p:spPr>
          <a:xfrm rot="7200000">
            <a:off x="4352098" y="1077841"/>
            <a:ext cx="1581289" cy="1581290"/>
          </a:xfrm>
          <a:prstGeom prst="teardrop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3" name="Teardrop 9"/>
          <p:cNvSpPr/>
          <p:nvPr/>
        </p:nvSpPr>
        <p:spPr>
          <a:xfrm rot="7120111">
            <a:off x="5617400" y="2875842"/>
            <a:ext cx="620369" cy="620369"/>
          </a:xfrm>
          <a:prstGeom prst="teardrop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4" name="Teardrop 10"/>
          <p:cNvSpPr/>
          <p:nvPr/>
        </p:nvSpPr>
        <p:spPr>
          <a:xfrm rot="10800000">
            <a:off x="6337088" y="3618637"/>
            <a:ext cx="361338" cy="361338"/>
          </a:xfrm>
          <a:prstGeom prst="teardrop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5" name="Teardrop 11"/>
          <p:cNvSpPr/>
          <p:nvPr/>
        </p:nvSpPr>
        <p:spPr>
          <a:xfrm rot="6441119">
            <a:off x="5802822" y="2428043"/>
            <a:ext cx="430792" cy="430792"/>
          </a:xfrm>
          <a:prstGeom prst="teardrop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6" name="Teardrop 12"/>
          <p:cNvSpPr/>
          <p:nvPr/>
        </p:nvSpPr>
        <p:spPr>
          <a:xfrm rot="9000000">
            <a:off x="6479548" y="3005370"/>
            <a:ext cx="437755" cy="437755"/>
          </a:xfrm>
          <a:prstGeom prst="teardrop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7" name="Teardrop 13"/>
          <p:cNvSpPr/>
          <p:nvPr/>
        </p:nvSpPr>
        <p:spPr>
          <a:xfrm rot="6300000">
            <a:off x="5110765" y="3071344"/>
            <a:ext cx="477013" cy="477013"/>
          </a:xfrm>
          <a:prstGeom prst="teardrop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8" name="Teardrop 14"/>
          <p:cNvSpPr/>
          <p:nvPr/>
        </p:nvSpPr>
        <p:spPr>
          <a:xfrm rot="5642749">
            <a:off x="4007999" y="2034603"/>
            <a:ext cx="331983" cy="331983"/>
          </a:xfrm>
          <a:prstGeom prst="teardrop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9" name="Teardrop 15"/>
          <p:cNvSpPr/>
          <p:nvPr/>
        </p:nvSpPr>
        <p:spPr>
          <a:xfrm rot="1769098">
            <a:off x="3556222" y="4346496"/>
            <a:ext cx="430792" cy="430792"/>
          </a:xfrm>
          <a:prstGeom prst="teardrop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40" name="Teardrop 16"/>
          <p:cNvSpPr/>
          <p:nvPr/>
        </p:nvSpPr>
        <p:spPr>
          <a:xfrm rot="2974210">
            <a:off x="3464948" y="2202885"/>
            <a:ext cx="517585" cy="517585"/>
          </a:xfrm>
          <a:prstGeom prst="teardrop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41" name="Teardrop 17"/>
          <p:cNvSpPr/>
          <p:nvPr/>
        </p:nvSpPr>
        <p:spPr>
          <a:xfrm rot="9070581">
            <a:off x="5970858" y="795011"/>
            <a:ext cx="430792" cy="430792"/>
          </a:xfrm>
          <a:prstGeom prst="teardrop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42" name="Teardrop 18"/>
          <p:cNvSpPr/>
          <p:nvPr/>
        </p:nvSpPr>
        <p:spPr>
          <a:xfrm rot="4740069">
            <a:off x="5781313" y="1175062"/>
            <a:ext cx="241812" cy="241812"/>
          </a:xfrm>
          <a:prstGeom prst="teardrop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48" name="Teardrop 19"/>
          <p:cNvSpPr/>
          <p:nvPr/>
        </p:nvSpPr>
        <p:spPr>
          <a:xfrm rot="12460915">
            <a:off x="7677271" y="2172264"/>
            <a:ext cx="430792" cy="430792"/>
          </a:xfrm>
          <a:prstGeom prst="teardrop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49" name="Teardrop 20"/>
          <p:cNvSpPr/>
          <p:nvPr/>
        </p:nvSpPr>
        <p:spPr>
          <a:xfrm rot="15370581">
            <a:off x="8150008" y="4477015"/>
            <a:ext cx="430792" cy="430792"/>
          </a:xfrm>
          <a:prstGeom prst="teardrop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50" name="Teardrop 21"/>
          <p:cNvSpPr/>
          <p:nvPr/>
        </p:nvSpPr>
        <p:spPr>
          <a:xfrm rot="13367882">
            <a:off x="8053733" y="4212642"/>
            <a:ext cx="241812" cy="241812"/>
          </a:xfrm>
          <a:prstGeom prst="teardrop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51" name="TextBox 22"/>
          <p:cNvSpPr txBox="1"/>
          <p:nvPr/>
        </p:nvSpPr>
        <p:spPr>
          <a:xfrm>
            <a:off x="4306123" y="4747820"/>
            <a:ext cx="59563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S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53" name="TextBox 23"/>
          <p:cNvSpPr txBox="1"/>
          <p:nvPr/>
        </p:nvSpPr>
        <p:spPr>
          <a:xfrm>
            <a:off x="3906587" y="2918523"/>
            <a:ext cx="6463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E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54" name="TextBox 24"/>
          <p:cNvSpPr txBox="1"/>
          <p:nvPr/>
        </p:nvSpPr>
        <p:spPr>
          <a:xfrm>
            <a:off x="4825879" y="1336242"/>
            <a:ext cx="63373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P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56" name="TextBox 25"/>
          <p:cNvSpPr txBox="1"/>
          <p:nvPr/>
        </p:nvSpPr>
        <p:spPr>
          <a:xfrm>
            <a:off x="6596198" y="1315392"/>
            <a:ext cx="6078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T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58" name="TextBox 26"/>
          <p:cNvSpPr txBox="1"/>
          <p:nvPr/>
        </p:nvSpPr>
        <p:spPr>
          <a:xfrm>
            <a:off x="7462782" y="2918524"/>
            <a:ext cx="6463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E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59" name="TextBox 27"/>
          <p:cNvSpPr txBox="1"/>
          <p:nvPr/>
        </p:nvSpPr>
        <p:spPr>
          <a:xfrm>
            <a:off x="7128674" y="4722403"/>
            <a:ext cx="6078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L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60" name="Teardrop 28"/>
          <p:cNvSpPr/>
          <p:nvPr/>
        </p:nvSpPr>
        <p:spPr>
          <a:xfrm rot="5642749">
            <a:off x="4007999" y="2034603"/>
            <a:ext cx="331983" cy="331983"/>
          </a:xfrm>
          <a:prstGeom prst="teardrop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94" name="矩形 1293"/>
          <p:cNvSpPr/>
          <p:nvPr/>
        </p:nvSpPr>
        <p:spPr bwMode="auto">
          <a:xfrm>
            <a:off x="227012" y="1517885"/>
            <a:ext cx="2561093" cy="95797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295" name="矩形 1294"/>
          <p:cNvSpPr/>
          <p:nvPr/>
        </p:nvSpPr>
        <p:spPr bwMode="auto">
          <a:xfrm>
            <a:off x="227012" y="3340202"/>
            <a:ext cx="2561093" cy="95797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296" name="矩形 1295"/>
          <p:cNvSpPr/>
          <p:nvPr/>
        </p:nvSpPr>
        <p:spPr bwMode="auto">
          <a:xfrm>
            <a:off x="227012" y="5162518"/>
            <a:ext cx="2561093" cy="95797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216" name="TextBox 137"/>
          <p:cNvSpPr txBox="1"/>
          <p:nvPr/>
        </p:nvSpPr>
        <p:spPr>
          <a:xfrm>
            <a:off x="244668" y="5249450"/>
            <a:ext cx="2554801" cy="755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契合消费者健康饮食需求，新增 3 款低卡餐品，月销量占比达 22%，年轻客群点单率高。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217" name="Rectangle 138"/>
          <p:cNvSpPr/>
          <p:nvPr/>
        </p:nvSpPr>
        <p:spPr>
          <a:xfrm>
            <a:off x="247224" y="4590811"/>
            <a:ext cx="2520023" cy="56996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92100" dist="50800" dir="11160000" algn="ctr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18" name="TextBox 139"/>
          <p:cNvSpPr txBox="1"/>
          <p:nvPr/>
        </p:nvSpPr>
        <p:spPr>
          <a:xfrm>
            <a:off x="677545" y="4679262"/>
            <a:ext cx="2125980" cy="393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社会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  <a:sym typeface="+mn-ea"/>
            </a:endParaRPr>
          </a:p>
        </p:txBody>
      </p:sp>
      <p:sp>
        <p:nvSpPr>
          <p:cNvPr id="1530" name="TextBox 131"/>
          <p:cNvSpPr txBox="1"/>
          <p:nvPr/>
        </p:nvSpPr>
        <p:spPr>
          <a:xfrm>
            <a:off x="244668" y="3433948"/>
            <a:ext cx="2554801" cy="755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应对区域消费降级趋势，推出 29 元亲民套餐，上线后单店客流提升 18%，客单价稳定。​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531" name="Rectangle 132"/>
          <p:cNvSpPr/>
          <p:nvPr/>
        </p:nvSpPr>
        <p:spPr>
          <a:xfrm>
            <a:off x="247224" y="2775309"/>
            <a:ext cx="2520023" cy="56996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92100" dist="50800" dir="11160000" algn="ctr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32" name="TextBox 133"/>
          <p:cNvSpPr txBox="1"/>
          <p:nvPr/>
        </p:nvSpPr>
        <p:spPr>
          <a:xfrm>
            <a:off x="677545" y="2864077"/>
            <a:ext cx="2125980" cy="3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经济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  <a:sym typeface="+mn-ea"/>
            </a:endParaRPr>
          </a:p>
        </p:txBody>
      </p:sp>
      <p:sp>
        <p:nvSpPr>
          <p:cNvPr id="1522" name="TextBox 123"/>
          <p:cNvSpPr txBox="1"/>
          <p:nvPr/>
        </p:nvSpPr>
        <p:spPr>
          <a:xfrm>
            <a:off x="244668" y="1618447"/>
            <a:ext cx="2554801" cy="755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响应地方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 9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月起实施的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 “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明厨亮灶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”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新规，完成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 12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家门店改造，合规率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 100%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，顺利通过检查。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523" name="Rectangle 124"/>
          <p:cNvSpPr/>
          <p:nvPr/>
        </p:nvSpPr>
        <p:spPr>
          <a:xfrm>
            <a:off x="247225" y="959808"/>
            <a:ext cx="2537808" cy="56996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92100" dist="50800" dir="11160000" algn="ctr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4" name="TextBox 125"/>
          <p:cNvSpPr txBox="1"/>
          <p:nvPr/>
        </p:nvSpPr>
        <p:spPr>
          <a:xfrm>
            <a:off x="677545" y="1026669"/>
            <a:ext cx="2126615" cy="4362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政治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  <a:sym typeface="+mn-ea"/>
            </a:endParaRPr>
          </a:p>
        </p:txBody>
      </p:sp>
      <p:sp>
        <p:nvSpPr>
          <p:cNvPr id="1299" name="矩形 1298"/>
          <p:cNvSpPr/>
          <p:nvPr/>
        </p:nvSpPr>
        <p:spPr bwMode="auto">
          <a:xfrm>
            <a:off x="9415681" y="1517885"/>
            <a:ext cx="2561093" cy="95797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300" name="矩形 1299"/>
          <p:cNvSpPr/>
          <p:nvPr/>
        </p:nvSpPr>
        <p:spPr bwMode="auto">
          <a:xfrm>
            <a:off x="9415681" y="3340202"/>
            <a:ext cx="2561093" cy="95797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301" name="矩形 1300"/>
          <p:cNvSpPr/>
          <p:nvPr/>
        </p:nvSpPr>
        <p:spPr bwMode="auto">
          <a:xfrm>
            <a:off x="9415681" y="5162518"/>
            <a:ext cx="2561093" cy="95797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302" name="TextBox 137"/>
          <p:cNvSpPr txBox="1"/>
          <p:nvPr/>
        </p:nvSpPr>
        <p:spPr>
          <a:xfrm>
            <a:off x="9433337" y="5249450"/>
            <a:ext cx="2554801" cy="755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组织员工学习新《食品安全法》，开展 3 场专项培训，参训 82 人考核通过率 98%。​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303" name="Rectangle 138"/>
          <p:cNvSpPr/>
          <p:nvPr/>
        </p:nvSpPr>
        <p:spPr>
          <a:xfrm>
            <a:off x="9435893" y="4590811"/>
            <a:ext cx="2520023" cy="56996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92100" dist="50800" dir="11160000" algn="ctr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04" name="TextBox 139"/>
          <p:cNvSpPr txBox="1"/>
          <p:nvPr/>
        </p:nvSpPr>
        <p:spPr>
          <a:xfrm>
            <a:off x="9866630" y="4679579"/>
            <a:ext cx="2125980" cy="3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法律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  <a:sym typeface="+mn-ea"/>
            </a:endParaRPr>
          </a:p>
        </p:txBody>
      </p:sp>
      <p:sp>
        <p:nvSpPr>
          <p:cNvPr id="1306" name="TextBox 131"/>
          <p:cNvSpPr txBox="1"/>
          <p:nvPr/>
        </p:nvSpPr>
        <p:spPr>
          <a:xfrm>
            <a:off x="9433337" y="3433948"/>
            <a:ext cx="2554801" cy="755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全面推行可降解餐具，每月减少 500kg 塑料使用，获当地环保部门公开表彰。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307" name="Rectangle 132"/>
          <p:cNvSpPr/>
          <p:nvPr/>
        </p:nvSpPr>
        <p:spPr>
          <a:xfrm>
            <a:off x="9435893" y="2775309"/>
            <a:ext cx="2520023" cy="56996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92100" dist="50800" dir="11160000" algn="ctr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08" name="TextBox 133"/>
          <p:cNvSpPr txBox="1"/>
          <p:nvPr/>
        </p:nvSpPr>
        <p:spPr>
          <a:xfrm>
            <a:off x="9866630" y="2864077"/>
            <a:ext cx="2125345" cy="3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环境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  <a:sym typeface="+mn-ea"/>
            </a:endParaRPr>
          </a:p>
        </p:txBody>
      </p:sp>
      <p:sp>
        <p:nvSpPr>
          <p:cNvPr id="1310" name="TextBox 123"/>
          <p:cNvSpPr txBox="1"/>
          <p:nvPr/>
        </p:nvSpPr>
        <p:spPr>
          <a:xfrm>
            <a:off x="9433337" y="1618447"/>
            <a:ext cx="2554801" cy="755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上线智能点餐系统，减少 2 名人工成本，点餐效率提升 35%，顾客等待时长缩短。​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311" name="Rectangle 124"/>
          <p:cNvSpPr/>
          <p:nvPr/>
        </p:nvSpPr>
        <p:spPr>
          <a:xfrm>
            <a:off x="9435894" y="959808"/>
            <a:ext cx="2537808" cy="56996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92100" dist="50800" dir="11160000" algn="ctr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12" name="TextBox 125"/>
          <p:cNvSpPr txBox="1"/>
          <p:nvPr/>
        </p:nvSpPr>
        <p:spPr>
          <a:xfrm>
            <a:off x="9866630" y="1048576"/>
            <a:ext cx="2125980" cy="3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技术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  <a:sym typeface="+mn-ea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9625688" y="4760942"/>
            <a:ext cx="204248" cy="204248"/>
            <a:chOff x="12965233" y="5330277"/>
            <a:chExt cx="1547813" cy="1547813"/>
          </a:xfrm>
          <a:solidFill>
            <a:schemeClr val="bg1"/>
          </a:solidFill>
        </p:grpSpPr>
        <p:sp>
          <p:nvSpPr>
            <p:cNvPr id="19" name="任意多边形: 形状 18"/>
            <p:cNvSpPr/>
            <p:nvPr/>
          </p:nvSpPr>
          <p:spPr>
            <a:xfrm>
              <a:off x="12965233" y="5330277"/>
              <a:ext cx="1547812" cy="1547812"/>
            </a:xfrm>
            <a:custGeom>
              <a:avLst/>
              <a:gdLst>
                <a:gd name="connsiteX0" fmla="*/ 357188 w 1547812"/>
                <a:gd name="connsiteY0" fmla="*/ 0 h 1547812"/>
                <a:gd name="connsiteX1" fmla="*/ 0 w 1547812"/>
                <a:gd name="connsiteY1" fmla="*/ 357188 h 1547812"/>
                <a:gd name="connsiteX2" fmla="*/ 357188 w 1547812"/>
                <a:gd name="connsiteY2" fmla="*/ 714375 h 1547812"/>
                <a:gd name="connsiteX3" fmla="*/ 654844 w 1547812"/>
                <a:gd name="connsiteY3" fmla="*/ 714375 h 1547812"/>
                <a:gd name="connsiteX4" fmla="*/ 714375 w 1547812"/>
                <a:gd name="connsiteY4" fmla="*/ 654844 h 1547812"/>
                <a:gd name="connsiteX5" fmla="*/ 714375 w 1547812"/>
                <a:gd name="connsiteY5" fmla="*/ 357188 h 1547812"/>
                <a:gd name="connsiteX6" fmla="*/ 357188 w 1547812"/>
                <a:gd name="connsiteY6" fmla="*/ 0 h 1547812"/>
                <a:gd name="connsiteX7" fmla="*/ 654844 w 1547812"/>
                <a:gd name="connsiteY7" fmla="*/ 833438 h 1547812"/>
                <a:gd name="connsiteX8" fmla="*/ 357188 w 1547812"/>
                <a:gd name="connsiteY8" fmla="*/ 833438 h 1547812"/>
                <a:gd name="connsiteX9" fmla="*/ 0 w 1547812"/>
                <a:gd name="connsiteY9" fmla="*/ 1190625 h 1547812"/>
                <a:gd name="connsiteX10" fmla="*/ 357188 w 1547812"/>
                <a:gd name="connsiteY10" fmla="*/ 1547813 h 1547812"/>
                <a:gd name="connsiteX11" fmla="*/ 714375 w 1547812"/>
                <a:gd name="connsiteY11" fmla="*/ 1190625 h 1547812"/>
                <a:gd name="connsiteX12" fmla="*/ 714375 w 1547812"/>
                <a:gd name="connsiteY12" fmla="*/ 892969 h 1547812"/>
                <a:gd name="connsiteX13" fmla="*/ 654844 w 1547812"/>
                <a:gd name="connsiteY13" fmla="*/ 833438 h 1547812"/>
                <a:gd name="connsiteX14" fmla="*/ 1190625 w 1547812"/>
                <a:gd name="connsiteY14" fmla="*/ 0 h 1547812"/>
                <a:gd name="connsiteX15" fmla="*/ 833438 w 1547812"/>
                <a:gd name="connsiteY15" fmla="*/ 357188 h 1547812"/>
                <a:gd name="connsiteX16" fmla="*/ 833438 w 1547812"/>
                <a:gd name="connsiteY16" fmla="*/ 654844 h 1547812"/>
                <a:gd name="connsiteX17" fmla="*/ 892969 w 1547812"/>
                <a:gd name="connsiteY17" fmla="*/ 714375 h 1547812"/>
                <a:gd name="connsiteX18" fmla="*/ 1190625 w 1547812"/>
                <a:gd name="connsiteY18" fmla="*/ 714375 h 1547812"/>
                <a:gd name="connsiteX19" fmla="*/ 1547813 w 1547812"/>
                <a:gd name="connsiteY19" fmla="*/ 357188 h 1547812"/>
                <a:gd name="connsiteX20" fmla="*/ 1190625 w 1547812"/>
                <a:gd name="connsiteY20" fmla="*/ 0 h 1547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47812" h="1547812">
                  <a:moveTo>
                    <a:pt x="357188" y="0"/>
                  </a:moveTo>
                  <a:cubicBezTo>
                    <a:pt x="159918" y="0"/>
                    <a:pt x="0" y="159918"/>
                    <a:pt x="0" y="357188"/>
                  </a:cubicBezTo>
                  <a:cubicBezTo>
                    <a:pt x="0" y="554457"/>
                    <a:pt x="159918" y="714375"/>
                    <a:pt x="357188" y="714375"/>
                  </a:cubicBezTo>
                  <a:lnTo>
                    <a:pt x="654844" y="714375"/>
                  </a:lnTo>
                  <a:cubicBezTo>
                    <a:pt x="687722" y="714375"/>
                    <a:pt x="714375" y="687722"/>
                    <a:pt x="714375" y="654844"/>
                  </a:cubicBezTo>
                  <a:lnTo>
                    <a:pt x="714375" y="357188"/>
                  </a:lnTo>
                  <a:cubicBezTo>
                    <a:pt x="714375" y="159918"/>
                    <a:pt x="554457" y="0"/>
                    <a:pt x="357188" y="0"/>
                  </a:cubicBezTo>
                  <a:close/>
                  <a:moveTo>
                    <a:pt x="654844" y="833438"/>
                  </a:moveTo>
                  <a:lnTo>
                    <a:pt x="357188" y="833438"/>
                  </a:lnTo>
                  <a:cubicBezTo>
                    <a:pt x="159918" y="833438"/>
                    <a:pt x="0" y="993355"/>
                    <a:pt x="0" y="1190625"/>
                  </a:cubicBezTo>
                  <a:cubicBezTo>
                    <a:pt x="0" y="1387895"/>
                    <a:pt x="159918" y="1547813"/>
                    <a:pt x="357188" y="1547813"/>
                  </a:cubicBezTo>
                  <a:cubicBezTo>
                    <a:pt x="554457" y="1547813"/>
                    <a:pt x="714375" y="1387895"/>
                    <a:pt x="714375" y="1190625"/>
                  </a:cubicBezTo>
                  <a:lnTo>
                    <a:pt x="714375" y="892969"/>
                  </a:lnTo>
                  <a:cubicBezTo>
                    <a:pt x="714375" y="860091"/>
                    <a:pt x="687722" y="833438"/>
                    <a:pt x="654844" y="833438"/>
                  </a:cubicBezTo>
                  <a:close/>
                  <a:moveTo>
                    <a:pt x="1190625" y="0"/>
                  </a:moveTo>
                  <a:cubicBezTo>
                    <a:pt x="993355" y="0"/>
                    <a:pt x="833438" y="159918"/>
                    <a:pt x="833438" y="357188"/>
                  </a:cubicBezTo>
                  <a:lnTo>
                    <a:pt x="833438" y="654844"/>
                  </a:lnTo>
                  <a:cubicBezTo>
                    <a:pt x="833438" y="687722"/>
                    <a:pt x="860091" y="714375"/>
                    <a:pt x="892969" y="714375"/>
                  </a:cubicBezTo>
                  <a:lnTo>
                    <a:pt x="1190625" y="714375"/>
                  </a:lnTo>
                  <a:cubicBezTo>
                    <a:pt x="1387895" y="714375"/>
                    <a:pt x="1547813" y="554457"/>
                    <a:pt x="1547813" y="357188"/>
                  </a:cubicBezTo>
                  <a:cubicBezTo>
                    <a:pt x="1547813" y="159918"/>
                    <a:pt x="1387895" y="0"/>
                    <a:pt x="1190625" y="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13798671" y="6163715"/>
              <a:ext cx="714375" cy="714375"/>
            </a:xfrm>
            <a:custGeom>
              <a:avLst/>
              <a:gdLst>
                <a:gd name="connsiteX0" fmla="*/ 357188 w 714375"/>
                <a:gd name="connsiteY0" fmla="*/ 0 h 714375"/>
                <a:gd name="connsiteX1" fmla="*/ 59531 w 714375"/>
                <a:gd name="connsiteY1" fmla="*/ 0 h 714375"/>
                <a:gd name="connsiteX2" fmla="*/ 0 w 714375"/>
                <a:gd name="connsiteY2" fmla="*/ 59531 h 714375"/>
                <a:gd name="connsiteX3" fmla="*/ 0 w 714375"/>
                <a:gd name="connsiteY3" fmla="*/ 357188 h 714375"/>
                <a:gd name="connsiteX4" fmla="*/ 357188 w 714375"/>
                <a:gd name="connsiteY4" fmla="*/ 714375 h 714375"/>
                <a:gd name="connsiteX5" fmla="*/ 714375 w 714375"/>
                <a:gd name="connsiteY5" fmla="*/ 357188 h 714375"/>
                <a:gd name="connsiteX6" fmla="*/ 357188 w 714375"/>
                <a:gd name="connsiteY6" fmla="*/ 0 h 71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4375" h="714375">
                  <a:moveTo>
                    <a:pt x="357188" y="0"/>
                  </a:moveTo>
                  <a:lnTo>
                    <a:pt x="59531" y="0"/>
                  </a:lnTo>
                  <a:cubicBezTo>
                    <a:pt x="26653" y="0"/>
                    <a:pt x="0" y="26653"/>
                    <a:pt x="0" y="59531"/>
                  </a:cubicBezTo>
                  <a:lnTo>
                    <a:pt x="0" y="357188"/>
                  </a:lnTo>
                  <a:cubicBezTo>
                    <a:pt x="0" y="554457"/>
                    <a:pt x="159918" y="714375"/>
                    <a:pt x="357188" y="714375"/>
                  </a:cubicBezTo>
                  <a:cubicBezTo>
                    <a:pt x="554457" y="714375"/>
                    <a:pt x="714375" y="554457"/>
                    <a:pt x="714375" y="357188"/>
                  </a:cubicBezTo>
                  <a:cubicBezTo>
                    <a:pt x="714375" y="159918"/>
                    <a:pt x="554457" y="0"/>
                    <a:pt x="357188" y="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23" name="任意多边形: 形状 22"/>
          <p:cNvSpPr/>
          <p:nvPr/>
        </p:nvSpPr>
        <p:spPr>
          <a:xfrm>
            <a:off x="9611134" y="1136718"/>
            <a:ext cx="199311" cy="189091"/>
          </a:xfrm>
          <a:custGeom>
            <a:avLst/>
            <a:gdLst>
              <a:gd name="connsiteX0" fmla="*/ 1170781 w 1547812"/>
              <a:gd name="connsiteY0" fmla="*/ 0 h 1468438"/>
              <a:gd name="connsiteX1" fmla="*/ 1221304 w 1547812"/>
              <a:gd name="connsiteY1" fmla="*/ 28060 h 1468438"/>
              <a:gd name="connsiteX2" fmla="*/ 1224043 w 1547812"/>
              <a:gd name="connsiteY2" fmla="*/ 32941 h 1468438"/>
              <a:gd name="connsiteX3" fmla="*/ 1376085 w 1547812"/>
              <a:gd name="connsiteY3" fmla="*/ 337345 h 1468438"/>
              <a:gd name="connsiteX4" fmla="*/ 1547813 w 1547812"/>
              <a:gd name="connsiteY4" fmla="*/ 337345 h 1468438"/>
              <a:gd name="connsiteX5" fmla="*/ 1547813 w 1547812"/>
              <a:gd name="connsiteY5" fmla="*/ 456407 h 1468438"/>
              <a:gd name="connsiteX6" fmla="*/ 1435537 w 1547812"/>
              <a:gd name="connsiteY6" fmla="*/ 456407 h 1468438"/>
              <a:gd name="connsiteX7" fmla="*/ 1541225 w 1547812"/>
              <a:gd name="connsiteY7" fmla="*/ 667941 h 1468438"/>
              <a:gd name="connsiteX8" fmla="*/ 1547217 w 1547812"/>
              <a:gd name="connsiteY8" fmla="*/ 688976 h 1468438"/>
              <a:gd name="connsiteX9" fmla="*/ 1547494 w 1547812"/>
              <a:gd name="connsiteY9" fmla="*/ 694533 h 1468438"/>
              <a:gd name="connsiteX10" fmla="*/ 1547813 w 1547812"/>
              <a:gd name="connsiteY10" fmla="*/ 1250156 h 1468438"/>
              <a:gd name="connsiteX11" fmla="*/ 1547813 w 1547812"/>
              <a:gd name="connsiteY11" fmla="*/ 1408908 h 1468438"/>
              <a:gd name="connsiteX12" fmla="*/ 1493996 w 1547812"/>
              <a:gd name="connsiteY12" fmla="*/ 1468160 h 1468438"/>
              <a:gd name="connsiteX13" fmla="*/ 1488281 w 1547812"/>
              <a:gd name="connsiteY13" fmla="*/ 1468439 h 1468438"/>
              <a:gd name="connsiteX14" fmla="*/ 1170781 w 1547812"/>
              <a:gd name="connsiteY14" fmla="*/ 1468439 h 1468438"/>
              <a:gd name="connsiteX15" fmla="*/ 1111528 w 1547812"/>
              <a:gd name="connsiteY15" fmla="*/ 1414623 h 1468438"/>
              <a:gd name="connsiteX16" fmla="*/ 1111249 w 1547812"/>
              <a:gd name="connsiteY16" fmla="*/ 1408908 h 1468438"/>
              <a:gd name="connsiteX17" fmla="*/ 1111210 w 1547812"/>
              <a:gd name="connsiteY17" fmla="*/ 1309688 h 1468438"/>
              <a:gd name="connsiteX18" fmla="*/ 436522 w 1547812"/>
              <a:gd name="connsiteY18" fmla="*/ 1309688 h 1468438"/>
              <a:gd name="connsiteX19" fmla="*/ 436563 w 1547812"/>
              <a:gd name="connsiteY19" fmla="*/ 1408908 h 1468438"/>
              <a:gd name="connsiteX20" fmla="*/ 388343 w 1547812"/>
              <a:gd name="connsiteY20" fmla="*/ 1467367 h 1468438"/>
              <a:gd name="connsiteX21" fmla="*/ 382786 w 1547812"/>
              <a:gd name="connsiteY21" fmla="*/ 1468160 h 1468438"/>
              <a:gd name="connsiteX22" fmla="*/ 377032 w 1547812"/>
              <a:gd name="connsiteY22" fmla="*/ 1468439 h 1468438"/>
              <a:gd name="connsiteX23" fmla="*/ 59531 w 1547812"/>
              <a:gd name="connsiteY23" fmla="*/ 1468439 h 1468438"/>
              <a:gd name="connsiteX24" fmla="*/ 278 w 1547812"/>
              <a:gd name="connsiteY24" fmla="*/ 1414623 h 1468438"/>
              <a:gd name="connsiteX25" fmla="*/ 0 w 1547812"/>
              <a:gd name="connsiteY25" fmla="*/ 1408908 h 1468438"/>
              <a:gd name="connsiteX26" fmla="*/ 0 w 1547812"/>
              <a:gd name="connsiteY26" fmla="*/ 694533 h 1468438"/>
              <a:gd name="connsiteX27" fmla="*/ 4048 w 1547812"/>
              <a:gd name="connsiteY27" fmla="*/ 672982 h 1468438"/>
              <a:gd name="connsiteX28" fmla="*/ 6271 w 1547812"/>
              <a:gd name="connsiteY28" fmla="*/ 667902 h 1468438"/>
              <a:gd name="connsiteX29" fmla="*/ 112038 w 1547812"/>
              <a:gd name="connsiteY29" fmla="*/ 456407 h 1468438"/>
              <a:gd name="connsiteX30" fmla="*/ 0 w 1547812"/>
              <a:gd name="connsiteY30" fmla="*/ 456407 h 1468438"/>
              <a:gd name="connsiteX31" fmla="*/ 0 w 1547812"/>
              <a:gd name="connsiteY31" fmla="*/ 337345 h 1468438"/>
              <a:gd name="connsiteX32" fmla="*/ 171569 w 1547812"/>
              <a:gd name="connsiteY32" fmla="*/ 337345 h 1468438"/>
              <a:gd name="connsiteX33" fmla="*/ 323770 w 1547812"/>
              <a:gd name="connsiteY33" fmla="*/ 32941 h 1468438"/>
              <a:gd name="connsiteX34" fmla="*/ 371436 w 1547812"/>
              <a:gd name="connsiteY34" fmla="*/ 279 h 1468438"/>
              <a:gd name="connsiteX35" fmla="*/ 377032 w 1547812"/>
              <a:gd name="connsiteY35" fmla="*/ 0 h 1468438"/>
              <a:gd name="connsiteX36" fmla="*/ 1170781 w 1547812"/>
              <a:gd name="connsiteY36" fmla="*/ 0 h 1468438"/>
              <a:gd name="connsiteX37" fmla="*/ 719694 w 1547812"/>
              <a:gd name="connsiteY37" fmla="*/ 423823 h 1468438"/>
              <a:gd name="connsiteX38" fmla="*/ 616625 w 1547812"/>
              <a:gd name="connsiteY38" fmla="*/ 429777 h 1468438"/>
              <a:gd name="connsiteX39" fmla="*/ 403146 w 1547812"/>
              <a:gd name="connsiteY39" fmla="*/ 856735 h 1468438"/>
              <a:gd name="connsiteX40" fmla="*/ 509668 w 1547812"/>
              <a:gd name="connsiteY40" fmla="*/ 909956 h 1468438"/>
              <a:gd name="connsiteX41" fmla="*/ 671116 w 1547812"/>
              <a:gd name="connsiteY41" fmla="*/ 586978 h 1468438"/>
              <a:gd name="connsiteX42" fmla="*/ 841097 w 1547812"/>
              <a:gd name="connsiteY42" fmla="*/ 910988 h 1468438"/>
              <a:gd name="connsiteX43" fmla="*/ 844034 w 1547812"/>
              <a:gd name="connsiteY43" fmla="*/ 916028 h 1468438"/>
              <a:gd name="connsiteX44" fmla="*/ 947817 w 1547812"/>
              <a:gd name="connsiteY44" fmla="*/ 908328 h 1468438"/>
              <a:gd name="connsiteX45" fmla="*/ 1145461 w 1547812"/>
              <a:gd name="connsiteY45" fmla="*/ 481411 h 1468438"/>
              <a:gd name="connsiteX46" fmla="*/ 1037392 w 1547812"/>
              <a:gd name="connsiteY46" fmla="*/ 431404 h 1468438"/>
              <a:gd name="connsiteX47" fmla="*/ 890429 w 1547812"/>
              <a:gd name="connsiteY47" fmla="*/ 748784 h 1468438"/>
              <a:gd name="connsiteX48" fmla="*/ 722590 w 1547812"/>
              <a:gd name="connsiteY48" fmla="*/ 428744 h 1468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547812" h="1468438">
                <a:moveTo>
                  <a:pt x="1170781" y="0"/>
                </a:moveTo>
                <a:cubicBezTo>
                  <a:pt x="1191338" y="4"/>
                  <a:pt x="1210436" y="10611"/>
                  <a:pt x="1221304" y="28060"/>
                </a:cubicBezTo>
                <a:lnTo>
                  <a:pt x="1224043" y="32941"/>
                </a:lnTo>
                <a:lnTo>
                  <a:pt x="1376085" y="337345"/>
                </a:lnTo>
                <a:lnTo>
                  <a:pt x="1547813" y="337345"/>
                </a:lnTo>
                <a:lnTo>
                  <a:pt x="1547813" y="456407"/>
                </a:lnTo>
                <a:lnTo>
                  <a:pt x="1435537" y="456407"/>
                </a:lnTo>
                <a:lnTo>
                  <a:pt x="1541225" y="667941"/>
                </a:lnTo>
                <a:cubicBezTo>
                  <a:pt x="1544503" y="674523"/>
                  <a:pt x="1546536" y="681655"/>
                  <a:pt x="1547217" y="688976"/>
                </a:cubicBezTo>
                <a:lnTo>
                  <a:pt x="1547494" y="694533"/>
                </a:lnTo>
                <a:lnTo>
                  <a:pt x="1547813" y="1250156"/>
                </a:lnTo>
                <a:lnTo>
                  <a:pt x="1547813" y="1408908"/>
                </a:lnTo>
                <a:cubicBezTo>
                  <a:pt x="1547811" y="1439570"/>
                  <a:pt x="1524517" y="1465217"/>
                  <a:pt x="1493996" y="1468160"/>
                </a:cubicBezTo>
                <a:lnTo>
                  <a:pt x="1488281" y="1468439"/>
                </a:lnTo>
                <a:lnTo>
                  <a:pt x="1170781" y="1468439"/>
                </a:lnTo>
                <a:cubicBezTo>
                  <a:pt x="1140118" y="1468437"/>
                  <a:pt x="1114472" y="1445144"/>
                  <a:pt x="1111528" y="1414623"/>
                </a:cubicBezTo>
                <a:lnTo>
                  <a:pt x="1111249" y="1408908"/>
                </a:lnTo>
                <a:lnTo>
                  <a:pt x="1111210" y="1309688"/>
                </a:lnTo>
                <a:lnTo>
                  <a:pt x="436522" y="1309688"/>
                </a:lnTo>
                <a:lnTo>
                  <a:pt x="436563" y="1408908"/>
                </a:lnTo>
                <a:cubicBezTo>
                  <a:pt x="436569" y="1437429"/>
                  <a:pt x="416345" y="1461948"/>
                  <a:pt x="388343" y="1467367"/>
                </a:cubicBezTo>
                <a:lnTo>
                  <a:pt x="382786" y="1468160"/>
                </a:lnTo>
                <a:lnTo>
                  <a:pt x="377032" y="1468439"/>
                </a:lnTo>
                <a:lnTo>
                  <a:pt x="59531" y="1468439"/>
                </a:lnTo>
                <a:cubicBezTo>
                  <a:pt x="28867" y="1468437"/>
                  <a:pt x="3222" y="1445144"/>
                  <a:pt x="278" y="1414623"/>
                </a:cubicBezTo>
                <a:lnTo>
                  <a:pt x="0" y="1408908"/>
                </a:lnTo>
                <a:lnTo>
                  <a:pt x="0" y="694533"/>
                </a:lnTo>
                <a:cubicBezTo>
                  <a:pt x="0" y="687151"/>
                  <a:pt x="1389" y="679847"/>
                  <a:pt x="4048" y="672982"/>
                </a:cubicBezTo>
                <a:lnTo>
                  <a:pt x="6271" y="667902"/>
                </a:lnTo>
                <a:lnTo>
                  <a:pt x="112038" y="456407"/>
                </a:lnTo>
                <a:lnTo>
                  <a:pt x="0" y="456407"/>
                </a:lnTo>
                <a:lnTo>
                  <a:pt x="0" y="337345"/>
                </a:lnTo>
                <a:lnTo>
                  <a:pt x="171569" y="337345"/>
                </a:lnTo>
                <a:lnTo>
                  <a:pt x="323770" y="32941"/>
                </a:lnTo>
                <a:cubicBezTo>
                  <a:pt x="332956" y="14555"/>
                  <a:pt x="350974" y="2208"/>
                  <a:pt x="371436" y="279"/>
                </a:cubicBezTo>
                <a:lnTo>
                  <a:pt x="377032" y="0"/>
                </a:lnTo>
                <a:lnTo>
                  <a:pt x="1170781" y="0"/>
                </a:lnTo>
                <a:close/>
                <a:moveTo>
                  <a:pt x="719694" y="423823"/>
                </a:moveTo>
                <a:cubicBezTo>
                  <a:pt x="695167" y="385882"/>
                  <a:pt x="637461" y="388105"/>
                  <a:pt x="616625" y="429777"/>
                </a:cubicBezTo>
                <a:lnTo>
                  <a:pt x="403146" y="856735"/>
                </a:lnTo>
                <a:lnTo>
                  <a:pt x="509668" y="909956"/>
                </a:lnTo>
                <a:lnTo>
                  <a:pt x="671116" y="586978"/>
                </a:lnTo>
                <a:lnTo>
                  <a:pt x="841097" y="910988"/>
                </a:lnTo>
                <a:lnTo>
                  <a:pt x="844034" y="916028"/>
                </a:lnTo>
                <a:cubicBezTo>
                  <a:pt x="868998" y="954524"/>
                  <a:pt x="927934" y="951350"/>
                  <a:pt x="947817" y="908328"/>
                </a:cubicBezTo>
                <a:lnTo>
                  <a:pt x="1145461" y="481411"/>
                </a:lnTo>
                <a:lnTo>
                  <a:pt x="1037392" y="431404"/>
                </a:lnTo>
                <a:lnTo>
                  <a:pt x="890429" y="748784"/>
                </a:lnTo>
                <a:lnTo>
                  <a:pt x="722590" y="428744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任意多边形: 形状 25"/>
          <p:cNvSpPr/>
          <p:nvPr/>
        </p:nvSpPr>
        <p:spPr>
          <a:xfrm>
            <a:off x="9575808" y="2914660"/>
            <a:ext cx="254161" cy="260763"/>
          </a:xfrm>
          <a:custGeom>
            <a:avLst/>
            <a:gdLst>
              <a:gd name="connsiteX0" fmla="*/ 430887 w 1527968"/>
              <a:gd name="connsiteY0" fmla="*/ 1329532 h 1567656"/>
              <a:gd name="connsiteX1" fmla="*/ 549950 w 1527968"/>
              <a:gd name="connsiteY1" fmla="*/ 1448594 h 1567656"/>
              <a:gd name="connsiteX2" fmla="*/ 430887 w 1527968"/>
              <a:gd name="connsiteY2" fmla="*/ 1567657 h 1567656"/>
              <a:gd name="connsiteX3" fmla="*/ 311825 w 1527968"/>
              <a:gd name="connsiteY3" fmla="*/ 1448594 h 1567656"/>
              <a:gd name="connsiteX4" fmla="*/ 430887 w 1527968"/>
              <a:gd name="connsiteY4" fmla="*/ 1329532 h 1567656"/>
              <a:gd name="connsiteX5" fmla="*/ 1269999 w 1527968"/>
              <a:gd name="connsiteY5" fmla="*/ 1329532 h 1567656"/>
              <a:gd name="connsiteX6" fmla="*/ 1389061 w 1527968"/>
              <a:gd name="connsiteY6" fmla="*/ 1448594 h 1567656"/>
              <a:gd name="connsiteX7" fmla="*/ 1269999 w 1527968"/>
              <a:gd name="connsiteY7" fmla="*/ 1567657 h 1567656"/>
              <a:gd name="connsiteX8" fmla="*/ 1150936 w 1527968"/>
              <a:gd name="connsiteY8" fmla="*/ 1448594 h 1567656"/>
              <a:gd name="connsiteX9" fmla="*/ 1269999 w 1527968"/>
              <a:gd name="connsiteY9" fmla="*/ 1329532 h 1567656"/>
              <a:gd name="connsiteX10" fmla="*/ 359093 w 1527968"/>
              <a:gd name="connsiteY10" fmla="*/ 1175543 h 1567656"/>
              <a:gd name="connsiteX11" fmla="*/ 358616 w 1527968"/>
              <a:gd name="connsiteY11" fmla="*/ 1175385 h 1567656"/>
              <a:gd name="connsiteX12" fmla="*/ 325199 w 1527968"/>
              <a:gd name="connsiteY12" fmla="*/ 1143318 h 1567656"/>
              <a:gd name="connsiteX13" fmla="*/ 322261 w 1527968"/>
              <a:gd name="connsiteY13" fmla="*/ 1134785 h 1567656"/>
              <a:gd name="connsiteX14" fmla="*/ 321865 w 1527968"/>
              <a:gd name="connsiteY14" fmla="*/ 1133198 h 1567656"/>
              <a:gd name="connsiteX15" fmla="*/ 320674 w 1527968"/>
              <a:gd name="connsiteY15" fmla="*/ 1126132 h 1567656"/>
              <a:gd name="connsiteX16" fmla="*/ 321270 w 1527968"/>
              <a:gd name="connsiteY16" fmla="*/ 1130221 h 1567656"/>
              <a:gd name="connsiteX17" fmla="*/ 321151 w 1527968"/>
              <a:gd name="connsiteY17" fmla="*/ 1129507 h 1567656"/>
              <a:gd name="connsiteX18" fmla="*/ 153591 w 1527968"/>
              <a:gd name="connsiteY18" fmla="*/ 119063 h 1567656"/>
              <a:gd name="connsiteX19" fmla="*/ 0 w 1527968"/>
              <a:gd name="connsiteY19" fmla="*/ 119063 h 1567656"/>
              <a:gd name="connsiteX20" fmla="*/ 0 w 1527968"/>
              <a:gd name="connsiteY20" fmla="*/ 0 h 1567656"/>
              <a:gd name="connsiteX21" fmla="*/ 204112 w 1527968"/>
              <a:gd name="connsiteY21" fmla="*/ 0 h 1567656"/>
              <a:gd name="connsiteX22" fmla="*/ 261699 w 1527968"/>
              <a:gd name="connsiteY22" fmla="*/ 44490 h 1567656"/>
              <a:gd name="connsiteX23" fmla="*/ 262849 w 1527968"/>
              <a:gd name="connsiteY23" fmla="*/ 49807 h 1567656"/>
              <a:gd name="connsiteX24" fmla="*/ 304363 w 1527968"/>
              <a:gd name="connsiteY24" fmla="*/ 300475 h 1567656"/>
              <a:gd name="connsiteX25" fmla="*/ 1468437 w 1527968"/>
              <a:gd name="connsiteY25" fmla="*/ 300475 h 1567656"/>
              <a:gd name="connsiteX26" fmla="*/ 1527968 w 1527968"/>
              <a:gd name="connsiteY26" fmla="*/ 360006 h 1567656"/>
              <a:gd name="connsiteX27" fmla="*/ 1527730 w 1527968"/>
              <a:gd name="connsiteY27" fmla="*/ 365323 h 1567656"/>
              <a:gd name="connsiteX28" fmla="*/ 1527055 w 1527968"/>
              <a:gd name="connsiteY28" fmla="*/ 370483 h 1567656"/>
              <a:gd name="connsiteX29" fmla="*/ 1390927 w 1527968"/>
              <a:gd name="connsiteY29" fmla="*/ 1130260 h 1567656"/>
              <a:gd name="connsiteX30" fmla="*/ 1332349 w 1527968"/>
              <a:gd name="connsiteY30" fmla="*/ 1179275 h 1567656"/>
              <a:gd name="connsiteX31" fmla="*/ 379848 w 1527968"/>
              <a:gd name="connsiteY31" fmla="*/ 1179275 h 1567656"/>
              <a:gd name="connsiteX32" fmla="*/ 359093 w 1527968"/>
              <a:gd name="connsiteY32" fmla="*/ 1175543 h 1567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527968" h="1567656">
                <a:moveTo>
                  <a:pt x="430887" y="1329532"/>
                </a:moveTo>
                <a:cubicBezTo>
                  <a:pt x="496643" y="1329532"/>
                  <a:pt x="549950" y="1382837"/>
                  <a:pt x="549950" y="1448594"/>
                </a:cubicBezTo>
                <a:cubicBezTo>
                  <a:pt x="549950" y="1514350"/>
                  <a:pt x="496643" y="1567657"/>
                  <a:pt x="430887" y="1567657"/>
                </a:cubicBezTo>
                <a:cubicBezTo>
                  <a:pt x="365129" y="1567657"/>
                  <a:pt x="311825" y="1514350"/>
                  <a:pt x="311825" y="1448594"/>
                </a:cubicBezTo>
                <a:cubicBezTo>
                  <a:pt x="311825" y="1382837"/>
                  <a:pt x="365129" y="1329532"/>
                  <a:pt x="430887" y="1329532"/>
                </a:cubicBezTo>
                <a:close/>
                <a:moveTo>
                  <a:pt x="1269999" y="1329532"/>
                </a:moveTo>
                <a:cubicBezTo>
                  <a:pt x="1335757" y="1329532"/>
                  <a:pt x="1389061" y="1382837"/>
                  <a:pt x="1389061" y="1448594"/>
                </a:cubicBezTo>
                <a:cubicBezTo>
                  <a:pt x="1389061" y="1514350"/>
                  <a:pt x="1335757" y="1567657"/>
                  <a:pt x="1269999" y="1567657"/>
                </a:cubicBezTo>
                <a:cubicBezTo>
                  <a:pt x="1204243" y="1567657"/>
                  <a:pt x="1150936" y="1514350"/>
                  <a:pt x="1150936" y="1448594"/>
                </a:cubicBezTo>
                <a:cubicBezTo>
                  <a:pt x="1150936" y="1382837"/>
                  <a:pt x="1204243" y="1329532"/>
                  <a:pt x="1269999" y="1329532"/>
                </a:cubicBezTo>
                <a:close/>
                <a:moveTo>
                  <a:pt x="359093" y="1175543"/>
                </a:moveTo>
                <a:lnTo>
                  <a:pt x="358616" y="1175385"/>
                </a:lnTo>
                <a:cubicBezTo>
                  <a:pt x="343590" y="1169668"/>
                  <a:pt x="331530" y="1158095"/>
                  <a:pt x="325199" y="1143318"/>
                </a:cubicBezTo>
                <a:cubicBezTo>
                  <a:pt x="323984" y="1140559"/>
                  <a:pt x="323002" y="1137706"/>
                  <a:pt x="322261" y="1134785"/>
                </a:cubicBezTo>
                <a:lnTo>
                  <a:pt x="321865" y="1133198"/>
                </a:lnTo>
                <a:cubicBezTo>
                  <a:pt x="321327" y="1130869"/>
                  <a:pt x="320929" y="1128510"/>
                  <a:pt x="320674" y="1126132"/>
                </a:cubicBezTo>
                <a:lnTo>
                  <a:pt x="321270" y="1130221"/>
                </a:lnTo>
                <a:lnTo>
                  <a:pt x="321151" y="1129507"/>
                </a:lnTo>
                <a:lnTo>
                  <a:pt x="153591" y="119063"/>
                </a:lnTo>
                <a:lnTo>
                  <a:pt x="0" y="119063"/>
                </a:lnTo>
                <a:lnTo>
                  <a:pt x="0" y="0"/>
                </a:lnTo>
                <a:lnTo>
                  <a:pt x="204112" y="0"/>
                </a:lnTo>
                <a:cubicBezTo>
                  <a:pt x="231193" y="6"/>
                  <a:pt x="254857" y="18287"/>
                  <a:pt x="261699" y="44490"/>
                </a:cubicBezTo>
                <a:lnTo>
                  <a:pt x="262849" y="49807"/>
                </a:lnTo>
                <a:lnTo>
                  <a:pt x="304363" y="300475"/>
                </a:lnTo>
                <a:lnTo>
                  <a:pt x="1468437" y="300475"/>
                </a:lnTo>
                <a:cubicBezTo>
                  <a:pt x="1501315" y="300475"/>
                  <a:pt x="1527968" y="327128"/>
                  <a:pt x="1527968" y="360006"/>
                </a:cubicBezTo>
                <a:cubicBezTo>
                  <a:pt x="1527968" y="361781"/>
                  <a:pt x="1527888" y="363556"/>
                  <a:pt x="1527730" y="365323"/>
                </a:cubicBezTo>
                <a:lnTo>
                  <a:pt x="1527055" y="370483"/>
                </a:lnTo>
                <a:lnTo>
                  <a:pt x="1390927" y="1130260"/>
                </a:lnTo>
                <a:cubicBezTo>
                  <a:pt x="1385837" y="1158621"/>
                  <a:pt x="1361163" y="1179266"/>
                  <a:pt x="1332349" y="1179275"/>
                </a:cubicBezTo>
                <a:lnTo>
                  <a:pt x="379848" y="1179275"/>
                </a:lnTo>
                <a:cubicBezTo>
                  <a:pt x="372586" y="1179275"/>
                  <a:pt x="365561" y="1177965"/>
                  <a:pt x="359093" y="1175543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任意多边形: 形状 28"/>
          <p:cNvSpPr/>
          <p:nvPr/>
        </p:nvSpPr>
        <p:spPr>
          <a:xfrm>
            <a:off x="434112" y="4775605"/>
            <a:ext cx="192931" cy="178815"/>
          </a:xfrm>
          <a:custGeom>
            <a:avLst/>
            <a:gdLst>
              <a:gd name="connsiteX0" fmla="*/ 1011113 w 1394732"/>
              <a:gd name="connsiteY0" fmla="*/ 668043 h 1292680"/>
              <a:gd name="connsiteX1" fmla="*/ 1017644 w 1394732"/>
              <a:gd name="connsiteY1" fmla="*/ 671548 h 1292680"/>
              <a:gd name="connsiteX2" fmla="*/ 1232331 w 1394732"/>
              <a:gd name="connsiteY2" fmla="*/ 701754 h 1292680"/>
              <a:gd name="connsiteX3" fmla="*/ 1243966 w 1394732"/>
              <a:gd name="connsiteY3" fmla="*/ 699204 h 1292680"/>
              <a:gd name="connsiteX4" fmla="*/ 1253150 w 1394732"/>
              <a:gd name="connsiteY4" fmla="*/ 696856 h 1292680"/>
              <a:gd name="connsiteX5" fmla="*/ 1258696 w 1394732"/>
              <a:gd name="connsiteY5" fmla="*/ 695325 h 1292680"/>
              <a:gd name="connsiteX6" fmla="*/ 1258661 w 1394732"/>
              <a:gd name="connsiteY6" fmla="*/ 1254240 h 1292680"/>
              <a:gd name="connsiteX7" fmla="*/ 1212838 w 1394732"/>
              <a:gd name="connsiteY7" fmla="*/ 1292476 h 1292680"/>
              <a:gd name="connsiteX8" fmla="*/ 1207635 w 1394732"/>
              <a:gd name="connsiteY8" fmla="*/ 1292680 h 1292680"/>
              <a:gd name="connsiteX9" fmla="*/ 841942 w 1394732"/>
              <a:gd name="connsiteY9" fmla="*/ 1292645 h 1292680"/>
              <a:gd name="connsiteX10" fmla="*/ 841942 w 1394732"/>
              <a:gd name="connsiteY10" fmla="*/ 901474 h 1292680"/>
              <a:gd name="connsiteX11" fmla="*/ 535782 w 1394732"/>
              <a:gd name="connsiteY11" fmla="*/ 901474 h 1292680"/>
              <a:gd name="connsiteX12" fmla="*/ 535782 w 1394732"/>
              <a:gd name="connsiteY12" fmla="*/ 1292645 h 1292680"/>
              <a:gd name="connsiteX13" fmla="*/ 187098 w 1394732"/>
              <a:gd name="connsiteY13" fmla="*/ 1292680 h 1292680"/>
              <a:gd name="connsiteX14" fmla="*/ 136344 w 1394732"/>
              <a:gd name="connsiteY14" fmla="*/ 1258152 h 1292680"/>
              <a:gd name="connsiteX15" fmla="*/ 136072 w 1394732"/>
              <a:gd name="connsiteY15" fmla="*/ 1254204 h 1292680"/>
              <a:gd name="connsiteX16" fmla="*/ 136072 w 1394732"/>
              <a:gd name="connsiteY16" fmla="*/ 695325 h 1292680"/>
              <a:gd name="connsiteX17" fmla="*/ 143385 w 1394732"/>
              <a:gd name="connsiteY17" fmla="*/ 697368 h 1292680"/>
              <a:gd name="connsiteX18" fmla="*/ 150767 w 1394732"/>
              <a:gd name="connsiteY18" fmla="*/ 699204 h 1292680"/>
              <a:gd name="connsiteX19" fmla="*/ 161211 w 1394732"/>
              <a:gd name="connsiteY19" fmla="*/ 701483 h 1292680"/>
              <a:gd name="connsiteX20" fmla="*/ 171960 w 1394732"/>
              <a:gd name="connsiteY20" fmla="*/ 703421 h 1292680"/>
              <a:gd name="connsiteX21" fmla="*/ 365965 w 1394732"/>
              <a:gd name="connsiteY21" fmla="*/ 677228 h 1292680"/>
              <a:gd name="connsiteX22" fmla="*/ 376986 w 1394732"/>
              <a:gd name="connsiteY22" fmla="*/ 671820 h 1292680"/>
              <a:gd name="connsiteX23" fmla="*/ 383722 w 1394732"/>
              <a:gd name="connsiteY23" fmla="*/ 668214 h 1292680"/>
              <a:gd name="connsiteX24" fmla="*/ 395117 w 1394732"/>
              <a:gd name="connsiteY24" fmla="*/ 674132 h 1292680"/>
              <a:gd name="connsiteX25" fmla="*/ 527957 w 1394732"/>
              <a:gd name="connsiteY25" fmla="*/ 707946 h 1292680"/>
              <a:gd name="connsiteX26" fmla="*/ 540680 w 1394732"/>
              <a:gd name="connsiteY26" fmla="*/ 708219 h 1292680"/>
              <a:gd name="connsiteX27" fmla="*/ 551532 w 1394732"/>
              <a:gd name="connsiteY27" fmla="*/ 708015 h 1292680"/>
              <a:gd name="connsiteX28" fmla="*/ 563676 w 1394732"/>
              <a:gd name="connsiteY28" fmla="*/ 707334 h 1292680"/>
              <a:gd name="connsiteX29" fmla="*/ 676956 w 1394732"/>
              <a:gd name="connsiteY29" fmla="*/ 678487 h 1292680"/>
              <a:gd name="connsiteX30" fmla="*/ 688589 w 1394732"/>
              <a:gd name="connsiteY30" fmla="*/ 672908 h 1292680"/>
              <a:gd name="connsiteX31" fmla="*/ 697469 w 1394732"/>
              <a:gd name="connsiteY31" fmla="*/ 668214 h 1292680"/>
              <a:gd name="connsiteX32" fmla="*/ 706620 w 1394732"/>
              <a:gd name="connsiteY32" fmla="*/ 673044 h 1292680"/>
              <a:gd name="connsiteX33" fmla="*/ 841160 w 1394732"/>
              <a:gd name="connsiteY33" fmla="*/ 707946 h 1292680"/>
              <a:gd name="connsiteX34" fmla="*/ 854053 w 1394732"/>
              <a:gd name="connsiteY34" fmla="*/ 708219 h 1292680"/>
              <a:gd name="connsiteX35" fmla="*/ 864871 w 1394732"/>
              <a:gd name="connsiteY35" fmla="*/ 708015 h 1292680"/>
              <a:gd name="connsiteX36" fmla="*/ 878137 w 1394732"/>
              <a:gd name="connsiteY36" fmla="*/ 707231 h 1292680"/>
              <a:gd name="connsiteX37" fmla="*/ 990429 w 1394732"/>
              <a:gd name="connsiteY37" fmla="*/ 678453 h 1292680"/>
              <a:gd name="connsiteX38" fmla="*/ 1001962 w 1394732"/>
              <a:gd name="connsiteY38" fmla="*/ 672908 h 1292680"/>
              <a:gd name="connsiteX39" fmla="*/ 1011113 w 1394732"/>
              <a:gd name="connsiteY39" fmla="*/ 668043 h 1292680"/>
              <a:gd name="connsiteX40" fmla="*/ 1167425 w 1394732"/>
              <a:gd name="connsiteY40" fmla="*/ 0 h 1292680"/>
              <a:gd name="connsiteX41" fmla="*/ 1212362 w 1394732"/>
              <a:gd name="connsiteY41" fmla="*/ 26875 h 1292680"/>
              <a:gd name="connsiteX42" fmla="*/ 1388643 w 1394732"/>
              <a:gd name="connsiteY42" fmla="*/ 354670 h 1292680"/>
              <a:gd name="connsiteX43" fmla="*/ 1394732 w 1394732"/>
              <a:gd name="connsiteY43" fmla="*/ 378721 h 1292680"/>
              <a:gd name="connsiteX44" fmla="*/ 1168428 w 1394732"/>
              <a:gd name="connsiteY44" fmla="*/ 606078 h 1292680"/>
              <a:gd name="connsiteX45" fmla="*/ 1016623 w 1394732"/>
              <a:gd name="connsiteY45" fmla="*/ 548266 h 1292680"/>
              <a:gd name="connsiteX46" fmla="*/ 1010808 w 1394732"/>
              <a:gd name="connsiteY46" fmla="*/ 542858 h 1292680"/>
              <a:gd name="connsiteX47" fmla="*/ 1002745 w 1394732"/>
              <a:gd name="connsiteY47" fmla="*/ 550342 h 1292680"/>
              <a:gd name="connsiteX48" fmla="*/ 862897 w 1394732"/>
              <a:gd name="connsiteY48" fmla="*/ 605995 h 1292680"/>
              <a:gd name="connsiteX49" fmla="*/ 854053 w 1394732"/>
              <a:gd name="connsiteY49" fmla="*/ 606166 h 1292680"/>
              <a:gd name="connsiteX50" fmla="*/ 697843 w 1394732"/>
              <a:gd name="connsiteY50" fmla="*/ 543470 h 1292680"/>
              <a:gd name="connsiteX51" fmla="*/ 697366 w 1394732"/>
              <a:gd name="connsiteY51" fmla="*/ 542994 h 1292680"/>
              <a:gd name="connsiteX52" fmla="*/ 689372 w 1394732"/>
              <a:gd name="connsiteY52" fmla="*/ 550342 h 1292680"/>
              <a:gd name="connsiteX53" fmla="*/ 549560 w 1394732"/>
              <a:gd name="connsiteY53" fmla="*/ 605995 h 1292680"/>
              <a:gd name="connsiteX54" fmla="*/ 540714 w 1394732"/>
              <a:gd name="connsiteY54" fmla="*/ 606166 h 1292680"/>
              <a:gd name="connsiteX55" fmla="*/ 384470 w 1394732"/>
              <a:gd name="connsiteY55" fmla="*/ 543470 h 1292680"/>
              <a:gd name="connsiteX56" fmla="*/ 383892 w 1394732"/>
              <a:gd name="connsiteY56" fmla="*/ 542858 h 1292680"/>
              <a:gd name="connsiteX57" fmla="*/ 378110 w 1394732"/>
              <a:gd name="connsiteY57" fmla="*/ 548301 h 1292680"/>
              <a:gd name="connsiteX58" fmla="*/ 182914 w 1394732"/>
              <a:gd name="connsiteY58" fmla="*/ 601777 h 1292680"/>
              <a:gd name="connsiteX59" fmla="*/ 174375 w 1394732"/>
              <a:gd name="connsiteY59" fmla="*/ 599906 h 1292680"/>
              <a:gd name="connsiteX60" fmla="*/ 1 w 1394732"/>
              <a:gd name="connsiteY60" fmla="*/ 378721 h 1292680"/>
              <a:gd name="connsiteX61" fmla="*/ 6089 w 1394732"/>
              <a:gd name="connsiteY61" fmla="*/ 354670 h 1292680"/>
              <a:gd name="connsiteX62" fmla="*/ 182335 w 1394732"/>
              <a:gd name="connsiteY62" fmla="*/ 26875 h 1292680"/>
              <a:gd name="connsiteX63" fmla="*/ 227239 w 1394732"/>
              <a:gd name="connsiteY63" fmla="*/ 0 h 1292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394732" h="1292680">
                <a:moveTo>
                  <a:pt x="1011113" y="668043"/>
                </a:moveTo>
                <a:lnTo>
                  <a:pt x="1017644" y="671548"/>
                </a:lnTo>
                <a:cubicBezTo>
                  <a:pt x="1083713" y="705665"/>
                  <a:pt x="1159415" y="716317"/>
                  <a:pt x="1232331" y="701754"/>
                </a:cubicBezTo>
                <a:lnTo>
                  <a:pt x="1243966" y="699204"/>
                </a:lnTo>
                <a:lnTo>
                  <a:pt x="1253150" y="696856"/>
                </a:lnTo>
                <a:cubicBezTo>
                  <a:pt x="1255022" y="696380"/>
                  <a:pt x="1256858" y="695837"/>
                  <a:pt x="1258696" y="695325"/>
                </a:cubicBezTo>
                <a:lnTo>
                  <a:pt x="1258661" y="1254240"/>
                </a:lnTo>
                <a:cubicBezTo>
                  <a:pt x="1258661" y="1274140"/>
                  <a:pt x="1238591" y="1290502"/>
                  <a:pt x="1212838" y="1292476"/>
                </a:cubicBezTo>
                <a:lnTo>
                  <a:pt x="1207635" y="1292680"/>
                </a:lnTo>
                <a:lnTo>
                  <a:pt x="841942" y="1292645"/>
                </a:lnTo>
                <a:lnTo>
                  <a:pt x="841942" y="901474"/>
                </a:lnTo>
                <a:lnTo>
                  <a:pt x="535782" y="901474"/>
                </a:lnTo>
                <a:lnTo>
                  <a:pt x="535782" y="1292645"/>
                </a:lnTo>
                <a:lnTo>
                  <a:pt x="187098" y="1292680"/>
                </a:lnTo>
                <a:cubicBezTo>
                  <a:pt x="160666" y="1292680"/>
                  <a:pt x="138963" y="1277541"/>
                  <a:pt x="136344" y="1258152"/>
                </a:cubicBezTo>
                <a:lnTo>
                  <a:pt x="136072" y="1254204"/>
                </a:lnTo>
                <a:lnTo>
                  <a:pt x="136072" y="695325"/>
                </a:lnTo>
                <a:lnTo>
                  <a:pt x="143385" y="697368"/>
                </a:lnTo>
                <a:lnTo>
                  <a:pt x="150767" y="699204"/>
                </a:lnTo>
                <a:lnTo>
                  <a:pt x="161211" y="701483"/>
                </a:lnTo>
                <a:lnTo>
                  <a:pt x="171960" y="703421"/>
                </a:lnTo>
                <a:cubicBezTo>
                  <a:pt x="237791" y="714440"/>
                  <a:pt x="305414" y="705311"/>
                  <a:pt x="365965" y="677228"/>
                </a:cubicBezTo>
                <a:lnTo>
                  <a:pt x="376986" y="671820"/>
                </a:lnTo>
                <a:lnTo>
                  <a:pt x="383722" y="668214"/>
                </a:lnTo>
                <a:lnTo>
                  <a:pt x="395117" y="674132"/>
                </a:lnTo>
                <a:cubicBezTo>
                  <a:pt x="436521" y="694639"/>
                  <a:pt x="481789" y="706162"/>
                  <a:pt x="527957" y="707946"/>
                </a:cubicBezTo>
                <a:lnTo>
                  <a:pt x="540680" y="708219"/>
                </a:lnTo>
                <a:lnTo>
                  <a:pt x="551532" y="708015"/>
                </a:lnTo>
                <a:lnTo>
                  <a:pt x="563676" y="707334"/>
                </a:lnTo>
                <a:cubicBezTo>
                  <a:pt x="602844" y="704485"/>
                  <a:pt x="641197" y="694719"/>
                  <a:pt x="676956" y="678487"/>
                </a:cubicBezTo>
                <a:lnTo>
                  <a:pt x="688589" y="672908"/>
                </a:lnTo>
                <a:lnTo>
                  <a:pt x="697469" y="668214"/>
                </a:lnTo>
                <a:lnTo>
                  <a:pt x="706620" y="673044"/>
                </a:lnTo>
                <a:cubicBezTo>
                  <a:pt x="748325" y="694134"/>
                  <a:pt x="794045" y="706109"/>
                  <a:pt x="841160" y="707946"/>
                </a:cubicBezTo>
                <a:lnTo>
                  <a:pt x="854053" y="708219"/>
                </a:lnTo>
                <a:lnTo>
                  <a:pt x="864871" y="708015"/>
                </a:lnTo>
                <a:lnTo>
                  <a:pt x="878137" y="707231"/>
                </a:lnTo>
                <a:cubicBezTo>
                  <a:pt x="916966" y="704292"/>
                  <a:pt x="954975" y="694549"/>
                  <a:pt x="990429" y="678453"/>
                </a:cubicBezTo>
                <a:lnTo>
                  <a:pt x="1001962" y="672908"/>
                </a:lnTo>
                <a:lnTo>
                  <a:pt x="1011113" y="668043"/>
                </a:lnTo>
                <a:close/>
                <a:moveTo>
                  <a:pt x="1167425" y="0"/>
                </a:moveTo>
                <a:cubicBezTo>
                  <a:pt x="1186209" y="6"/>
                  <a:pt x="1203471" y="10329"/>
                  <a:pt x="1212362" y="26875"/>
                </a:cubicBezTo>
                <a:lnTo>
                  <a:pt x="1388643" y="354670"/>
                </a:lnTo>
                <a:cubicBezTo>
                  <a:pt x="1392621" y="362065"/>
                  <a:pt x="1394712" y="370325"/>
                  <a:pt x="1394732" y="378721"/>
                </a:cubicBezTo>
                <a:cubicBezTo>
                  <a:pt x="1395022" y="503997"/>
                  <a:pt x="1293704" y="605788"/>
                  <a:pt x="1168428" y="606078"/>
                </a:cubicBezTo>
                <a:cubicBezTo>
                  <a:pt x="1112426" y="606209"/>
                  <a:pt x="1058353" y="585616"/>
                  <a:pt x="1016623" y="548266"/>
                </a:cubicBezTo>
                <a:lnTo>
                  <a:pt x="1010808" y="542858"/>
                </a:lnTo>
                <a:lnTo>
                  <a:pt x="1002745" y="550342"/>
                </a:lnTo>
                <a:cubicBezTo>
                  <a:pt x="963862" y="584333"/>
                  <a:pt x="914505" y="603974"/>
                  <a:pt x="862897" y="605995"/>
                </a:cubicBezTo>
                <a:lnTo>
                  <a:pt x="854053" y="606166"/>
                </a:lnTo>
                <a:cubicBezTo>
                  <a:pt x="794862" y="606166"/>
                  <a:pt x="739208" y="583032"/>
                  <a:pt x="697843" y="543470"/>
                </a:cubicBezTo>
                <a:lnTo>
                  <a:pt x="697366" y="542994"/>
                </a:lnTo>
                <a:lnTo>
                  <a:pt x="689372" y="550342"/>
                </a:lnTo>
                <a:cubicBezTo>
                  <a:pt x="650497" y="584325"/>
                  <a:pt x="601155" y="603967"/>
                  <a:pt x="549560" y="605995"/>
                </a:cubicBezTo>
                <a:lnTo>
                  <a:pt x="540714" y="606166"/>
                </a:lnTo>
                <a:cubicBezTo>
                  <a:pt x="481523" y="606166"/>
                  <a:pt x="425835" y="583032"/>
                  <a:pt x="384470" y="543470"/>
                </a:cubicBezTo>
                <a:lnTo>
                  <a:pt x="383892" y="542858"/>
                </a:lnTo>
                <a:lnTo>
                  <a:pt x="378110" y="548301"/>
                </a:lnTo>
                <a:cubicBezTo>
                  <a:pt x="325041" y="595768"/>
                  <a:pt x="252767" y="615570"/>
                  <a:pt x="182914" y="601777"/>
                </a:cubicBezTo>
                <a:lnTo>
                  <a:pt x="174375" y="599906"/>
                </a:lnTo>
                <a:cubicBezTo>
                  <a:pt x="71972" y="575565"/>
                  <a:pt x="-232" y="483978"/>
                  <a:pt x="1" y="378721"/>
                </a:cubicBezTo>
                <a:cubicBezTo>
                  <a:pt x="1" y="370320"/>
                  <a:pt x="2110" y="362052"/>
                  <a:pt x="6089" y="354670"/>
                </a:cubicBezTo>
                <a:lnTo>
                  <a:pt x="182335" y="26875"/>
                </a:lnTo>
                <a:cubicBezTo>
                  <a:pt x="191221" y="10340"/>
                  <a:pt x="208468" y="17"/>
                  <a:pt x="227239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2" name="任意多边形: 形状 31"/>
          <p:cNvSpPr/>
          <p:nvPr/>
        </p:nvSpPr>
        <p:spPr>
          <a:xfrm>
            <a:off x="407450" y="2930835"/>
            <a:ext cx="192599" cy="203009"/>
          </a:xfrm>
          <a:custGeom>
            <a:avLst/>
            <a:gdLst>
              <a:gd name="connsiteX0" fmla="*/ 734219 w 1468442"/>
              <a:gd name="connsiteY0" fmla="*/ 0 h 1547812"/>
              <a:gd name="connsiteX1" fmla="*/ 1270001 w 1468442"/>
              <a:gd name="connsiteY1" fmla="*/ 535781 h 1547812"/>
              <a:gd name="connsiteX2" fmla="*/ 1150423 w 1468442"/>
              <a:gd name="connsiteY2" fmla="*/ 873243 h 1547812"/>
              <a:gd name="connsiteX3" fmla="*/ 1145024 w 1468442"/>
              <a:gd name="connsiteY3" fmla="*/ 879634 h 1547812"/>
              <a:gd name="connsiteX4" fmla="*/ 1152804 w 1468442"/>
              <a:gd name="connsiteY4" fmla="*/ 884952 h 1547812"/>
              <a:gd name="connsiteX5" fmla="*/ 1467803 w 1468442"/>
              <a:gd name="connsiteY5" fmla="*/ 1457840 h 1547812"/>
              <a:gd name="connsiteX6" fmla="*/ 1468279 w 1468442"/>
              <a:gd name="connsiteY6" fmla="*/ 1472764 h 1547812"/>
              <a:gd name="connsiteX7" fmla="*/ 1468439 w 1468442"/>
              <a:gd name="connsiteY7" fmla="*/ 1487647 h 1547812"/>
              <a:gd name="connsiteX8" fmla="*/ 1409546 w 1468442"/>
              <a:gd name="connsiteY8" fmla="*/ 1547809 h 1547812"/>
              <a:gd name="connsiteX9" fmla="*/ 1408908 w 1468442"/>
              <a:gd name="connsiteY9" fmla="*/ 1547813 h 1547812"/>
              <a:gd name="connsiteX10" fmla="*/ 59531 w 1468442"/>
              <a:gd name="connsiteY10" fmla="*/ 1547813 h 1547812"/>
              <a:gd name="connsiteX11" fmla="*/ 0 w 1468442"/>
              <a:gd name="connsiteY11" fmla="*/ 1488281 h 1547812"/>
              <a:gd name="connsiteX12" fmla="*/ 315437 w 1468442"/>
              <a:gd name="connsiteY12" fmla="*/ 885072 h 1547812"/>
              <a:gd name="connsiteX13" fmla="*/ 323374 w 1468442"/>
              <a:gd name="connsiteY13" fmla="*/ 879673 h 1547812"/>
              <a:gd name="connsiteX14" fmla="*/ 318016 w 1468442"/>
              <a:gd name="connsiteY14" fmla="*/ 873243 h 1547812"/>
              <a:gd name="connsiteX15" fmla="*/ 198637 w 1468442"/>
              <a:gd name="connsiteY15" fmla="*/ 550783 h 1547812"/>
              <a:gd name="connsiteX16" fmla="*/ 198438 w 1468442"/>
              <a:gd name="connsiteY16" fmla="*/ 535781 h 1547812"/>
              <a:gd name="connsiteX17" fmla="*/ 734219 w 1468442"/>
              <a:gd name="connsiteY17" fmla="*/ 0 h 1547812"/>
              <a:gd name="connsiteX18" fmla="*/ 635001 w 1468442"/>
              <a:gd name="connsiteY18" fmla="*/ 535781 h 1547812"/>
              <a:gd name="connsiteX19" fmla="*/ 515939 w 1468442"/>
              <a:gd name="connsiteY19" fmla="*/ 535781 h 1547812"/>
              <a:gd name="connsiteX20" fmla="*/ 516097 w 1468442"/>
              <a:gd name="connsiteY20" fmla="*/ 544553 h 1547812"/>
              <a:gd name="connsiteX21" fmla="*/ 742531 w 1468442"/>
              <a:gd name="connsiteY21" fmla="*/ 754365 h 1547812"/>
              <a:gd name="connsiteX22" fmla="*/ 952500 w 1468442"/>
              <a:gd name="connsiteY22" fmla="*/ 535781 h 1547812"/>
              <a:gd name="connsiteX23" fmla="*/ 833438 w 1468442"/>
              <a:gd name="connsiteY23" fmla="*/ 535781 h 1547812"/>
              <a:gd name="connsiteX24" fmla="*/ 833240 w 1468442"/>
              <a:gd name="connsiteY24" fmla="*/ 542291 h 1547812"/>
              <a:gd name="connsiteX25" fmla="*/ 727952 w 1468442"/>
              <a:gd name="connsiteY25" fmla="*/ 635044 h 1547812"/>
              <a:gd name="connsiteX26" fmla="*/ 635001 w 1468442"/>
              <a:gd name="connsiteY26" fmla="*/ 535781 h 1547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468442" h="1547812">
                <a:moveTo>
                  <a:pt x="734219" y="0"/>
                </a:moveTo>
                <a:cubicBezTo>
                  <a:pt x="1030129" y="0"/>
                  <a:pt x="1270001" y="239872"/>
                  <a:pt x="1270001" y="535781"/>
                </a:cubicBezTo>
                <a:cubicBezTo>
                  <a:pt x="1270001" y="660916"/>
                  <a:pt x="1226820" y="779184"/>
                  <a:pt x="1150423" y="873243"/>
                </a:cubicBezTo>
                <a:lnTo>
                  <a:pt x="1145024" y="879634"/>
                </a:lnTo>
                <a:lnTo>
                  <a:pt x="1152804" y="884952"/>
                </a:lnTo>
                <a:cubicBezTo>
                  <a:pt x="1341741" y="1016035"/>
                  <a:pt x="1458333" y="1228080"/>
                  <a:pt x="1467803" y="1457840"/>
                </a:cubicBezTo>
                <a:lnTo>
                  <a:pt x="1468279" y="1472764"/>
                </a:lnTo>
                <a:lnTo>
                  <a:pt x="1468439" y="1487647"/>
                </a:lnTo>
                <a:cubicBezTo>
                  <a:pt x="1468789" y="1520523"/>
                  <a:pt x="1442422" y="1547459"/>
                  <a:pt x="1409546" y="1547809"/>
                </a:cubicBezTo>
                <a:cubicBezTo>
                  <a:pt x="1409332" y="1547811"/>
                  <a:pt x="1409120" y="1547813"/>
                  <a:pt x="1408908" y="1547813"/>
                </a:cubicBezTo>
                <a:lnTo>
                  <a:pt x="59531" y="1547813"/>
                </a:lnTo>
                <a:cubicBezTo>
                  <a:pt x="26653" y="1547813"/>
                  <a:pt x="0" y="1521159"/>
                  <a:pt x="0" y="1488281"/>
                </a:cubicBezTo>
                <a:cubicBezTo>
                  <a:pt x="0" y="1243647"/>
                  <a:pt x="120729" y="1020366"/>
                  <a:pt x="315437" y="885072"/>
                </a:cubicBezTo>
                <a:lnTo>
                  <a:pt x="323374" y="879673"/>
                </a:lnTo>
                <a:lnTo>
                  <a:pt x="318016" y="873243"/>
                </a:lnTo>
                <a:cubicBezTo>
                  <a:pt x="243753" y="781863"/>
                  <a:pt x="201783" y="668493"/>
                  <a:pt x="198637" y="550783"/>
                </a:cubicBezTo>
                <a:lnTo>
                  <a:pt x="198438" y="535781"/>
                </a:lnTo>
                <a:cubicBezTo>
                  <a:pt x="198438" y="239872"/>
                  <a:pt x="438310" y="0"/>
                  <a:pt x="734219" y="0"/>
                </a:cubicBezTo>
                <a:close/>
                <a:moveTo>
                  <a:pt x="635001" y="535781"/>
                </a:moveTo>
                <a:lnTo>
                  <a:pt x="515939" y="535781"/>
                </a:lnTo>
                <a:lnTo>
                  <a:pt x="516097" y="544553"/>
                </a:lnTo>
                <a:cubicBezTo>
                  <a:pt x="520686" y="665018"/>
                  <a:pt x="622064" y="758955"/>
                  <a:pt x="742531" y="754365"/>
                </a:cubicBezTo>
                <a:cubicBezTo>
                  <a:pt x="859944" y="749891"/>
                  <a:pt x="952749" y="653279"/>
                  <a:pt x="952500" y="535781"/>
                </a:cubicBezTo>
                <a:lnTo>
                  <a:pt x="833438" y="535781"/>
                </a:lnTo>
                <a:lnTo>
                  <a:pt x="833240" y="542291"/>
                </a:lnTo>
                <a:cubicBezTo>
                  <a:pt x="829778" y="596978"/>
                  <a:pt x="782639" y="638504"/>
                  <a:pt x="727952" y="635044"/>
                </a:cubicBezTo>
                <a:cubicBezTo>
                  <a:pt x="675600" y="631729"/>
                  <a:pt x="634873" y="588238"/>
                  <a:pt x="635001" y="53578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5" name="任意多边形: 形状 34"/>
          <p:cNvSpPr/>
          <p:nvPr/>
        </p:nvSpPr>
        <p:spPr>
          <a:xfrm>
            <a:off x="419422" y="1135195"/>
            <a:ext cx="171625" cy="201047"/>
          </a:xfrm>
          <a:custGeom>
            <a:avLst/>
            <a:gdLst>
              <a:gd name="connsiteX0" fmla="*/ 1389061 w 1389061"/>
              <a:gd name="connsiteY0" fmla="*/ 1289844 h 1627186"/>
              <a:gd name="connsiteX1" fmla="*/ 1389061 w 1389061"/>
              <a:gd name="connsiteY1" fmla="*/ 1567656 h 1627186"/>
              <a:gd name="connsiteX2" fmla="*/ 1329530 w 1389061"/>
              <a:gd name="connsiteY2" fmla="*/ 1627187 h 1627186"/>
              <a:gd name="connsiteX3" fmla="*/ 59531 w 1389061"/>
              <a:gd name="connsiteY3" fmla="*/ 1627187 h 1627186"/>
              <a:gd name="connsiteX4" fmla="*/ 0 w 1389061"/>
              <a:gd name="connsiteY4" fmla="*/ 1567656 h 1627186"/>
              <a:gd name="connsiteX5" fmla="*/ 0 w 1389061"/>
              <a:gd name="connsiteY5" fmla="*/ 1289844 h 1627186"/>
              <a:gd name="connsiteX6" fmla="*/ 1389061 w 1389061"/>
              <a:gd name="connsiteY6" fmla="*/ 1289844 h 1627186"/>
              <a:gd name="connsiteX7" fmla="*/ 238125 w 1389061"/>
              <a:gd name="connsiteY7" fmla="*/ 0 h 1627186"/>
              <a:gd name="connsiteX8" fmla="*/ 238125 w 1389061"/>
              <a:gd name="connsiteY8" fmla="*/ 654844 h 1627186"/>
              <a:gd name="connsiteX9" fmla="*/ 238363 w 1389061"/>
              <a:gd name="connsiteY9" fmla="*/ 660083 h 1627186"/>
              <a:gd name="connsiteX10" fmla="*/ 302929 w 1389061"/>
              <a:gd name="connsiteY10" fmla="*/ 714111 h 1627186"/>
              <a:gd name="connsiteX11" fmla="*/ 328056 w 1389061"/>
              <a:gd name="connsiteY11" fmla="*/ 706000 h 1627186"/>
              <a:gd name="connsiteX12" fmla="*/ 497640 w 1389061"/>
              <a:gd name="connsiteY12" fmla="*/ 605195 h 1627186"/>
              <a:gd name="connsiteX13" fmla="*/ 663693 w 1389061"/>
              <a:gd name="connsiteY13" fmla="*/ 705762 h 1627186"/>
              <a:gd name="connsiteX14" fmla="*/ 745452 w 1389061"/>
              <a:gd name="connsiteY14" fmla="*/ 685678 h 1627186"/>
              <a:gd name="connsiteX15" fmla="*/ 754062 w 1389061"/>
              <a:gd name="connsiteY15" fmla="*/ 654844 h 1627186"/>
              <a:gd name="connsiteX16" fmla="*/ 754062 w 1389061"/>
              <a:gd name="connsiteY16" fmla="*/ 0 h 1627186"/>
              <a:gd name="connsiteX17" fmla="*/ 1329530 w 1389061"/>
              <a:gd name="connsiteY17" fmla="*/ 0 h 1627186"/>
              <a:gd name="connsiteX18" fmla="*/ 1389061 w 1389061"/>
              <a:gd name="connsiteY18" fmla="*/ 59532 h 1627186"/>
              <a:gd name="connsiteX19" fmla="*/ 1389061 w 1389061"/>
              <a:gd name="connsiteY19" fmla="*/ 1170781 h 1627186"/>
              <a:gd name="connsiteX20" fmla="*/ 0 w 1389061"/>
              <a:gd name="connsiteY20" fmla="*/ 1170781 h 1627186"/>
              <a:gd name="connsiteX21" fmla="*/ 0 w 1389061"/>
              <a:gd name="connsiteY21" fmla="*/ 59532 h 1627186"/>
              <a:gd name="connsiteX22" fmla="*/ 53816 w 1389061"/>
              <a:gd name="connsiteY22" fmla="*/ 278 h 1627186"/>
              <a:gd name="connsiteX23" fmla="*/ 59531 w 1389061"/>
              <a:gd name="connsiteY23" fmla="*/ 0 h 1627186"/>
              <a:gd name="connsiteX24" fmla="*/ 238125 w 1389061"/>
              <a:gd name="connsiteY24" fmla="*/ 0 h 1627186"/>
              <a:gd name="connsiteX25" fmla="*/ 634999 w 1389061"/>
              <a:gd name="connsiteY25" fmla="*/ 159 h 1627186"/>
              <a:gd name="connsiteX26" fmla="*/ 634999 w 1389061"/>
              <a:gd name="connsiteY26" fmla="*/ 549156 h 1627186"/>
              <a:gd name="connsiteX27" fmla="*/ 528796 w 1389061"/>
              <a:gd name="connsiteY27" fmla="*/ 484862 h 1627186"/>
              <a:gd name="connsiteX28" fmla="*/ 523001 w 1389061"/>
              <a:gd name="connsiteY28" fmla="*/ 481766 h 1627186"/>
              <a:gd name="connsiteX29" fmla="*/ 467517 w 1389061"/>
              <a:gd name="connsiteY29" fmla="*/ 484624 h 1627186"/>
              <a:gd name="connsiteX30" fmla="*/ 357187 w 1389061"/>
              <a:gd name="connsiteY30" fmla="*/ 550147 h 1627186"/>
              <a:gd name="connsiteX31" fmla="*/ 357187 w 1389061"/>
              <a:gd name="connsiteY31" fmla="*/ 159 h 1627186"/>
              <a:gd name="connsiteX32" fmla="*/ 634999 w 1389061"/>
              <a:gd name="connsiteY32" fmla="*/ 159 h 1627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389061" h="1627186">
                <a:moveTo>
                  <a:pt x="1389061" y="1289844"/>
                </a:moveTo>
                <a:lnTo>
                  <a:pt x="1389061" y="1567656"/>
                </a:lnTo>
                <a:cubicBezTo>
                  <a:pt x="1389061" y="1600534"/>
                  <a:pt x="1362408" y="1627187"/>
                  <a:pt x="1329530" y="1627187"/>
                </a:cubicBezTo>
                <a:lnTo>
                  <a:pt x="59531" y="1627187"/>
                </a:lnTo>
                <a:cubicBezTo>
                  <a:pt x="26653" y="1627187"/>
                  <a:pt x="0" y="1600534"/>
                  <a:pt x="0" y="1567656"/>
                </a:cubicBezTo>
                <a:lnTo>
                  <a:pt x="0" y="1289844"/>
                </a:lnTo>
                <a:lnTo>
                  <a:pt x="1389061" y="1289844"/>
                </a:lnTo>
                <a:close/>
                <a:moveTo>
                  <a:pt x="238125" y="0"/>
                </a:moveTo>
                <a:lnTo>
                  <a:pt x="238125" y="654844"/>
                </a:lnTo>
                <a:lnTo>
                  <a:pt x="238363" y="660083"/>
                </a:lnTo>
                <a:cubicBezTo>
                  <a:pt x="241273" y="692831"/>
                  <a:pt x="270179" y="717021"/>
                  <a:pt x="302929" y="714111"/>
                </a:cubicBezTo>
                <a:cubicBezTo>
                  <a:pt x="311806" y="713323"/>
                  <a:pt x="320393" y="710551"/>
                  <a:pt x="328056" y="706000"/>
                </a:cubicBezTo>
                <a:lnTo>
                  <a:pt x="497640" y="605195"/>
                </a:lnTo>
                <a:lnTo>
                  <a:pt x="663693" y="705762"/>
                </a:lnTo>
                <a:cubicBezTo>
                  <a:pt x="691816" y="722794"/>
                  <a:pt x="728423" y="713801"/>
                  <a:pt x="745452" y="685678"/>
                </a:cubicBezTo>
                <a:cubicBezTo>
                  <a:pt x="751083" y="676380"/>
                  <a:pt x="754062" y="665714"/>
                  <a:pt x="754062" y="654844"/>
                </a:cubicBezTo>
                <a:lnTo>
                  <a:pt x="754062" y="0"/>
                </a:lnTo>
                <a:lnTo>
                  <a:pt x="1329530" y="0"/>
                </a:lnTo>
                <a:cubicBezTo>
                  <a:pt x="1362408" y="0"/>
                  <a:pt x="1389061" y="26653"/>
                  <a:pt x="1389061" y="59532"/>
                </a:cubicBezTo>
                <a:lnTo>
                  <a:pt x="1389061" y="1170781"/>
                </a:lnTo>
                <a:lnTo>
                  <a:pt x="0" y="1170781"/>
                </a:lnTo>
                <a:lnTo>
                  <a:pt x="0" y="59532"/>
                </a:lnTo>
                <a:cubicBezTo>
                  <a:pt x="0" y="28868"/>
                  <a:pt x="23293" y="3221"/>
                  <a:pt x="53816" y="278"/>
                </a:cubicBezTo>
                <a:lnTo>
                  <a:pt x="59531" y="0"/>
                </a:lnTo>
                <a:lnTo>
                  <a:pt x="238125" y="0"/>
                </a:lnTo>
                <a:close/>
                <a:moveTo>
                  <a:pt x="634999" y="159"/>
                </a:moveTo>
                <a:lnTo>
                  <a:pt x="634999" y="549156"/>
                </a:lnTo>
                <a:lnTo>
                  <a:pt x="528796" y="484862"/>
                </a:lnTo>
                <a:lnTo>
                  <a:pt x="523001" y="481766"/>
                </a:lnTo>
                <a:cubicBezTo>
                  <a:pt x="505169" y="473501"/>
                  <a:pt x="484408" y="474571"/>
                  <a:pt x="467517" y="484624"/>
                </a:cubicBezTo>
                <a:lnTo>
                  <a:pt x="357187" y="550147"/>
                </a:lnTo>
                <a:lnTo>
                  <a:pt x="357187" y="159"/>
                </a:lnTo>
                <a:lnTo>
                  <a:pt x="634999" y="159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6147" y="95194"/>
            <a:ext cx="49997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树状图页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  <a:sym typeface="+mn-ea"/>
              </a:rPr>
              <a:t>区域季度工作回顾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3C5">
                  <a:lumMod val="7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3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61" name="Straight Connector 86"/>
          <p:cNvCxnSpPr/>
          <p:nvPr/>
        </p:nvCxnSpPr>
        <p:spPr>
          <a:xfrm>
            <a:off x="2788602" y="1032314"/>
            <a:ext cx="2341205" cy="0"/>
          </a:xfrm>
          <a:prstGeom prst="line">
            <a:avLst/>
          </a:prstGeom>
          <a:ln w="28575">
            <a:solidFill>
              <a:schemeClr val="accent2">
                <a:lumMod val="20000"/>
                <a:lumOff val="8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9" name="Straight Connector 95"/>
          <p:cNvCxnSpPr/>
          <p:nvPr/>
        </p:nvCxnSpPr>
        <p:spPr>
          <a:xfrm>
            <a:off x="3732726" y="2483117"/>
            <a:ext cx="1397082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7" name="Straight Connector 100"/>
          <p:cNvCxnSpPr/>
          <p:nvPr/>
        </p:nvCxnSpPr>
        <p:spPr>
          <a:xfrm>
            <a:off x="4022619" y="3933920"/>
            <a:ext cx="1107188" cy="0"/>
          </a:xfrm>
          <a:prstGeom prst="line">
            <a:avLst/>
          </a:prstGeom>
          <a:ln w="28575"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5" name="Straight Connector 107"/>
          <p:cNvCxnSpPr/>
          <p:nvPr/>
        </p:nvCxnSpPr>
        <p:spPr>
          <a:xfrm>
            <a:off x="3732726" y="5384723"/>
            <a:ext cx="1397081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26997" y="95194"/>
            <a:ext cx="49997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树状图页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  <a:sym typeface="+mn-ea"/>
              </a:rPr>
              <a:t>工作回顾与要点​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3C5">
                  <a:lumMod val="7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11" name="Freeform: Shape 4"/>
          <p:cNvSpPr/>
          <p:nvPr/>
        </p:nvSpPr>
        <p:spPr>
          <a:xfrm>
            <a:off x="2365953" y="4712521"/>
            <a:ext cx="1019929" cy="1238759"/>
          </a:xfrm>
          <a:custGeom>
            <a:avLst/>
            <a:gdLst>
              <a:gd name="connsiteX0" fmla="*/ 953 w 759142"/>
              <a:gd name="connsiteY0" fmla="*/ 0 h 922019"/>
              <a:gd name="connsiteX1" fmla="*/ 759143 w 759142"/>
              <a:gd name="connsiteY1" fmla="*/ 0 h 922019"/>
              <a:gd name="connsiteX2" fmla="*/ 759143 w 759142"/>
              <a:gd name="connsiteY2" fmla="*/ 290513 h 922019"/>
              <a:gd name="connsiteX3" fmla="*/ 709613 w 759142"/>
              <a:gd name="connsiteY3" fmla="*/ 272415 h 922019"/>
              <a:gd name="connsiteX4" fmla="*/ 622935 w 759142"/>
              <a:gd name="connsiteY4" fmla="*/ 373380 h 922019"/>
              <a:gd name="connsiteX5" fmla="*/ 709613 w 759142"/>
              <a:gd name="connsiteY5" fmla="*/ 474345 h 922019"/>
              <a:gd name="connsiteX6" fmla="*/ 759143 w 759142"/>
              <a:gd name="connsiteY6" fmla="*/ 456247 h 922019"/>
              <a:gd name="connsiteX7" fmla="*/ 759143 w 759142"/>
              <a:gd name="connsiteY7" fmla="*/ 750570 h 922019"/>
              <a:gd name="connsiteX8" fmla="*/ 673418 w 759142"/>
              <a:gd name="connsiteY8" fmla="*/ 716280 h 922019"/>
              <a:gd name="connsiteX9" fmla="*/ 360045 w 759142"/>
              <a:gd name="connsiteY9" fmla="*/ 922020 h 922019"/>
              <a:gd name="connsiteX10" fmla="*/ 136208 w 759142"/>
              <a:gd name="connsiteY10" fmla="*/ 839152 h 922019"/>
              <a:gd name="connsiteX11" fmla="*/ 0 w 759142"/>
              <a:gd name="connsiteY11" fmla="*/ 880110 h 922019"/>
              <a:gd name="connsiteX12" fmla="*/ 0 w 759142"/>
              <a:gd name="connsiteY12" fmla="*/ 0 h 922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59142" h="922019">
                <a:moveTo>
                  <a:pt x="953" y="0"/>
                </a:moveTo>
                <a:lnTo>
                  <a:pt x="759143" y="0"/>
                </a:lnTo>
                <a:lnTo>
                  <a:pt x="759143" y="290513"/>
                </a:lnTo>
                <a:cubicBezTo>
                  <a:pt x="745808" y="279082"/>
                  <a:pt x="728663" y="272415"/>
                  <a:pt x="709613" y="272415"/>
                </a:cubicBezTo>
                <a:cubicBezTo>
                  <a:pt x="656272" y="272415"/>
                  <a:pt x="622935" y="323850"/>
                  <a:pt x="622935" y="373380"/>
                </a:cubicBezTo>
                <a:cubicBezTo>
                  <a:pt x="622935" y="422910"/>
                  <a:pt x="656272" y="474345"/>
                  <a:pt x="709613" y="474345"/>
                </a:cubicBezTo>
                <a:cubicBezTo>
                  <a:pt x="728663" y="474345"/>
                  <a:pt x="744855" y="467677"/>
                  <a:pt x="759143" y="456247"/>
                </a:cubicBezTo>
                <a:lnTo>
                  <a:pt x="759143" y="750570"/>
                </a:lnTo>
                <a:cubicBezTo>
                  <a:pt x="728663" y="742950"/>
                  <a:pt x="700088" y="731520"/>
                  <a:pt x="673418" y="716280"/>
                </a:cubicBezTo>
                <a:cubicBezTo>
                  <a:pt x="622935" y="837247"/>
                  <a:pt x="501967" y="922020"/>
                  <a:pt x="360045" y="922020"/>
                </a:cubicBezTo>
                <a:cubicBezTo>
                  <a:pt x="274320" y="922020"/>
                  <a:pt x="196215" y="890588"/>
                  <a:pt x="136208" y="839152"/>
                </a:cubicBezTo>
                <a:cubicBezTo>
                  <a:pt x="76200" y="864870"/>
                  <a:pt x="38100" y="879157"/>
                  <a:pt x="0" y="8801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12" name="Freeform: Shape 7"/>
          <p:cNvSpPr/>
          <p:nvPr/>
        </p:nvSpPr>
        <p:spPr>
          <a:xfrm>
            <a:off x="1303791" y="4712521"/>
            <a:ext cx="1019929" cy="1240040"/>
          </a:xfrm>
          <a:custGeom>
            <a:avLst/>
            <a:gdLst>
              <a:gd name="connsiteX0" fmla="*/ 952 w 759142"/>
              <a:gd name="connsiteY0" fmla="*/ 0 h 922972"/>
              <a:gd name="connsiteX1" fmla="*/ 759143 w 759142"/>
              <a:gd name="connsiteY1" fmla="*/ 0 h 922972"/>
              <a:gd name="connsiteX2" fmla="*/ 759143 w 759142"/>
              <a:gd name="connsiteY2" fmla="*/ 881063 h 922972"/>
              <a:gd name="connsiteX3" fmla="*/ 622935 w 759142"/>
              <a:gd name="connsiteY3" fmla="*/ 840105 h 922972"/>
              <a:gd name="connsiteX4" fmla="*/ 399098 w 759142"/>
              <a:gd name="connsiteY4" fmla="*/ 922972 h 922972"/>
              <a:gd name="connsiteX5" fmla="*/ 85725 w 759142"/>
              <a:gd name="connsiteY5" fmla="*/ 717232 h 922972"/>
              <a:gd name="connsiteX6" fmla="*/ 0 w 759142"/>
              <a:gd name="connsiteY6" fmla="*/ 751522 h 922972"/>
              <a:gd name="connsiteX7" fmla="*/ 0 w 759142"/>
              <a:gd name="connsiteY7" fmla="*/ 457200 h 922972"/>
              <a:gd name="connsiteX8" fmla="*/ 49530 w 759142"/>
              <a:gd name="connsiteY8" fmla="*/ 475297 h 922972"/>
              <a:gd name="connsiteX9" fmla="*/ 136208 w 759142"/>
              <a:gd name="connsiteY9" fmla="*/ 374332 h 922972"/>
              <a:gd name="connsiteX10" fmla="*/ 49530 w 759142"/>
              <a:gd name="connsiteY10" fmla="*/ 273367 h 922972"/>
              <a:gd name="connsiteX11" fmla="*/ 0 w 759142"/>
              <a:gd name="connsiteY11" fmla="*/ 291465 h 922972"/>
              <a:gd name="connsiteX12" fmla="*/ 0 w 759142"/>
              <a:gd name="connsiteY12" fmla="*/ 0 h 922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59142" h="922972">
                <a:moveTo>
                  <a:pt x="952" y="0"/>
                </a:moveTo>
                <a:lnTo>
                  <a:pt x="759143" y="0"/>
                </a:lnTo>
                <a:lnTo>
                  <a:pt x="759143" y="881063"/>
                </a:lnTo>
                <a:cubicBezTo>
                  <a:pt x="721043" y="880110"/>
                  <a:pt x="682943" y="865822"/>
                  <a:pt x="622935" y="840105"/>
                </a:cubicBezTo>
                <a:cubicBezTo>
                  <a:pt x="562928" y="891540"/>
                  <a:pt x="484822" y="922972"/>
                  <a:pt x="399098" y="922972"/>
                </a:cubicBezTo>
                <a:cubicBezTo>
                  <a:pt x="258127" y="922972"/>
                  <a:pt x="136208" y="838200"/>
                  <a:pt x="85725" y="717232"/>
                </a:cubicBezTo>
                <a:cubicBezTo>
                  <a:pt x="59055" y="732472"/>
                  <a:pt x="30480" y="743902"/>
                  <a:pt x="0" y="751522"/>
                </a:cubicBezTo>
                <a:lnTo>
                  <a:pt x="0" y="457200"/>
                </a:lnTo>
                <a:cubicBezTo>
                  <a:pt x="13335" y="468630"/>
                  <a:pt x="30480" y="475297"/>
                  <a:pt x="49530" y="475297"/>
                </a:cubicBezTo>
                <a:cubicBezTo>
                  <a:pt x="102870" y="475297"/>
                  <a:pt x="136208" y="423863"/>
                  <a:pt x="136208" y="374332"/>
                </a:cubicBezTo>
                <a:cubicBezTo>
                  <a:pt x="136208" y="324802"/>
                  <a:pt x="102870" y="273367"/>
                  <a:pt x="49530" y="273367"/>
                </a:cubicBezTo>
                <a:cubicBezTo>
                  <a:pt x="30480" y="273367"/>
                  <a:pt x="14288" y="280035"/>
                  <a:pt x="0" y="291465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13" name="Freeform: Shape 8"/>
          <p:cNvSpPr/>
          <p:nvPr/>
        </p:nvSpPr>
        <p:spPr>
          <a:xfrm>
            <a:off x="280022" y="3430251"/>
            <a:ext cx="597624" cy="1237480"/>
          </a:xfrm>
          <a:custGeom>
            <a:avLst/>
            <a:gdLst>
              <a:gd name="connsiteX0" fmla="*/ 143828 w 444817"/>
              <a:gd name="connsiteY0" fmla="*/ 0 h 921067"/>
              <a:gd name="connsiteX1" fmla="*/ 444818 w 444817"/>
              <a:gd name="connsiteY1" fmla="*/ 0 h 921067"/>
              <a:gd name="connsiteX2" fmla="*/ 444818 w 444817"/>
              <a:gd name="connsiteY2" fmla="*/ 456247 h 921067"/>
              <a:gd name="connsiteX3" fmla="*/ 395288 w 444817"/>
              <a:gd name="connsiteY3" fmla="*/ 438150 h 921067"/>
              <a:gd name="connsiteX4" fmla="*/ 308610 w 444817"/>
              <a:gd name="connsiteY4" fmla="*/ 539115 h 921067"/>
              <a:gd name="connsiteX5" fmla="*/ 395288 w 444817"/>
              <a:gd name="connsiteY5" fmla="*/ 640080 h 921067"/>
              <a:gd name="connsiteX6" fmla="*/ 444818 w 444817"/>
              <a:gd name="connsiteY6" fmla="*/ 621982 h 921067"/>
              <a:gd name="connsiteX7" fmla="*/ 444818 w 444817"/>
              <a:gd name="connsiteY7" fmla="*/ 921068 h 921067"/>
              <a:gd name="connsiteX8" fmla="*/ 35243 w 444817"/>
              <a:gd name="connsiteY8" fmla="*/ 921068 h 921067"/>
              <a:gd name="connsiteX9" fmla="*/ 74295 w 444817"/>
              <a:gd name="connsiteY9" fmla="*/ 844868 h 921067"/>
              <a:gd name="connsiteX10" fmla="*/ 0 w 444817"/>
              <a:gd name="connsiteY10" fmla="*/ 604838 h 921067"/>
              <a:gd name="connsiteX11" fmla="*/ 238125 w 444817"/>
              <a:gd name="connsiteY11" fmla="*/ 218122 h 921067"/>
              <a:gd name="connsiteX12" fmla="*/ 143828 w 444817"/>
              <a:gd name="connsiteY12" fmla="*/ 0 h 921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44817" h="921067">
                <a:moveTo>
                  <a:pt x="143828" y="0"/>
                </a:moveTo>
                <a:lnTo>
                  <a:pt x="444818" y="0"/>
                </a:lnTo>
                <a:lnTo>
                  <a:pt x="444818" y="456247"/>
                </a:lnTo>
                <a:cubicBezTo>
                  <a:pt x="431483" y="444817"/>
                  <a:pt x="414338" y="438150"/>
                  <a:pt x="395288" y="438150"/>
                </a:cubicBezTo>
                <a:cubicBezTo>
                  <a:pt x="341948" y="438150"/>
                  <a:pt x="308610" y="489585"/>
                  <a:pt x="308610" y="539115"/>
                </a:cubicBezTo>
                <a:cubicBezTo>
                  <a:pt x="308610" y="588645"/>
                  <a:pt x="341948" y="640080"/>
                  <a:pt x="395288" y="640080"/>
                </a:cubicBezTo>
                <a:cubicBezTo>
                  <a:pt x="414338" y="640080"/>
                  <a:pt x="430530" y="633413"/>
                  <a:pt x="444818" y="621982"/>
                </a:cubicBezTo>
                <a:lnTo>
                  <a:pt x="444818" y="921068"/>
                </a:lnTo>
                <a:lnTo>
                  <a:pt x="35243" y="921068"/>
                </a:lnTo>
                <a:cubicBezTo>
                  <a:pt x="45720" y="894397"/>
                  <a:pt x="59055" y="868680"/>
                  <a:pt x="74295" y="844868"/>
                </a:cubicBezTo>
                <a:cubicBezTo>
                  <a:pt x="27623" y="777240"/>
                  <a:pt x="0" y="694372"/>
                  <a:pt x="0" y="604838"/>
                </a:cubicBezTo>
                <a:cubicBezTo>
                  <a:pt x="0" y="437197"/>
                  <a:pt x="96203" y="291465"/>
                  <a:pt x="238125" y="218122"/>
                </a:cubicBezTo>
                <a:cubicBezTo>
                  <a:pt x="187643" y="157163"/>
                  <a:pt x="154305" y="81915"/>
                  <a:pt x="143828" y="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14" name="Freeform: Shape 9"/>
          <p:cNvSpPr/>
          <p:nvPr/>
        </p:nvSpPr>
        <p:spPr>
          <a:xfrm>
            <a:off x="3812026" y="3430251"/>
            <a:ext cx="598904" cy="1240040"/>
          </a:xfrm>
          <a:custGeom>
            <a:avLst/>
            <a:gdLst>
              <a:gd name="connsiteX0" fmla="*/ 953 w 445769"/>
              <a:gd name="connsiteY0" fmla="*/ 0 h 922972"/>
              <a:gd name="connsiteX1" fmla="*/ 301943 w 445769"/>
              <a:gd name="connsiteY1" fmla="*/ 0 h 922972"/>
              <a:gd name="connsiteX2" fmla="*/ 207645 w 445769"/>
              <a:gd name="connsiteY2" fmla="*/ 219075 h 922972"/>
              <a:gd name="connsiteX3" fmla="*/ 445770 w 445769"/>
              <a:gd name="connsiteY3" fmla="*/ 605790 h 922972"/>
              <a:gd name="connsiteX4" fmla="*/ 371475 w 445769"/>
              <a:gd name="connsiteY4" fmla="*/ 846772 h 922972"/>
              <a:gd name="connsiteX5" fmla="*/ 410528 w 445769"/>
              <a:gd name="connsiteY5" fmla="*/ 922972 h 922972"/>
              <a:gd name="connsiteX6" fmla="*/ 0 w 445769"/>
              <a:gd name="connsiteY6" fmla="*/ 922972 h 922972"/>
              <a:gd name="connsiteX7" fmla="*/ 0 w 445769"/>
              <a:gd name="connsiteY7" fmla="*/ 623888 h 922972"/>
              <a:gd name="connsiteX8" fmla="*/ 48578 w 445769"/>
              <a:gd name="connsiteY8" fmla="*/ 641032 h 922972"/>
              <a:gd name="connsiteX9" fmla="*/ 135255 w 445769"/>
              <a:gd name="connsiteY9" fmla="*/ 540068 h 922972"/>
              <a:gd name="connsiteX10" fmla="*/ 48578 w 445769"/>
              <a:gd name="connsiteY10" fmla="*/ 439103 h 922972"/>
              <a:gd name="connsiteX11" fmla="*/ 0 w 445769"/>
              <a:gd name="connsiteY11" fmla="*/ 456247 h 922972"/>
              <a:gd name="connsiteX12" fmla="*/ 0 w 445769"/>
              <a:gd name="connsiteY12" fmla="*/ 0 h 922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45769" h="922972">
                <a:moveTo>
                  <a:pt x="953" y="0"/>
                </a:moveTo>
                <a:lnTo>
                  <a:pt x="301943" y="0"/>
                </a:lnTo>
                <a:cubicBezTo>
                  <a:pt x="291465" y="81915"/>
                  <a:pt x="258128" y="157163"/>
                  <a:pt x="207645" y="219075"/>
                </a:cubicBezTo>
                <a:cubicBezTo>
                  <a:pt x="349568" y="292417"/>
                  <a:pt x="445770" y="438150"/>
                  <a:pt x="445770" y="605790"/>
                </a:cubicBezTo>
                <a:cubicBezTo>
                  <a:pt x="445770" y="695325"/>
                  <a:pt x="418147" y="778193"/>
                  <a:pt x="371475" y="846772"/>
                </a:cubicBezTo>
                <a:cubicBezTo>
                  <a:pt x="386715" y="870585"/>
                  <a:pt x="400050" y="896303"/>
                  <a:pt x="410528" y="922972"/>
                </a:cubicBezTo>
                <a:lnTo>
                  <a:pt x="0" y="922972"/>
                </a:lnTo>
                <a:lnTo>
                  <a:pt x="0" y="623888"/>
                </a:lnTo>
                <a:cubicBezTo>
                  <a:pt x="13335" y="634365"/>
                  <a:pt x="30480" y="641032"/>
                  <a:pt x="48578" y="641032"/>
                </a:cubicBezTo>
                <a:cubicBezTo>
                  <a:pt x="101918" y="641032"/>
                  <a:pt x="135255" y="589597"/>
                  <a:pt x="135255" y="540068"/>
                </a:cubicBezTo>
                <a:cubicBezTo>
                  <a:pt x="135255" y="490538"/>
                  <a:pt x="101918" y="439103"/>
                  <a:pt x="48578" y="439103"/>
                </a:cubicBezTo>
                <a:cubicBezTo>
                  <a:pt x="30480" y="439103"/>
                  <a:pt x="13335" y="445770"/>
                  <a:pt x="0" y="456247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15" name="Freeform: Shape 13"/>
          <p:cNvSpPr/>
          <p:nvPr/>
        </p:nvSpPr>
        <p:spPr>
          <a:xfrm>
            <a:off x="468139" y="2146699"/>
            <a:ext cx="793419" cy="1238761"/>
          </a:xfrm>
          <a:custGeom>
            <a:avLst/>
            <a:gdLst>
              <a:gd name="connsiteX0" fmla="*/ 300990 w 590549"/>
              <a:gd name="connsiteY0" fmla="*/ 0 h 922020"/>
              <a:gd name="connsiteX1" fmla="*/ 590550 w 590549"/>
              <a:gd name="connsiteY1" fmla="*/ 0 h 922020"/>
              <a:gd name="connsiteX2" fmla="*/ 590550 w 590549"/>
              <a:gd name="connsiteY2" fmla="*/ 378142 h 922020"/>
              <a:gd name="connsiteX3" fmla="*/ 541020 w 590549"/>
              <a:gd name="connsiteY3" fmla="*/ 360045 h 922020"/>
              <a:gd name="connsiteX4" fmla="*/ 454343 w 590549"/>
              <a:gd name="connsiteY4" fmla="*/ 461010 h 922020"/>
              <a:gd name="connsiteX5" fmla="*/ 541020 w 590549"/>
              <a:gd name="connsiteY5" fmla="*/ 561975 h 922020"/>
              <a:gd name="connsiteX6" fmla="*/ 590550 w 590549"/>
              <a:gd name="connsiteY6" fmla="*/ 543878 h 922020"/>
              <a:gd name="connsiteX7" fmla="*/ 590550 w 590549"/>
              <a:gd name="connsiteY7" fmla="*/ 922020 h 922020"/>
              <a:gd name="connsiteX8" fmla="*/ 953 w 590549"/>
              <a:gd name="connsiteY8" fmla="*/ 922020 h 922020"/>
              <a:gd name="connsiteX9" fmla="*/ 0 w 590549"/>
              <a:gd name="connsiteY9" fmla="*/ 901065 h 922020"/>
              <a:gd name="connsiteX10" fmla="*/ 246697 w 590549"/>
              <a:gd name="connsiteY10" fmla="*/ 510540 h 922020"/>
              <a:gd name="connsiteX11" fmla="*/ 339090 w 590549"/>
              <a:gd name="connsiteY11" fmla="*/ 345758 h 922020"/>
              <a:gd name="connsiteX12" fmla="*/ 280988 w 590549"/>
              <a:gd name="connsiteY12" fmla="*/ 130493 h 922020"/>
              <a:gd name="connsiteX13" fmla="*/ 300990 w 590549"/>
              <a:gd name="connsiteY13" fmla="*/ 0 h 92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90549" h="922020">
                <a:moveTo>
                  <a:pt x="300990" y="0"/>
                </a:moveTo>
                <a:lnTo>
                  <a:pt x="590550" y="0"/>
                </a:lnTo>
                <a:lnTo>
                  <a:pt x="590550" y="378142"/>
                </a:lnTo>
                <a:cubicBezTo>
                  <a:pt x="577215" y="366713"/>
                  <a:pt x="560070" y="360045"/>
                  <a:pt x="541020" y="360045"/>
                </a:cubicBezTo>
                <a:cubicBezTo>
                  <a:pt x="487680" y="360045"/>
                  <a:pt x="454343" y="411480"/>
                  <a:pt x="454343" y="461010"/>
                </a:cubicBezTo>
                <a:cubicBezTo>
                  <a:pt x="454343" y="510540"/>
                  <a:pt x="487680" y="561975"/>
                  <a:pt x="541020" y="561975"/>
                </a:cubicBezTo>
                <a:cubicBezTo>
                  <a:pt x="560070" y="561975"/>
                  <a:pt x="576263" y="555308"/>
                  <a:pt x="590550" y="543878"/>
                </a:cubicBezTo>
                <a:lnTo>
                  <a:pt x="590550" y="922020"/>
                </a:lnTo>
                <a:lnTo>
                  <a:pt x="953" y="922020"/>
                </a:lnTo>
                <a:cubicBezTo>
                  <a:pt x="953" y="915353"/>
                  <a:pt x="0" y="907733"/>
                  <a:pt x="0" y="901065"/>
                </a:cubicBezTo>
                <a:cubicBezTo>
                  <a:pt x="0" y="729615"/>
                  <a:pt x="100013" y="581978"/>
                  <a:pt x="246697" y="510540"/>
                </a:cubicBezTo>
                <a:cubicBezTo>
                  <a:pt x="264795" y="448628"/>
                  <a:pt x="297180" y="392430"/>
                  <a:pt x="339090" y="345758"/>
                </a:cubicBezTo>
                <a:cubicBezTo>
                  <a:pt x="301943" y="281940"/>
                  <a:pt x="280988" y="208598"/>
                  <a:pt x="280988" y="130493"/>
                </a:cubicBezTo>
                <a:cubicBezTo>
                  <a:pt x="280988" y="84773"/>
                  <a:pt x="287655" y="41910"/>
                  <a:pt x="300990" y="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16" name="Freeform: Shape 14"/>
          <p:cNvSpPr/>
          <p:nvPr/>
        </p:nvSpPr>
        <p:spPr>
          <a:xfrm>
            <a:off x="3429391" y="2146699"/>
            <a:ext cx="793422" cy="1237480"/>
          </a:xfrm>
          <a:custGeom>
            <a:avLst/>
            <a:gdLst>
              <a:gd name="connsiteX0" fmla="*/ 0 w 590550"/>
              <a:gd name="connsiteY0" fmla="*/ 0 h 921067"/>
              <a:gd name="connsiteX1" fmla="*/ 289560 w 590550"/>
              <a:gd name="connsiteY1" fmla="*/ 0 h 921067"/>
              <a:gd name="connsiteX2" fmla="*/ 309563 w 590550"/>
              <a:gd name="connsiteY2" fmla="*/ 129540 h 921067"/>
              <a:gd name="connsiteX3" fmla="*/ 251460 w 590550"/>
              <a:gd name="connsiteY3" fmla="*/ 344805 h 921067"/>
              <a:gd name="connsiteX4" fmla="*/ 343853 w 590550"/>
              <a:gd name="connsiteY4" fmla="*/ 509588 h 921067"/>
              <a:gd name="connsiteX5" fmla="*/ 590550 w 590550"/>
              <a:gd name="connsiteY5" fmla="*/ 900113 h 921067"/>
              <a:gd name="connsiteX6" fmla="*/ 589597 w 590550"/>
              <a:gd name="connsiteY6" fmla="*/ 921068 h 921067"/>
              <a:gd name="connsiteX7" fmla="*/ 0 w 590550"/>
              <a:gd name="connsiteY7" fmla="*/ 921068 h 921067"/>
              <a:gd name="connsiteX8" fmla="*/ 0 w 590550"/>
              <a:gd name="connsiteY8" fmla="*/ 540068 h 921067"/>
              <a:gd name="connsiteX9" fmla="*/ 52388 w 590550"/>
              <a:gd name="connsiteY9" fmla="*/ 561023 h 921067"/>
              <a:gd name="connsiteX10" fmla="*/ 139065 w 590550"/>
              <a:gd name="connsiteY10" fmla="*/ 460058 h 921067"/>
              <a:gd name="connsiteX11" fmla="*/ 52388 w 590550"/>
              <a:gd name="connsiteY11" fmla="*/ 359092 h 921067"/>
              <a:gd name="connsiteX12" fmla="*/ 0 w 590550"/>
              <a:gd name="connsiteY12" fmla="*/ 380048 h 921067"/>
              <a:gd name="connsiteX13" fmla="*/ 0 w 590550"/>
              <a:gd name="connsiteY13" fmla="*/ 0 h 921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90550" h="921067">
                <a:moveTo>
                  <a:pt x="0" y="0"/>
                </a:moveTo>
                <a:lnTo>
                  <a:pt x="289560" y="0"/>
                </a:lnTo>
                <a:cubicBezTo>
                  <a:pt x="302895" y="40958"/>
                  <a:pt x="309563" y="84773"/>
                  <a:pt x="309563" y="129540"/>
                </a:cubicBezTo>
                <a:cubicBezTo>
                  <a:pt x="309563" y="207645"/>
                  <a:pt x="288607" y="280988"/>
                  <a:pt x="251460" y="344805"/>
                </a:cubicBezTo>
                <a:cubicBezTo>
                  <a:pt x="293370" y="392430"/>
                  <a:pt x="324803" y="447675"/>
                  <a:pt x="343853" y="509588"/>
                </a:cubicBezTo>
                <a:cubicBezTo>
                  <a:pt x="490538" y="581025"/>
                  <a:pt x="590550" y="729615"/>
                  <a:pt x="590550" y="900113"/>
                </a:cubicBezTo>
                <a:cubicBezTo>
                  <a:pt x="590550" y="907733"/>
                  <a:pt x="590550" y="914400"/>
                  <a:pt x="589597" y="921068"/>
                </a:cubicBezTo>
                <a:lnTo>
                  <a:pt x="0" y="921068"/>
                </a:lnTo>
                <a:lnTo>
                  <a:pt x="0" y="540068"/>
                </a:lnTo>
                <a:cubicBezTo>
                  <a:pt x="14288" y="552450"/>
                  <a:pt x="32385" y="561023"/>
                  <a:pt x="52388" y="561023"/>
                </a:cubicBezTo>
                <a:cubicBezTo>
                  <a:pt x="105728" y="561023"/>
                  <a:pt x="139065" y="509588"/>
                  <a:pt x="139065" y="460058"/>
                </a:cubicBezTo>
                <a:cubicBezTo>
                  <a:pt x="139065" y="410528"/>
                  <a:pt x="105728" y="359092"/>
                  <a:pt x="52388" y="359092"/>
                </a:cubicBezTo>
                <a:cubicBezTo>
                  <a:pt x="32385" y="359092"/>
                  <a:pt x="14288" y="366713"/>
                  <a:pt x="0" y="380048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17" name="Freeform: Shape 137"/>
          <p:cNvSpPr/>
          <p:nvPr/>
        </p:nvSpPr>
        <p:spPr>
          <a:xfrm>
            <a:off x="1122072" y="2146699"/>
            <a:ext cx="1201648" cy="1423039"/>
          </a:xfrm>
          <a:custGeom>
            <a:avLst/>
            <a:gdLst>
              <a:gd name="connsiteX0" fmla="*/ 552008 w 1034602"/>
              <a:gd name="connsiteY0" fmla="*/ 1067658 h 1225217"/>
              <a:gd name="connsiteX1" fmla="*/ 640153 w 1034602"/>
              <a:gd name="connsiteY1" fmla="*/ 1067658 h 1225217"/>
              <a:gd name="connsiteX2" fmla="*/ 640153 w 1034602"/>
              <a:gd name="connsiteY2" fmla="*/ 1110628 h 1225217"/>
              <a:gd name="connsiteX3" fmla="*/ 675411 w 1034602"/>
              <a:gd name="connsiteY3" fmla="*/ 1162414 h 1225217"/>
              <a:gd name="connsiteX4" fmla="*/ 596081 w 1034602"/>
              <a:gd name="connsiteY4" fmla="*/ 1225217 h 1225217"/>
              <a:gd name="connsiteX5" fmla="*/ 516750 w 1034602"/>
              <a:gd name="connsiteY5" fmla="*/ 1162414 h 1225217"/>
              <a:gd name="connsiteX6" fmla="*/ 552008 w 1034602"/>
              <a:gd name="connsiteY6" fmla="*/ 1110628 h 1225217"/>
              <a:gd name="connsiteX7" fmla="*/ 157558 w 1034602"/>
              <a:gd name="connsiteY7" fmla="*/ 0 h 1225217"/>
              <a:gd name="connsiteX8" fmla="*/ 500223 w 1034602"/>
              <a:gd name="connsiteY8" fmla="*/ 0 h 1225217"/>
              <a:gd name="connsiteX9" fmla="*/ 479288 w 1034602"/>
              <a:gd name="connsiteY9" fmla="*/ 57294 h 1225217"/>
              <a:gd name="connsiteX10" fmla="*/ 596080 w 1034602"/>
              <a:gd name="connsiteY10" fmla="*/ 157560 h 1225217"/>
              <a:gd name="connsiteX11" fmla="*/ 712873 w 1034602"/>
              <a:gd name="connsiteY11" fmla="*/ 57294 h 1225217"/>
              <a:gd name="connsiteX12" fmla="*/ 691939 w 1034602"/>
              <a:gd name="connsiteY12" fmla="*/ 0 h 1225217"/>
              <a:gd name="connsiteX13" fmla="*/ 1034602 w 1034602"/>
              <a:gd name="connsiteY13" fmla="*/ 0 h 1225217"/>
              <a:gd name="connsiteX14" fmla="*/ 1034602 w 1034602"/>
              <a:gd name="connsiteY14" fmla="*/ 1066556 h 1225217"/>
              <a:gd name="connsiteX15" fmla="*/ 157558 w 1034602"/>
              <a:gd name="connsiteY15" fmla="*/ 1066556 h 1225217"/>
              <a:gd name="connsiteX16" fmla="*/ 157558 w 1034602"/>
              <a:gd name="connsiteY16" fmla="*/ 575147 h 1225217"/>
              <a:gd name="connsiteX17" fmla="*/ 114589 w 1034602"/>
              <a:gd name="connsiteY17" fmla="*/ 575147 h 1225217"/>
              <a:gd name="connsiteX18" fmla="*/ 62803 w 1034602"/>
              <a:gd name="connsiteY18" fmla="*/ 610405 h 1225217"/>
              <a:gd name="connsiteX19" fmla="*/ 0 w 1034602"/>
              <a:gd name="connsiteY19" fmla="*/ 531075 h 1225217"/>
              <a:gd name="connsiteX20" fmla="*/ 62803 w 1034602"/>
              <a:gd name="connsiteY20" fmla="*/ 451744 h 1225217"/>
              <a:gd name="connsiteX21" fmla="*/ 114589 w 1034602"/>
              <a:gd name="connsiteY21" fmla="*/ 487002 h 1225217"/>
              <a:gd name="connsiteX22" fmla="*/ 157558 w 1034602"/>
              <a:gd name="connsiteY22" fmla="*/ 487002 h 1225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034602" h="1225217">
                <a:moveTo>
                  <a:pt x="552008" y="1067658"/>
                </a:moveTo>
                <a:lnTo>
                  <a:pt x="640153" y="1067658"/>
                </a:lnTo>
                <a:lnTo>
                  <a:pt x="640153" y="1110628"/>
                </a:lnTo>
                <a:cubicBezTo>
                  <a:pt x="661088" y="1121646"/>
                  <a:pt x="675411" y="1141479"/>
                  <a:pt x="675411" y="1162414"/>
                </a:cubicBezTo>
                <a:cubicBezTo>
                  <a:pt x="675411" y="1196570"/>
                  <a:pt x="640153" y="1225217"/>
                  <a:pt x="596081" y="1225217"/>
                </a:cubicBezTo>
                <a:cubicBezTo>
                  <a:pt x="552008" y="1225217"/>
                  <a:pt x="516750" y="1197672"/>
                  <a:pt x="516750" y="1162414"/>
                </a:cubicBezTo>
                <a:cubicBezTo>
                  <a:pt x="516750" y="1140378"/>
                  <a:pt x="531074" y="1121646"/>
                  <a:pt x="552008" y="1110628"/>
                </a:cubicBezTo>
                <a:close/>
                <a:moveTo>
                  <a:pt x="157558" y="0"/>
                </a:moveTo>
                <a:lnTo>
                  <a:pt x="500223" y="0"/>
                </a:lnTo>
                <a:cubicBezTo>
                  <a:pt x="487001" y="15426"/>
                  <a:pt x="479288" y="35258"/>
                  <a:pt x="479288" y="57294"/>
                </a:cubicBezTo>
                <a:cubicBezTo>
                  <a:pt x="479288" y="118996"/>
                  <a:pt x="538786" y="157560"/>
                  <a:pt x="596080" y="157560"/>
                </a:cubicBezTo>
                <a:cubicBezTo>
                  <a:pt x="653375" y="157560"/>
                  <a:pt x="712873" y="118996"/>
                  <a:pt x="712873" y="57294"/>
                </a:cubicBezTo>
                <a:cubicBezTo>
                  <a:pt x="712873" y="35258"/>
                  <a:pt x="705160" y="16528"/>
                  <a:pt x="691939" y="0"/>
                </a:cubicBezTo>
                <a:lnTo>
                  <a:pt x="1034602" y="0"/>
                </a:lnTo>
                <a:lnTo>
                  <a:pt x="1034602" y="1066556"/>
                </a:lnTo>
                <a:lnTo>
                  <a:pt x="157558" y="1066556"/>
                </a:lnTo>
                <a:lnTo>
                  <a:pt x="157558" y="575147"/>
                </a:lnTo>
                <a:lnTo>
                  <a:pt x="114589" y="575147"/>
                </a:lnTo>
                <a:cubicBezTo>
                  <a:pt x="103570" y="596082"/>
                  <a:pt x="84839" y="610405"/>
                  <a:pt x="62803" y="610405"/>
                </a:cubicBezTo>
                <a:cubicBezTo>
                  <a:pt x="27546" y="610405"/>
                  <a:pt x="0" y="575147"/>
                  <a:pt x="0" y="531075"/>
                </a:cubicBezTo>
                <a:cubicBezTo>
                  <a:pt x="0" y="487002"/>
                  <a:pt x="28647" y="451744"/>
                  <a:pt x="62803" y="451744"/>
                </a:cubicBezTo>
                <a:cubicBezTo>
                  <a:pt x="83738" y="451744"/>
                  <a:pt x="103570" y="466068"/>
                  <a:pt x="114589" y="487002"/>
                </a:cubicBezTo>
                <a:lnTo>
                  <a:pt x="157558" y="487002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18" name="Freeform: Shape 140"/>
          <p:cNvSpPr/>
          <p:nvPr/>
        </p:nvSpPr>
        <p:spPr>
          <a:xfrm>
            <a:off x="2368510" y="1138286"/>
            <a:ext cx="1018652" cy="1147902"/>
          </a:xfrm>
          <a:custGeom>
            <a:avLst/>
            <a:gdLst>
              <a:gd name="connsiteX0" fmla="*/ 393349 w 877045"/>
              <a:gd name="connsiteY0" fmla="*/ 830769 h 988328"/>
              <a:gd name="connsiteX1" fmla="*/ 481494 w 877045"/>
              <a:gd name="connsiteY1" fmla="*/ 830769 h 988328"/>
              <a:gd name="connsiteX2" fmla="*/ 481494 w 877045"/>
              <a:gd name="connsiteY2" fmla="*/ 873739 h 988328"/>
              <a:gd name="connsiteX3" fmla="*/ 516752 w 877045"/>
              <a:gd name="connsiteY3" fmla="*/ 925525 h 988328"/>
              <a:gd name="connsiteX4" fmla="*/ 437422 w 877045"/>
              <a:gd name="connsiteY4" fmla="*/ 988328 h 988328"/>
              <a:gd name="connsiteX5" fmla="*/ 358091 w 877045"/>
              <a:gd name="connsiteY5" fmla="*/ 925525 h 988328"/>
              <a:gd name="connsiteX6" fmla="*/ 393349 w 877045"/>
              <a:gd name="connsiteY6" fmla="*/ 873739 h 988328"/>
              <a:gd name="connsiteX7" fmla="*/ 243502 w 877045"/>
              <a:gd name="connsiteY7" fmla="*/ 0 h 988328"/>
              <a:gd name="connsiteX8" fmla="*/ 322832 w 877045"/>
              <a:gd name="connsiteY8" fmla="*/ 62804 h 988328"/>
              <a:gd name="connsiteX9" fmla="*/ 287574 w 877045"/>
              <a:gd name="connsiteY9" fmla="*/ 114589 h 988328"/>
              <a:gd name="connsiteX10" fmla="*/ 287574 w 877045"/>
              <a:gd name="connsiteY10" fmla="*/ 157560 h 988328"/>
              <a:gd name="connsiteX11" fmla="*/ 599388 w 877045"/>
              <a:gd name="connsiteY11" fmla="*/ 157560 h 988328"/>
              <a:gd name="connsiteX12" fmla="*/ 877045 w 877045"/>
              <a:gd name="connsiteY12" fmla="*/ 277657 h 988328"/>
              <a:gd name="connsiteX13" fmla="*/ 877045 w 877045"/>
              <a:gd name="connsiteY13" fmla="*/ 452846 h 988328"/>
              <a:gd name="connsiteX14" fmla="*/ 819751 w 877045"/>
              <a:gd name="connsiteY14" fmla="*/ 431911 h 988328"/>
              <a:gd name="connsiteX15" fmla="*/ 719485 w 877045"/>
              <a:gd name="connsiteY15" fmla="*/ 548703 h 988328"/>
              <a:gd name="connsiteX16" fmla="*/ 819751 w 877045"/>
              <a:gd name="connsiteY16" fmla="*/ 665496 h 988328"/>
              <a:gd name="connsiteX17" fmla="*/ 877045 w 877045"/>
              <a:gd name="connsiteY17" fmla="*/ 644561 h 988328"/>
              <a:gd name="connsiteX18" fmla="*/ 877045 w 877045"/>
              <a:gd name="connsiteY18" fmla="*/ 830768 h 988328"/>
              <a:gd name="connsiteX19" fmla="*/ 0 w 877045"/>
              <a:gd name="connsiteY19" fmla="*/ 830768 h 988328"/>
              <a:gd name="connsiteX20" fmla="*/ 0 w 877045"/>
              <a:gd name="connsiteY20" fmla="*/ 157560 h 988328"/>
              <a:gd name="connsiteX21" fmla="*/ 199429 w 877045"/>
              <a:gd name="connsiteY21" fmla="*/ 157560 h 988328"/>
              <a:gd name="connsiteX22" fmla="*/ 199429 w 877045"/>
              <a:gd name="connsiteY22" fmla="*/ 114589 h 988328"/>
              <a:gd name="connsiteX23" fmla="*/ 164171 w 877045"/>
              <a:gd name="connsiteY23" fmla="*/ 62804 h 988328"/>
              <a:gd name="connsiteX24" fmla="*/ 243502 w 877045"/>
              <a:gd name="connsiteY24" fmla="*/ 0 h 988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877045" h="988328">
                <a:moveTo>
                  <a:pt x="393349" y="830769"/>
                </a:moveTo>
                <a:lnTo>
                  <a:pt x="481494" y="830769"/>
                </a:lnTo>
                <a:lnTo>
                  <a:pt x="481494" y="873739"/>
                </a:lnTo>
                <a:cubicBezTo>
                  <a:pt x="502429" y="884757"/>
                  <a:pt x="516752" y="904590"/>
                  <a:pt x="516752" y="925525"/>
                </a:cubicBezTo>
                <a:cubicBezTo>
                  <a:pt x="516752" y="959681"/>
                  <a:pt x="481494" y="988328"/>
                  <a:pt x="437422" y="988328"/>
                </a:cubicBezTo>
                <a:cubicBezTo>
                  <a:pt x="393349" y="988328"/>
                  <a:pt x="358091" y="960783"/>
                  <a:pt x="358091" y="925525"/>
                </a:cubicBezTo>
                <a:cubicBezTo>
                  <a:pt x="358091" y="903489"/>
                  <a:pt x="372415" y="884757"/>
                  <a:pt x="393349" y="873739"/>
                </a:cubicBezTo>
                <a:close/>
                <a:moveTo>
                  <a:pt x="243502" y="0"/>
                </a:moveTo>
                <a:cubicBezTo>
                  <a:pt x="287574" y="0"/>
                  <a:pt x="322832" y="28647"/>
                  <a:pt x="322832" y="62804"/>
                </a:cubicBezTo>
                <a:cubicBezTo>
                  <a:pt x="322832" y="83738"/>
                  <a:pt x="308508" y="103571"/>
                  <a:pt x="287574" y="114589"/>
                </a:cubicBezTo>
                <a:lnTo>
                  <a:pt x="287574" y="157560"/>
                </a:lnTo>
                <a:lnTo>
                  <a:pt x="599388" y="157560"/>
                </a:lnTo>
                <a:cubicBezTo>
                  <a:pt x="708467" y="160865"/>
                  <a:pt x="806528" y="206040"/>
                  <a:pt x="877045" y="277657"/>
                </a:cubicBezTo>
                <a:lnTo>
                  <a:pt x="877045" y="452846"/>
                </a:lnTo>
                <a:cubicBezTo>
                  <a:pt x="861619" y="439624"/>
                  <a:pt x="841787" y="431911"/>
                  <a:pt x="819751" y="431911"/>
                </a:cubicBezTo>
                <a:cubicBezTo>
                  <a:pt x="758048" y="431911"/>
                  <a:pt x="719485" y="491410"/>
                  <a:pt x="719485" y="548703"/>
                </a:cubicBezTo>
                <a:cubicBezTo>
                  <a:pt x="719485" y="605999"/>
                  <a:pt x="758048" y="665496"/>
                  <a:pt x="819751" y="665496"/>
                </a:cubicBezTo>
                <a:cubicBezTo>
                  <a:pt x="841787" y="665496"/>
                  <a:pt x="860518" y="657783"/>
                  <a:pt x="877045" y="644561"/>
                </a:cubicBezTo>
                <a:lnTo>
                  <a:pt x="877045" y="830768"/>
                </a:lnTo>
                <a:lnTo>
                  <a:pt x="0" y="830768"/>
                </a:lnTo>
                <a:lnTo>
                  <a:pt x="0" y="157560"/>
                </a:lnTo>
                <a:lnTo>
                  <a:pt x="199429" y="157560"/>
                </a:lnTo>
                <a:lnTo>
                  <a:pt x="199429" y="114589"/>
                </a:lnTo>
                <a:cubicBezTo>
                  <a:pt x="178494" y="103571"/>
                  <a:pt x="164171" y="84840"/>
                  <a:pt x="164171" y="62804"/>
                </a:cubicBezTo>
                <a:cubicBezTo>
                  <a:pt x="164171" y="27546"/>
                  <a:pt x="199429" y="0"/>
                  <a:pt x="243502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19" name="Freeform: Shape 138"/>
          <p:cNvSpPr/>
          <p:nvPr/>
        </p:nvSpPr>
        <p:spPr>
          <a:xfrm>
            <a:off x="889163" y="1511962"/>
            <a:ext cx="555397" cy="591227"/>
          </a:xfrm>
          <a:custGeom>
            <a:avLst/>
            <a:gdLst>
              <a:gd name="connsiteX0" fmla="*/ 415385 w 478189"/>
              <a:gd name="connsiteY0" fmla="*/ 147645 h 509038"/>
              <a:gd name="connsiteX1" fmla="*/ 478189 w 478189"/>
              <a:gd name="connsiteY1" fmla="*/ 226976 h 509038"/>
              <a:gd name="connsiteX2" fmla="*/ 415385 w 478189"/>
              <a:gd name="connsiteY2" fmla="*/ 306306 h 509038"/>
              <a:gd name="connsiteX3" fmla="*/ 363601 w 478189"/>
              <a:gd name="connsiteY3" fmla="*/ 271048 h 509038"/>
              <a:gd name="connsiteX4" fmla="*/ 320629 w 478189"/>
              <a:gd name="connsiteY4" fmla="*/ 271048 h 509038"/>
              <a:gd name="connsiteX5" fmla="*/ 320629 w 478189"/>
              <a:gd name="connsiteY5" fmla="*/ 182903 h 509038"/>
              <a:gd name="connsiteX6" fmla="*/ 363601 w 478189"/>
              <a:gd name="connsiteY6" fmla="*/ 182903 h 509038"/>
              <a:gd name="connsiteX7" fmla="*/ 415385 w 478189"/>
              <a:gd name="connsiteY7" fmla="*/ 147645 h 509038"/>
              <a:gd name="connsiteX8" fmla="*/ 320628 w 478189"/>
              <a:gd name="connsiteY8" fmla="*/ 0 h 509038"/>
              <a:gd name="connsiteX9" fmla="*/ 320628 w 478189"/>
              <a:gd name="connsiteY9" fmla="*/ 509038 h 509038"/>
              <a:gd name="connsiteX10" fmla="*/ 0 w 478189"/>
              <a:gd name="connsiteY10" fmla="*/ 509038 h 509038"/>
              <a:gd name="connsiteX11" fmla="*/ 247909 w 478189"/>
              <a:gd name="connsiteY11" fmla="*/ 244603 h 509038"/>
              <a:gd name="connsiteX12" fmla="*/ 247909 w 478189"/>
              <a:gd name="connsiteY12" fmla="*/ 225873 h 509038"/>
              <a:gd name="connsiteX13" fmla="*/ 320628 w 478189"/>
              <a:gd name="connsiteY13" fmla="*/ 0 h 50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8189" h="509038">
                <a:moveTo>
                  <a:pt x="415385" y="147645"/>
                </a:moveTo>
                <a:cubicBezTo>
                  <a:pt x="449542" y="147645"/>
                  <a:pt x="478189" y="182903"/>
                  <a:pt x="478189" y="226976"/>
                </a:cubicBezTo>
                <a:cubicBezTo>
                  <a:pt x="478189" y="271048"/>
                  <a:pt x="450643" y="306306"/>
                  <a:pt x="415385" y="306306"/>
                </a:cubicBezTo>
                <a:cubicBezTo>
                  <a:pt x="393349" y="306306"/>
                  <a:pt x="374619" y="291982"/>
                  <a:pt x="363601" y="271048"/>
                </a:cubicBezTo>
                <a:lnTo>
                  <a:pt x="320629" y="271048"/>
                </a:lnTo>
                <a:lnTo>
                  <a:pt x="320629" y="182903"/>
                </a:lnTo>
                <a:lnTo>
                  <a:pt x="363601" y="182903"/>
                </a:lnTo>
                <a:cubicBezTo>
                  <a:pt x="374619" y="161969"/>
                  <a:pt x="394451" y="147645"/>
                  <a:pt x="415385" y="147645"/>
                </a:cubicBezTo>
                <a:close/>
                <a:moveTo>
                  <a:pt x="320628" y="0"/>
                </a:moveTo>
                <a:lnTo>
                  <a:pt x="320628" y="509038"/>
                </a:lnTo>
                <a:lnTo>
                  <a:pt x="0" y="509038"/>
                </a:lnTo>
                <a:cubicBezTo>
                  <a:pt x="47379" y="394449"/>
                  <a:pt x="135524" y="300796"/>
                  <a:pt x="247909" y="244603"/>
                </a:cubicBezTo>
                <a:cubicBezTo>
                  <a:pt x="247909" y="237992"/>
                  <a:pt x="247909" y="232482"/>
                  <a:pt x="247909" y="225873"/>
                </a:cubicBezTo>
                <a:cubicBezTo>
                  <a:pt x="246806" y="142135"/>
                  <a:pt x="274352" y="63905"/>
                  <a:pt x="320628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20" name="Freeform: Shape 139"/>
          <p:cNvSpPr/>
          <p:nvPr/>
        </p:nvSpPr>
        <p:spPr>
          <a:xfrm>
            <a:off x="1305069" y="1138286"/>
            <a:ext cx="1018651" cy="1147902"/>
          </a:xfrm>
          <a:custGeom>
            <a:avLst/>
            <a:gdLst>
              <a:gd name="connsiteX0" fmla="*/ 394450 w 877044"/>
              <a:gd name="connsiteY0" fmla="*/ 830769 h 988328"/>
              <a:gd name="connsiteX1" fmla="*/ 482595 w 877044"/>
              <a:gd name="connsiteY1" fmla="*/ 830769 h 988328"/>
              <a:gd name="connsiteX2" fmla="*/ 482595 w 877044"/>
              <a:gd name="connsiteY2" fmla="*/ 873739 h 988328"/>
              <a:gd name="connsiteX3" fmla="*/ 517853 w 877044"/>
              <a:gd name="connsiteY3" fmla="*/ 925525 h 988328"/>
              <a:gd name="connsiteX4" fmla="*/ 438523 w 877044"/>
              <a:gd name="connsiteY4" fmla="*/ 988328 h 988328"/>
              <a:gd name="connsiteX5" fmla="*/ 359192 w 877044"/>
              <a:gd name="connsiteY5" fmla="*/ 925525 h 988328"/>
              <a:gd name="connsiteX6" fmla="*/ 394450 w 877044"/>
              <a:gd name="connsiteY6" fmla="*/ 873739 h 988328"/>
              <a:gd name="connsiteX7" fmla="*/ 632442 w 877044"/>
              <a:gd name="connsiteY7" fmla="*/ 0 h 988328"/>
              <a:gd name="connsiteX8" fmla="*/ 711772 w 877044"/>
              <a:gd name="connsiteY8" fmla="*/ 62804 h 988328"/>
              <a:gd name="connsiteX9" fmla="*/ 676514 w 877044"/>
              <a:gd name="connsiteY9" fmla="*/ 114589 h 988328"/>
              <a:gd name="connsiteX10" fmla="*/ 676514 w 877044"/>
              <a:gd name="connsiteY10" fmla="*/ 157560 h 988328"/>
              <a:gd name="connsiteX11" fmla="*/ 877044 w 877044"/>
              <a:gd name="connsiteY11" fmla="*/ 157560 h 988328"/>
              <a:gd name="connsiteX12" fmla="*/ 877044 w 877044"/>
              <a:gd name="connsiteY12" fmla="*/ 830768 h 988328"/>
              <a:gd name="connsiteX13" fmla="*/ 0 w 877044"/>
              <a:gd name="connsiteY13" fmla="*/ 830768 h 988328"/>
              <a:gd name="connsiteX14" fmla="*/ 0 w 877044"/>
              <a:gd name="connsiteY14" fmla="*/ 645664 h 988328"/>
              <a:gd name="connsiteX15" fmla="*/ 57295 w 877044"/>
              <a:gd name="connsiteY15" fmla="*/ 666598 h 988328"/>
              <a:gd name="connsiteX16" fmla="*/ 157560 w 877044"/>
              <a:gd name="connsiteY16" fmla="*/ 549805 h 988328"/>
              <a:gd name="connsiteX17" fmla="*/ 57295 w 877044"/>
              <a:gd name="connsiteY17" fmla="*/ 433013 h 988328"/>
              <a:gd name="connsiteX18" fmla="*/ 0 w 877044"/>
              <a:gd name="connsiteY18" fmla="*/ 453947 h 988328"/>
              <a:gd name="connsiteX19" fmla="*/ 0 w 877044"/>
              <a:gd name="connsiteY19" fmla="*/ 277657 h 988328"/>
              <a:gd name="connsiteX20" fmla="*/ 276555 w 877044"/>
              <a:gd name="connsiteY20" fmla="*/ 157560 h 988328"/>
              <a:gd name="connsiteX21" fmla="*/ 588369 w 877044"/>
              <a:gd name="connsiteY21" fmla="*/ 157560 h 988328"/>
              <a:gd name="connsiteX22" fmla="*/ 588369 w 877044"/>
              <a:gd name="connsiteY22" fmla="*/ 114589 h 988328"/>
              <a:gd name="connsiteX23" fmla="*/ 553111 w 877044"/>
              <a:gd name="connsiteY23" fmla="*/ 62804 h 988328"/>
              <a:gd name="connsiteX24" fmla="*/ 632442 w 877044"/>
              <a:gd name="connsiteY24" fmla="*/ 0 h 988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877044" h="988328">
                <a:moveTo>
                  <a:pt x="394450" y="830769"/>
                </a:moveTo>
                <a:lnTo>
                  <a:pt x="482595" y="830769"/>
                </a:lnTo>
                <a:lnTo>
                  <a:pt x="482595" y="873739"/>
                </a:lnTo>
                <a:cubicBezTo>
                  <a:pt x="503530" y="884757"/>
                  <a:pt x="517853" y="904590"/>
                  <a:pt x="517853" y="925525"/>
                </a:cubicBezTo>
                <a:cubicBezTo>
                  <a:pt x="517853" y="959681"/>
                  <a:pt x="482595" y="988328"/>
                  <a:pt x="438523" y="988328"/>
                </a:cubicBezTo>
                <a:cubicBezTo>
                  <a:pt x="394450" y="988328"/>
                  <a:pt x="359192" y="960783"/>
                  <a:pt x="359192" y="925525"/>
                </a:cubicBezTo>
                <a:cubicBezTo>
                  <a:pt x="359192" y="903489"/>
                  <a:pt x="373516" y="884757"/>
                  <a:pt x="394450" y="873739"/>
                </a:cubicBezTo>
                <a:close/>
                <a:moveTo>
                  <a:pt x="632442" y="0"/>
                </a:moveTo>
                <a:cubicBezTo>
                  <a:pt x="676514" y="0"/>
                  <a:pt x="711772" y="28647"/>
                  <a:pt x="711772" y="62804"/>
                </a:cubicBezTo>
                <a:cubicBezTo>
                  <a:pt x="711772" y="83738"/>
                  <a:pt x="697448" y="103571"/>
                  <a:pt x="676514" y="114589"/>
                </a:cubicBezTo>
                <a:lnTo>
                  <a:pt x="676514" y="157560"/>
                </a:lnTo>
                <a:lnTo>
                  <a:pt x="877044" y="157560"/>
                </a:lnTo>
                <a:lnTo>
                  <a:pt x="877044" y="830768"/>
                </a:lnTo>
                <a:lnTo>
                  <a:pt x="0" y="830768"/>
                </a:lnTo>
                <a:lnTo>
                  <a:pt x="0" y="645664"/>
                </a:lnTo>
                <a:cubicBezTo>
                  <a:pt x="15426" y="658884"/>
                  <a:pt x="35258" y="666598"/>
                  <a:pt x="57295" y="666598"/>
                </a:cubicBezTo>
                <a:cubicBezTo>
                  <a:pt x="118996" y="666598"/>
                  <a:pt x="157560" y="607100"/>
                  <a:pt x="157560" y="549805"/>
                </a:cubicBezTo>
                <a:cubicBezTo>
                  <a:pt x="157560" y="492511"/>
                  <a:pt x="118996" y="433013"/>
                  <a:pt x="57295" y="433013"/>
                </a:cubicBezTo>
                <a:cubicBezTo>
                  <a:pt x="35258" y="433013"/>
                  <a:pt x="16528" y="440727"/>
                  <a:pt x="0" y="453947"/>
                </a:cubicBezTo>
                <a:lnTo>
                  <a:pt x="0" y="277657"/>
                </a:lnTo>
                <a:cubicBezTo>
                  <a:pt x="70516" y="206040"/>
                  <a:pt x="168578" y="160865"/>
                  <a:pt x="276555" y="157560"/>
                </a:cubicBezTo>
                <a:lnTo>
                  <a:pt x="588369" y="157560"/>
                </a:lnTo>
                <a:lnTo>
                  <a:pt x="588369" y="114589"/>
                </a:lnTo>
                <a:cubicBezTo>
                  <a:pt x="567435" y="103571"/>
                  <a:pt x="553111" y="84840"/>
                  <a:pt x="553111" y="62804"/>
                </a:cubicBezTo>
                <a:cubicBezTo>
                  <a:pt x="553111" y="27546"/>
                  <a:pt x="588369" y="0"/>
                  <a:pt x="632442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21" name="Freeform: Shape 20"/>
          <p:cNvSpPr/>
          <p:nvPr/>
        </p:nvSpPr>
        <p:spPr>
          <a:xfrm>
            <a:off x="1646754" y="864430"/>
            <a:ext cx="676967" cy="413346"/>
          </a:xfrm>
          <a:custGeom>
            <a:avLst/>
            <a:gdLst>
              <a:gd name="connsiteX0" fmla="*/ 503872 w 503872"/>
              <a:gd name="connsiteY0" fmla="*/ 0 h 307657"/>
              <a:gd name="connsiteX1" fmla="*/ 503872 w 503872"/>
              <a:gd name="connsiteY1" fmla="*/ 307658 h 307657"/>
              <a:gd name="connsiteX2" fmla="*/ 375285 w 503872"/>
              <a:gd name="connsiteY2" fmla="*/ 307658 h 307657"/>
              <a:gd name="connsiteX3" fmla="*/ 393383 w 503872"/>
              <a:gd name="connsiteY3" fmla="*/ 258128 h 307657"/>
              <a:gd name="connsiteX4" fmla="*/ 292417 w 503872"/>
              <a:gd name="connsiteY4" fmla="*/ 171450 h 307657"/>
              <a:gd name="connsiteX5" fmla="*/ 191452 w 503872"/>
              <a:gd name="connsiteY5" fmla="*/ 258128 h 307657"/>
              <a:gd name="connsiteX6" fmla="*/ 209550 w 503872"/>
              <a:gd name="connsiteY6" fmla="*/ 307658 h 307657"/>
              <a:gd name="connsiteX7" fmla="*/ 0 w 503872"/>
              <a:gd name="connsiteY7" fmla="*/ 307658 h 307657"/>
              <a:gd name="connsiteX8" fmla="*/ 503872 w 503872"/>
              <a:gd name="connsiteY8" fmla="*/ 0 h 307657"/>
              <a:gd name="connsiteX9" fmla="*/ 503872 w 503872"/>
              <a:gd name="connsiteY9" fmla="*/ 0 h 307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3872" h="307657">
                <a:moveTo>
                  <a:pt x="503872" y="0"/>
                </a:moveTo>
                <a:lnTo>
                  <a:pt x="503872" y="307658"/>
                </a:lnTo>
                <a:lnTo>
                  <a:pt x="375285" y="307658"/>
                </a:lnTo>
                <a:cubicBezTo>
                  <a:pt x="386715" y="294323"/>
                  <a:pt x="393383" y="277178"/>
                  <a:pt x="393383" y="258128"/>
                </a:cubicBezTo>
                <a:cubicBezTo>
                  <a:pt x="393383" y="204788"/>
                  <a:pt x="341947" y="171450"/>
                  <a:pt x="292417" y="171450"/>
                </a:cubicBezTo>
                <a:cubicBezTo>
                  <a:pt x="242888" y="171450"/>
                  <a:pt x="191452" y="204788"/>
                  <a:pt x="191452" y="258128"/>
                </a:cubicBezTo>
                <a:cubicBezTo>
                  <a:pt x="191452" y="277178"/>
                  <a:pt x="198120" y="293370"/>
                  <a:pt x="209550" y="307658"/>
                </a:cubicBezTo>
                <a:lnTo>
                  <a:pt x="0" y="307658"/>
                </a:lnTo>
                <a:cubicBezTo>
                  <a:pt x="91440" y="125730"/>
                  <a:pt x="282892" y="0"/>
                  <a:pt x="503872" y="0"/>
                </a:cubicBezTo>
                <a:lnTo>
                  <a:pt x="503872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22" name="Freeform: Shape 21"/>
          <p:cNvSpPr/>
          <p:nvPr/>
        </p:nvSpPr>
        <p:spPr>
          <a:xfrm>
            <a:off x="2368510" y="864430"/>
            <a:ext cx="675688" cy="413346"/>
          </a:xfrm>
          <a:custGeom>
            <a:avLst/>
            <a:gdLst>
              <a:gd name="connsiteX0" fmla="*/ 502920 w 502920"/>
              <a:gd name="connsiteY0" fmla="*/ 307658 h 307657"/>
              <a:gd name="connsiteX1" fmla="*/ 293370 w 502920"/>
              <a:gd name="connsiteY1" fmla="*/ 307658 h 307657"/>
              <a:gd name="connsiteX2" fmla="*/ 311467 w 502920"/>
              <a:gd name="connsiteY2" fmla="*/ 258128 h 307657"/>
              <a:gd name="connsiteX3" fmla="*/ 210503 w 502920"/>
              <a:gd name="connsiteY3" fmla="*/ 171450 h 307657"/>
              <a:gd name="connsiteX4" fmla="*/ 109538 w 502920"/>
              <a:gd name="connsiteY4" fmla="*/ 258128 h 307657"/>
              <a:gd name="connsiteX5" fmla="*/ 127635 w 502920"/>
              <a:gd name="connsiteY5" fmla="*/ 307658 h 307657"/>
              <a:gd name="connsiteX6" fmla="*/ 0 w 502920"/>
              <a:gd name="connsiteY6" fmla="*/ 307658 h 307657"/>
              <a:gd name="connsiteX7" fmla="*/ 0 w 502920"/>
              <a:gd name="connsiteY7" fmla="*/ 0 h 307657"/>
              <a:gd name="connsiteX8" fmla="*/ 0 w 502920"/>
              <a:gd name="connsiteY8" fmla="*/ 0 h 307657"/>
              <a:gd name="connsiteX9" fmla="*/ 502920 w 502920"/>
              <a:gd name="connsiteY9" fmla="*/ 307658 h 307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2920" h="307657">
                <a:moveTo>
                  <a:pt x="502920" y="307658"/>
                </a:moveTo>
                <a:lnTo>
                  <a:pt x="293370" y="307658"/>
                </a:lnTo>
                <a:cubicBezTo>
                  <a:pt x="304800" y="294323"/>
                  <a:pt x="311467" y="277178"/>
                  <a:pt x="311467" y="258128"/>
                </a:cubicBezTo>
                <a:cubicBezTo>
                  <a:pt x="311467" y="204788"/>
                  <a:pt x="260033" y="171450"/>
                  <a:pt x="210503" y="171450"/>
                </a:cubicBezTo>
                <a:cubicBezTo>
                  <a:pt x="160973" y="171450"/>
                  <a:pt x="109538" y="204788"/>
                  <a:pt x="109538" y="258128"/>
                </a:cubicBezTo>
                <a:cubicBezTo>
                  <a:pt x="109538" y="277178"/>
                  <a:pt x="116205" y="293370"/>
                  <a:pt x="127635" y="307658"/>
                </a:cubicBezTo>
                <a:lnTo>
                  <a:pt x="0" y="307658"/>
                </a:lnTo>
                <a:lnTo>
                  <a:pt x="0" y="0"/>
                </a:lnTo>
                <a:lnTo>
                  <a:pt x="0" y="0"/>
                </a:lnTo>
                <a:cubicBezTo>
                  <a:pt x="220980" y="0"/>
                  <a:pt x="411480" y="125730"/>
                  <a:pt x="502920" y="307658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66" name="Freeform: Shape 133"/>
          <p:cNvSpPr/>
          <p:nvPr/>
        </p:nvSpPr>
        <p:spPr>
          <a:xfrm>
            <a:off x="3246393" y="4712521"/>
            <a:ext cx="1158137" cy="1023769"/>
          </a:xfrm>
          <a:custGeom>
            <a:avLst/>
            <a:gdLst>
              <a:gd name="connsiteX0" fmla="*/ 157558 w 997140"/>
              <a:gd name="connsiteY0" fmla="*/ 0 h 881451"/>
              <a:gd name="connsiteX1" fmla="*/ 975104 w 997140"/>
              <a:gd name="connsiteY1" fmla="*/ 0 h 881451"/>
              <a:gd name="connsiteX2" fmla="*/ 997140 w 997140"/>
              <a:gd name="connsiteY2" fmla="*/ 146540 h 881451"/>
              <a:gd name="connsiteX3" fmla="*/ 579552 w 997140"/>
              <a:gd name="connsiteY3" fmla="*/ 643459 h 881451"/>
              <a:gd name="connsiteX4" fmla="*/ 217056 w 997140"/>
              <a:gd name="connsiteY4" fmla="*/ 881451 h 881451"/>
              <a:gd name="connsiteX5" fmla="*/ 157558 w 997140"/>
              <a:gd name="connsiteY5" fmla="*/ 877044 h 881451"/>
              <a:gd name="connsiteX6" fmla="*/ 157558 w 997140"/>
              <a:gd name="connsiteY6" fmla="*/ 477084 h 881451"/>
              <a:gd name="connsiteX7" fmla="*/ 114589 w 997140"/>
              <a:gd name="connsiteY7" fmla="*/ 477084 h 881451"/>
              <a:gd name="connsiteX8" fmla="*/ 62803 w 997140"/>
              <a:gd name="connsiteY8" fmla="*/ 512342 h 881451"/>
              <a:gd name="connsiteX9" fmla="*/ 0 w 997140"/>
              <a:gd name="connsiteY9" fmla="*/ 433012 h 881451"/>
              <a:gd name="connsiteX10" fmla="*/ 62803 w 997140"/>
              <a:gd name="connsiteY10" fmla="*/ 353681 h 881451"/>
              <a:gd name="connsiteX11" fmla="*/ 114589 w 997140"/>
              <a:gd name="connsiteY11" fmla="*/ 388939 h 881451"/>
              <a:gd name="connsiteX12" fmla="*/ 157558 w 997140"/>
              <a:gd name="connsiteY12" fmla="*/ 388939 h 881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97140" h="881451">
                <a:moveTo>
                  <a:pt x="157558" y="0"/>
                </a:moveTo>
                <a:lnTo>
                  <a:pt x="975104" y="0"/>
                </a:lnTo>
                <a:cubicBezTo>
                  <a:pt x="989428" y="46276"/>
                  <a:pt x="997140" y="94756"/>
                  <a:pt x="997140" y="146540"/>
                </a:cubicBezTo>
                <a:cubicBezTo>
                  <a:pt x="997140" y="392246"/>
                  <a:pt x="817544" y="597183"/>
                  <a:pt x="579552" y="643459"/>
                </a:cubicBezTo>
                <a:cubicBezTo>
                  <a:pt x="521157" y="783389"/>
                  <a:pt x="381226" y="881451"/>
                  <a:pt x="217056" y="881451"/>
                </a:cubicBezTo>
                <a:cubicBezTo>
                  <a:pt x="197224" y="881451"/>
                  <a:pt x="177391" y="880349"/>
                  <a:pt x="157558" y="877044"/>
                </a:cubicBezTo>
                <a:lnTo>
                  <a:pt x="157558" y="477084"/>
                </a:lnTo>
                <a:lnTo>
                  <a:pt x="114589" y="477084"/>
                </a:lnTo>
                <a:cubicBezTo>
                  <a:pt x="103571" y="498019"/>
                  <a:pt x="84839" y="512342"/>
                  <a:pt x="62803" y="512342"/>
                </a:cubicBezTo>
                <a:cubicBezTo>
                  <a:pt x="27546" y="512342"/>
                  <a:pt x="0" y="477084"/>
                  <a:pt x="0" y="433012"/>
                </a:cubicBezTo>
                <a:cubicBezTo>
                  <a:pt x="0" y="388939"/>
                  <a:pt x="28647" y="353681"/>
                  <a:pt x="62803" y="353681"/>
                </a:cubicBezTo>
                <a:cubicBezTo>
                  <a:pt x="83738" y="353681"/>
                  <a:pt x="103571" y="368005"/>
                  <a:pt x="114589" y="388939"/>
                </a:cubicBezTo>
                <a:lnTo>
                  <a:pt x="157558" y="38893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67" name="Freeform: Shape 136"/>
          <p:cNvSpPr/>
          <p:nvPr/>
        </p:nvSpPr>
        <p:spPr>
          <a:xfrm>
            <a:off x="2367230" y="2146699"/>
            <a:ext cx="1201650" cy="1423039"/>
          </a:xfrm>
          <a:custGeom>
            <a:avLst/>
            <a:gdLst>
              <a:gd name="connsiteX0" fmla="*/ 394449 w 1034604"/>
              <a:gd name="connsiteY0" fmla="*/ 1067658 h 1225217"/>
              <a:gd name="connsiteX1" fmla="*/ 482594 w 1034604"/>
              <a:gd name="connsiteY1" fmla="*/ 1067658 h 1225217"/>
              <a:gd name="connsiteX2" fmla="*/ 482594 w 1034604"/>
              <a:gd name="connsiteY2" fmla="*/ 1110628 h 1225217"/>
              <a:gd name="connsiteX3" fmla="*/ 517852 w 1034604"/>
              <a:gd name="connsiteY3" fmla="*/ 1162414 h 1225217"/>
              <a:gd name="connsiteX4" fmla="*/ 438522 w 1034604"/>
              <a:gd name="connsiteY4" fmla="*/ 1225217 h 1225217"/>
              <a:gd name="connsiteX5" fmla="*/ 359191 w 1034604"/>
              <a:gd name="connsiteY5" fmla="*/ 1162414 h 1225217"/>
              <a:gd name="connsiteX6" fmla="*/ 394449 w 1034604"/>
              <a:gd name="connsiteY6" fmla="*/ 1110628 h 1225217"/>
              <a:gd name="connsiteX7" fmla="*/ 0 w 1034604"/>
              <a:gd name="connsiteY7" fmla="*/ 0 h 1225217"/>
              <a:gd name="connsiteX8" fmla="*/ 342663 w 1034604"/>
              <a:gd name="connsiteY8" fmla="*/ 0 h 1225217"/>
              <a:gd name="connsiteX9" fmla="*/ 321730 w 1034604"/>
              <a:gd name="connsiteY9" fmla="*/ 57294 h 1225217"/>
              <a:gd name="connsiteX10" fmla="*/ 438522 w 1034604"/>
              <a:gd name="connsiteY10" fmla="*/ 157560 h 1225217"/>
              <a:gd name="connsiteX11" fmla="*/ 555315 w 1034604"/>
              <a:gd name="connsiteY11" fmla="*/ 57294 h 1225217"/>
              <a:gd name="connsiteX12" fmla="*/ 534381 w 1034604"/>
              <a:gd name="connsiteY12" fmla="*/ 0 h 1225217"/>
              <a:gd name="connsiteX13" fmla="*/ 877044 w 1034604"/>
              <a:gd name="connsiteY13" fmla="*/ 0 h 1225217"/>
              <a:gd name="connsiteX14" fmla="*/ 877044 w 1034604"/>
              <a:gd name="connsiteY14" fmla="*/ 487002 h 1225217"/>
              <a:gd name="connsiteX15" fmla="*/ 920016 w 1034604"/>
              <a:gd name="connsiteY15" fmla="*/ 487002 h 1225217"/>
              <a:gd name="connsiteX16" fmla="*/ 971800 w 1034604"/>
              <a:gd name="connsiteY16" fmla="*/ 451744 h 1225217"/>
              <a:gd name="connsiteX17" fmla="*/ 1034604 w 1034604"/>
              <a:gd name="connsiteY17" fmla="*/ 531074 h 1225217"/>
              <a:gd name="connsiteX18" fmla="*/ 971800 w 1034604"/>
              <a:gd name="connsiteY18" fmla="*/ 610405 h 1225217"/>
              <a:gd name="connsiteX19" fmla="*/ 920016 w 1034604"/>
              <a:gd name="connsiteY19" fmla="*/ 575147 h 1225217"/>
              <a:gd name="connsiteX20" fmla="*/ 877044 w 1034604"/>
              <a:gd name="connsiteY20" fmla="*/ 575147 h 1225217"/>
              <a:gd name="connsiteX21" fmla="*/ 877044 w 1034604"/>
              <a:gd name="connsiteY21" fmla="*/ 1066556 h 1225217"/>
              <a:gd name="connsiteX22" fmla="*/ 0 w 1034604"/>
              <a:gd name="connsiteY22" fmla="*/ 1066556 h 1225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034604" h="1225217">
                <a:moveTo>
                  <a:pt x="394449" y="1067658"/>
                </a:moveTo>
                <a:lnTo>
                  <a:pt x="482594" y="1067658"/>
                </a:lnTo>
                <a:lnTo>
                  <a:pt x="482594" y="1110628"/>
                </a:lnTo>
                <a:cubicBezTo>
                  <a:pt x="503529" y="1121646"/>
                  <a:pt x="517852" y="1141479"/>
                  <a:pt x="517852" y="1162414"/>
                </a:cubicBezTo>
                <a:cubicBezTo>
                  <a:pt x="517852" y="1196570"/>
                  <a:pt x="482594" y="1225217"/>
                  <a:pt x="438522" y="1225217"/>
                </a:cubicBezTo>
                <a:cubicBezTo>
                  <a:pt x="394449" y="1225217"/>
                  <a:pt x="359191" y="1197672"/>
                  <a:pt x="359191" y="1162414"/>
                </a:cubicBezTo>
                <a:cubicBezTo>
                  <a:pt x="359191" y="1140378"/>
                  <a:pt x="373515" y="1121646"/>
                  <a:pt x="394449" y="1110628"/>
                </a:cubicBezTo>
                <a:close/>
                <a:moveTo>
                  <a:pt x="0" y="0"/>
                </a:moveTo>
                <a:lnTo>
                  <a:pt x="342663" y="0"/>
                </a:lnTo>
                <a:cubicBezTo>
                  <a:pt x="329442" y="15425"/>
                  <a:pt x="321730" y="35258"/>
                  <a:pt x="321730" y="57294"/>
                </a:cubicBezTo>
                <a:cubicBezTo>
                  <a:pt x="321730" y="118996"/>
                  <a:pt x="381228" y="157560"/>
                  <a:pt x="438522" y="157560"/>
                </a:cubicBezTo>
                <a:cubicBezTo>
                  <a:pt x="495817" y="157560"/>
                  <a:pt x="555315" y="118996"/>
                  <a:pt x="555315" y="57294"/>
                </a:cubicBezTo>
                <a:cubicBezTo>
                  <a:pt x="555315" y="35258"/>
                  <a:pt x="547601" y="16528"/>
                  <a:pt x="534381" y="0"/>
                </a:cubicBezTo>
                <a:lnTo>
                  <a:pt x="877044" y="0"/>
                </a:lnTo>
                <a:lnTo>
                  <a:pt x="877044" y="487002"/>
                </a:lnTo>
                <a:lnTo>
                  <a:pt x="920016" y="487002"/>
                </a:lnTo>
                <a:cubicBezTo>
                  <a:pt x="931034" y="466068"/>
                  <a:pt x="950865" y="451744"/>
                  <a:pt x="971800" y="451744"/>
                </a:cubicBezTo>
                <a:cubicBezTo>
                  <a:pt x="1005956" y="451744"/>
                  <a:pt x="1034604" y="487002"/>
                  <a:pt x="1034604" y="531074"/>
                </a:cubicBezTo>
                <a:cubicBezTo>
                  <a:pt x="1034604" y="575147"/>
                  <a:pt x="1007058" y="610405"/>
                  <a:pt x="971800" y="610405"/>
                </a:cubicBezTo>
                <a:cubicBezTo>
                  <a:pt x="949764" y="610405"/>
                  <a:pt x="931034" y="596082"/>
                  <a:pt x="920016" y="575147"/>
                </a:cubicBezTo>
                <a:lnTo>
                  <a:pt x="877044" y="575147"/>
                </a:lnTo>
                <a:lnTo>
                  <a:pt x="877044" y="1066556"/>
                </a:lnTo>
                <a:lnTo>
                  <a:pt x="0" y="1066556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68" name="Freeform: Shape 135"/>
          <p:cNvSpPr/>
          <p:nvPr/>
        </p:nvSpPr>
        <p:spPr>
          <a:xfrm>
            <a:off x="2367230" y="3430251"/>
            <a:ext cx="1584284" cy="1238760"/>
          </a:xfrm>
          <a:custGeom>
            <a:avLst/>
            <a:gdLst>
              <a:gd name="connsiteX0" fmla="*/ 0 w 1364046"/>
              <a:gd name="connsiteY0" fmla="*/ 0 h 1066555"/>
              <a:gd name="connsiteX1" fmla="*/ 342663 w 1364046"/>
              <a:gd name="connsiteY1" fmla="*/ 0 h 1066555"/>
              <a:gd name="connsiteX2" fmla="*/ 321730 w 1364046"/>
              <a:gd name="connsiteY2" fmla="*/ 57294 h 1066555"/>
              <a:gd name="connsiteX3" fmla="*/ 438522 w 1364046"/>
              <a:gd name="connsiteY3" fmla="*/ 157560 h 1066555"/>
              <a:gd name="connsiteX4" fmla="*/ 555314 w 1364046"/>
              <a:gd name="connsiteY4" fmla="*/ 57294 h 1066555"/>
              <a:gd name="connsiteX5" fmla="*/ 534380 w 1364046"/>
              <a:gd name="connsiteY5" fmla="*/ 0 h 1066555"/>
              <a:gd name="connsiteX6" fmla="*/ 1206487 w 1364046"/>
              <a:gd name="connsiteY6" fmla="*/ 0 h 1066555"/>
              <a:gd name="connsiteX7" fmla="*/ 1206487 w 1364046"/>
              <a:gd name="connsiteY7" fmla="*/ 579553 h 1066555"/>
              <a:gd name="connsiteX8" fmla="*/ 1249457 w 1364046"/>
              <a:gd name="connsiteY8" fmla="*/ 579553 h 1066555"/>
              <a:gd name="connsiteX9" fmla="*/ 1301243 w 1364046"/>
              <a:gd name="connsiteY9" fmla="*/ 544295 h 1066555"/>
              <a:gd name="connsiteX10" fmla="*/ 1364046 w 1364046"/>
              <a:gd name="connsiteY10" fmla="*/ 623626 h 1066555"/>
              <a:gd name="connsiteX11" fmla="*/ 1301243 w 1364046"/>
              <a:gd name="connsiteY11" fmla="*/ 702956 h 1066555"/>
              <a:gd name="connsiteX12" fmla="*/ 1249457 w 1364046"/>
              <a:gd name="connsiteY12" fmla="*/ 667698 h 1066555"/>
              <a:gd name="connsiteX13" fmla="*/ 1206487 w 1364046"/>
              <a:gd name="connsiteY13" fmla="*/ 667698 h 1066555"/>
              <a:gd name="connsiteX14" fmla="*/ 1206487 w 1364046"/>
              <a:gd name="connsiteY14" fmla="*/ 1066555 h 1066555"/>
              <a:gd name="connsiteX15" fmla="*/ 0 w 1364046"/>
              <a:gd name="connsiteY15" fmla="*/ 1066555 h 1066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364046" h="1066555">
                <a:moveTo>
                  <a:pt x="0" y="0"/>
                </a:moveTo>
                <a:lnTo>
                  <a:pt x="342663" y="0"/>
                </a:lnTo>
                <a:cubicBezTo>
                  <a:pt x="329442" y="15425"/>
                  <a:pt x="321730" y="35258"/>
                  <a:pt x="321730" y="57294"/>
                </a:cubicBezTo>
                <a:cubicBezTo>
                  <a:pt x="321730" y="118996"/>
                  <a:pt x="381227" y="157560"/>
                  <a:pt x="438522" y="157560"/>
                </a:cubicBezTo>
                <a:cubicBezTo>
                  <a:pt x="495816" y="157560"/>
                  <a:pt x="555314" y="118996"/>
                  <a:pt x="555314" y="57294"/>
                </a:cubicBezTo>
                <a:cubicBezTo>
                  <a:pt x="555314" y="35258"/>
                  <a:pt x="547601" y="16528"/>
                  <a:pt x="534380" y="0"/>
                </a:cubicBezTo>
                <a:lnTo>
                  <a:pt x="1206487" y="0"/>
                </a:lnTo>
                <a:lnTo>
                  <a:pt x="1206487" y="579553"/>
                </a:lnTo>
                <a:lnTo>
                  <a:pt x="1249457" y="579553"/>
                </a:lnTo>
                <a:cubicBezTo>
                  <a:pt x="1260476" y="558619"/>
                  <a:pt x="1280308" y="544295"/>
                  <a:pt x="1301243" y="544295"/>
                </a:cubicBezTo>
                <a:cubicBezTo>
                  <a:pt x="1335399" y="544295"/>
                  <a:pt x="1364046" y="579553"/>
                  <a:pt x="1364046" y="623626"/>
                </a:cubicBezTo>
                <a:cubicBezTo>
                  <a:pt x="1364046" y="667698"/>
                  <a:pt x="1336501" y="702956"/>
                  <a:pt x="1301243" y="702956"/>
                </a:cubicBezTo>
                <a:cubicBezTo>
                  <a:pt x="1279207" y="702956"/>
                  <a:pt x="1260476" y="688633"/>
                  <a:pt x="1249457" y="667698"/>
                </a:cubicBezTo>
                <a:lnTo>
                  <a:pt x="1206487" y="667698"/>
                </a:lnTo>
                <a:lnTo>
                  <a:pt x="1206487" y="1066555"/>
                </a:lnTo>
                <a:lnTo>
                  <a:pt x="0" y="1066555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69" name="Freeform: Shape 134"/>
          <p:cNvSpPr/>
          <p:nvPr/>
        </p:nvSpPr>
        <p:spPr>
          <a:xfrm>
            <a:off x="738157" y="3430251"/>
            <a:ext cx="1584285" cy="1238760"/>
          </a:xfrm>
          <a:custGeom>
            <a:avLst/>
            <a:gdLst>
              <a:gd name="connsiteX0" fmla="*/ 157560 w 1364047"/>
              <a:gd name="connsiteY0" fmla="*/ 0 h 1066555"/>
              <a:gd name="connsiteX1" fmla="*/ 829667 w 1364047"/>
              <a:gd name="connsiteY1" fmla="*/ 0 h 1066555"/>
              <a:gd name="connsiteX2" fmla="*/ 808733 w 1364047"/>
              <a:gd name="connsiteY2" fmla="*/ 57294 h 1066555"/>
              <a:gd name="connsiteX3" fmla="*/ 925525 w 1364047"/>
              <a:gd name="connsiteY3" fmla="*/ 157560 h 1066555"/>
              <a:gd name="connsiteX4" fmla="*/ 1042316 w 1364047"/>
              <a:gd name="connsiteY4" fmla="*/ 57294 h 1066555"/>
              <a:gd name="connsiteX5" fmla="*/ 1021383 w 1364047"/>
              <a:gd name="connsiteY5" fmla="*/ 0 h 1066555"/>
              <a:gd name="connsiteX6" fmla="*/ 1364047 w 1364047"/>
              <a:gd name="connsiteY6" fmla="*/ 0 h 1066555"/>
              <a:gd name="connsiteX7" fmla="*/ 1364047 w 1364047"/>
              <a:gd name="connsiteY7" fmla="*/ 1066555 h 1066555"/>
              <a:gd name="connsiteX8" fmla="*/ 157560 w 1364047"/>
              <a:gd name="connsiteY8" fmla="*/ 1066555 h 1066555"/>
              <a:gd name="connsiteX9" fmla="*/ 157560 w 1364047"/>
              <a:gd name="connsiteY9" fmla="*/ 667698 h 1066555"/>
              <a:gd name="connsiteX10" fmla="*/ 114589 w 1364047"/>
              <a:gd name="connsiteY10" fmla="*/ 667698 h 1066555"/>
              <a:gd name="connsiteX11" fmla="*/ 62804 w 1364047"/>
              <a:gd name="connsiteY11" fmla="*/ 702956 h 1066555"/>
              <a:gd name="connsiteX12" fmla="*/ 0 w 1364047"/>
              <a:gd name="connsiteY12" fmla="*/ 623626 h 1066555"/>
              <a:gd name="connsiteX13" fmla="*/ 62804 w 1364047"/>
              <a:gd name="connsiteY13" fmla="*/ 544295 h 1066555"/>
              <a:gd name="connsiteX14" fmla="*/ 114589 w 1364047"/>
              <a:gd name="connsiteY14" fmla="*/ 579553 h 1066555"/>
              <a:gd name="connsiteX15" fmla="*/ 157560 w 1364047"/>
              <a:gd name="connsiteY15" fmla="*/ 579553 h 1066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364047" h="1066555">
                <a:moveTo>
                  <a:pt x="157560" y="0"/>
                </a:moveTo>
                <a:lnTo>
                  <a:pt x="829667" y="0"/>
                </a:lnTo>
                <a:cubicBezTo>
                  <a:pt x="816445" y="15425"/>
                  <a:pt x="808733" y="35258"/>
                  <a:pt x="808733" y="57294"/>
                </a:cubicBezTo>
                <a:cubicBezTo>
                  <a:pt x="808733" y="118996"/>
                  <a:pt x="868231" y="157560"/>
                  <a:pt x="925525" y="157560"/>
                </a:cubicBezTo>
                <a:cubicBezTo>
                  <a:pt x="982820" y="157560"/>
                  <a:pt x="1042316" y="118996"/>
                  <a:pt x="1042316" y="57294"/>
                </a:cubicBezTo>
                <a:cubicBezTo>
                  <a:pt x="1042316" y="35258"/>
                  <a:pt x="1034604" y="16528"/>
                  <a:pt x="1021383" y="0"/>
                </a:cubicBezTo>
                <a:lnTo>
                  <a:pt x="1364047" y="0"/>
                </a:lnTo>
                <a:lnTo>
                  <a:pt x="1364047" y="1066555"/>
                </a:lnTo>
                <a:lnTo>
                  <a:pt x="157560" y="1066555"/>
                </a:lnTo>
                <a:lnTo>
                  <a:pt x="157560" y="667698"/>
                </a:lnTo>
                <a:lnTo>
                  <a:pt x="114589" y="667698"/>
                </a:lnTo>
                <a:cubicBezTo>
                  <a:pt x="103571" y="688633"/>
                  <a:pt x="84841" y="702956"/>
                  <a:pt x="62804" y="702956"/>
                </a:cubicBezTo>
                <a:cubicBezTo>
                  <a:pt x="27546" y="702956"/>
                  <a:pt x="0" y="667698"/>
                  <a:pt x="0" y="623626"/>
                </a:cubicBezTo>
                <a:cubicBezTo>
                  <a:pt x="0" y="579553"/>
                  <a:pt x="28647" y="544295"/>
                  <a:pt x="62804" y="544295"/>
                </a:cubicBezTo>
                <a:cubicBezTo>
                  <a:pt x="83738" y="544295"/>
                  <a:pt x="103571" y="558619"/>
                  <a:pt x="114589" y="579553"/>
                </a:cubicBezTo>
                <a:lnTo>
                  <a:pt x="157560" y="579553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70" name="Freeform: Shape 141"/>
          <p:cNvSpPr/>
          <p:nvPr/>
        </p:nvSpPr>
        <p:spPr>
          <a:xfrm>
            <a:off x="3246394" y="1511961"/>
            <a:ext cx="556672" cy="591227"/>
          </a:xfrm>
          <a:custGeom>
            <a:avLst/>
            <a:gdLst>
              <a:gd name="connsiteX0" fmla="*/ 62803 w 479287"/>
              <a:gd name="connsiteY0" fmla="*/ 147645 h 509038"/>
              <a:gd name="connsiteX1" fmla="*/ 114589 w 479287"/>
              <a:gd name="connsiteY1" fmla="*/ 182903 h 509038"/>
              <a:gd name="connsiteX2" fmla="*/ 157560 w 479287"/>
              <a:gd name="connsiteY2" fmla="*/ 182903 h 509038"/>
              <a:gd name="connsiteX3" fmla="*/ 157560 w 479287"/>
              <a:gd name="connsiteY3" fmla="*/ 271048 h 509038"/>
              <a:gd name="connsiteX4" fmla="*/ 114589 w 479287"/>
              <a:gd name="connsiteY4" fmla="*/ 271048 h 509038"/>
              <a:gd name="connsiteX5" fmla="*/ 62803 w 479287"/>
              <a:gd name="connsiteY5" fmla="*/ 306306 h 509038"/>
              <a:gd name="connsiteX6" fmla="*/ 0 w 479287"/>
              <a:gd name="connsiteY6" fmla="*/ 226976 h 509038"/>
              <a:gd name="connsiteX7" fmla="*/ 62803 w 479287"/>
              <a:gd name="connsiteY7" fmla="*/ 147645 h 509038"/>
              <a:gd name="connsiteX8" fmla="*/ 158660 w 479287"/>
              <a:gd name="connsiteY8" fmla="*/ 0 h 509038"/>
              <a:gd name="connsiteX9" fmla="*/ 232481 w 479287"/>
              <a:gd name="connsiteY9" fmla="*/ 226974 h 509038"/>
              <a:gd name="connsiteX10" fmla="*/ 232481 w 479287"/>
              <a:gd name="connsiteY10" fmla="*/ 245705 h 509038"/>
              <a:gd name="connsiteX11" fmla="*/ 479287 w 479287"/>
              <a:gd name="connsiteY11" fmla="*/ 509038 h 509038"/>
              <a:gd name="connsiteX12" fmla="*/ 158660 w 479287"/>
              <a:gd name="connsiteY12" fmla="*/ 509038 h 50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79287" h="509038">
                <a:moveTo>
                  <a:pt x="62803" y="147645"/>
                </a:moveTo>
                <a:cubicBezTo>
                  <a:pt x="83738" y="147645"/>
                  <a:pt x="103571" y="161969"/>
                  <a:pt x="114589" y="182903"/>
                </a:cubicBezTo>
                <a:lnTo>
                  <a:pt x="157560" y="182903"/>
                </a:lnTo>
                <a:lnTo>
                  <a:pt x="157560" y="271048"/>
                </a:lnTo>
                <a:lnTo>
                  <a:pt x="114589" y="271048"/>
                </a:lnTo>
                <a:cubicBezTo>
                  <a:pt x="103571" y="291982"/>
                  <a:pt x="84839" y="306306"/>
                  <a:pt x="62803" y="306306"/>
                </a:cubicBezTo>
                <a:cubicBezTo>
                  <a:pt x="27546" y="306306"/>
                  <a:pt x="0" y="271048"/>
                  <a:pt x="0" y="226976"/>
                </a:cubicBezTo>
                <a:cubicBezTo>
                  <a:pt x="0" y="182903"/>
                  <a:pt x="28647" y="147645"/>
                  <a:pt x="62803" y="147645"/>
                </a:cubicBezTo>
                <a:close/>
                <a:moveTo>
                  <a:pt x="158660" y="0"/>
                </a:moveTo>
                <a:cubicBezTo>
                  <a:pt x="204936" y="63905"/>
                  <a:pt x="232481" y="142134"/>
                  <a:pt x="232481" y="226974"/>
                </a:cubicBezTo>
                <a:cubicBezTo>
                  <a:pt x="232481" y="233585"/>
                  <a:pt x="232481" y="239094"/>
                  <a:pt x="232481" y="245705"/>
                </a:cubicBezTo>
                <a:cubicBezTo>
                  <a:pt x="343765" y="300796"/>
                  <a:pt x="431910" y="394449"/>
                  <a:pt x="479287" y="509038"/>
                </a:cubicBezTo>
                <a:lnTo>
                  <a:pt x="158660" y="509038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99" name="任意多边形: 形状 1698"/>
          <p:cNvSpPr/>
          <p:nvPr/>
        </p:nvSpPr>
        <p:spPr>
          <a:xfrm>
            <a:off x="2072898" y="5889855"/>
            <a:ext cx="750114" cy="968145"/>
          </a:xfrm>
          <a:custGeom>
            <a:avLst/>
            <a:gdLst>
              <a:gd name="connsiteX0" fmla="*/ 74223 w 750114"/>
              <a:gd name="connsiteY0" fmla="*/ 0 h 968145"/>
              <a:gd name="connsiteX1" fmla="*/ 249543 w 750114"/>
              <a:gd name="connsiteY1" fmla="*/ 46172 h 968145"/>
              <a:gd name="connsiteX2" fmla="*/ 250823 w 750114"/>
              <a:gd name="connsiteY2" fmla="*/ 46172 h 968145"/>
              <a:gd name="connsiteX3" fmla="*/ 250823 w 750114"/>
              <a:gd name="connsiteY3" fmla="*/ 47386 h 968145"/>
              <a:gd name="connsiteX4" fmla="*/ 272578 w 750114"/>
              <a:gd name="connsiteY4" fmla="*/ 47386 h 968145"/>
              <a:gd name="connsiteX5" fmla="*/ 295612 w 750114"/>
              <a:gd name="connsiteY5" fmla="*/ 47386 h 968145"/>
              <a:gd name="connsiteX6" fmla="*/ 467094 w 750114"/>
              <a:gd name="connsiteY6" fmla="*/ 1215 h 968145"/>
              <a:gd name="connsiteX7" fmla="*/ 729435 w 750114"/>
              <a:gd name="connsiteY7" fmla="*/ 98418 h 968145"/>
              <a:gd name="connsiteX8" fmla="*/ 748630 w 750114"/>
              <a:gd name="connsiteY8" fmla="*/ 816511 h 968145"/>
              <a:gd name="connsiteX9" fmla="*/ 749911 w 750114"/>
              <a:gd name="connsiteY9" fmla="*/ 927840 h 968145"/>
              <a:gd name="connsiteX10" fmla="*/ 750114 w 750114"/>
              <a:gd name="connsiteY10" fmla="*/ 968145 h 968145"/>
              <a:gd name="connsiteX11" fmla="*/ 5786 w 750114"/>
              <a:gd name="connsiteY11" fmla="*/ 968145 h 968145"/>
              <a:gd name="connsiteX12" fmla="*/ 5638 w 750114"/>
              <a:gd name="connsiteY12" fmla="*/ 915367 h 968145"/>
              <a:gd name="connsiteX13" fmla="*/ 3838 w 750114"/>
              <a:gd name="connsiteY13" fmla="*/ 57107 h 968145"/>
              <a:gd name="connsiteX14" fmla="*/ 2559 w 750114"/>
              <a:gd name="connsiteY14" fmla="*/ 52247 h 968145"/>
              <a:gd name="connsiteX15" fmla="*/ 0 w 750114"/>
              <a:gd name="connsiteY15" fmla="*/ 44956 h 968145"/>
              <a:gd name="connsiteX16" fmla="*/ 74223 w 750114"/>
              <a:gd name="connsiteY16" fmla="*/ 0 h 968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50114" h="968145">
                <a:moveTo>
                  <a:pt x="74223" y="0"/>
                </a:moveTo>
                <a:cubicBezTo>
                  <a:pt x="140768" y="26731"/>
                  <a:pt x="194516" y="44956"/>
                  <a:pt x="249543" y="46172"/>
                </a:cubicBezTo>
                <a:lnTo>
                  <a:pt x="250823" y="46172"/>
                </a:lnTo>
                <a:lnTo>
                  <a:pt x="250823" y="47386"/>
                </a:lnTo>
                <a:lnTo>
                  <a:pt x="272578" y="47386"/>
                </a:lnTo>
                <a:lnTo>
                  <a:pt x="295612" y="47386"/>
                </a:lnTo>
                <a:cubicBezTo>
                  <a:pt x="350641" y="46172"/>
                  <a:pt x="403108" y="27946"/>
                  <a:pt x="467094" y="1215"/>
                </a:cubicBezTo>
                <a:cubicBezTo>
                  <a:pt x="542597" y="57107"/>
                  <a:pt x="633456" y="89914"/>
                  <a:pt x="729435" y="98418"/>
                </a:cubicBezTo>
                <a:cubicBezTo>
                  <a:pt x="738393" y="426481"/>
                  <a:pt x="746071" y="686502"/>
                  <a:pt x="748630" y="816511"/>
                </a:cubicBezTo>
                <a:cubicBezTo>
                  <a:pt x="749271" y="818941"/>
                  <a:pt x="749591" y="865113"/>
                  <a:pt x="749911" y="927840"/>
                </a:cubicBezTo>
                <a:lnTo>
                  <a:pt x="750114" y="968145"/>
                </a:lnTo>
                <a:lnTo>
                  <a:pt x="5786" y="968145"/>
                </a:lnTo>
                <a:lnTo>
                  <a:pt x="5638" y="915367"/>
                </a:lnTo>
                <a:cubicBezTo>
                  <a:pt x="5038" y="668579"/>
                  <a:pt x="4798" y="372411"/>
                  <a:pt x="3838" y="57107"/>
                </a:cubicBezTo>
                <a:cubicBezTo>
                  <a:pt x="3838" y="55892"/>
                  <a:pt x="2559" y="53462"/>
                  <a:pt x="2559" y="52247"/>
                </a:cubicBezTo>
                <a:cubicBezTo>
                  <a:pt x="2559" y="49817"/>
                  <a:pt x="1279" y="47386"/>
                  <a:pt x="0" y="44956"/>
                </a:cubicBezTo>
                <a:cubicBezTo>
                  <a:pt x="26873" y="31591"/>
                  <a:pt x="51188" y="17011"/>
                  <a:pt x="74223" y="0"/>
                </a:cubicBezTo>
                <a:close/>
              </a:path>
            </a:pathLst>
          </a:custGeom>
          <a:solidFill>
            <a:srgbClr val="7A5330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72" name="Freeform: Shape 132"/>
          <p:cNvSpPr/>
          <p:nvPr/>
        </p:nvSpPr>
        <p:spPr>
          <a:xfrm>
            <a:off x="286419" y="4712520"/>
            <a:ext cx="1158141" cy="1022488"/>
          </a:xfrm>
          <a:custGeom>
            <a:avLst/>
            <a:gdLst>
              <a:gd name="connsiteX0" fmla="*/ 934339 w 997143"/>
              <a:gd name="connsiteY0" fmla="*/ 353681 h 880348"/>
              <a:gd name="connsiteX1" fmla="*/ 997143 w 997143"/>
              <a:gd name="connsiteY1" fmla="*/ 433012 h 880348"/>
              <a:gd name="connsiteX2" fmla="*/ 934339 w 997143"/>
              <a:gd name="connsiteY2" fmla="*/ 512342 h 880348"/>
              <a:gd name="connsiteX3" fmla="*/ 882555 w 997143"/>
              <a:gd name="connsiteY3" fmla="*/ 477084 h 880348"/>
              <a:gd name="connsiteX4" fmla="*/ 839583 w 997143"/>
              <a:gd name="connsiteY4" fmla="*/ 477084 h 880348"/>
              <a:gd name="connsiteX5" fmla="*/ 839583 w 997143"/>
              <a:gd name="connsiteY5" fmla="*/ 388939 h 880348"/>
              <a:gd name="connsiteX6" fmla="*/ 882555 w 997143"/>
              <a:gd name="connsiteY6" fmla="*/ 388939 h 880348"/>
              <a:gd name="connsiteX7" fmla="*/ 934339 w 997143"/>
              <a:gd name="connsiteY7" fmla="*/ 353681 h 880348"/>
              <a:gd name="connsiteX8" fmla="*/ 22036 w 997143"/>
              <a:gd name="connsiteY8" fmla="*/ 0 h 880348"/>
              <a:gd name="connsiteX9" fmla="*/ 839582 w 997143"/>
              <a:gd name="connsiteY9" fmla="*/ 0 h 880348"/>
              <a:gd name="connsiteX10" fmla="*/ 839582 w 997143"/>
              <a:gd name="connsiteY10" fmla="*/ 875942 h 880348"/>
              <a:gd name="connsiteX11" fmla="*/ 780084 w 997143"/>
              <a:gd name="connsiteY11" fmla="*/ 880348 h 880348"/>
              <a:gd name="connsiteX12" fmla="*/ 417588 w 997143"/>
              <a:gd name="connsiteY12" fmla="*/ 642357 h 880348"/>
              <a:gd name="connsiteX13" fmla="*/ 0 w 997143"/>
              <a:gd name="connsiteY13" fmla="*/ 146540 h 880348"/>
              <a:gd name="connsiteX14" fmla="*/ 22036 w 997143"/>
              <a:gd name="connsiteY14" fmla="*/ 0 h 880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97143" h="880348">
                <a:moveTo>
                  <a:pt x="934339" y="353681"/>
                </a:moveTo>
                <a:cubicBezTo>
                  <a:pt x="968496" y="353681"/>
                  <a:pt x="997143" y="388939"/>
                  <a:pt x="997143" y="433012"/>
                </a:cubicBezTo>
                <a:cubicBezTo>
                  <a:pt x="997143" y="477084"/>
                  <a:pt x="969597" y="512342"/>
                  <a:pt x="934339" y="512342"/>
                </a:cubicBezTo>
                <a:cubicBezTo>
                  <a:pt x="912303" y="512342"/>
                  <a:pt x="893573" y="498019"/>
                  <a:pt x="882555" y="477084"/>
                </a:cubicBezTo>
                <a:lnTo>
                  <a:pt x="839583" y="477084"/>
                </a:lnTo>
                <a:lnTo>
                  <a:pt x="839583" y="388939"/>
                </a:lnTo>
                <a:lnTo>
                  <a:pt x="882555" y="388939"/>
                </a:lnTo>
                <a:cubicBezTo>
                  <a:pt x="893573" y="368005"/>
                  <a:pt x="913405" y="353681"/>
                  <a:pt x="934339" y="353681"/>
                </a:cubicBezTo>
                <a:close/>
                <a:moveTo>
                  <a:pt x="22036" y="0"/>
                </a:moveTo>
                <a:lnTo>
                  <a:pt x="839582" y="0"/>
                </a:lnTo>
                <a:lnTo>
                  <a:pt x="839582" y="875942"/>
                </a:lnTo>
                <a:cubicBezTo>
                  <a:pt x="819749" y="879247"/>
                  <a:pt x="799917" y="880348"/>
                  <a:pt x="780084" y="880348"/>
                </a:cubicBezTo>
                <a:cubicBezTo>
                  <a:pt x="615914" y="880348"/>
                  <a:pt x="475983" y="782287"/>
                  <a:pt x="417588" y="642357"/>
                </a:cubicBezTo>
                <a:cubicBezTo>
                  <a:pt x="179596" y="597183"/>
                  <a:pt x="0" y="392246"/>
                  <a:pt x="0" y="146540"/>
                </a:cubicBezTo>
                <a:cubicBezTo>
                  <a:pt x="0" y="95857"/>
                  <a:pt x="7713" y="46276"/>
                  <a:pt x="22036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73" name="Freeform: Shape 41"/>
          <p:cNvSpPr/>
          <p:nvPr/>
        </p:nvSpPr>
        <p:spPr>
          <a:xfrm>
            <a:off x="1648086" y="2531182"/>
            <a:ext cx="332616" cy="469796"/>
          </a:xfrm>
          <a:custGeom>
            <a:avLst/>
            <a:gdLst>
              <a:gd name="connsiteX0" fmla="*/ 337185 w 674370"/>
              <a:gd name="connsiteY0" fmla="*/ 0 h 952500"/>
              <a:gd name="connsiteX1" fmla="*/ 0 w 674370"/>
              <a:gd name="connsiteY1" fmla="*/ 615315 h 952500"/>
              <a:gd name="connsiteX2" fmla="*/ 337185 w 674370"/>
              <a:gd name="connsiteY2" fmla="*/ 952500 h 952500"/>
              <a:gd name="connsiteX3" fmla="*/ 674370 w 674370"/>
              <a:gd name="connsiteY3" fmla="*/ 615315 h 952500"/>
              <a:gd name="connsiteX4" fmla="*/ 337185 w 674370"/>
              <a:gd name="connsiteY4" fmla="*/ 0 h 952500"/>
              <a:gd name="connsiteX5" fmla="*/ 332423 w 674370"/>
              <a:gd name="connsiteY5" fmla="*/ 876300 h 952500"/>
              <a:gd name="connsiteX6" fmla="*/ 76200 w 674370"/>
              <a:gd name="connsiteY6" fmla="*/ 654368 h 952500"/>
              <a:gd name="connsiteX7" fmla="*/ 121920 w 674370"/>
              <a:gd name="connsiteY7" fmla="*/ 641985 h 952500"/>
              <a:gd name="connsiteX8" fmla="*/ 341948 w 674370"/>
              <a:gd name="connsiteY8" fmla="*/ 830580 h 952500"/>
              <a:gd name="connsiteX9" fmla="*/ 332423 w 674370"/>
              <a:gd name="connsiteY9" fmla="*/ 876300 h 95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74370" h="952500">
                <a:moveTo>
                  <a:pt x="337185" y="0"/>
                </a:moveTo>
                <a:cubicBezTo>
                  <a:pt x="337185" y="0"/>
                  <a:pt x="0" y="429578"/>
                  <a:pt x="0" y="615315"/>
                </a:cubicBezTo>
                <a:cubicBezTo>
                  <a:pt x="0" y="801053"/>
                  <a:pt x="150495" y="952500"/>
                  <a:pt x="337185" y="952500"/>
                </a:cubicBezTo>
                <a:cubicBezTo>
                  <a:pt x="522923" y="952500"/>
                  <a:pt x="674370" y="802005"/>
                  <a:pt x="674370" y="615315"/>
                </a:cubicBezTo>
                <a:cubicBezTo>
                  <a:pt x="674370" y="429578"/>
                  <a:pt x="337185" y="0"/>
                  <a:pt x="337185" y="0"/>
                </a:cubicBezTo>
                <a:close/>
                <a:moveTo>
                  <a:pt x="332423" y="876300"/>
                </a:moveTo>
                <a:cubicBezTo>
                  <a:pt x="128588" y="834390"/>
                  <a:pt x="78105" y="661988"/>
                  <a:pt x="76200" y="654368"/>
                </a:cubicBezTo>
                <a:lnTo>
                  <a:pt x="121920" y="641985"/>
                </a:lnTo>
                <a:cubicBezTo>
                  <a:pt x="123825" y="648653"/>
                  <a:pt x="167640" y="794385"/>
                  <a:pt x="341948" y="830580"/>
                </a:cubicBezTo>
                <a:lnTo>
                  <a:pt x="332423" y="876300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74" name="Freeform: Shape 46"/>
          <p:cNvSpPr/>
          <p:nvPr/>
        </p:nvSpPr>
        <p:spPr>
          <a:xfrm>
            <a:off x="1634780" y="1584914"/>
            <a:ext cx="469857" cy="254645"/>
          </a:xfrm>
          <a:custGeom>
            <a:avLst/>
            <a:gdLst>
              <a:gd name="connsiteX0" fmla="*/ 714375 w 952622"/>
              <a:gd name="connsiteY0" fmla="*/ 269590 h 516287"/>
              <a:gd name="connsiteX1" fmla="*/ 476250 w 952622"/>
              <a:gd name="connsiteY1" fmla="*/ 33 h 516287"/>
              <a:gd name="connsiteX2" fmla="*/ 307658 w 952622"/>
              <a:gd name="connsiteY2" fmla="*/ 209583 h 516287"/>
              <a:gd name="connsiteX3" fmla="*/ 139065 w 952622"/>
              <a:gd name="connsiteY3" fmla="*/ 359125 h 516287"/>
              <a:gd name="connsiteX4" fmla="*/ 0 w 952622"/>
              <a:gd name="connsiteY4" fmla="*/ 516288 h 516287"/>
              <a:gd name="connsiteX5" fmla="*/ 952500 w 952622"/>
              <a:gd name="connsiteY5" fmla="*/ 516288 h 516287"/>
              <a:gd name="connsiteX6" fmla="*/ 714375 w 952622"/>
              <a:gd name="connsiteY6" fmla="*/ 269590 h 516287"/>
              <a:gd name="connsiteX7" fmla="*/ 590550 w 952622"/>
              <a:gd name="connsiteY7" fmla="*/ 229585 h 516287"/>
              <a:gd name="connsiteX8" fmla="*/ 504825 w 952622"/>
              <a:gd name="connsiteY8" fmla="*/ 112428 h 516287"/>
              <a:gd name="connsiteX9" fmla="*/ 525780 w 952622"/>
              <a:gd name="connsiteY9" fmla="*/ 69565 h 516287"/>
              <a:gd name="connsiteX10" fmla="*/ 638175 w 952622"/>
              <a:gd name="connsiteY10" fmla="*/ 221013 h 516287"/>
              <a:gd name="connsiteX11" fmla="*/ 590550 w 952622"/>
              <a:gd name="connsiteY11" fmla="*/ 229585 h 516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52622" h="516287">
                <a:moveTo>
                  <a:pt x="714375" y="269590"/>
                </a:moveTo>
                <a:cubicBezTo>
                  <a:pt x="714375" y="269590"/>
                  <a:pt x="720090" y="33"/>
                  <a:pt x="476250" y="33"/>
                </a:cubicBezTo>
                <a:cubicBezTo>
                  <a:pt x="476250" y="33"/>
                  <a:pt x="307658" y="-7587"/>
                  <a:pt x="307658" y="209583"/>
                </a:cubicBezTo>
                <a:cubicBezTo>
                  <a:pt x="307658" y="209583"/>
                  <a:pt x="139065" y="179103"/>
                  <a:pt x="139065" y="359125"/>
                </a:cubicBezTo>
                <a:cubicBezTo>
                  <a:pt x="139065" y="359125"/>
                  <a:pt x="0" y="308643"/>
                  <a:pt x="0" y="516288"/>
                </a:cubicBezTo>
                <a:lnTo>
                  <a:pt x="952500" y="516288"/>
                </a:lnTo>
                <a:cubicBezTo>
                  <a:pt x="952500" y="516288"/>
                  <a:pt x="965835" y="269590"/>
                  <a:pt x="714375" y="269590"/>
                </a:cubicBezTo>
                <a:close/>
                <a:moveTo>
                  <a:pt x="590550" y="229585"/>
                </a:moveTo>
                <a:cubicBezTo>
                  <a:pt x="579120" y="174340"/>
                  <a:pt x="550545" y="134335"/>
                  <a:pt x="504825" y="112428"/>
                </a:cubicBezTo>
                <a:lnTo>
                  <a:pt x="525780" y="69565"/>
                </a:lnTo>
                <a:cubicBezTo>
                  <a:pt x="566738" y="89568"/>
                  <a:pt x="620078" y="132430"/>
                  <a:pt x="638175" y="221013"/>
                </a:cubicBezTo>
                <a:lnTo>
                  <a:pt x="590550" y="22958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1475" name="Graphic 1"/>
          <p:cNvGrpSpPr/>
          <p:nvPr/>
        </p:nvGrpSpPr>
        <p:grpSpPr>
          <a:xfrm>
            <a:off x="1742482" y="5072742"/>
            <a:ext cx="275301" cy="519597"/>
            <a:chOff x="1558289" y="3338512"/>
            <a:chExt cx="558164" cy="1053465"/>
          </a:xfrm>
          <a:solidFill>
            <a:schemeClr val="bg1"/>
          </a:solidFill>
        </p:grpSpPr>
        <p:sp>
          <p:nvSpPr>
            <p:cNvPr id="1476" name="Freeform: Shape 48"/>
            <p:cNvSpPr/>
            <p:nvPr/>
          </p:nvSpPr>
          <p:spPr>
            <a:xfrm>
              <a:off x="1558289" y="3338512"/>
              <a:ext cx="558164" cy="781050"/>
            </a:xfrm>
            <a:custGeom>
              <a:avLst/>
              <a:gdLst>
                <a:gd name="connsiteX0" fmla="*/ 558165 w 558164"/>
                <a:gd name="connsiteY0" fmla="*/ 503872 h 781050"/>
                <a:gd name="connsiteX1" fmla="*/ 304800 w 558164"/>
                <a:gd name="connsiteY1" fmla="*/ 781050 h 781050"/>
                <a:gd name="connsiteX2" fmla="*/ 304800 w 558164"/>
                <a:gd name="connsiteY2" fmla="*/ 702945 h 781050"/>
                <a:gd name="connsiteX3" fmla="*/ 426720 w 558164"/>
                <a:gd name="connsiteY3" fmla="*/ 549593 h 781050"/>
                <a:gd name="connsiteX4" fmla="*/ 386715 w 558164"/>
                <a:gd name="connsiteY4" fmla="*/ 518160 h 781050"/>
                <a:gd name="connsiteX5" fmla="*/ 303848 w 558164"/>
                <a:gd name="connsiteY5" fmla="*/ 621982 h 781050"/>
                <a:gd name="connsiteX6" fmla="*/ 303848 w 558164"/>
                <a:gd name="connsiteY6" fmla="*/ 347663 h 781050"/>
                <a:gd name="connsiteX7" fmla="*/ 253365 w 558164"/>
                <a:gd name="connsiteY7" fmla="*/ 347663 h 781050"/>
                <a:gd name="connsiteX8" fmla="*/ 253365 w 558164"/>
                <a:gd name="connsiteY8" fmla="*/ 461010 h 781050"/>
                <a:gd name="connsiteX9" fmla="*/ 213360 w 558164"/>
                <a:gd name="connsiteY9" fmla="*/ 406718 h 781050"/>
                <a:gd name="connsiteX10" fmla="*/ 172403 w 558164"/>
                <a:gd name="connsiteY10" fmla="*/ 436245 h 781050"/>
                <a:gd name="connsiteX11" fmla="*/ 253365 w 558164"/>
                <a:gd name="connsiteY11" fmla="*/ 546735 h 781050"/>
                <a:gd name="connsiteX12" fmla="*/ 253365 w 558164"/>
                <a:gd name="connsiteY12" fmla="*/ 781050 h 781050"/>
                <a:gd name="connsiteX13" fmla="*/ 0 w 558164"/>
                <a:gd name="connsiteY13" fmla="*/ 503872 h 781050"/>
                <a:gd name="connsiteX14" fmla="*/ 258128 w 558164"/>
                <a:gd name="connsiteY14" fmla="*/ 25717 h 781050"/>
                <a:gd name="connsiteX15" fmla="*/ 278130 w 558164"/>
                <a:gd name="connsiteY15" fmla="*/ 0 h 781050"/>
                <a:gd name="connsiteX16" fmla="*/ 298133 w 558164"/>
                <a:gd name="connsiteY16" fmla="*/ 25717 h 781050"/>
                <a:gd name="connsiteX17" fmla="*/ 558165 w 558164"/>
                <a:gd name="connsiteY17" fmla="*/ 503872 h 7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8164" h="781050">
                  <a:moveTo>
                    <a:pt x="558165" y="503872"/>
                  </a:moveTo>
                  <a:cubicBezTo>
                    <a:pt x="558165" y="648653"/>
                    <a:pt x="446723" y="768668"/>
                    <a:pt x="304800" y="781050"/>
                  </a:cubicBezTo>
                  <a:lnTo>
                    <a:pt x="304800" y="702945"/>
                  </a:lnTo>
                  <a:lnTo>
                    <a:pt x="426720" y="549593"/>
                  </a:lnTo>
                  <a:lnTo>
                    <a:pt x="386715" y="518160"/>
                  </a:lnTo>
                  <a:lnTo>
                    <a:pt x="303848" y="621982"/>
                  </a:lnTo>
                  <a:lnTo>
                    <a:pt x="303848" y="347663"/>
                  </a:lnTo>
                  <a:lnTo>
                    <a:pt x="253365" y="347663"/>
                  </a:lnTo>
                  <a:lnTo>
                    <a:pt x="253365" y="461010"/>
                  </a:lnTo>
                  <a:lnTo>
                    <a:pt x="213360" y="406718"/>
                  </a:lnTo>
                  <a:lnTo>
                    <a:pt x="172403" y="436245"/>
                  </a:lnTo>
                  <a:lnTo>
                    <a:pt x="253365" y="546735"/>
                  </a:lnTo>
                  <a:lnTo>
                    <a:pt x="253365" y="781050"/>
                  </a:lnTo>
                  <a:cubicBezTo>
                    <a:pt x="111442" y="768668"/>
                    <a:pt x="0" y="648653"/>
                    <a:pt x="0" y="503872"/>
                  </a:cubicBezTo>
                  <a:cubicBezTo>
                    <a:pt x="0" y="357188"/>
                    <a:pt x="247650" y="39053"/>
                    <a:pt x="258128" y="25717"/>
                  </a:cubicBezTo>
                  <a:lnTo>
                    <a:pt x="278130" y="0"/>
                  </a:lnTo>
                  <a:lnTo>
                    <a:pt x="298133" y="25717"/>
                  </a:lnTo>
                  <a:cubicBezTo>
                    <a:pt x="309562" y="40005"/>
                    <a:pt x="558165" y="357188"/>
                    <a:pt x="558165" y="50387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77" name="Freeform: Shape 49"/>
            <p:cNvSpPr/>
            <p:nvPr/>
          </p:nvSpPr>
          <p:spPr>
            <a:xfrm>
              <a:off x="1812606" y="4119562"/>
              <a:ext cx="50482" cy="272415"/>
            </a:xfrm>
            <a:custGeom>
              <a:avLst/>
              <a:gdLst>
                <a:gd name="connsiteX0" fmla="*/ 50482 w 50482"/>
                <a:gd name="connsiteY0" fmla="*/ 0 h 272415"/>
                <a:gd name="connsiteX1" fmla="*/ 50482 w 50482"/>
                <a:gd name="connsiteY1" fmla="*/ 272415 h 272415"/>
                <a:gd name="connsiteX2" fmla="*/ 0 w 50482"/>
                <a:gd name="connsiteY2" fmla="*/ 272415 h 272415"/>
                <a:gd name="connsiteX3" fmla="*/ 0 w 50482"/>
                <a:gd name="connsiteY3" fmla="*/ 0 h 272415"/>
                <a:gd name="connsiteX4" fmla="*/ 25718 w 50482"/>
                <a:gd name="connsiteY4" fmla="*/ 953 h 272415"/>
                <a:gd name="connsiteX5" fmla="*/ 50482 w 50482"/>
                <a:gd name="connsiteY5" fmla="*/ 0 h 272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482" h="272415">
                  <a:moveTo>
                    <a:pt x="50482" y="0"/>
                  </a:moveTo>
                  <a:lnTo>
                    <a:pt x="50482" y="272415"/>
                  </a:lnTo>
                  <a:lnTo>
                    <a:pt x="0" y="272415"/>
                  </a:lnTo>
                  <a:lnTo>
                    <a:pt x="0" y="0"/>
                  </a:lnTo>
                  <a:cubicBezTo>
                    <a:pt x="8573" y="953"/>
                    <a:pt x="17145" y="953"/>
                    <a:pt x="25718" y="953"/>
                  </a:cubicBezTo>
                  <a:cubicBezTo>
                    <a:pt x="33338" y="1905"/>
                    <a:pt x="41910" y="953"/>
                    <a:pt x="5048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478" name="Graphic 1"/>
          <p:cNvGrpSpPr/>
          <p:nvPr/>
        </p:nvGrpSpPr>
        <p:grpSpPr>
          <a:xfrm>
            <a:off x="2671342" y="2642131"/>
            <a:ext cx="410427" cy="247897"/>
            <a:chOff x="1347787" y="2615565"/>
            <a:chExt cx="952500" cy="575309"/>
          </a:xfrm>
          <a:solidFill>
            <a:schemeClr val="bg1"/>
          </a:solidFill>
        </p:grpSpPr>
        <p:sp>
          <p:nvSpPr>
            <p:cNvPr id="1479" name="Freeform: Shape 52"/>
            <p:cNvSpPr/>
            <p:nvPr/>
          </p:nvSpPr>
          <p:spPr>
            <a:xfrm>
              <a:off x="2062162" y="2812732"/>
              <a:ext cx="238125" cy="378142"/>
            </a:xfrm>
            <a:custGeom>
              <a:avLst/>
              <a:gdLst>
                <a:gd name="connsiteX0" fmla="*/ 43815 w 238125"/>
                <a:gd name="connsiteY0" fmla="*/ 0 h 378142"/>
                <a:gd name="connsiteX1" fmla="*/ 0 w 238125"/>
                <a:gd name="connsiteY1" fmla="*/ 0 h 378142"/>
                <a:gd name="connsiteX2" fmla="*/ 0 w 238125"/>
                <a:gd name="connsiteY2" fmla="*/ 378142 h 378142"/>
                <a:gd name="connsiteX3" fmla="*/ 238125 w 238125"/>
                <a:gd name="connsiteY3" fmla="*/ 378142 h 378142"/>
                <a:gd name="connsiteX4" fmla="*/ 238125 w 238125"/>
                <a:gd name="connsiteY4" fmla="*/ 195263 h 378142"/>
                <a:gd name="connsiteX5" fmla="*/ 43815 w 238125"/>
                <a:gd name="connsiteY5" fmla="*/ 0 h 37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8125" h="378142">
                  <a:moveTo>
                    <a:pt x="43815" y="0"/>
                  </a:moveTo>
                  <a:lnTo>
                    <a:pt x="0" y="0"/>
                  </a:lnTo>
                  <a:lnTo>
                    <a:pt x="0" y="378142"/>
                  </a:lnTo>
                  <a:lnTo>
                    <a:pt x="238125" y="378142"/>
                  </a:lnTo>
                  <a:lnTo>
                    <a:pt x="238125" y="195263"/>
                  </a:lnTo>
                  <a:cubicBezTo>
                    <a:pt x="238125" y="87630"/>
                    <a:pt x="150495" y="0"/>
                    <a:pt x="4381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80" name="Freeform: Shape 53"/>
            <p:cNvSpPr/>
            <p:nvPr/>
          </p:nvSpPr>
          <p:spPr>
            <a:xfrm>
              <a:off x="1347787" y="2714625"/>
              <a:ext cx="139065" cy="476250"/>
            </a:xfrm>
            <a:custGeom>
              <a:avLst/>
              <a:gdLst>
                <a:gd name="connsiteX0" fmla="*/ 0 w 139065"/>
                <a:gd name="connsiteY0" fmla="*/ 0 h 476250"/>
                <a:gd name="connsiteX1" fmla="*/ 139065 w 139065"/>
                <a:gd name="connsiteY1" fmla="*/ 0 h 476250"/>
                <a:gd name="connsiteX2" fmla="*/ 139065 w 139065"/>
                <a:gd name="connsiteY2" fmla="*/ 476250 h 476250"/>
                <a:gd name="connsiteX3" fmla="*/ 0 w 139065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065" h="476250">
                  <a:moveTo>
                    <a:pt x="0" y="0"/>
                  </a:moveTo>
                  <a:lnTo>
                    <a:pt x="139065" y="0"/>
                  </a:lnTo>
                  <a:lnTo>
                    <a:pt x="139065" y="476250"/>
                  </a:lnTo>
                  <a:lnTo>
                    <a:pt x="0" y="4762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81" name="Freeform: Shape 54"/>
            <p:cNvSpPr/>
            <p:nvPr/>
          </p:nvSpPr>
          <p:spPr>
            <a:xfrm>
              <a:off x="1522094" y="2615565"/>
              <a:ext cx="540067" cy="435292"/>
            </a:xfrm>
            <a:custGeom>
              <a:avLst/>
              <a:gdLst>
                <a:gd name="connsiteX0" fmla="*/ 344805 w 540067"/>
                <a:gd name="connsiteY0" fmla="*/ 99060 h 435292"/>
                <a:gd name="connsiteX1" fmla="*/ 540068 w 540067"/>
                <a:gd name="connsiteY1" fmla="*/ 99060 h 435292"/>
                <a:gd name="connsiteX2" fmla="*/ 540068 w 540067"/>
                <a:gd name="connsiteY2" fmla="*/ 0 h 435292"/>
                <a:gd name="connsiteX3" fmla="*/ 344805 w 540067"/>
                <a:gd name="connsiteY3" fmla="*/ 0 h 435292"/>
                <a:gd name="connsiteX4" fmla="*/ 259080 w 540067"/>
                <a:gd name="connsiteY4" fmla="*/ 0 h 435292"/>
                <a:gd name="connsiteX5" fmla="*/ 63818 w 540067"/>
                <a:gd name="connsiteY5" fmla="*/ 0 h 435292"/>
                <a:gd name="connsiteX6" fmla="*/ 63818 w 540067"/>
                <a:gd name="connsiteY6" fmla="*/ 99060 h 435292"/>
                <a:gd name="connsiteX7" fmla="*/ 259080 w 540067"/>
                <a:gd name="connsiteY7" fmla="*/ 99060 h 435292"/>
                <a:gd name="connsiteX8" fmla="*/ 259080 w 540067"/>
                <a:gd name="connsiteY8" fmla="*/ 197167 h 435292"/>
                <a:gd name="connsiteX9" fmla="*/ 0 w 540067"/>
                <a:gd name="connsiteY9" fmla="*/ 197167 h 435292"/>
                <a:gd name="connsiteX10" fmla="*/ 0 w 540067"/>
                <a:gd name="connsiteY10" fmla="*/ 435292 h 435292"/>
                <a:gd name="connsiteX11" fmla="*/ 505778 w 540067"/>
                <a:gd name="connsiteY11" fmla="*/ 435292 h 435292"/>
                <a:gd name="connsiteX12" fmla="*/ 505778 w 540067"/>
                <a:gd name="connsiteY12" fmla="*/ 197167 h 435292"/>
                <a:gd name="connsiteX13" fmla="*/ 344805 w 540067"/>
                <a:gd name="connsiteY13" fmla="*/ 197167 h 43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40067" h="435292">
                  <a:moveTo>
                    <a:pt x="344805" y="99060"/>
                  </a:moveTo>
                  <a:lnTo>
                    <a:pt x="540068" y="99060"/>
                  </a:lnTo>
                  <a:lnTo>
                    <a:pt x="540068" y="0"/>
                  </a:lnTo>
                  <a:lnTo>
                    <a:pt x="344805" y="0"/>
                  </a:lnTo>
                  <a:lnTo>
                    <a:pt x="259080" y="0"/>
                  </a:lnTo>
                  <a:lnTo>
                    <a:pt x="63818" y="0"/>
                  </a:lnTo>
                  <a:lnTo>
                    <a:pt x="63818" y="99060"/>
                  </a:lnTo>
                  <a:lnTo>
                    <a:pt x="259080" y="99060"/>
                  </a:lnTo>
                  <a:lnTo>
                    <a:pt x="259080" y="197167"/>
                  </a:lnTo>
                  <a:lnTo>
                    <a:pt x="0" y="197167"/>
                  </a:lnTo>
                  <a:lnTo>
                    <a:pt x="0" y="435292"/>
                  </a:lnTo>
                  <a:lnTo>
                    <a:pt x="505778" y="435292"/>
                  </a:lnTo>
                  <a:lnTo>
                    <a:pt x="505778" y="197167"/>
                  </a:lnTo>
                  <a:lnTo>
                    <a:pt x="344805" y="19716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482" name="Graphic 1"/>
          <p:cNvGrpSpPr/>
          <p:nvPr/>
        </p:nvGrpSpPr>
        <p:grpSpPr>
          <a:xfrm>
            <a:off x="2611918" y="5170602"/>
            <a:ext cx="395242" cy="322598"/>
            <a:chOff x="1403984" y="4770119"/>
            <a:chExt cx="917257" cy="748665"/>
          </a:xfrm>
          <a:solidFill>
            <a:schemeClr val="bg1"/>
          </a:solidFill>
        </p:grpSpPr>
        <p:sp>
          <p:nvSpPr>
            <p:cNvPr id="1483" name="Freeform: Shape 59"/>
            <p:cNvSpPr/>
            <p:nvPr/>
          </p:nvSpPr>
          <p:spPr>
            <a:xfrm>
              <a:off x="1957387" y="4770119"/>
              <a:ext cx="363854" cy="734377"/>
            </a:xfrm>
            <a:custGeom>
              <a:avLst/>
              <a:gdLst>
                <a:gd name="connsiteX0" fmla="*/ 103823 w 363854"/>
                <a:gd name="connsiteY0" fmla="*/ 374333 h 734377"/>
                <a:gd name="connsiteX1" fmla="*/ 0 w 363854"/>
                <a:gd name="connsiteY1" fmla="*/ 734378 h 734377"/>
                <a:gd name="connsiteX2" fmla="*/ 363855 w 363854"/>
                <a:gd name="connsiteY2" fmla="*/ 643890 h 734377"/>
                <a:gd name="connsiteX3" fmla="*/ 286703 w 363854"/>
                <a:gd name="connsiteY3" fmla="*/ 563880 h 734377"/>
                <a:gd name="connsiteX4" fmla="*/ 321945 w 363854"/>
                <a:gd name="connsiteY4" fmla="*/ 392430 h 734377"/>
                <a:gd name="connsiteX5" fmla="*/ 75248 w 363854"/>
                <a:gd name="connsiteY5" fmla="*/ 0 h 734377"/>
                <a:gd name="connsiteX6" fmla="*/ 9525 w 363854"/>
                <a:gd name="connsiteY6" fmla="*/ 135255 h 734377"/>
                <a:gd name="connsiteX7" fmla="*/ 171450 w 363854"/>
                <a:gd name="connsiteY7" fmla="*/ 392430 h 734377"/>
                <a:gd name="connsiteX8" fmla="*/ 167640 w 363854"/>
                <a:gd name="connsiteY8" fmla="*/ 440055 h 734377"/>
                <a:gd name="connsiteX9" fmla="*/ 103823 w 363854"/>
                <a:gd name="connsiteY9" fmla="*/ 374333 h 73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3854" h="734377">
                  <a:moveTo>
                    <a:pt x="103823" y="374333"/>
                  </a:moveTo>
                  <a:lnTo>
                    <a:pt x="0" y="734378"/>
                  </a:lnTo>
                  <a:lnTo>
                    <a:pt x="363855" y="643890"/>
                  </a:lnTo>
                  <a:lnTo>
                    <a:pt x="286703" y="563880"/>
                  </a:lnTo>
                  <a:cubicBezTo>
                    <a:pt x="309563" y="509588"/>
                    <a:pt x="321945" y="451485"/>
                    <a:pt x="321945" y="392430"/>
                  </a:cubicBezTo>
                  <a:cubicBezTo>
                    <a:pt x="321945" y="225743"/>
                    <a:pt x="224790" y="72390"/>
                    <a:pt x="75248" y="0"/>
                  </a:cubicBezTo>
                  <a:lnTo>
                    <a:pt x="9525" y="135255"/>
                  </a:lnTo>
                  <a:cubicBezTo>
                    <a:pt x="107633" y="182880"/>
                    <a:pt x="171450" y="283845"/>
                    <a:pt x="171450" y="392430"/>
                  </a:cubicBezTo>
                  <a:cubicBezTo>
                    <a:pt x="171450" y="408623"/>
                    <a:pt x="170498" y="424815"/>
                    <a:pt x="167640" y="440055"/>
                  </a:cubicBezTo>
                  <a:lnTo>
                    <a:pt x="103823" y="37433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84" name="Freeform: Shape 60"/>
            <p:cNvSpPr/>
            <p:nvPr/>
          </p:nvSpPr>
          <p:spPr>
            <a:xfrm>
              <a:off x="1403984" y="4784407"/>
              <a:ext cx="363854" cy="734377"/>
            </a:xfrm>
            <a:custGeom>
              <a:avLst/>
              <a:gdLst>
                <a:gd name="connsiteX0" fmla="*/ 260985 w 363854"/>
                <a:gd name="connsiteY0" fmla="*/ 360045 h 734377"/>
                <a:gd name="connsiteX1" fmla="*/ 363855 w 363854"/>
                <a:gd name="connsiteY1" fmla="*/ 0 h 734377"/>
                <a:gd name="connsiteX2" fmla="*/ 0 w 363854"/>
                <a:gd name="connsiteY2" fmla="*/ 90488 h 734377"/>
                <a:gd name="connsiteX3" fmla="*/ 77153 w 363854"/>
                <a:gd name="connsiteY3" fmla="*/ 170498 h 734377"/>
                <a:gd name="connsiteX4" fmla="*/ 41910 w 363854"/>
                <a:gd name="connsiteY4" fmla="*/ 341948 h 734377"/>
                <a:gd name="connsiteX5" fmla="*/ 288608 w 363854"/>
                <a:gd name="connsiteY5" fmla="*/ 734378 h 734377"/>
                <a:gd name="connsiteX6" fmla="*/ 354330 w 363854"/>
                <a:gd name="connsiteY6" fmla="*/ 599123 h 734377"/>
                <a:gd name="connsiteX7" fmla="*/ 192405 w 363854"/>
                <a:gd name="connsiteY7" fmla="*/ 341948 h 734377"/>
                <a:gd name="connsiteX8" fmla="*/ 196215 w 363854"/>
                <a:gd name="connsiteY8" fmla="*/ 294323 h 734377"/>
                <a:gd name="connsiteX9" fmla="*/ 260985 w 363854"/>
                <a:gd name="connsiteY9" fmla="*/ 360045 h 73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3854" h="734377">
                  <a:moveTo>
                    <a:pt x="260985" y="360045"/>
                  </a:moveTo>
                  <a:lnTo>
                    <a:pt x="363855" y="0"/>
                  </a:lnTo>
                  <a:lnTo>
                    <a:pt x="0" y="90488"/>
                  </a:lnTo>
                  <a:lnTo>
                    <a:pt x="77153" y="170498"/>
                  </a:lnTo>
                  <a:cubicBezTo>
                    <a:pt x="54293" y="224790"/>
                    <a:pt x="41910" y="282893"/>
                    <a:pt x="41910" y="341948"/>
                  </a:cubicBezTo>
                  <a:cubicBezTo>
                    <a:pt x="41910" y="508635"/>
                    <a:pt x="139065" y="661988"/>
                    <a:pt x="288608" y="734378"/>
                  </a:cubicBezTo>
                  <a:lnTo>
                    <a:pt x="354330" y="599123"/>
                  </a:lnTo>
                  <a:cubicBezTo>
                    <a:pt x="256222" y="551498"/>
                    <a:pt x="192405" y="450533"/>
                    <a:pt x="192405" y="341948"/>
                  </a:cubicBezTo>
                  <a:cubicBezTo>
                    <a:pt x="192405" y="325755"/>
                    <a:pt x="193358" y="309563"/>
                    <a:pt x="196215" y="294323"/>
                  </a:cubicBezTo>
                  <a:lnTo>
                    <a:pt x="260985" y="36004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485" name="Graphic 1"/>
          <p:cNvGrpSpPr/>
          <p:nvPr/>
        </p:nvGrpSpPr>
        <p:grpSpPr>
          <a:xfrm>
            <a:off x="2849719" y="3831257"/>
            <a:ext cx="436309" cy="436746"/>
            <a:chOff x="3504247" y="1264920"/>
            <a:chExt cx="951547" cy="952500"/>
          </a:xfrm>
          <a:solidFill>
            <a:schemeClr val="bg1"/>
          </a:solidFill>
        </p:grpSpPr>
        <p:sp>
          <p:nvSpPr>
            <p:cNvPr id="1486" name="Freeform: Shape 62"/>
            <p:cNvSpPr/>
            <p:nvPr/>
          </p:nvSpPr>
          <p:spPr>
            <a:xfrm>
              <a:off x="3643311" y="1403985"/>
              <a:ext cx="674369" cy="674369"/>
            </a:xfrm>
            <a:custGeom>
              <a:avLst/>
              <a:gdLst>
                <a:gd name="connsiteX0" fmla="*/ 674370 w 674369"/>
                <a:gd name="connsiteY0" fmla="*/ 337185 h 674369"/>
                <a:gd name="connsiteX1" fmla="*/ 337185 w 674369"/>
                <a:gd name="connsiteY1" fmla="*/ 674370 h 674369"/>
                <a:gd name="connsiteX2" fmla="*/ 0 w 674369"/>
                <a:gd name="connsiteY2" fmla="*/ 337185 h 674369"/>
                <a:gd name="connsiteX3" fmla="*/ 337185 w 674369"/>
                <a:gd name="connsiteY3" fmla="*/ 0 h 674369"/>
                <a:gd name="connsiteX4" fmla="*/ 674370 w 674369"/>
                <a:gd name="connsiteY4" fmla="*/ 337185 h 674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4369" h="674369">
                  <a:moveTo>
                    <a:pt x="674370" y="337185"/>
                  </a:moveTo>
                  <a:cubicBezTo>
                    <a:pt x="674370" y="523407"/>
                    <a:pt x="523407" y="674370"/>
                    <a:pt x="337185" y="674370"/>
                  </a:cubicBezTo>
                  <a:cubicBezTo>
                    <a:pt x="150963" y="674370"/>
                    <a:pt x="0" y="523407"/>
                    <a:pt x="0" y="337185"/>
                  </a:cubicBezTo>
                  <a:cubicBezTo>
                    <a:pt x="0" y="150963"/>
                    <a:pt x="150963" y="0"/>
                    <a:pt x="337185" y="0"/>
                  </a:cubicBezTo>
                  <a:cubicBezTo>
                    <a:pt x="523407" y="0"/>
                    <a:pt x="674370" y="150963"/>
                    <a:pt x="674370" y="33718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87" name="Freeform: Shape 63"/>
            <p:cNvSpPr/>
            <p:nvPr/>
          </p:nvSpPr>
          <p:spPr>
            <a:xfrm>
              <a:off x="3956684" y="1264920"/>
              <a:ext cx="47625" cy="75247"/>
            </a:xfrm>
            <a:custGeom>
              <a:avLst/>
              <a:gdLst>
                <a:gd name="connsiteX0" fmla="*/ 0 w 47625"/>
                <a:gd name="connsiteY0" fmla="*/ 0 h 75247"/>
                <a:gd name="connsiteX1" fmla="*/ 47625 w 47625"/>
                <a:gd name="connsiteY1" fmla="*/ 0 h 75247"/>
                <a:gd name="connsiteX2" fmla="*/ 47625 w 47625"/>
                <a:gd name="connsiteY2" fmla="*/ 75248 h 75247"/>
                <a:gd name="connsiteX3" fmla="*/ 0 w 47625"/>
                <a:gd name="connsiteY3" fmla="*/ 75248 h 7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5" h="75247">
                  <a:moveTo>
                    <a:pt x="0" y="0"/>
                  </a:moveTo>
                  <a:lnTo>
                    <a:pt x="47625" y="0"/>
                  </a:lnTo>
                  <a:lnTo>
                    <a:pt x="47625" y="75248"/>
                  </a:lnTo>
                  <a:lnTo>
                    <a:pt x="0" y="7524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88" name="Freeform: Shape 64"/>
            <p:cNvSpPr/>
            <p:nvPr/>
          </p:nvSpPr>
          <p:spPr>
            <a:xfrm rot="-2700000">
              <a:off x="3646166" y="1393671"/>
              <a:ext cx="47624" cy="75246"/>
            </a:xfrm>
            <a:custGeom>
              <a:avLst/>
              <a:gdLst>
                <a:gd name="connsiteX0" fmla="*/ 0 w 47624"/>
                <a:gd name="connsiteY0" fmla="*/ 0 h 75246"/>
                <a:gd name="connsiteX1" fmla="*/ 47625 w 47624"/>
                <a:gd name="connsiteY1" fmla="*/ 0 h 75246"/>
                <a:gd name="connsiteX2" fmla="*/ 47625 w 47624"/>
                <a:gd name="connsiteY2" fmla="*/ 75247 h 75246"/>
                <a:gd name="connsiteX3" fmla="*/ 0 w 47624"/>
                <a:gd name="connsiteY3" fmla="*/ 75247 h 75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4" h="75246">
                  <a:moveTo>
                    <a:pt x="0" y="0"/>
                  </a:moveTo>
                  <a:lnTo>
                    <a:pt x="47625" y="0"/>
                  </a:lnTo>
                  <a:lnTo>
                    <a:pt x="47625" y="75247"/>
                  </a:lnTo>
                  <a:lnTo>
                    <a:pt x="0" y="7524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89" name="Freeform: Shape 65"/>
            <p:cNvSpPr/>
            <p:nvPr/>
          </p:nvSpPr>
          <p:spPr>
            <a:xfrm>
              <a:off x="3504247" y="1717357"/>
              <a:ext cx="75247" cy="47625"/>
            </a:xfrm>
            <a:custGeom>
              <a:avLst/>
              <a:gdLst>
                <a:gd name="connsiteX0" fmla="*/ 0 w 75247"/>
                <a:gd name="connsiteY0" fmla="*/ 0 h 47625"/>
                <a:gd name="connsiteX1" fmla="*/ 75247 w 75247"/>
                <a:gd name="connsiteY1" fmla="*/ 0 h 47625"/>
                <a:gd name="connsiteX2" fmla="*/ 75247 w 75247"/>
                <a:gd name="connsiteY2" fmla="*/ 47625 h 47625"/>
                <a:gd name="connsiteX3" fmla="*/ 0 w 75247"/>
                <a:gd name="connsiteY3" fmla="*/ 47625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247" h="47625">
                  <a:moveTo>
                    <a:pt x="0" y="0"/>
                  </a:moveTo>
                  <a:lnTo>
                    <a:pt x="75247" y="0"/>
                  </a:lnTo>
                  <a:lnTo>
                    <a:pt x="75247" y="47625"/>
                  </a:lnTo>
                  <a:lnTo>
                    <a:pt x="0" y="476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90" name="Freeform: Shape 66"/>
            <p:cNvSpPr/>
            <p:nvPr/>
          </p:nvSpPr>
          <p:spPr>
            <a:xfrm rot="-2700000">
              <a:off x="3632314" y="2028140"/>
              <a:ext cx="75246" cy="47624"/>
            </a:xfrm>
            <a:custGeom>
              <a:avLst/>
              <a:gdLst>
                <a:gd name="connsiteX0" fmla="*/ 0 w 75246"/>
                <a:gd name="connsiteY0" fmla="*/ 0 h 47624"/>
                <a:gd name="connsiteX1" fmla="*/ 75247 w 75246"/>
                <a:gd name="connsiteY1" fmla="*/ 0 h 47624"/>
                <a:gd name="connsiteX2" fmla="*/ 75247 w 75246"/>
                <a:gd name="connsiteY2" fmla="*/ 47625 h 47624"/>
                <a:gd name="connsiteX3" fmla="*/ 0 w 75246"/>
                <a:gd name="connsiteY3" fmla="*/ 47625 h 47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246" h="47624">
                  <a:moveTo>
                    <a:pt x="0" y="0"/>
                  </a:moveTo>
                  <a:lnTo>
                    <a:pt x="75247" y="0"/>
                  </a:lnTo>
                  <a:lnTo>
                    <a:pt x="75247" y="47625"/>
                  </a:lnTo>
                  <a:lnTo>
                    <a:pt x="0" y="476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91" name="Freeform: Shape 67"/>
            <p:cNvSpPr/>
            <p:nvPr/>
          </p:nvSpPr>
          <p:spPr>
            <a:xfrm>
              <a:off x="3956684" y="2142172"/>
              <a:ext cx="47625" cy="75247"/>
            </a:xfrm>
            <a:custGeom>
              <a:avLst/>
              <a:gdLst>
                <a:gd name="connsiteX0" fmla="*/ 0 w 47625"/>
                <a:gd name="connsiteY0" fmla="*/ 0 h 75247"/>
                <a:gd name="connsiteX1" fmla="*/ 47625 w 47625"/>
                <a:gd name="connsiteY1" fmla="*/ 0 h 75247"/>
                <a:gd name="connsiteX2" fmla="*/ 47625 w 47625"/>
                <a:gd name="connsiteY2" fmla="*/ 75248 h 75247"/>
                <a:gd name="connsiteX3" fmla="*/ 0 w 47625"/>
                <a:gd name="connsiteY3" fmla="*/ 75248 h 7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5" h="75247">
                  <a:moveTo>
                    <a:pt x="0" y="0"/>
                  </a:moveTo>
                  <a:lnTo>
                    <a:pt x="47625" y="0"/>
                  </a:lnTo>
                  <a:lnTo>
                    <a:pt x="47625" y="75248"/>
                  </a:lnTo>
                  <a:lnTo>
                    <a:pt x="0" y="7524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92" name="Freeform: Shape 68"/>
            <p:cNvSpPr/>
            <p:nvPr/>
          </p:nvSpPr>
          <p:spPr>
            <a:xfrm rot="-2699514">
              <a:off x="4266268" y="2013785"/>
              <a:ext cx="47624" cy="75246"/>
            </a:xfrm>
            <a:custGeom>
              <a:avLst/>
              <a:gdLst>
                <a:gd name="connsiteX0" fmla="*/ 0 w 47624"/>
                <a:gd name="connsiteY0" fmla="*/ 0 h 75246"/>
                <a:gd name="connsiteX1" fmla="*/ 47624 w 47624"/>
                <a:gd name="connsiteY1" fmla="*/ 0 h 75246"/>
                <a:gd name="connsiteX2" fmla="*/ 47624 w 47624"/>
                <a:gd name="connsiteY2" fmla="*/ 75247 h 75246"/>
                <a:gd name="connsiteX3" fmla="*/ 0 w 47624"/>
                <a:gd name="connsiteY3" fmla="*/ 75247 h 75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4" h="75246">
                  <a:moveTo>
                    <a:pt x="0" y="0"/>
                  </a:moveTo>
                  <a:lnTo>
                    <a:pt x="47624" y="0"/>
                  </a:lnTo>
                  <a:lnTo>
                    <a:pt x="47624" y="75247"/>
                  </a:lnTo>
                  <a:lnTo>
                    <a:pt x="0" y="7524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93" name="Freeform: Shape 69"/>
            <p:cNvSpPr/>
            <p:nvPr/>
          </p:nvSpPr>
          <p:spPr>
            <a:xfrm>
              <a:off x="4380547" y="1717357"/>
              <a:ext cx="75247" cy="47625"/>
            </a:xfrm>
            <a:custGeom>
              <a:avLst/>
              <a:gdLst>
                <a:gd name="connsiteX0" fmla="*/ 0 w 75247"/>
                <a:gd name="connsiteY0" fmla="*/ 0 h 47625"/>
                <a:gd name="connsiteX1" fmla="*/ 75247 w 75247"/>
                <a:gd name="connsiteY1" fmla="*/ 0 h 47625"/>
                <a:gd name="connsiteX2" fmla="*/ 75247 w 75247"/>
                <a:gd name="connsiteY2" fmla="*/ 47625 h 47625"/>
                <a:gd name="connsiteX3" fmla="*/ 0 w 75247"/>
                <a:gd name="connsiteY3" fmla="*/ 47625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247" h="47625">
                  <a:moveTo>
                    <a:pt x="0" y="0"/>
                  </a:moveTo>
                  <a:lnTo>
                    <a:pt x="75247" y="0"/>
                  </a:lnTo>
                  <a:lnTo>
                    <a:pt x="75247" y="47625"/>
                  </a:lnTo>
                  <a:lnTo>
                    <a:pt x="0" y="476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94" name="Freeform: Shape 70"/>
            <p:cNvSpPr/>
            <p:nvPr/>
          </p:nvSpPr>
          <p:spPr>
            <a:xfrm rot="-2700000">
              <a:off x="4252353" y="1408059"/>
              <a:ext cx="75246" cy="47624"/>
            </a:xfrm>
            <a:custGeom>
              <a:avLst/>
              <a:gdLst>
                <a:gd name="connsiteX0" fmla="*/ 0 w 75246"/>
                <a:gd name="connsiteY0" fmla="*/ 0 h 47624"/>
                <a:gd name="connsiteX1" fmla="*/ 75247 w 75246"/>
                <a:gd name="connsiteY1" fmla="*/ 0 h 47624"/>
                <a:gd name="connsiteX2" fmla="*/ 75247 w 75246"/>
                <a:gd name="connsiteY2" fmla="*/ 47625 h 47624"/>
                <a:gd name="connsiteX3" fmla="*/ 0 w 75246"/>
                <a:gd name="connsiteY3" fmla="*/ 47625 h 47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246" h="47624">
                  <a:moveTo>
                    <a:pt x="0" y="0"/>
                  </a:moveTo>
                  <a:lnTo>
                    <a:pt x="75247" y="0"/>
                  </a:lnTo>
                  <a:lnTo>
                    <a:pt x="75247" y="47625"/>
                  </a:lnTo>
                  <a:lnTo>
                    <a:pt x="0" y="476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495" name="Graphic 1"/>
          <p:cNvGrpSpPr/>
          <p:nvPr/>
        </p:nvGrpSpPr>
        <p:grpSpPr>
          <a:xfrm>
            <a:off x="2642354" y="1532241"/>
            <a:ext cx="359053" cy="359992"/>
            <a:chOff x="8959214" y="2548890"/>
            <a:chExt cx="727710" cy="729614"/>
          </a:xfrm>
          <a:solidFill>
            <a:schemeClr val="bg1"/>
          </a:solidFill>
        </p:grpSpPr>
        <p:sp>
          <p:nvSpPr>
            <p:cNvPr id="1496" name="Freeform: Shape 72"/>
            <p:cNvSpPr/>
            <p:nvPr/>
          </p:nvSpPr>
          <p:spPr>
            <a:xfrm>
              <a:off x="8959214" y="3156584"/>
              <a:ext cx="120967" cy="121920"/>
            </a:xfrm>
            <a:custGeom>
              <a:avLst/>
              <a:gdLst>
                <a:gd name="connsiteX0" fmla="*/ 120968 w 120967"/>
                <a:gd name="connsiteY0" fmla="*/ 33338 h 121920"/>
                <a:gd name="connsiteX1" fmla="*/ 33338 w 120967"/>
                <a:gd name="connsiteY1" fmla="*/ 121920 h 121920"/>
                <a:gd name="connsiteX2" fmla="*/ 0 w 120967"/>
                <a:gd name="connsiteY2" fmla="*/ 88583 h 121920"/>
                <a:gd name="connsiteX3" fmla="*/ 87630 w 120967"/>
                <a:gd name="connsiteY3" fmla="*/ 0 h 121920"/>
                <a:gd name="connsiteX4" fmla="*/ 103823 w 120967"/>
                <a:gd name="connsiteY4" fmla="*/ 18098 h 121920"/>
                <a:gd name="connsiteX5" fmla="*/ 120968 w 120967"/>
                <a:gd name="connsiteY5" fmla="*/ 33338 h 121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0967" h="121920">
                  <a:moveTo>
                    <a:pt x="120968" y="33338"/>
                  </a:moveTo>
                  <a:lnTo>
                    <a:pt x="33338" y="121920"/>
                  </a:lnTo>
                  <a:lnTo>
                    <a:pt x="0" y="88583"/>
                  </a:lnTo>
                  <a:lnTo>
                    <a:pt x="87630" y="0"/>
                  </a:lnTo>
                  <a:cubicBezTo>
                    <a:pt x="92393" y="5715"/>
                    <a:pt x="98108" y="12383"/>
                    <a:pt x="103823" y="18098"/>
                  </a:cubicBezTo>
                  <a:cubicBezTo>
                    <a:pt x="109538" y="22860"/>
                    <a:pt x="115253" y="27623"/>
                    <a:pt x="120968" y="333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grpSp>
          <p:nvGrpSpPr>
            <p:cNvPr id="1497" name="Graphic 1"/>
            <p:cNvGrpSpPr/>
            <p:nvPr/>
          </p:nvGrpSpPr>
          <p:grpSpPr>
            <a:xfrm>
              <a:off x="8971174" y="2548890"/>
              <a:ext cx="715750" cy="716279"/>
              <a:chOff x="8971174" y="2548890"/>
              <a:chExt cx="715750" cy="716279"/>
            </a:xfrm>
            <a:grpFill/>
          </p:grpSpPr>
          <p:sp>
            <p:nvSpPr>
              <p:cNvPr id="1498" name="Freeform: Shape 74"/>
              <p:cNvSpPr/>
              <p:nvPr/>
            </p:nvSpPr>
            <p:spPr>
              <a:xfrm>
                <a:off x="8971174" y="2548890"/>
                <a:ext cx="715750" cy="716279"/>
              </a:xfrm>
              <a:custGeom>
                <a:avLst/>
                <a:gdLst>
                  <a:gd name="connsiteX0" fmla="*/ 686223 w 715750"/>
                  <a:gd name="connsiteY0" fmla="*/ 3810 h 716279"/>
                  <a:gd name="connsiteX1" fmla="*/ 91863 w 715750"/>
                  <a:gd name="connsiteY1" fmla="*/ 180975 h 716279"/>
                  <a:gd name="connsiteX2" fmla="*/ 75670 w 715750"/>
                  <a:gd name="connsiteY2" fmla="*/ 606743 h 716279"/>
                  <a:gd name="connsiteX3" fmla="*/ 149965 w 715750"/>
                  <a:gd name="connsiteY3" fmla="*/ 532447 h 716279"/>
                  <a:gd name="connsiteX4" fmla="*/ 183303 w 715750"/>
                  <a:gd name="connsiteY4" fmla="*/ 565785 h 716279"/>
                  <a:gd name="connsiteX5" fmla="*/ 109008 w 715750"/>
                  <a:gd name="connsiteY5" fmla="*/ 640080 h 716279"/>
                  <a:gd name="connsiteX6" fmla="*/ 313795 w 715750"/>
                  <a:gd name="connsiteY6" fmla="*/ 716280 h 716279"/>
                  <a:gd name="connsiteX7" fmla="*/ 535728 w 715750"/>
                  <a:gd name="connsiteY7" fmla="*/ 624840 h 716279"/>
                  <a:gd name="connsiteX8" fmla="*/ 711940 w 715750"/>
                  <a:gd name="connsiteY8" fmla="*/ 30480 h 716279"/>
                  <a:gd name="connsiteX9" fmla="*/ 715750 w 715750"/>
                  <a:gd name="connsiteY9" fmla="*/ 0 h 716279"/>
                  <a:gd name="connsiteX10" fmla="*/ 686223 w 715750"/>
                  <a:gd name="connsiteY10" fmla="*/ 3810 h 716279"/>
                  <a:gd name="connsiteX11" fmla="*/ 390948 w 715750"/>
                  <a:gd name="connsiteY11" fmla="*/ 454342 h 716279"/>
                  <a:gd name="connsiteX12" fmla="*/ 303318 w 715750"/>
                  <a:gd name="connsiteY12" fmla="*/ 488632 h 716279"/>
                  <a:gd name="connsiteX13" fmla="*/ 215688 w 715750"/>
                  <a:gd name="connsiteY13" fmla="*/ 455295 h 716279"/>
                  <a:gd name="connsiteX14" fmla="*/ 183303 w 715750"/>
                  <a:gd name="connsiteY14" fmla="*/ 362902 h 716279"/>
                  <a:gd name="connsiteX15" fmla="*/ 194733 w 715750"/>
                  <a:gd name="connsiteY15" fmla="*/ 299085 h 716279"/>
                  <a:gd name="connsiteX16" fmla="*/ 217593 w 715750"/>
                  <a:gd name="connsiteY16" fmla="*/ 264795 h 716279"/>
                  <a:gd name="connsiteX17" fmla="*/ 249978 w 715750"/>
                  <a:gd name="connsiteY17" fmla="*/ 242888 h 716279"/>
                  <a:gd name="connsiteX18" fmla="*/ 303318 w 715750"/>
                  <a:gd name="connsiteY18" fmla="*/ 233363 h 716279"/>
                  <a:gd name="connsiteX19" fmla="*/ 390948 w 715750"/>
                  <a:gd name="connsiteY19" fmla="*/ 267652 h 716279"/>
                  <a:gd name="connsiteX20" fmla="*/ 424286 w 715750"/>
                  <a:gd name="connsiteY20" fmla="*/ 361950 h 716279"/>
                  <a:gd name="connsiteX21" fmla="*/ 390948 w 715750"/>
                  <a:gd name="connsiteY21" fmla="*/ 454342 h 716279"/>
                  <a:gd name="connsiteX22" fmla="*/ 500486 w 715750"/>
                  <a:gd name="connsiteY22" fmla="*/ 500063 h 716279"/>
                  <a:gd name="connsiteX23" fmla="*/ 500486 w 715750"/>
                  <a:gd name="connsiteY23" fmla="*/ 516255 h 716279"/>
                  <a:gd name="connsiteX24" fmla="*/ 439525 w 715750"/>
                  <a:gd name="connsiteY24" fmla="*/ 516255 h 716279"/>
                  <a:gd name="connsiteX25" fmla="*/ 445240 w 715750"/>
                  <a:gd name="connsiteY25" fmla="*/ 499110 h 716279"/>
                  <a:gd name="connsiteX26" fmla="*/ 465243 w 715750"/>
                  <a:gd name="connsiteY26" fmla="*/ 477202 h 716279"/>
                  <a:gd name="connsiteX27" fmla="*/ 479530 w 715750"/>
                  <a:gd name="connsiteY27" fmla="*/ 461963 h 716279"/>
                  <a:gd name="connsiteX28" fmla="*/ 483340 w 715750"/>
                  <a:gd name="connsiteY28" fmla="*/ 451485 h 716279"/>
                  <a:gd name="connsiteX29" fmla="*/ 480483 w 715750"/>
                  <a:gd name="connsiteY29" fmla="*/ 442913 h 716279"/>
                  <a:gd name="connsiteX30" fmla="*/ 471911 w 715750"/>
                  <a:gd name="connsiteY30" fmla="*/ 440055 h 716279"/>
                  <a:gd name="connsiteX31" fmla="*/ 463338 w 715750"/>
                  <a:gd name="connsiteY31" fmla="*/ 442913 h 716279"/>
                  <a:gd name="connsiteX32" fmla="*/ 459528 w 715750"/>
                  <a:gd name="connsiteY32" fmla="*/ 454342 h 716279"/>
                  <a:gd name="connsiteX33" fmla="*/ 442383 w 715750"/>
                  <a:gd name="connsiteY33" fmla="*/ 452438 h 716279"/>
                  <a:gd name="connsiteX34" fmla="*/ 451908 w 715750"/>
                  <a:gd name="connsiteY34" fmla="*/ 431482 h 716279"/>
                  <a:gd name="connsiteX35" fmla="*/ 472863 w 715750"/>
                  <a:gd name="connsiteY35" fmla="*/ 424815 h 716279"/>
                  <a:gd name="connsiteX36" fmla="*/ 493818 w 715750"/>
                  <a:gd name="connsiteY36" fmla="*/ 432435 h 716279"/>
                  <a:gd name="connsiteX37" fmla="*/ 501438 w 715750"/>
                  <a:gd name="connsiteY37" fmla="*/ 450532 h 716279"/>
                  <a:gd name="connsiteX38" fmla="*/ 499533 w 715750"/>
                  <a:gd name="connsiteY38" fmla="*/ 461963 h 716279"/>
                  <a:gd name="connsiteX39" fmla="*/ 492865 w 715750"/>
                  <a:gd name="connsiteY39" fmla="*/ 473392 h 716279"/>
                  <a:gd name="connsiteX40" fmla="*/ 481436 w 715750"/>
                  <a:gd name="connsiteY40" fmla="*/ 484822 h 716279"/>
                  <a:gd name="connsiteX41" fmla="*/ 470958 w 715750"/>
                  <a:gd name="connsiteY41" fmla="*/ 495300 h 716279"/>
                  <a:gd name="connsiteX42" fmla="*/ 467148 w 715750"/>
                  <a:gd name="connsiteY42" fmla="*/ 500063 h 716279"/>
                  <a:gd name="connsiteX43" fmla="*/ 500486 w 715750"/>
                  <a:gd name="connsiteY43" fmla="*/ 500063 h 7162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715750" h="716279">
                    <a:moveTo>
                      <a:pt x="686223" y="3810"/>
                    </a:moveTo>
                    <a:cubicBezTo>
                      <a:pt x="667173" y="6667"/>
                      <a:pt x="209973" y="62865"/>
                      <a:pt x="91863" y="180975"/>
                    </a:cubicBezTo>
                    <a:cubicBezTo>
                      <a:pt x="-25295" y="297180"/>
                      <a:pt x="-30057" y="483870"/>
                      <a:pt x="75670" y="606743"/>
                    </a:cubicBezTo>
                    <a:lnTo>
                      <a:pt x="149965" y="532447"/>
                    </a:lnTo>
                    <a:lnTo>
                      <a:pt x="183303" y="565785"/>
                    </a:lnTo>
                    <a:lnTo>
                      <a:pt x="109008" y="640080"/>
                    </a:lnTo>
                    <a:cubicBezTo>
                      <a:pt x="168063" y="690563"/>
                      <a:pt x="240453" y="716280"/>
                      <a:pt x="313795" y="716280"/>
                    </a:cubicBezTo>
                    <a:cubicBezTo>
                      <a:pt x="393805" y="716280"/>
                      <a:pt x="474768" y="685800"/>
                      <a:pt x="535728" y="624840"/>
                    </a:cubicBezTo>
                    <a:cubicBezTo>
                      <a:pt x="653838" y="506730"/>
                      <a:pt x="710036" y="50482"/>
                      <a:pt x="711940" y="30480"/>
                    </a:cubicBezTo>
                    <a:lnTo>
                      <a:pt x="715750" y="0"/>
                    </a:lnTo>
                    <a:lnTo>
                      <a:pt x="686223" y="3810"/>
                    </a:lnTo>
                    <a:close/>
                    <a:moveTo>
                      <a:pt x="390948" y="454342"/>
                    </a:moveTo>
                    <a:cubicBezTo>
                      <a:pt x="369040" y="477202"/>
                      <a:pt x="340465" y="488632"/>
                      <a:pt x="303318" y="488632"/>
                    </a:cubicBezTo>
                    <a:cubicBezTo>
                      <a:pt x="266170" y="488632"/>
                      <a:pt x="237595" y="477202"/>
                      <a:pt x="215688" y="455295"/>
                    </a:cubicBezTo>
                    <a:cubicBezTo>
                      <a:pt x="193780" y="432435"/>
                      <a:pt x="183303" y="401955"/>
                      <a:pt x="183303" y="362902"/>
                    </a:cubicBezTo>
                    <a:cubicBezTo>
                      <a:pt x="183303" y="338138"/>
                      <a:pt x="187113" y="316230"/>
                      <a:pt x="194733" y="299085"/>
                    </a:cubicBezTo>
                    <a:cubicBezTo>
                      <a:pt x="200448" y="286702"/>
                      <a:pt x="208068" y="275272"/>
                      <a:pt x="217593" y="264795"/>
                    </a:cubicBezTo>
                    <a:cubicBezTo>
                      <a:pt x="227118" y="254317"/>
                      <a:pt x="237595" y="247650"/>
                      <a:pt x="249978" y="242888"/>
                    </a:cubicBezTo>
                    <a:cubicBezTo>
                      <a:pt x="265218" y="236220"/>
                      <a:pt x="283315" y="233363"/>
                      <a:pt x="303318" y="233363"/>
                    </a:cubicBezTo>
                    <a:cubicBezTo>
                      <a:pt x="339513" y="233363"/>
                      <a:pt x="369040" y="244792"/>
                      <a:pt x="390948" y="267652"/>
                    </a:cubicBezTo>
                    <a:cubicBezTo>
                      <a:pt x="412855" y="290513"/>
                      <a:pt x="424286" y="321945"/>
                      <a:pt x="424286" y="361950"/>
                    </a:cubicBezTo>
                    <a:cubicBezTo>
                      <a:pt x="423333" y="400050"/>
                      <a:pt x="412855" y="431482"/>
                      <a:pt x="390948" y="454342"/>
                    </a:cubicBezTo>
                    <a:close/>
                    <a:moveTo>
                      <a:pt x="500486" y="500063"/>
                    </a:moveTo>
                    <a:lnTo>
                      <a:pt x="500486" y="516255"/>
                    </a:lnTo>
                    <a:lnTo>
                      <a:pt x="439525" y="516255"/>
                    </a:lnTo>
                    <a:cubicBezTo>
                      <a:pt x="440478" y="510540"/>
                      <a:pt x="442383" y="503872"/>
                      <a:pt x="445240" y="499110"/>
                    </a:cubicBezTo>
                    <a:cubicBezTo>
                      <a:pt x="448098" y="493395"/>
                      <a:pt x="454765" y="486727"/>
                      <a:pt x="465243" y="477202"/>
                    </a:cubicBezTo>
                    <a:cubicBezTo>
                      <a:pt x="472863" y="469582"/>
                      <a:pt x="477625" y="464820"/>
                      <a:pt x="479530" y="461963"/>
                    </a:cubicBezTo>
                    <a:cubicBezTo>
                      <a:pt x="482388" y="458152"/>
                      <a:pt x="483340" y="454342"/>
                      <a:pt x="483340" y="451485"/>
                    </a:cubicBezTo>
                    <a:cubicBezTo>
                      <a:pt x="483340" y="447675"/>
                      <a:pt x="482388" y="444817"/>
                      <a:pt x="480483" y="442913"/>
                    </a:cubicBezTo>
                    <a:cubicBezTo>
                      <a:pt x="478578" y="441007"/>
                      <a:pt x="475720" y="440055"/>
                      <a:pt x="471911" y="440055"/>
                    </a:cubicBezTo>
                    <a:cubicBezTo>
                      <a:pt x="468100" y="440055"/>
                      <a:pt x="465243" y="441007"/>
                      <a:pt x="463338" y="442913"/>
                    </a:cubicBezTo>
                    <a:cubicBezTo>
                      <a:pt x="461433" y="444817"/>
                      <a:pt x="459528" y="448627"/>
                      <a:pt x="459528" y="454342"/>
                    </a:cubicBezTo>
                    <a:lnTo>
                      <a:pt x="442383" y="452438"/>
                    </a:lnTo>
                    <a:cubicBezTo>
                      <a:pt x="443336" y="442913"/>
                      <a:pt x="447145" y="436245"/>
                      <a:pt x="451908" y="431482"/>
                    </a:cubicBezTo>
                    <a:cubicBezTo>
                      <a:pt x="456670" y="426720"/>
                      <a:pt x="464290" y="424815"/>
                      <a:pt x="472863" y="424815"/>
                    </a:cubicBezTo>
                    <a:cubicBezTo>
                      <a:pt x="481436" y="424815"/>
                      <a:pt x="489055" y="427672"/>
                      <a:pt x="493818" y="432435"/>
                    </a:cubicBezTo>
                    <a:cubicBezTo>
                      <a:pt x="498580" y="437197"/>
                      <a:pt x="501438" y="442913"/>
                      <a:pt x="501438" y="450532"/>
                    </a:cubicBezTo>
                    <a:cubicBezTo>
                      <a:pt x="501438" y="454342"/>
                      <a:pt x="500486" y="458152"/>
                      <a:pt x="499533" y="461963"/>
                    </a:cubicBezTo>
                    <a:cubicBezTo>
                      <a:pt x="497628" y="465772"/>
                      <a:pt x="495723" y="469582"/>
                      <a:pt x="492865" y="473392"/>
                    </a:cubicBezTo>
                    <a:cubicBezTo>
                      <a:pt x="490961" y="476250"/>
                      <a:pt x="487150" y="480060"/>
                      <a:pt x="481436" y="484822"/>
                    </a:cubicBezTo>
                    <a:cubicBezTo>
                      <a:pt x="475720" y="489585"/>
                      <a:pt x="472863" y="493395"/>
                      <a:pt x="470958" y="495300"/>
                    </a:cubicBezTo>
                    <a:cubicBezTo>
                      <a:pt x="469053" y="497205"/>
                      <a:pt x="468100" y="498157"/>
                      <a:pt x="467148" y="500063"/>
                    </a:cubicBezTo>
                    <a:lnTo>
                      <a:pt x="500486" y="50006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ID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charset="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1499" name="Freeform: Shape 75"/>
              <p:cNvSpPr/>
              <p:nvPr/>
            </p:nvSpPr>
            <p:spPr>
              <a:xfrm>
                <a:off x="9205912" y="2824162"/>
                <a:ext cx="137160" cy="170497"/>
              </a:xfrm>
              <a:custGeom>
                <a:avLst/>
                <a:gdLst>
                  <a:gd name="connsiteX0" fmla="*/ 68580 w 137160"/>
                  <a:gd name="connsiteY0" fmla="*/ 0 h 170497"/>
                  <a:gd name="connsiteX1" fmla="*/ 19050 w 137160"/>
                  <a:gd name="connsiteY1" fmla="*/ 20955 h 170497"/>
                  <a:gd name="connsiteX2" fmla="*/ 0 w 137160"/>
                  <a:gd name="connsiteY2" fmla="*/ 84772 h 170497"/>
                  <a:gd name="connsiteX3" fmla="*/ 19050 w 137160"/>
                  <a:gd name="connsiteY3" fmla="*/ 148590 h 170497"/>
                  <a:gd name="connsiteX4" fmla="*/ 68580 w 137160"/>
                  <a:gd name="connsiteY4" fmla="*/ 170497 h 170497"/>
                  <a:gd name="connsiteX5" fmla="*/ 118110 w 137160"/>
                  <a:gd name="connsiteY5" fmla="*/ 148590 h 170497"/>
                  <a:gd name="connsiteX6" fmla="*/ 137160 w 137160"/>
                  <a:gd name="connsiteY6" fmla="*/ 83820 h 170497"/>
                  <a:gd name="connsiteX7" fmla="*/ 118110 w 137160"/>
                  <a:gd name="connsiteY7" fmla="*/ 20003 h 170497"/>
                  <a:gd name="connsiteX8" fmla="*/ 68580 w 137160"/>
                  <a:gd name="connsiteY8" fmla="*/ 0 h 170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7160" h="170497">
                    <a:moveTo>
                      <a:pt x="68580" y="0"/>
                    </a:moveTo>
                    <a:cubicBezTo>
                      <a:pt x="47625" y="0"/>
                      <a:pt x="31432" y="6667"/>
                      <a:pt x="19050" y="20955"/>
                    </a:cubicBezTo>
                    <a:cubicBezTo>
                      <a:pt x="6668" y="35242"/>
                      <a:pt x="0" y="56197"/>
                      <a:pt x="0" y="84772"/>
                    </a:cubicBezTo>
                    <a:cubicBezTo>
                      <a:pt x="0" y="112395"/>
                      <a:pt x="6668" y="134303"/>
                      <a:pt x="19050" y="148590"/>
                    </a:cubicBezTo>
                    <a:cubicBezTo>
                      <a:pt x="32385" y="162878"/>
                      <a:pt x="48577" y="170497"/>
                      <a:pt x="68580" y="170497"/>
                    </a:cubicBezTo>
                    <a:cubicBezTo>
                      <a:pt x="88582" y="170497"/>
                      <a:pt x="104775" y="162878"/>
                      <a:pt x="118110" y="148590"/>
                    </a:cubicBezTo>
                    <a:cubicBezTo>
                      <a:pt x="130493" y="134303"/>
                      <a:pt x="137160" y="112395"/>
                      <a:pt x="137160" y="83820"/>
                    </a:cubicBezTo>
                    <a:cubicBezTo>
                      <a:pt x="137160" y="55245"/>
                      <a:pt x="130493" y="34290"/>
                      <a:pt x="118110" y="20003"/>
                    </a:cubicBezTo>
                    <a:cubicBezTo>
                      <a:pt x="105727" y="6667"/>
                      <a:pt x="89535" y="0"/>
                      <a:pt x="6858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ID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charset="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</p:grpSp>
      </p:grpSp>
      <p:grpSp>
        <p:nvGrpSpPr>
          <p:cNvPr id="1500" name="Graphic 1"/>
          <p:cNvGrpSpPr/>
          <p:nvPr/>
        </p:nvGrpSpPr>
        <p:grpSpPr>
          <a:xfrm>
            <a:off x="1382852" y="3857842"/>
            <a:ext cx="477894" cy="383576"/>
            <a:chOff x="6348412" y="2426970"/>
            <a:chExt cx="1081087" cy="867727"/>
          </a:xfrm>
          <a:solidFill>
            <a:schemeClr val="bg1"/>
          </a:solidFill>
        </p:grpSpPr>
        <p:grpSp>
          <p:nvGrpSpPr>
            <p:cNvPr id="1501" name="Graphic 1"/>
            <p:cNvGrpSpPr/>
            <p:nvPr/>
          </p:nvGrpSpPr>
          <p:grpSpPr>
            <a:xfrm>
              <a:off x="6348412" y="2426970"/>
              <a:ext cx="1081087" cy="529589"/>
              <a:chOff x="6348412" y="2426970"/>
              <a:chExt cx="1081087" cy="529589"/>
            </a:xfrm>
            <a:grpFill/>
          </p:grpSpPr>
          <p:sp>
            <p:nvSpPr>
              <p:cNvPr id="1503" name="Freeform: Shape 79"/>
              <p:cNvSpPr/>
              <p:nvPr/>
            </p:nvSpPr>
            <p:spPr>
              <a:xfrm>
                <a:off x="6348412" y="2426970"/>
                <a:ext cx="463867" cy="333375"/>
              </a:xfrm>
              <a:custGeom>
                <a:avLst/>
                <a:gdLst>
                  <a:gd name="connsiteX0" fmla="*/ 442913 w 463867"/>
                  <a:gd name="connsiteY0" fmla="*/ 189547 h 333375"/>
                  <a:gd name="connsiteX1" fmla="*/ 462915 w 463867"/>
                  <a:gd name="connsiteY1" fmla="*/ 194310 h 333375"/>
                  <a:gd name="connsiteX2" fmla="*/ 299085 w 463867"/>
                  <a:gd name="connsiteY2" fmla="*/ 333375 h 333375"/>
                  <a:gd name="connsiteX3" fmla="*/ 22860 w 463867"/>
                  <a:gd name="connsiteY3" fmla="*/ 184785 h 333375"/>
                  <a:gd name="connsiteX4" fmla="*/ 0 w 463867"/>
                  <a:gd name="connsiteY4" fmla="*/ 166688 h 333375"/>
                  <a:gd name="connsiteX5" fmla="*/ 22860 w 463867"/>
                  <a:gd name="connsiteY5" fmla="*/ 148590 h 333375"/>
                  <a:gd name="connsiteX6" fmla="*/ 299085 w 463867"/>
                  <a:gd name="connsiteY6" fmla="*/ 0 h 333375"/>
                  <a:gd name="connsiteX7" fmla="*/ 463868 w 463867"/>
                  <a:gd name="connsiteY7" fmla="*/ 146685 h 333375"/>
                  <a:gd name="connsiteX8" fmla="*/ 442913 w 463867"/>
                  <a:gd name="connsiteY8" fmla="*/ 143827 h 333375"/>
                  <a:gd name="connsiteX9" fmla="*/ 293370 w 463867"/>
                  <a:gd name="connsiteY9" fmla="*/ 143827 h 333375"/>
                  <a:gd name="connsiteX10" fmla="*/ 293370 w 463867"/>
                  <a:gd name="connsiteY10" fmla="*/ 189547 h 333375"/>
                  <a:gd name="connsiteX11" fmla="*/ 442913 w 463867"/>
                  <a:gd name="connsiteY11" fmla="*/ 189547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63867" h="333375">
                    <a:moveTo>
                      <a:pt x="442913" y="189547"/>
                    </a:moveTo>
                    <a:cubicBezTo>
                      <a:pt x="450532" y="189547"/>
                      <a:pt x="457200" y="191452"/>
                      <a:pt x="462915" y="194310"/>
                    </a:cubicBezTo>
                    <a:cubicBezTo>
                      <a:pt x="449580" y="273367"/>
                      <a:pt x="381000" y="333375"/>
                      <a:pt x="299085" y="333375"/>
                    </a:cubicBezTo>
                    <a:cubicBezTo>
                      <a:pt x="214313" y="333375"/>
                      <a:pt x="41910" y="200025"/>
                      <a:pt x="22860" y="184785"/>
                    </a:cubicBezTo>
                    <a:lnTo>
                      <a:pt x="0" y="166688"/>
                    </a:lnTo>
                    <a:lnTo>
                      <a:pt x="22860" y="148590"/>
                    </a:lnTo>
                    <a:cubicBezTo>
                      <a:pt x="41910" y="133350"/>
                      <a:pt x="215265" y="0"/>
                      <a:pt x="299085" y="0"/>
                    </a:cubicBezTo>
                    <a:cubicBezTo>
                      <a:pt x="383857" y="0"/>
                      <a:pt x="454343" y="63817"/>
                      <a:pt x="463868" y="146685"/>
                    </a:cubicBezTo>
                    <a:cubicBezTo>
                      <a:pt x="457200" y="144780"/>
                      <a:pt x="449580" y="143827"/>
                      <a:pt x="442913" y="143827"/>
                    </a:cubicBezTo>
                    <a:lnTo>
                      <a:pt x="293370" y="143827"/>
                    </a:lnTo>
                    <a:lnTo>
                      <a:pt x="293370" y="189547"/>
                    </a:lnTo>
                    <a:lnTo>
                      <a:pt x="442913" y="18954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ID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charset="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1504" name="Freeform: Shape 80"/>
              <p:cNvSpPr/>
              <p:nvPr/>
            </p:nvSpPr>
            <p:spPr>
              <a:xfrm>
                <a:off x="7052309" y="2685097"/>
                <a:ext cx="377189" cy="271462"/>
              </a:xfrm>
              <a:custGeom>
                <a:avLst/>
                <a:gdLst>
                  <a:gd name="connsiteX0" fmla="*/ 377190 w 377189"/>
                  <a:gd name="connsiteY0" fmla="*/ 135255 h 271462"/>
                  <a:gd name="connsiteX1" fmla="*/ 354330 w 377189"/>
                  <a:gd name="connsiteY1" fmla="*/ 153353 h 271462"/>
                  <a:gd name="connsiteX2" fmla="*/ 133350 w 377189"/>
                  <a:gd name="connsiteY2" fmla="*/ 271463 h 271462"/>
                  <a:gd name="connsiteX3" fmla="*/ 0 w 377189"/>
                  <a:gd name="connsiteY3" fmla="*/ 160973 h 271462"/>
                  <a:gd name="connsiteX4" fmla="*/ 28575 w 377189"/>
                  <a:gd name="connsiteY4" fmla="*/ 158115 h 271462"/>
                  <a:gd name="connsiteX5" fmla="*/ 155257 w 377189"/>
                  <a:gd name="connsiteY5" fmla="*/ 158115 h 271462"/>
                  <a:gd name="connsiteX6" fmla="*/ 155257 w 377189"/>
                  <a:gd name="connsiteY6" fmla="*/ 112395 h 271462"/>
                  <a:gd name="connsiteX7" fmla="*/ 29527 w 377189"/>
                  <a:gd name="connsiteY7" fmla="*/ 112395 h 271462"/>
                  <a:gd name="connsiteX8" fmla="*/ 0 w 377189"/>
                  <a:gd name="connsiteY8" fmla="*/ 115253 h 271462"/>
                  <a:gd name="connsiteX9" fmla="*/ 134302 w 377189"/>
                  <a:gd name="connsiteY9" fmla="*/ 0 h 271462"/>
                  <a:gd name="connsiteX10" fmla="*/ 355282 w 377189"/>
                  <a:gd name="connsiteY10" fmla="*/ 118110 h 271462"/>
                  <a:gd name="connsiteX11" fmla="*/ 377190 w 377189"/>
                  <a:gd name="connsiteY11" fmla="*/ 135255 h 27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77189" h="271462">
                    <a:moveTo>
                      <a:pt x="377190" y="135255"/>
                    </a:moveTo>
                    <a:lnTo>
                      <a:pt x="354330" y="153353"/>
                    </a:lnTo>
                    <a:cubicBezTo>
                      <a:pt x="339090" y="165735"/>
                      <a:pt x="201930" y="271463"/>
                      <a:pt x="133350" y="271463"/>
                    </a:cubicBezTo>
                    <a:cubicBezTo>
                      <a:pt x="67627" y="271463"/>
                      <a:pt x="12382" y="223838"/>
                      <a:pt x="0" y="160973"/>
                    </a:cubicBezTo>
                    <a:cubicBezTo>
                      <a:pt x="8572" y="159068"/>
                      <a:pt x="18097" y="158115"/>
                      <a:pt x="28575" y="158115"/>
                    </a:cubicBezTo>
                    <a:lnTo>
                      <a:pt x="155257" y="158115"/>
                    </a:lnTo>
                    <a:lnTo>
                      <a:pt x="155257" y="112395"/>
                    </a:lnTo>
                    <a:lnTo>
                      <a:pt x="29527" y="112395"/>
                    </a:lnTo>
                    <a:cubicBezTo>
                      <a:pt x="19050" y="112395"/>
                      <a:pt x="9525" y="113348"/>
                      <a:pt x="0" y="115253"/>
                    </a:cubicBezTo>
                    <a:cubicBezTo>
                      <a:pt x="9525" y="49530"/>
                      <a:pt x="66675" y="0"/>
                      <a:pt x="134302" y="0"/>
                    </a:cubicBezTo>
                    <a:cubicBezTo>
                      <a:pt x="202882" y="0"/>
                      <a:pt x="340042" y="105728"/>
                      <a:pt x="355282" y="118110"/>
                    </a:cubicBezTo>
                    <a:lnTo>
                      <a:pt x="377190" y="13525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ID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charset="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</p:grpSp>
        <p:sp>
          <p:nvSpPr>
            <p:cNvPr id="1502" name="Freeform: Shape 78"/>
            <p:cNvSpPr/>
            <p:nvPr/>
          </p:nvSpPr>
          <p:spPr>
            <a:xfrm>
              <a:off x="6679881" y="2572702"/>
              <a:ext cx="498157" cy="721994"/>
            </a:xfrm>
            <a:custGeom>
              <a:avLst/>
              <a:gdLst>
                <a:gd name="connsiteX0" fmla="*/ 272415 w 498157"/>
                <a:gd name="connsiteY0" fmla="*/ 452438 h 721994"/>
                <a:gd name="connsiteX1" fmla="*/ 324803 w 498157"/>
                <a:gd name="connsiteY1" fmla="*/ 300990 h 721994"/>
                <a:gd name="connsiteX2" fmla="*/ 373380 w 498157"/>
                <a:gd name="connsiteY2" fmla="*/ 273367 h 721994"/>
                <a:gd name="connsiteX3" fmla="*/ 370523 w 498157"/>
                <a:gd name="connsiteY3" fmla="*/ 247650 h 721994"/>
                <a:gd name="connsiteX4" fmla="*/ 372428 w 498157"/>
                <a:gd name="connsiteY4" fmla="*/ 227647 h 721994"/>
                <a:gd name="connsiteX5" fmla="*/ 292418 w 498157"/>
                <a:gd name="connsiteY5" fmla="*/ 269557 h 721994"/>
                <a:gd name="connsiteX6" fmla="*/ 265748 w 498157"/>
                <a:gd name="connsiteY6" fmla="*/ 304800 h 721994"/>
                <a:gd name="connsiteX7" fmla="*/ 181928 w 498157"/>
                <a:gd name="connsiteY7" fmla="*/ 29527 h 721994"/>
                <a:gd name="connsiteX8" fmla="*/ 132398 w 498157"/>
                <a:gd name="connsiteY8" fmla="*/ 0 h 721994"/>
                <a:gd name="connsiteX9" fmla="*/ 133350 w 498157"/>
                <a:gd name="connsiteY9" fmla="*/ 20002 h 721994"/>
                <a:gd name="connsiteX10" fmla="*/ 131445 w 498157"/>
                <a:gd name="connsiteY10" fmla="*/ 47625 h 721994"/>
                <a:gd name="connsiteX11" fmla="*/ 149543 w 498157"/>
                <a:gd name="connsiteY11" fmla="*/ 60960 h 721994"/>
                <a:gd name="connsiteX12" fmla="*/ 226695 w 498157"/>
                <a:gd name="connsiteY12" fmla="*/ 451485 h 721994"/>
                <a:gd name="connsiteX13" fmla="*/ 0 w 498157"/>
                <a:gd name="connsiteY13" fmla="*/ 699135 h 721994"/>
                <a:gd name="connsiteX14" fmla="*/ 0 w 498157"/>
                <a:gd name="connsiteY14" fmla="*/ 721995 h 721994"/>
                <a:gd name="connsiteX15" fmla="*/ 498157 w 498157"/>
                <a:gd name="connsiteY15" fmla="*/ 721995 h 721994"/>
                <a:gd name="connsiteX16" fmla="*/ 498157 w 498157"/>
                <a:gd name="connsiteY16" fmla="*/ 699135 h 721994"/>
                <a:gd name="connsiteX17" fmla="*/ 272415 w 498157"/>
                <a:gd name="connsiteY17" fmla="*/ 452438 h 721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98157" h="721994">
                  <a:moveTo>
                    <a:pt x="272415" y="452438"/>
                  </a:moveTo>
                  <a:cubicBezTo>
                    <a:pt x="274320" y="416242"/>
                    <a:pt x="283845" y="342900"/>
                    <a:pt x="324803" y="300990"/>
                  </a:cubicBezTo>
                  <a:cubicBezTo>
                    <a:pt x="339090" y="286702"/>
                    <a:pt x="354330" y="277177"/>
                    <a:pt x="373380" y="273367"/>
                  </a:cubicBezTo>
                  <a:cubicBezTo>
                    <a:pt x="371475" y="264795"/>
                    <a:pt x="370523" y="256222"/>
                    <a:pt x="370523" y="247650"/>
                  </a:cubicBezTo>
                  <a:cubicBezTo>
                    <a:pt x="370523" y="240982"/>
                    <a:pt x="371475" y="234315"/>
                    <a:pt x="372428" y="227647"/>
                  </a:cubicBezTo>
                  <a:cubicBezTo>
                    <a:pt x="340995" y="233363"/>
                    <a:pt x="314325" y="247650"/>
                    <a:pt x="292418" y="269557"/>
                  </a:cubicBezTo>
                  <a:cubicBezTo>
                    <a:pt x="281940" y="280035"/>
                    <a:pt x="273368" y="292417"/>
                    <a:pt x="265748" y="304800"/>
                  </a:cubicBezTo>
                  <a:cubicBezTo>
                    <a:pt x="256223" y="202882"/>
                    <a:pt x="234315" y="83820"/>
                    <a:pt x="181928" y="29527"/>
                  </a:cubicBezTo>
                  <a:cubicBezTo>
                    <a:pt x="167640" y="14288"/>
                    <a:pt x="150495" y="4763"/>
                    <a:pt x="132398" y="0"/>
                  </a:cubicBezTo>
                  <a:cubicBezTo>
                    <a:pt x="133350" y="6667"/>
                    <a:pt x="133350" y="13335"/>
                    <a:pt x="133350" y="20002"/>
                  </a:cubicBezTo>
                  <a:cubicBezTo>
                    <a:pt x="133350" y="29527"/>
                    <a:pt x="132398" y="38100"/>
                    <a:pt x="131445" y="47625"/>
                  </a:cubicBezTo>
                  <a:cubicBezTo>
                    <a:pt x="137160" y="50482"/>
                    <a:pt x="143828" y="55245"/>
                    <a:pt x="149543" y="60960"/>
                  </a:cubicBezTo>
                  <a:cubicBezTo>
                    <a:pt x="214313" y="127635"/>
                    <a:pt x="227648" y="348615"/>
                    <a:pt x="226695" y="451485"/>
                  </a:cubicBezTo>
                  <a:cubicBezTo>
                    <a:pt x="100013" y="462915"/>
                    <a:pt x="0" y="569595"/>
                    <a:pt x="0" y="699135"/>
                  </a:cubicBezTo>
                  <a:lnTo>
                    <a:pt x="0" y="721995"/>
                  </a:lnTo>
                  <a:lnTo>
                    <a:pt x="498157" y="721995"/>
                  </a:lnTo>
                  <a:lnTo>
                    <a:pt x="498157" y="699135"/>
                  </a:lnTo>
                  <a:cubicBezTo>
                    <a:pt x="498157" y="571500"/>
                    <a:pt x="398145" y="464820"/>
                    <a:pt x="272415" y="4524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1607" name="矩形 1606"/>
          <p:cNvSpPr/>
          <p:nvPr/>
        </p:nvSpPr>
        <p:spPr>
          <a:xfrm>
            <a:off x="5252720" y="926465"/>
            <a:ext cx="6711950" cy="1328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08" name="矩形: 圆角 1607"/>
          <p:cNvSpPr/>
          <p:nvPr/>
        </p:nvSpPr>
        <p:spPr>
          <a:xfrm>
            <a:off x="5210175" y="935990"/>
            <a:ext cx="3172460" cy="130937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09" name="文本框 1608"/>
          <p:cNvSpPr txBox="1"/>
          <p:nvPr/>
        </p:nvSpPr>
        <p:spPr>
          <a:xfrm>
            <a:off x="8508365" y="1021715"/>
            <a:ext cx="323088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​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新品运营与数据复盘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​</a:t>
            </a:r>
            <a:endParaRPr kumimoji="0" lang="en-US" altLang="zh-CN" sz="1400" b="1" i="0" u="none" strike="noStrike" kern="1200" cap="none" spc="-15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  <a:sym typeface="+mn-ea"/>
            </a:endParaRPr>
          </a:p>
        </p:txBody>
      </p:sp>
      <p:sp>
        <p:nvSpPr>
          <p:cNvPr id="1610" name="文本框 1609"/>
          <p:cNvSpPr txBox="1"/>
          <p:nvPr/>
        </p:nvSpPr>
        <p:spPr>
          <a:xfrm>
            <a:off x="8508365" y="1263650"/>
            <a:ext cx="3355975" cy="975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Roboto" panose="02000000000000000000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新品首月平均销量达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320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件，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3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款进入品类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TOP50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Roboto" panose="02000000000000000000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针对滞销新品调整详情页，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2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款月销量提升至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180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件。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en-US" altLang="zh-CN" sz="1200" b="0" i="0" u="none" strike="noStrike" kern="1200" cap="none" spc="-15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611" name="矩形: 圆角 1610"/>
          <p:cNvSpPr/>
          <p:nvPr/>
        </p:nvSpPr>
        <p:spPr>
          <a:xfrm>
            <a:off x="5407025" y="1873250"/>
            <a:ext cx="944880" cy="212725"/>
          </a:xfrm>
          <a:prstGeom prst="roundRect">
            <a:avLst>
              <a:gd name="adj" fmla="val 50000"/>
            </a:avLst>
          </a:prstGeom>
          <a:solidFill>
            <a:schemeClr val="tx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新品测款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  <a:sym typeface="+mn-ea"/>
            </a:endParaRPr>
          </a:p>
        </p:txBody>
      </p:sp>
      <p:sp>
        <p:nvSpPr>
          <p:cNvPr id="1612" name="矩形: 圆角 1611"/>
          <p:cNvSpPr/>
          <p:nvPr/>
        </p:nvSpPr>
        <p:spPr>
          <a:xfrm>
            <a:off x="6458585" y="1873250"/>
            <a:ext cx="944880" cy="212725"/>
          </a:xfrm>
          <a:prstGeom prst="roundRect">
            <a:avLst>
              <a:gd name="adj" fmla="val 50000"/>
            </a:avLst>
          </a:prstGeom>
          <a:solidFill>
            <a:schemeClr val="tx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流量投放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614" name="TextBox 226"/>
          <p:cNvSpPr txBox="1"/>
          <p:nvPr/>
        </p:nvSpPr>
        <p:spPr>
          <a:xfrm>
            <a:off x="5342255" y="1021715"/>
            <a:ext cx="2676525" cy="34290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-15" normalizeH="0" baseline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新品上架与流量运营​</a:t>
            </a:r>
            <a:endParaRPr kumimoji="0" lang="zh-CN" altLang="en-US" sz="1400" b="1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615" name="TextBox 226"/>
          <p:cNvSpPr txBox="1"/>
          <p:nvPr/>
        </p:nvSpPr>
        <p:spPr>
          <a:xfrm>
            <a:off x="5342255" y="1324610"/>
            <a:ext cx="2861945" cy="52705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-15" normalizeH="0" baseline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-15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  <a:sym typeface="+mn-ea"/>
              </a:rPr>
              <a:t>季度上架 12 款新品，通过精准投放，新品点击率达 8.2%。​</a:t>
            </a:r>
            <a:endParaRPr kumimoji="0" lang="zh-CN" altLang="en-US" sz="1200" b="0" i="0" u="none" strike="noStrike" kern="1200" cap="none" spc="-15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672" name="矩形 1671"/>
          <p:cNvSpPr/>
          <p:nvPr/>
        </p:nvSpPr>
        <p:spPr>
          <a:xfrm>
            <a:off x="5252720" y="2367280"/>
            <a:ext cx="6711950" cy="1328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73" name="矩形: 圆角 1672"/>
          <p:cNvSpPr/>
          <p:nvPr/>
        </p:nvSpPr>
        <p:spPr>
          <a:xfrm>
            <a:off x="5210175" y="2376805"/>
            <a:ext cx="3172460" cy="1309370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74" name="文本框 1673"/>
          <p:cNvSpPr txBox="1"/>
          <p:nvPr/>
        </p:nvSpPr>
        <p:spPr>
          <a:xfrm>
            <a:off x="8508365" y="2462530"/>
            <a:ext cx="323088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物流链路与成本管控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675" name="文本框 1674"/>
          <p:cNvSpPr txBox="1"/>
          <p:nvPr/>
        </p:nvSpPr>
        <p:spPr>
          <a:xfrm>
            <a:off x="8508365" y="2704465"/>
            <a:ext cx="3355975" cy="975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Roboto" panose="02000000000000000000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优化物流组合方案，单票物流成本与支出降低1.2美元。 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Roboto" panose="02000000000000000000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与物流商协商批量折扣，季度物流总支出减少8%。 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676" name="矩形: 圆角 1675"/>
          <p:cNvSpPr/>
          <p:nvPr/>
        </p:nvSpPr>
        <p:spPr>
          <a:xfrm>
            <a:off x="5407025" y="3314065"/>
            <a:ext cx="944880" cy="212725"/>
          </a:xfrm>
          <a:prstGeom prst="roundRect">
            <a:avLst>
              <a:gd name="adj" fmla="val 50000"/>
            </a:avLst>
          </a:prstGeom>
          <a:solidFill>
            <a:schemeClr val="tx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物流对接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77" name="矩形: 圆角 1676"/>
          <p:cNvSpPr/>
          <p:nvPr/>
        </p:nvSpPr>
        <p:spPr>
          <a:xfrm>
            <a:off x="6458585" y="3314065"/>
            <a:ext cx="944880" cy="212725"/>
          </a:xfrm>
          <a:prstGeom prst="roundRect">
            <a:avLst>
              <a:gd name="adj" fmla="val 50000"/>
            </a:avLst>
          </a:prstGeom>
          <a:solidFill>
            <a:schemeClr val="tx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时效提升​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78" name="TextBox 226"/>
          <p:cNvSpPr txBox="1"/>
          <p:nvPr/>
        </p:nvSpPr>
        <p:spPr>
          <a:xfrm>
            <a:off x="5342255" y="2462530"/>
            <a:ext cx="2676525" cy="34290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-15" normalizeH="0" baseline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订单履约与物流时效优化</a:t>
            </a:r>
            <a:endParaRPr kumimoji="0" lang="zh-CN" altLang="en-US" sz="1400" b="1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679" name="TextBox 226"/>
          <p:cNvSpPr txBox="1"/>
          <p:nvPr/>
        </p:nvSpPr>
        <p:spPr>
          <a:xfrm>
            <a:off x="5342255" y="2765425"/>
            <a:ext cx="2861945" cy="52705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-15" normalizeH="0" baseline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-15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  <a:sym typeface="+mn-ea"/>
              </a:rPr>
              <a:t>对接 3 家本地仓，订单发货时效从 48 小时缩至 24 小时。</a:t>
            </a:r>
            <a:endParaRPr kumimoji="0" lang="zh-CN" altLang="en-US" sz="1200" b="0" i="0" u="none" strike="noStrike" kern="1200" cap="none" spc="-15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</a:endParaRPr>
          </a:p>
        </p:txBody>
      </p:sp>
      <p:sp>
        <p:nvSpPr>
          <p:cNvPr id="1681" name="矩形 1680"/>
          <p:cNvSpPr/>
          <p:nvPr/>
        </p:nvSpPr>
        <p:spPr>
          <a:xfrm>
            <a:off x="5252720" y="3808095"/>
            <a:ext cx="6711950" cy="1328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82" name="矩形: 圆角 1681"/>
          <p:cNvSpPr/>
          <p:nvPr/>
        </p:nvSpPr>
        <p:spPr>
          <a:xfrm>
            <a:off x="5210175" y="3817620"/>
            <a:ext cx="3172460" cy="130937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83" name="文本框 1682"/>
          <p:cNvSpPr txBox="1"/>
          <p:nvPr/>
        </p:nvSpPr>
        <p:spPr>
          <a:xfrm>
            <a:off x="8508365" y="3903345"/>
            <a:ext cx="323088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客户体验与满意度提升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684" name="文本框 1683"/>
          <p:cNvSpPr txBox="1"/>
          <p:nvPr/>
        </p:nvSpPr>
        <p:spPr>
          <a:xfrm>
            <a:off x="8508365" y="4145280"/>
            <a:ext cx="3355975" cy="975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Roboto" panose="02000000000000000000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完善售后话术库，客户满意度数据从89%升至94%。 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Roboto" panose="02000000000000000000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新增“客户反馈快速通道”，问题解决时长缩短4小时。 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685" name="矩形: 圆角 1684"/>
          <p:cNvSpPr/>
          <p:nvPr/>
        </p:nvSpPr>
        <p:spPr>
          <a:xfrm>
            <a:off x="5407025" y="4754245"/>
            <a:ext cx="944880" cy="212725"/>
          </a:xfrm>
          <a:prstGeom prst="roundRect">
            <a:avLst>
              <a:gd name="adj" fmla="val 50000"/>
            </a:avLst>
          </a:prstGeom>
          <a:solidFill>
            <a:schemeClr val="tx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客诉响应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86" name="矩形: 圆角 1685"/>
          <p:cNvSpPr/>
          <p:nvPr/>
        </p:nvSpPr>
        <p:spPr>
          <a:xfrm>
            <a:off x="6458585" y="4754245"/>
            <a:ext cx="944880" cy="212725"/>
          </a:xfrm>
          <a:prstGeom prst="roundRect">
            <a:avLst>
              <a:gd name="adj" fmla="val 50000"/>
            </a:avLst>
          </a:prstGeom>
          <a:solidFill>
            <a:schemeClr val="tx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纠纷化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解​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87" name="TextBox 226"/>
          <p:cNvSpPr txBox="1"/>
          <p:nvPr/>
        </p:nvSpPr>
        <p:spPr>
          <a:xfrm>
            <a:off x="5342255" y="3903345"/>
            <a:ext cx="2676525" cy="34290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-15" normalizeH="0" baseline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客户服务与纠纷处理​</a:t>
            </a:r>
            <a:endParaRPr kumimoji="0" lang="zh-CN" altLang="en-US" sz="1400" b="1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688" name="TextBox 226"/>
          <p:cNvSpPr txBox="1"/>
          <p:nvPr/>
        </p:nvSpPr>
        <p:spPr>
          <a:xfrm>
            <a:off x="5342255" y="4206240"/>
            <a:ext cx="2861945" cy="52705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-15" normalizeH="0" baseline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-15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  <a:sym typeface="+mn-ea"/>
              </a:rPr>
              <a:t>建立 24 小时客诉响应机制，纠纷解决率提升至 96%。​</a:t>
            </a:r>
            <a:endParaRPr kumimoji="0" lang="zh-CN" altLang="en-US" sz="1200" b="0" i="0" u="none" strike="noStrike" kern="1200" cap="none" spc="-15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</a:endParaRPr>
          </a:p>
        </p:txBody>
      </p:sp>
      <p:sp>
        <p:nvSpPr>
          <p:cNvPr id="1690" name="矩形 1689"/>
          <p:cNvSpPr/>
          <p:nvPr/>
        </p:nvSpPr>
        <p:spPr>
          <a:xfrm>
            <a:off x="5252720" y="5248910"/>
            <a:ext cx="6711950" cy="1328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91" name="矩形: 圆角 1690"/>
          <p:cNvSpPr/>
          <p:nvPr/>
        </p:nvSpPr>
        <p:spPr>
          <a:xfrm>
            <a:off x="5210175" y="5258435"/>
            <a:ext cx="3172460" cy="1309370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92" name="文本框 1691"/>
          <p:cNvSpPr txBox="1"/>
          <p:nvPr/>
        </p:nvSpPr>
        <p:spPr>
          <a:xfrm>
            <a:off x="8508365" y="5343525"/>
            <a:ext cx="323088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价格策略与竞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品应对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693" name="文本框 1692"/>
          <p:cNvSpPr txBox="1"/>
          <p:nvPr/>
        </p:nvSpPr>
        <p:spPr>
          <a:xfrm>
            <a:off x="8508365" y="5586095"/>
            <a:ext cx="3355975" cy="975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Roboto" panose="02000000000000000000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针对竞品降价，推出满减活动，保住75%市场份额。 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Roboto" panose="02000000000000000000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对高利润产品设置阶梯价，带动整体客单价提升12%。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694" name="矩形: 圆角 1693"/>
          <p:cNvSpPr/>
          <p:nvPr/>
        </p:nvSpPr>
        <p:spPr>
          <a:xfrm>
            <a:off x="5407025" y="6195060"/>
            <a:ext cx="944880" cy="212725"/>
          </a:xfrm>
          <a:prstGeom prst="roundRect">
            <a:avLst>
              <a:gd name="adj" fmla="val 50000"/>
            </a:avLst>
          </a:prstGeom>
          <a:solidFill>
            <a:schemeClr val="tx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竞品追踪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95" name="矩形: 圆角 1694"/>
          <p:cNvSpPr/>
          <p:nvPr/>
        </p:nvSpPr>
        <p:spPr>
          <a:xfrm>
            <a:off x="6458585" y="6195060"/>
            <a:ext cx="944880" cy="212725"/>
          </a:xfrm>
          <a:prstGeom prst="roundRect">
            <a:avLst>
              <a:gd name="adj" fmla="val 50000"/>
            </a:avLst>
          </a:prstGeom>
          <a:solidFill>
            <a:schemeClr val="tx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定价优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化​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96" name="TextBox 226"/>
          <p:cNvSpPr txBox="1"/>
          <p:nvPr/>
        </p:nvSpPr>
        <p:spPr>
          <a:xfrm>
            <a:off x="5342255" y="5343525"/>
            <a:ext cx="2676525" cy="34290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-15" normalizeH="0" baseline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竞品分析与价格策略调整</a:t>
            </a:r>
            <a:endParaRPr kumimoji="0" lang="zh-CN" altLang="en-US" sz="1400" b="1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697" name="TextBox 226"/>
          <p:cNvSpPr txBox="1"/>
          <p:nvPr/>
        </p:nvSpPr>
        <p:spPr>
          <a:xfrm>
            <a:off x="5342255" y="5647055"/>
            <a:ext cx="2861945" cy="52705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-15" normalizeH="0" baseline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-15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</a:rPr>
              <a:t>每周监测 15 家竞品价格，动态调整定价，利润率稳 3.5%。</a:t>
            </a:r>
            <a:r>
              <a:rPr kumimoji="0" lang="zh-CN" altLang="en-US" sz="1200" b="0" i="0" u="none" strike="noStrike" kern="1200" cap="none" spc="-15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  <a:sym typeface="+mn-ea"/>
              </a:rPr>
              <a:t>​</a:t>
            </a:r>
            <a:endParaRPr kumimoji="0" lang="zh-CN" altLang="en-US" sz="1200" b="0" i="0" u="none" strike="noStrike" kern="1200" cap="none" spc="-15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</a:endParaRPr>
          </a:p>
        </p:txBody>
      </p:sp>
      <p:cxnSp>
        <p:nvCxnSpPr>
          <p:cNvPr id="5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矩形 1423"/>
          <p:cNvSpPr/>
          <p:nvPr/>
        </p:nvSpPr>
        <p:spPr>
          <a:xfrm>
            <a:off x="238588" y="3257631"/>
            <a:ext cx="11714823" cy="335225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22859" tIns="22859" rIns="22859" bIns="22859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9848" y="95194"/>
            <a:ext cx="49997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甘特图页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  <a:sym typeface="+mn-ea"/>
              </a:rPr>
              <a:t>工作进度汇报​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3C5">
                  <a:lumMod val="7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98599" y="825789"/>
            <a:ext cx="7380613" cy="14435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27013" y="825789"/>
            <a:ext cx="1271586" cy="14435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378150" y="825789"/>
            <a:ext cx="1586838" cy="14435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106565" y="825789"/>
            <a:ext cx="1271586" cy="144359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12738" y="1753925"/>
            <a:ext cx="1100136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Arial" panose="020B0604020202020204" pitchFamily="34" charset="0"/>
              </a:rPr>
              <a:t>项目情况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192290" y="1753925"/>
            <a:ext cx="1100136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Arial" panose="020B0604020202020204" pitchFamily="34" charset="0"/>
              </a:rPr>
              <a:t>项目进度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480455" y="1866208"/>
            <a:ext cx="12271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项目完成度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480455" y="1389000"/>
            <a:ext cx="12271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100%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任意多边形: 形状 13"/>
          <p:cNvSpPr/>
          <p:nvPr/>
        </p:nvSpPr>
        <p:spPr>
          <a:xfrm>
            <a:off x="9531256" y="1101213"/>
            <a:ext cx="422204" cy="505256"/>
          </a:xfrm>
          <a:custGeom>
            <a:avLst/>
            <a:gdLst>
              <a:gd name="connsiteX0" fmla="*/ 395287 w 1532765"/>
              <a:gd name="connsiteY0" fmla="*/ 1455182 h 1834277"/>
              <a:gd name="connsiteX1" fmla="*/ 405765 w 1532765"/>
              <a:gd name="connsiteY1" fmla="*/ 1455182 h 1834277"/>
              <a:gd name="connsiteX2" fmla="*/ 838200 w 1532765"/>
              <a:gd name="connsiteY2" fmla="*/ 1455182 h 1834277"/>
              <a:gd name="connsiteX3" fmla="*/ 865822 w 1532765"/>
              <a:gd name="connsiteY3" fmla="*/ 1469470 h 1834277"/>
              <a:gd name="connsiteX4" fmla="*/ 849630 w 1532765"/>
              <a:gd name="connsiteY4" fmla="*/ 1505665 h 1834277"/>
              <a:gd name="connsiteX5" fmla="*/ 831532 w 1532765"/>
              <a:gd name="connsiteY5" fmla="*/ 1506617 h 1834277"/>
              <a:gd name="connsiteX6" fmla="*/ 620078 w 1532765"/>
              <a:gd name="connsiteY6" fmla="*/ 1505665 h 1834277"/>
              <a:gd name="connsiteX7" fmla="*/ 406718 w 1532765"/>
              <a:gd name="connsiteY7" fmla="*/ 1505665 h 1834277"/>
              <a:gd name="connsiteX8" fmla="*/ 381000 w 1532765"/>
              <a:gd name="connsiteY8" fmla="*/ 1498045 h 1834277"/>
              <a:gd name="connsiteX9" fmla="*/ 378143 w 1532765"/>
              <a:gd name="connsiteY9" fmla="*/ 1466612 h 1834277"/>
              <a:gd name="connsiteX10" fmla="*/ 395287 w 1532765"/>
              <a:gd name="connsiteY10" fmla="*/ 1455182 h 1834277"/>
              <a:gd name="connsiteX11" fmla="*/ 225742 w 1532765"/>
              <a:gd name="connsiteY11" fmla="*/ 1361838 h 1834277"/>
              <a:gd name="connsiteX12" fmla="*/ 171449 w 1532765"/>
              <a:gd name="connsiteY12" fmla="*/ 1418035 h 1834277"/>
              <a:gd name="connsiteX13" fmla="*/ 225742 w 1532765"/>
              <a:gd name="connsiteY13" fmla="*/ 1474232 h 1834277"/>
              <a:gd name="connsiteX14" fmla="*/ 282892 w 1532765"/>
              <a:gd name="connsiteY14" fmla="*/ 1418988 h 1834277"/>
              <a:gd name="connsiteX15" fmla="*/ 225742 w 1532765"/>
              <a:gd name="connsiteY15" fmla="*/ 1361838 h 1834277"/>
              <a:gd name="connsiteX16" fmla="*/ 408622 w 1532765"/>
              <a:gd name="connsiteY16" fmla="*/ 1327547 h 1834277"/>
              <a:gd name="connsiteX17" fmla="*/ 567690 w 1532765"/>
              <a:gd name="connsiteY17" fmla="*/ 1327547 h 1834277"/>
              <a:gd name="connsiteX18" fmla="*/ 721995 w 1532765"/>
              <a:gd name="connsiteY18" fmla="*/ 1327547 h 1834277"/>
              <a:gd name="connsiteX19" fmla="*/ 756285 w 1532765"/>
              <a:gd name="connsiteY19" fmla="*/ 1356122 h 1834277"/>
              <a:gd name="connsiteX20" fmla="*/ 727710 w 1532765"/>
              <a:gd name="connsiteY20" fmla="*/ 1382792 h 1834277"/>
              <a:gd name="connsiteX21" fmla="*/ 563880 w 1532765"/>
              <a:gd name="connsiteY21" fmla="*/ 1382792 h 1834277"/>
              <a:gd name="connsiteX22" fmla="*/ 403860 w 1532765"/>
              <a:gd name="connsiteY22" fmla="*/ 1382792 h 1834277"/>
              <a:gd name="connsiteX23" fmla="*/ 377190 w 1532765"/>
              <a:gd name="connsiteY23" fmla="*/ 1343739 h 1834277"/>
              <a:gd name="connsiteX24" fmla="*/ 408622 w 1532765"/>
              <a:gd name="connsiteY24" fmla="*/ 1327547 h 1834277"/>
              <a:gd name="connsiteX25" fmla="*/ 225742 w 1532765"/>
              <a:gd name="connsiteY25" fmla="*/ 1309450 h 1834277"/>
              <a:gd name="connsiteX26" fmla="*/ 333374 w 1532765"/>
              <a:gd name="connsiteY26" fmla="*/ 1417082 h 1834277"/>
              <a:gd name="connsiteX27" fmla="*/ 226694 w 1532765"/>
              <a:gd name="connsiteY27" fmla="*/ 1525667 h 1834277"/>
              <a:gd name="connsiteX28" fmla="*/ 118109 w 1532765"/>
              <a:gd name="connsiteY28" fmla="*/ 1417082 h 1834277"/>
              <a:gd name="connsiteX29" fmla="*/ 225742 w 1532765"/>
              <a:gd name="connsiteY29" fmla="*/ 1309450 h 1834277"/>
              <a:gd name="connsiteX30" fmla="*/ 405765 w 1532765"/>
              <a:gd name="connsiteY30" fmla="*/ 1125617 h 1834277"/>
              <a:gd name="connsiteX31" fmla="*/ 577215 w 1532765"/>
              <a:gd name="connsiteY31" fmla="*/ 1125617 h 1834277"/>
              <a:gd name="connsiteX32" fmla="*/ 619125 w 1532765"/>
              <a:gd name="connsiteY32" fmla="*/ 1125617 h 1834277"/>
              <a:gd name="connsiteX33" fmla="*/ 647700 w 1532765"/>
              <a:gd name="connsiteY33" fmla="*/ 1151334 h 1834277"/>
              <a:gd name="connsiteX34" fmla="*/ 619125 w 1532765"/>
              <a:gd name="connsiteY34" fmla="*/ 1181814 h 1834277"/>
              <a:gd name="connsiteX35" fmla="*/ 510540 w 1532765"/>
              <a:gd name="connsiteY35" fmla="*/ 1182767 h 1834277"/>
              <a:gd name="connsiteX36" fmla="*/ 402907 w 1532765"/>
              <a:gd name="connsiteY36" fmla="*/ 1182767 h 1834277"/>
              <a:gd name="connsiteX37" fmla="*/ 377190 w 1532765"/>
              <a:gd name="connsiteY37" fmla="*/ 1142762 h 1834277"/>
              <a:gd name="connsiteX38" fmla="*/ 405765 w 1532765"/>
              <a:gd name="connsiteY38" fmla="*/ 1125617 h 1834277"/>
              <a:gd name="connsiteX39" fmla="*/ 226694 w 1532765"/>
              <a:gd name="connsiteY39" fmla="*/ 1039893 h 1834277"/>
              <a:gd name="connsiteX40" fmla="*/ 170497 w 1532765"/>
              <a:gd name="connsiteY40" fmla="*/ 1091327 h 1834277"/>
              <a:gd name="connsiteX41" fmla="*/ 224789 w 1532765"/>
              <a:gd name="connsiteY41" fmla="*/ 1146572 h 1834277"/>
              <a:gd name="connsiteX42" fmla="*/ 280987 w 1532765"/>
              <a:gd name="connsiteY42" fmla="*/ 1092280 h 1834277"/>
              <a:gd name="connsiteX43" fmla="*/ 226694 w 1532765"/>
              <a:gd name="connsiteY43" fmla="*/ 1039893 h 1834277"/>
              <a:gd name="connsiteX44" fmla="*/ 395287 w 1532765"/>
              <a:gd name="connsiteY44" fmla="*/ 1003697 h 1834277"/>
              <a:gd name="connsiteX45" fmla="*/ 454342 w 1532765"/>
              <a:gd name="connsiteY45" fmla="*/ 1003697 h 1834277"/>
              <a:gd name="connsiteX46" fmla="*/ 833437 w 1532765"/>
              <a:gd name="connsiteY46" fmla="*/ 1003697 h 1834277"/>
              <a:gd name="connsiteX47" fmla="*/ 863917 w 1532765"/>
              <a:gd name="connsiteY47" fmla="*/ 1017985 h 1834277"/>
              <a:gd name="connsiteX48" fmla="*/ 863917 w 1532765"/>
              <a:gd name="connsiteY48" fmla="*/ 1039892 h 1834277"/>
              <a:gd name="connsiteX49" fmla="*/ 834389 w 1532765"/>
              <a:gd name="connsiteY49" fmla="*/ 1054180 h 1834277"/>
              <a:gd name="connsiteX50" fmla="*/ 619124 w 1532765"/>
              <a:gd name="connsiteY50" fmla="*/ 1055132 h 1834277"/>
              <a:gd name="connsiteX51" fmla="*/ 404812 w 1532765"/>
              <a:gd name="connsiteY51" fmla="*/ 1055132 h 1834277"/>
              <a:gd name="connsiteX52" fmla="*/ 380999 w 1532765"/>
              <a:gd name="connsiteY52" fmla="*/ 1047512 h 1834277"/>
              <a:gd name="connsiteX53" fmla="*/ 377189 w 1532765"/>
              <a:gd name="connsiteY53" fmla="*/ 1017032 h 1834277"/>
              <a:gd name="connsiteX54" fmla="*/ 395287 w 1532765"/>
              <a:gd name="connsiteY54" fmla="*/ 1003697 h 1834277"/>
              <a:gd name="connsiteX55" fmla="*/ 226694 w 1532765"/>
              <a:gd name="connsiteY55" fmla="*/ 983695 h 1834277"/>
              <a:gd name="connsiteX56" fmla="*/ 333374 w 1532765"/>
              <a:gd name="connsiteY56" fmla="*/ 1092280 h 1834277"/>
              <a:gd name="connsiteX57" fmla="*/ 225742 w 1532765"/>
              <a:gd name="connsiteY57" fmla="*/ 1199913 h 1834277"/>
              <a:gd name="connsiteX58" fmla="*/ 118109 w 1532765"/>
              <a:gd name="connsiteY58" fmla="*/ 1092280 h 1834277"/>
              <a:gd name="connsiteX59" fmla="*/ 226694 w 1532765"/>
              <a:gd name="connsiteY59" fmla="*/ 983695 h 1834277"/>
              <a:gd name="connsiteX60" fmla="*/ 406717 w 1532765"/>
              <a:gd name="connsiteY60" fmla="*/ 802720 h 1834277"/>
              <a:gd name="connsiteX61" fmla="*/ 563880 w 1532765"/>
              <a:gd name="connsiteY61" fmla="*/ 802720 h 1834277"/>
              <a:gd name="connsiteX62" fmla="*/ 726757 w 1532765"/>
              <a:gd name="connsiteY62" fmla="*/ 802720 h 1834277"/>
              <a:gd name="connsiteX63" fmla="*/ 755332 w 1532765"/>
              <a:gd name="connsiteY63" fmla="*/ 831295 h 1834277"/>
              <a:gd name="connsiteX64" fmla="*/ 734377 w 1532765"/>
              <a:gd name="connsiteY64" fmla="*/ 854155 h 1834277"/>
              <a:gd name="connsiteX65" fmla="*/ 723900 w 1532765"/>
              <a:gd name="connsiteY65" fmla="*/ 854155 h 1834277"/>
              <a:gd name="connsiteX66" fmla="*/ 406717 w 1532765"/>
              <a:gd name="connsiteY66" fmla="*/ 854155 h 1834277"/>
              <a:gd name="connsiteX67" fmla="*/ 381000 w 1532765"/>
              <a:gd name="connsiteY67" fmla="*/ 845583 h 1834277"/>
              <a:gd name="connsiteX68" fmla="*/ 380047 w 1532765"/>
              <a:gd name="connsiteY68" fmla="*/ 811293 h 1834277"/>
              <a:gd name="connsiteX69" fmla="*/ 406717 w 1532765"/>
              <a:gd name="connsiteY69" fmla="*/ 802720 h 1834277"/>
              <a:gd name="connsiteX70" fmla="*/ 226694 w 1532765"/>
              <a:gd name="connsiteY70" fmla="*/ 710327 h 1834277"/>
              <a:gd name="connsiteX71" fmla="*/ 171449 w 1532765"/>
              <a:gd name="connsiteY71" fmla="*/ 763667 h 1834277"/>
              <a:gd name="connsiteX72" fmla="*/ 226694 w 1532765"/>
              <a:gd name="connsiteY72" fmla="*/ 817960 h 1834277"/>
              <a:gd name="connsiteX73" fmla="*/ 281939 w 1532765"/>
              <a:gd name="connsiteY73" fmla="*/ 762715 h 1834277"/>
              <a:gd name="connsiteX74" fmla="*/ 226694 w 1532765"/>
              <a:gd name="connsiteY74" fmla="*/ 710327 h 1834277"/>
              <a:gd name="connsiteX75" fmla="*/ 405764 w 1532765"/>
              <a:gd name="connsiteY75" fmla="*/ 676037 h 1834277"/>
              <a:gd name="connsiteX76" fmla="*/ 506729 w 1532765"/>
              <a:gd name="connsiteY76" fmla="*/ 676037 h 1834277"/>
              <a:gd name="connsiteX77" fmla="*/ 722947 w 1532765"/>
              <a:gd name="connsiteY77" fmla="*/ 676037 h 1834277"/>
              <a:gd name="connsiteX78" fmla="*/ 755332 w 1532765"/>
              <a:gd name="connsiteY78" fmla="*/ 704612 h 1834277"/>
              <a:gd name="connsiteX79" fmla="*/ 725804 w 1532765"/>
              <a:gd name="connsiteY79" fmla="*/ 732235 h 1834277"/>
              <a:gd name="connsiteX80" fmla="*/ 563879 w 1532765"/>
              <a:gd name="connsiteY80" fmla="*/ 732235 h 1834277"/>
              <a:gd name="connsiteX81" fmla="*/ 404812 w 1532765"/>
              <a:gd name="connsiteY81" fmla="*/ 732235 h 1834277"/>
              <a:gd name="connsiteX82" fmla="*/ 376237 w 1532765"/>
              <a:gd name="connsiteY82" fmla="*/ 693182 h 1834277"/>
              <a:gd name="connsiteX83" fmla="*/ 405764 w 1532765"/>
              <a:gd name="connsiteY83" fmla="*/ 676037 h 1834277"/>
              <a:gd name="connsiteX84" fmla="*/ 226694 w 1532765"/>
              <a:gd name="connsiteY84" fmla="*/ 653177 h 1834277"/>
              <a:gd name="connsiteX85" fmla="*/ 335279 w 1532765"/>
              <a:gd name="connsiteY85" fmla="*/ 762715 h 1834277"/>
              <a:gd name="connsiteX86" fmla="*/ 225742 w 1532765"/>
              <a:gd name="connsiteY86" fmla="*/ 869395 h 1834277"/>
              <a:gd name="connsiteX87" fmla="*/ 118109 w 1532765"/>
              <a:gd name="connsiteY87" fmla="*/ 761762 h 1834277"/>
              <a:gd name="connsiteX88" fmla="*/ 226694 w 1532765"/>
              <a:gd name="connsiteY88" fmla="*/ 653177 h 1834277"/>
              <a:gd name="connsiteX89" fmla="*/ 193357 w 1532765"/>
              <a:gd name="connsiteY89" fmla="*/ 399812 h 1834277"/>
              <a:gd name="connsiteX90" fmla="*/ 319087 w 1532765"/>
              <a:gd name="connsiteY90" fmla="*/ 399812 h 1834277"/>
              <a:gd name="connsiteX91" fmla="*/ 355282 w 1532765"/>
              <a:gd name="connsiteY91" fmla="*/ 402670 h 1834277"/>
              <a:gd name="connsiteX92" fmla="*/ 375284 w 1532765"/>
              <a:gd name="connsiteY92" fmla="*/ 418862 h 1834277"/>
              <a:gd name="connsiteX93" fmla="*/ 365759 w 1532765"/>
              <a:gd name="connsiteY93" fmla="*/ 447437 h 1834277"/>
              <a:gd name="connsiteX94" fmla="*/ 345757 w 1532765"/>
              <a:gd name="connsiteY94" fmla="*/ 454105 h 1834277"/>
              <a:gd name="connsiteX95" fmla="*/ 259079 w 1532765"/>
              <a:gd name="connsiteY95" fmla="*/ 454105 h 1834277"/>
              <a:gd name="connsiteX96" fmla="*/ 167639 w 1532765"/>
              <a:gd name="connsiteY96" fmla="*/ 454105 h 1834277"/>
              <a:gd name="connsiteX97" fmla="*/ 140969 w 1532765"/>
              <a:gd name="connsiteY97" fmla="*/ 427435 h 1834277"/>
              <a:gd name="connsiteX98" fmla="*/ 160019 w 1532765"/>
              <a:gd name="connsiteY98" fmla="*/ 403622 h 1834277"/>
              <a:gd name="connsiteX99" fmla="*/ 193357 w 1532765"/>
              <a:gd name="connsiteY99" fmla="*/ 399812 h 1834277"/>
              <a:gd name="connsiteX100" fmla="*/ 1445657 w 1532765"/>
              <a:gd name="connsiteY100" fmla="*/ 318492 h 1834277"/>
              <a:gd name="connsiteX101" fmla="*/ 1422082 w 1532765"/>
              <a:gd name="connsiteY101" fmla="*/ 325517 h 1834277"/>
              <a:gd name="connsiteX102" fmla="*/ 1372553 w 1532765"/>
              <a:gd name="connsiteY102" fmla="*/ 373142 h 1834277"/>
              <a:gd name="connsiteX103" fmla="*/ 1318260 w 1532765"/>
              <a:gd name="connsiteY103" fmla="*/ 426482 h 1834277"/>
              <a:gd name="connsiteX104" fmla="*/ 1266825 w 1532765"/>
              <a:gd name="connsiteY104" fmla="*/ 477917 h 1834277"/>
              <a:gd name="connsiteX105" fmla="*/ 1220153 w 1532765"/>
              <a:gd name="connsiteY105" fmla="*/ 525542 h 1834277"/>
              <a:gd name="connsiteX106" fmla="*/ 1150620 w 1532765"/>
              <a:gd name="connsiteY106" fmla="*/ 595074 h 1834277"/>
              <a:gd name="connsiteX107" fmla="*/ 1127760 w 1532765"/>
              <a:gd name="connsiteY107" fmla="*/ 612219 h 1834277"/>
              <a:gd name="connsiteX108" fmla="*/ 1096328 w 1532765"/>
              <a:gd name="connsiteY108" fmla="*/ 601742 h 1834277"/>
              <a:gd name="connsiteX109" fmla="*/ 1000125 w 1532765"/>
              <a:gd name="connsiteY109" fmla="*/ 505539 h 1834277"/>
              <a:gd name="connsiteX110" fmla="*/ 973455 w 1532765"/>
              <a:gd name="connsiteY110" fmla="*/ 489347 h 1834277"/>
              <a:gd name="connsiteX111" fmla="*/ 939165 w 1532765"/>
              <a:gd name="connsiteY111" fmla="*/ 521732 h 1834277"/>
              <a:gd name="connsiteX112" fmla="*/ 952500 w 1532765"/>
              <a:gd name="connsiteY112" fmla="*/ 550307 h 1834277"/>
              <a:gd name="connsiteX113" fmla="*/ 1029653 w 1532765"/>
              <a:gd name="connsiteY113" fmla="*/ 627459 h 1834277"/>
              <a:gd name="connsiteX114" fmla="*/ 1097280 w 1532765"/>
              <a:gd name="connsiteY114" fmla="*/ 696039 h 1834277"/>
              <a:gd name="connsiteX115" fmla="*/ 1141095 w 1532765"/>
              <a:gd name="connsiteY115" fmla="*/ 698897 h 1834277"/>
              <a:gd name="connsiteX116" fmla="*/ 1183005 w 1532765"/>
              <a:gd name="connsiteY116" fmla="*/ 658892 h 1834277"/>
              <a:gd name="connsiteX117" fmla="*/ 1234440 w 1532765"/>
              <a:gd name="connsiteY117" fmla="*/ 605552 h 1834277"/>
              <a:gd name="connsiteX118" fmla="*/ 1297305 w 1532765"/>
              <a:gd name="connsiteY118" fmla="*/ 544592 h 1834277"/>
              <a:gd name="connsiteX119" fmla="*/ 1348740 w 1532765"/>
              <a:gd name="connsiteY119" fmla="*/ 491252 h 1834277"/>
              <a:gd name="connsiteX120" fmla="*/ 1425893 w 1532765"/>
              <a:gd name="connsiteY120" fmla="*/ 415052 h 1834277"/>
              <a:gd name="connsiteX121" fmla="*/ 1463040 w 1532765"/>
              <a:gd name="connsiteY121" fmla="*/ 376952 h 1834277"/>
              <a:gd name="connsiteX122" fmla="*/ 1467803 w 1532765"/>
              <a:gd name="connsiteY122" fmla="*/ 329327 h 1834277"/>
              <a:gd name="connsiteX123" fmla="*/ 1445657 w 1532765"/>
              <a:gd name="connsiteY123" fmla="*/ 318492 h 1834277"/>
              <a:gd name="connsiteX124" fmla="*/ 485775 w 1532765"/>
              <a:gd name="connsiteY124" fmla="*/ 58817 h 1834277"/>
              <a:gd name="connsiteX125" fmla="*/ 442913 w 1532765"/>
              <a:gd name="connsiteY125" fmla="*/ 67389 h 1834277"/>
              <a:gd name="connsiteX126" fmla="*/ 420053 w 1532765"/>
              <a:gd name="connsiteY126" fmla="*/ 100727 h 1834277"/>
              <a:gd name="connsiteX127" fmla="*/ 418147 w 1532765"/>
              <a:gd name="connsiteY127" fmla="*/ 237887 h 1834277"/>
              <a:gd name="connsiteX128" fmla="*/ 421005 w 1532765"/>
              <a:gd name="connsiteY128" fmla="*/ 252174 h 1834277"/>
              <a:gd name="connsiteX129" fmla="*/ 839153 w 1532765"/>
              <a:gd name="connsiteY129" fmla="*/ 253127 h 1834277"/>
              <a:gd name="connsiteX130" fmla="*/ 841057 w 1532765"/>
              <a:gd name="connsiteY130" fmla="*/ 238839 h 1834277"/>
              <a:gd name="connsiteX131" fmla="*/ 841057 w 1532765"/>
              <a:gd name="connsiteY131" fmla="*/ 113109 h 1834277"/>
              <a:gd name="connsiteX132" fmla="*/ 833438 w 1532765"/>
              <a:gd name="connsiteY132" fmla="*/ 85487 h 1834277"/>
              <a:gd name="connsiteX133" fmla="*/ 794385 w 1532765"/>
              <a:gd name="connsiteY133" fmla="*/ 59769 h 1834277"/>
              <a:gd name="connsiteX134" fmla="*/ 775335 w 1532765"/>
              <a:gd name="connsiteY134" fmla="*/ 58817 h 1834277"/>
              <a:gd name="connsiteX135" fmla="*/ 485775 w 1532765"/>
              <a:gd name="connsiteY135" fmla="*/ 58817 h 1834277"/>
              <a:gd name="connsiteX136" fmla="*/ 480179 w 1532765"/>
              <a:gd name="connsiteY136" fmla="*/ 0 h 1834277"/>
              <a:gd name="connsiteX137" fmla="*/ 524828 w 1532765"/>
              <a:gd name="connsiteY137" fmla="*/ 1667 h 1834277"/>
              <a:gd name="connsiteX138" fmla="*/ 781050 w 1532765"/>
              <a:gd name="connsiteY138" fmla="*/ 1667 h 1834277"/>
              <a:gd name="connsiteX139" fmla="*/ 872490 w 1532765"/>
              <a:gd name="connsiteY139" fmla="*/ 46434 h 1834277"/>
              <a:gd name="connsiteX140" fmla="*/ 890588 w 1532765"/>
              <a:gd name="connsiteY140" fmla="*/ 85487 h 1834277"/>
              <a:gd name="connsiteX141" fmla="*/ 897255 w 1532765"/>
              <a:gd name="connsiteY141" fmla="*/ 144542 h 1834277"/>
              <a:gd name="connsiteX142" fmla="*/ 911543 w 1532765"/>
              <a:gd name="connsiteY142" fmla="*/ 144542 h 1834277"/>
              <a:gd name="connsiteX143" fmla="*/ 1178243 w 1532765"/>
              <a:gd name="connsiteY143" fmla="*/ 145494 h 1834277"/>
              <a:gd name="connsiteX144" fmla="*/ 1248728 w 1532765"/>
              <a:gd name="connsiteY144" fmla="*/ 191214 h 1834277"/>
              <a:gd name="connsiteX145" fmla="*/ 1261110 w 1532765"/>
              <a:gd name="connsiteY145" fmla="*/ 261699 h 1834277"/>
              <a:gd name="connsiteX146" fmla="*/ 1272540 w 1532765"/>
              <a:gd name="connsiteY146" fmla="*/ 279797 h 1834277"/>
              <a:gd name="connsiteX147" fmla="*/ 1329690 w 1532765"/>
              <a:gd name="connsiteY147" fmla="*/ 309324 h 1834277"/>
              <a:gd name="connsiteX148" fmla="*/ 1339215 w 1532765"/>
              <a:gd name="connsiteY148" fmla="*/ 315992 h 1834277"/>
              <a:gd name="connsiteX149" fmla="*/ 1361123 w 1532765"/>
              <a:gd name="connsiteY149" fmla="*/ 308372 h 1834277"/>
              <a:gd name="connsiteX150" fmla="*/ 1392555 w 1532765"/>
              <a:gd name="connsiteY150" fmla="*/ 275987 h 1834277"/>
              <a:gd name="connsiteX151" fmla="*/ 1405890 w 1532765"/>
              <a:gd name="connsiteY151" fmla="*/ 268367 h 1834277"/>
              <a:gd name="connsiteX152" fmla="*/ 1470660 w 1532765"/>
              <a:gd name="connsiteY152" fmla="*/ 264557 h 1834277"/>
              <a:gd name="connsiteX153" fmla="*/ 1508760 w 1532765"/>
              <a:gd name="connsiteY153" fmla="*/ 288369 h 1834277"/>
              <a:gd name="connsiteX154" fmla="*/ 1526857 w 1532765"/>
              <a:gd name="connsiteY154" fmla="*/ 319802 h 1834277"/>
              <a:gd name="connsiteX155" fmla="*/ 1532573 w 1532765"/>
              <a:gd name="connsiteY155" fmla="*/ 342662 h 1834277"/>
              <a:gd name="connsiteX156" fmla="*/ 1502093 w 1532765"/>
              <a:gd name="connsiteY156" fmla="*/ 416957 h 1834277"/>
              <a:gd name="connsiteX157" fmla="*/ 1440180 w 1532765"/>
              <a:gd name="connsiteY157" fmla="*/ 479822 h 1834277"/>
              <a:gd name="connsiteX158" fmla="*/ 1387793 w 1532765"/>
              <a:gd name="connsiteY158" fmla="*/ 531257 h 1834277"/>
              <a:gd name="connsiteX159" fmla="*/ 1325880 w 1532765"/>
              <a:gd name="connsiteY159" fmla="*/ 594122 h 1834277"/>
              <a:gd name="connsiteX160" fmla="*/ 1273493 w 1532765"/>
              <a:gd name="connsiteY160" fmla="*/ 645557 h 1834277"/>
              <a:gd name="connsiteX161" fmla="*/ 1211580 w 1532765"/>
              <a:gd name="connsiteY161" fmla="*/ 708422 h 1834277"/>
              <a:gd name="connsiteX162" fmla="*/ 1159193 w 1532765"/>
              <a:gd name="connsiteY162" fmla="*/ 751284 h 1834277"/>
              <a:gd name="connsiteX163" fmla="*/ 1103948 w 1532765"/>
              <a:gd name="connsiteY163" fmla="*/ 756999 h 1834277"/>
              <a:gd name="connsiteX164" fmla="*/ 1068705 w 1532765"/>
              <a:gd name="connsiteY164" fmla="*/ 739854 h 1834277"/>
              <a:gd name="connsiteX165" fmla="*/ 1042035 w 1532765"/>
              <a:gd name="connsiteY165" fmla="*/ 716042 h 1834277"/>
              <a:gd name="connsiteX166" fmla="*/ 978218 w 1532765"/>
              <a:gd name="connsiteY166" fmla="*/ 653177 h 1834277"/>
              <a:gd name="connsiteX167" fmla="*/ 926782 w 1532765"/>
              <a:gd name="connsiteY167" fmla="*/ 599837 h 1834277"/>
              <a:gd name="connsiteX168" fmla="*/ 902970 w 1532765"/>
              <a:gd name="connsiteY168" fmla="*/ 574119 h 1834277"/>
              <a:gd name="connsiteX169" fmla="*/ 889635 w 1532765"/>
              <a:gd name="connsiteY169" fmla="*/ 546497 h 1834277"/>
              <a:gd name="connsiteX170" fmla="*/ 883920 w 1532765"/>
              <a:gd name="connsiteY170" fmla="*/ 525542 h 1834277"/>
              <a:gd name="connsiteX171" fmla="*/ 913447 w 1532765"/>
              <a:gd name="connsiteY171" fmla="*/ 456009 h 1834277"/>
              <a:gd name="connsiteX172" fmla="*/ 992505 w 1532765"/>
              <a:gd name="connsiteY172" fmla="*/ 434102 h 1834277"/>
              <a:gd name="connsiteX173" fmla="*/ 1041082 w 1532765"/>
              <a:gd name="connsiteY173" fmla="*/ 464582 h 1834277"/>
              <a:gd name="connsiteX174" fmla="*/ 1094423 w 1532765"/>
              <a:gd name="connsiteY174" fmla="*/ 517922 h 1834277"/>
              <a:gd name="connsiteX175" fmla="*/ 1123950 w 1532765"/>
              <a:gd name="connsiteY175" fmla="*/ 546497 h 1834277"/>
              <a:gd name="connsiteX176" fmla="*/ 1177290 w 1532765"/>
              <a:gd name="connsiteY176" fmla="*/ 491252 h 1834277"/>
              <a:gd name="connsiteX177" fmla="*/ 1231582 w 1532765"/>
              <a:gd name="connsiteY177" fmla="*/ 439817 h 1834277"/>
              <a:gd name="connsiteX178" fmla="*/ 1291590 w 1532765"/>
              <a:gd name="connsiteY178" fmla="*/ 376952 h 1834277"/>
              <a:gd name="connsiteX179" fmla="*/ 1297305 w 1532765"/>
              <a:gd name="connsiteY179" fmla="*/ 373142 h 1834277"/>
              <a:gd name="connsiteX180" fmla="*/ 1293495 w 1532765"/>
              <a:gd name="connsiteY180" fmla="*/ 355044 h 1834277"/>
              <a:gd name="connsiteX181" fmla="*/ 1244918 w 1532765"/>
              <a:gd name="connsiteY181" fmla="*/ 328374 h 1834277"/>
              <a:gd name="connsiteX182" fmla="*/ 1213485 w 1532765"/>
              <a:gd name="connsiteY182" fmla="*/ 319802 h 1834277"/>
              <a:gd name="connsiteX183" fmla="*/ 1148715 w 1532765"/>
              <a:gd name="connsiteY183" fmla="*/ 308372 h 1834277"/>
              <a:gd name="connsiteX184" fmla="*/ 1123950 w 1532765"/>
              <a:gd name="connsiteY184" fmla="*/ 310277 h 1834277"/>
              <a:gd name="connsiteX185" fmla="*/ 1096328 w 1532765"/>
              <a:gd name="connsiteY185" fmla="*/ 313134 h 1834277"/>
              <a:gd name="connsiteX186" fmla="*/ 1044893 w 1532765"/>
              <a:gd name="connsiteY186" fmla="*/ 326469 h 1834277"/>
              <a:gd name="connsiteX187" fmla="*/ 1007745 w 1532765"/>
              <a:gd name="connsiteY187" fmla="*/ 341709 h 1834277"/>
              <a:gd name="connsiteX188" fmla="*/ 969645 w 1532765"/>
              <a:gd name="connsiteY188" fmla="*/ 364569 h 1834277"/>
              <a:gd name="connsiteX189" fmla="*/ 937260 w 1532765"/>
              <a:gd name="connsiteY189" fmla="*/ 391239 h 1834277"/>
              <a:gd name="connsiteX190" fmla="*/ 911543 w 1532765"/>
              <a:gd name="connsiteY190" fmla="*/ 421719 h 1834277"/>
              <a:gd name="connsiteX191" fmla="*/ 887730 w 1532765"/>
              <a:gd name="connsiteY191" fmla="*/ 457914 h 1834277"/>
              <a:gd name="connsiteX192" fmla="*/ 869632 w 1532765"/>
              <a:gd name="connsiteY192" fmla="*/ 499824 h 1834277"/>
              <a:gd name="connsiteX193" fmla="*/ 861060 w 1532765"/>
              <a:gd name="connsiteY193" fmla="*/ 530304 h 1834277"/>
              <a:gd name="connsiteX194" fmla="*/ 854393 w 1532765"/>
              <a:gd name="connsiteY194" fmla="*/ 585549 h 1834277"/>
              <a:gd name="connsiteX195" fmla="*/ 856297 w 1532765"/>
              <a:gd name="connsiteY195" fmla="*/ 639842 h 1834277"/>
              <a:gd name="connsiteX196" fmla="*/ 868680 w 1532765"/>
              <a:gd name="connsiteY196" fmla="*/ 685562 h 1834277"/>
              <a:gd name="connsiteX197" fmla="*/ 877253 w 1532765"/>
              <a:gd name="connsiteY197" fmla="*/ 712232 h 1834277"/>
              <a:gd name="connsiteX198" fmla="*/ 892493 w 1532765"/>
              <a:gd name="connsiteY198" fmla="*/ 741759 h 1834277"/>
              <a:gd name="connsiteX199" fmla="*/ 920115 w 1532765"/>
              <a:gd name="connsiteY199" fmla="*/ 778907 h 1834277"/>
              <a:gd name="connsiteX200" fmla="*/ 973455 w 1532765"/>
              <a:gd name="connsiteY200" fmla="*/ 827484 h 1834277"/>
              <a:gd name="connsiteX201" fmla="*/ 1028700 w 1532765"/>
              <a:gd name="connsiteY201" fmla="*/ 859869 h 1834277"/>
              <a:gd name="connsiteX202" fmla="*/ 1060132 w 1532765"/>
              <a:gd name="connsiteY202" fmla="*/ 870347 h 1834277"/>
              <a:gd name="connsiteX203" fmla="*/ 1109663 w 1532765"/>
              <a:gd name="connsiteY203" fmla="*/ 882729 h 1834277"/>
              <a:gd name="connsiteX204" fmla="*/ 1173480 w 1532765"/>
              <a:gd name="connsiteY204" fmla="*/ 879872 h 1834277"/>
              <a:gd name="connsiteX205" fmla="*/ 1181100 w 1532765"/>
              <a:gd name="connsiteY205" fmla="*/ 877967 h 1834277"/>
              <a:gd name="connsiteX206" fmla="*/ 1229678 w 1532765"/>
              <a:gd name="connsiteY206" fmla="*/ 869394 h 1834277"/>
              <a:gd name="connsiteX207" fmla="*/ 1273493 w 1532765"/>
              <a:gd name="connsiteY207" fmla="*/ 849392 h 1834277"/>
              <a:gd name="connsiteX208" fmla="*/ 1328738 w 1532765"/>
              <a:gd name="connsiteY208" fmla="*/ 813197 h 1834277"/>
              <a:gd name="connsiteX209" fmla="*/ 1385888 w 1532765"/>
              <a:gd name="connsiteY209" fmla="*/ 744617 h 1834277"/>
              <a:gd name="connsiteX210" fmla="*/ 1411605 w 1532765"/>
              <a:gd name="connsiteY210" fmla="*/ 694134 h 1834277"/>
              <a:gd name="connsiteX211" fmla="*/ 1420178 w 1532765"/>
              <a:gd name="connsiteY211" fmla="*/ 657939 h 1834277"/>
              <a:gd name="connsiteX212" fmla="*/ 1428750 w 1532765"/>
              <a:gd name="connsiteY212" fmla="*/ 599837 h 1834277"/>
              <a:gd name="connsiteX213" fmla="*/ 1454468 w 1532765"/>
              <a:gd name="connsiteY213" fmla="*/ 578882 h 1834277"/>
              <a:gd name="connsiteX214" fmla="*/ 1478280 w 1532765"/>
              <a:gd name="connsiteY214" fmla="*/ 597932 h 1834277"/>
              <a:gd name="connsiteX215" fmla="*/ 1480185 w 1532765"/>
              <a:gd name="connsiteY215" fmla="*/ 619839 h 1834277"/>
              <a:gd name="connsiteX216" fmla="*/ 1478280 w 1532765"/>
              <a:gd name="connsiteY216" fmla="*/ 641747 h 1834277"/>
              <a:gd name="connsiteX217" fmla="*/ 1464945 w 1532765"/>
              <a:gd name="connsiteY217" fmla="*/ 697944 h 1834277"/>
              <a:gd name="connsiteX218" fmla="*/ 1457325 w 1532765"/>
              <a:gd name="connsiteY218" fmla="*/ 719852 h 1834277"/>
              <a:gd name="connsiteX219" fmla="*/ 1422082 w 1532765"/>
              <a:gd name="connsiteY219" fmla="*/ 788432 h 1834277"/>
              <a:gd name="connsiteX220" fmla="*/ 1372553 w 1532765"/>
              <a:gd name="connsiteY220" fmla="*/ 845582 h 1834277"/>
              <a:gd name="connsiteX221" fmla="*/ 1325880 w 1532765"/>
              <a:gd name="connsiteY221" fmla="*/ 884634 h 1834277"/>
              <a:gd name="connsiteX222" fmla="*/ 1269682 w 1532765"/>
              <a:gd name="connsiteY222" fmla="*/ 914162 h 1834277"/>
              <a:gd name="connsiteX223" fmla="*/ 1263968 w 1532765"/>
              <a:gd name="connsiteY223" fmla="*/ 922734 h 1834277"/>
              <a:gd name="connsiteX224" fmla="*/ 1263968 w 1532765"/>
              <a:gd name="connsiteY224" fmla="*/ 936069 h 1834277"/>
              <a:gd name="connsiteX225" fmla="*/ 1263968 w 1532765"/>
              <a:gd name="connsiteY225" fmla="*/ 1738074 h 1834277"/>
              <a:gd name="connsiteX226" fmla="*/ 1256348 w 1532765"/>
              <a:gd name="connsiteY226" fmla="*/ 1780937 h 1834277"/>
              <a:gd name="connsiteX227" fmla="*/ 1221105 w 1532765"/>
              <a:gd name="connsiteY227" fmla="*/ 1820942 h 1834277"/>
              <a:gd name="connsiteX228" fmla="*/ 1162050 w 1532765"/>
              <a:gd name="connsiteY228" fmla="*/ 1834277 h 1834277"/>
              <a:gd name="connsiteX229" fmla="*/ 99060 w 1532765"/>
              <a:gd name="connsiteY229" fmla="*/ 1834277 h 1834277"/>
              <a:gd name="connsiteX230" fmla="*/ 39053 w 1532765"/>
              <a:gd name="connsiteY230" fmla="*/ 1819037 h 1834277"/>
              <a:gd name="connsiteX231" fmla="*/ 5715 w 1532765"/>
              <a:gd name="connsiteY231" fmla="*/ 1777127 h 1834277"/>
              <a:gd name="connsiteX232" fmla="*/ 0 w 1532765"/>
              <a:gd name="connsiteY232" fmla="*/ 1731407 h 1834277"/>
              <a:gd name="connsiteX233" fmla="*/ 0 w 1532765"/>
              <a:gd name="connsiteY233" fmla="*/ 244554 h 1834277"/>
              <a:gd name="connsiteX234" fmla="*/ 15240 w 1532765"/>
              <a:gd name="connsiteY234" fmla="*/ 188357 h 1834277"/>
              <a:gd name="connsiteX235" fmla="*/ 59055 w 1532765"/>
              <a:gd name="connsiteY235" fmla="*/ 154067 h 1834277"/>
              <a:gd name="connsiteX236" fmla="*/ 112395 w 1532765"/>
              <a:gd name="connsiteY236" fmla="*/ 148352 h 1834277"/>
              <a:gd name="connsiteX237" fmla="*/ 265747 w 1532765"/>
              <a:gd name="connsiteY237" fmla="*/ 148352 h 1834277"/>
              <a:gd name="connsiteX238" fmla="*/ 292418 w 1532765"/>
              <a:gd name="connsiteY238" fmla="*/ 165497 h 1834277"/>
              <a:gd name="connsiteX239" fmla="*/ 285750 w 1532765"/>
              <a:gd name="connsiteY239" fmla="*/ 195977 h 1834277"/>
              <a:gd name="connsiteX240" fmla="*/ 260032 w 1532765"/>
              <a:gd name="connsiteY240" fmla="*/ 203597 h 1834277"/>
              <a:gd name="connsiteX241" fmla="*/ 94297 w 1532765"/>
              <a:gd name="connsiteY241" fmla="*/ 203597 h 1834277"/>
              <a:gd name="connsiteX242" fmla="*/ 56197 w 1532765"/>
              <a:gd name="connsiteY242" fmla="*/ 241697 h 1834277"/>
              <a:gd name="connsiteX243" fmla="*/ 56197 w 1532765"/>
              <a:gd name="connsiteY243" fmla="*/ 251222 h 1834277"/>
              <a:gd name="connsiteX244" fmla="*/ 56197 w 1532765"/>
              <a:gd name="connsiteY244" fmla="*/ 1730454 h 1834277"/>
              <a:gd name="connsiteX245" fmla="*/ 57150 w 1532765"/>
              <a:gd name="connsiteY245" fmla="*/ 1754267 h 1834277"/>
              <a:gd name="connsiteX246" fmla="*/ 80010 w 1532765"/>
              <a:gd name="connsiteY246" fmla="*/ 1777127 h 1834277"/>
              <a:gd name="connsiteX247" fmla="*/ 100965 w 1532765"/>
              <a:gd name="connsiteY247" fmla="*/ 1778079 h 1834277"/>
              <a:gd name="connsiteX248" fmla="*/ 1164907 w 1532765"/>
              <a:gd name="connsiteY248" fmla="*/ 1778079 h 1834277"/>
              <a:gd name="connsiteX249" fmla="*/ 1204913 w 1532765"/>
              <a:gd name="connsiteY249" fmla="*/ 1761887 h 1834277"/>
              <a:gd name="connsiteX250" fmla="*/ 1208723 w 1532765"/>
              <a:gd name="connsiteY250" fmla="*/ 1752362 h 1834277"/>
              <a:gd name="connsiteX251" fmla="*/ 1209675 w 1532765"/>
              <a:gd name="connsiteY251" fmla="*/ 1733312 h 1834277"/>
              <a:gd name="connsiteX252" fmla="*/ 1209675 w 1532765"/>
              <a:gd name="connsiteY252" fmla="*/ 949404 h 1834277"/>
              <a:gd name="connsiteX253" fmla="*/ 1192530 w 1532765"/>
              <a:gd name="connsiteY253" fmla="*/ 933212 h 1834277"/>
              <a:gd name="connsiteX254" fmla="*/ 1094423 w 1532765"/>
              <a:gd name="connsiteY254" fmla="*/ 933212 h 1834277"/>
              <a:gd name="connsiteX255" fmla="*/ 1046797 w 1532765"/>
              <a:gd name="connsiteY255" fmla="*/ 921782 h 1834277"/>
              <a:gd name="connsiteX256" fmla="*/ 1022032 w 1532765"/>
              <a:gd name="connsiteY256" fmla="*/ 914162 h 1834277"/>
              <a:gd name="connsiteX257" fmla="*/ 955357 w 1532765"/>
              <a:gd name="connsiteY257" fmla="*/ 879872 h 1834277"/>
              <a:gd name="connsiteX258" fmla="*/ 896303 w 1532765"/>
              <a:gd name="connsiteY258" fmla="*/ 833199 h 1834277"/>
              <a:gd name="connsiteX259" fmla="*/ 872490 w 1532765"/>
              <a:gd name="connsiteY259" fmla="*/ 803672 h 1834277"/>
              <a:gd name="connsiteX260" fmla="*/ 837247 w 1532765"/>
              <a:gd name="connsiteY260" fmla="*/ 751284 h 1834277"/>
              <a:gd name="connsiteX261" fmla="*/ 828675 w 1532765"/>
              <a:gd name="connsiteY261" fmla="*/ 726519 h 1834277"/>
              <a:gd name="connsiteX262" fmla="*/ 822007 w 1532765"/>
              <a:gd name="connsiteY262" fmla="*/ 710327 h 1834277"/>
              <a:gd name="connsiteX263" fmla="*/ 809625 w 1532765"/>
              <a:gd name="connsiteY263" fmla="*/ 675084 h 1834277"/>
              <a:gd name="connsiteX264" fmla="*/ 808672 w 1532765"/>
              <a:gd name="connsiteY264" fmla="*/ 672227 h 1834277"/>
              <a:gd name="connsiteX265" fmla="*/ 802005 w 1532765"/>
              <a:gd name="connsiteY265" fmla="*/ 562689 h 1834277"/>
              <a:gd name="connsiteX266" fmla="*/ 816293 w 1532765"/>
              <a:gd name="connsiteY266" fmla="*/ 496014 h 1834277"/>
              <a:gd name="connsiteX267" fmla="*/ 834390 w 1532765"/>
              <a:gd name="connsiteY267" fmla="*/ 454104 h 1834277"/>
              <a:gd name="connsiteX268" fmla="*/ 850582 w 1532765"/>
              <a:gd name="connsiteY268" fmla="*/ 418862 h 1834277"/>
              <a:gd name="connsiteX269" fmla="*/ 880110 w 1532765"/>
              <a:gd name="connsiteY269" fmla="*/ 378857 h 1834277"/>
              <a:gd name="connsiteX270" fmla="*/ 920115 w 1532765"/>
              <a:gd name="connsiteY270" fmla="*/ 339804 h 1834277"/>
              <a:gd name="connsiteX271" fmla="*/ 952500 w 1532765"/>
              <a:gd name="connsiteY271" fmla="*/ 314087 h 1834277"/>
              <a:gd name="connsiteX272" fmla="*/ 994410 w 1532765"/>
              <a:gd name="connsiteY272" fmla="*/ 289322 h 1834277"/>
              <a:gd name="connsiteX273" fmla="*/ 1046797 w 1532765"/>
              <a:gd name="connsiteY273" fmla="*/ 270272 h 1834277"/>
              <a:gd name="connsiteX274" fmla="*/ 1089660 w 1532765"/>
              <a:gd name="connsiteY274" fmla="*/ 257889 h 1834277"/>
              <a:gd name="connsiteX275" fmla="*/ 1098232 w 1532765"/>
              <a:gd name="connsiteY275" fmla="*/ 256937 h 1834277"/>
              <a:gd name="connsiteX276" fmla="*/ 1183005 w 1532765"/>
              <a:gd name="connsiteY276" fmla="*/ 256937 h 1834277"/>
              <a:gd name="connsiteX277" fmla="*/ 1203960 w 1532765"/>
              <a:gd name="connsiteY277" fmla="*/ 261699 h 1834277"/>
              <a:gd name="connsiteX278" fmla="*/ 1190625 w 1532765"/>
              <a:gd name="connsiteY278" fmla="*/ 208359 h 1834277"/>
              <a:gd name="connsiteX279" fmla="*/ 1181100 w 1532765"/>
              <a:gd name="connsiteY279" fmla="*/ 203597 h 1834277"/>
              <a:gd name="connsiteX280" fmla="*/ 1148715 w 1532765"/>
              <a:gd name="connsiteY280" fmla="*/ 202644 h 1834277"/>
              <a:gd name="connsiteX281" fmla="*/ 910590 w 1532765"/>
              <a:gd name="connsiteY281" fmla="*/ 202644 h 1834277"/>
              <a:gd name="connsiteX282" fmla="*/ 895350 w 1532765"/>
              <a:gd name="connsiteY282" fmla="*/ 202644 h 1834277"/>
              <a:gd name="connsiteX283" fmla="*/ 895350 w 1532765"/>
              <a:gd name="connsiteY283" fmla="*/ 239792 h 1834277"/>
              <a:gd name="connsiteX284" fmla="*/ 831532 w 1532765"/>
              <a:gd name="connsiteY284" fmla="*/ 304562 h 1834277"/>
              <a:gd name="connsiteX285" fmla="*/ 635318 w 1532765"/>
              <a:gd name="connsiteY285" fmla="*/ 303609 h 1834277"/>
              <a:gd name="connsiteX286" fmla="*/ 428625 w 1532765"/>
              <a:gd name="connsiteY286" fmla="*/ 303609 h 1834277"/>
              <a:gd name="connsiteX287" fmla="*/ 379095 w 1532765"/>
              <a:gd name="connsiteY287" fmla="*/ 286464 h 1834277"/>
              <a:gd name="connsiteX288" fmla="*/ 370522 w 1532765"/>
              <a:gd name="connsiteY288" fmla="*/ 274082 h 1834277"/>
              <a:gd name="connsiteX289" fmla="*/ 360997 w 1532765"/>
              <a:gd name="connsiteY289" fmla="*/ 246459 h 1834277"/>
              <a:gd name="connsiteX290" fmla="*/ 360997 w 1532765"/>
              <a:gd name="connsiteY290" fmla="*/ 104537 h 1834277"/>
              <a:gd name="connsiteX291" fmla="*/ 373380 w 1532765"/>
              <a:gd name="connsiteY291" fmla="*/ 64532 h 1834277"/>
              <a:gd name="connsiteX292" fmla="*/ 413385 w 1532765"/>
              <a:gd name="connsiteY292" fmla="*/ 17859 h 1834277"/>
              <a:gd name="connsiteX293" fmla="*/ 436245 w 1532765"/>
              <a:gd name="connsiteY293" fmla="*/ 8334 h 1834277"/>
              <a:gd name="connsiteX294" fmla="*/ 480179 w 1532765"/>
              <a:gd name="connsiteY294" fmla="*/ 0 h 1834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</a:cxnLst>
            <a:rect l="l" t="t" r="r" b="b"/>
            <a:pathLst>
              <a:path w="1532765" h="1834277">
                <a:moveTo>
                  <a:pt x="395287" y="1455182"/>
                </a:moveTo>
                <a:cubicBezTo>
                  <a:pt x="398145" y="1454230"/>
                  <a:pt x="401955" y="1455182"/>
                  <a:pt x="405765" y="1455182"/>
                </a:cubicBezTo>
                <a:cubicBezTo>
                  <a:pt x="549593" y="1455182"/>
                  <a:pt x="693420" y="1455182"/>
                  <a:pt x="838200" y="1455182"/>
                </a:cubicBezTo>
                <a:cubicBezTo>
                  <a:pt x="850582" y="1455182"/>
                  <a:pt x="859155" y="1458040"/>
                  <a:pt x="865822" y="1469470"/>
                </a:cubicBezTo>
                <a:cubicBezTo>
                  <a:pt x="873443" y="1481852"/>
                  <a:pt x="864870" y="1503760"/>
                  <a:pt x="849630" y="1505665"/>
                </a:cubicBezTo>
                <a:cubicBezTo>
                  <a:pt x="843915" y="1506617"/>
                  <a:pt x="837247" y="1506617"/>
                  <a:pt x="831532" y="1506617"/>
                </a:cubicBezTo>
                <a:cubicBezTo>
                  <a:pt x="760095" y="1505665"/>
                  <a:pt x="690563" y="1505665"/>
                  <a:pt x="620078" y="1505665"/>
                </a:cubicBezTo>
                <a:cubicBezTo>
                  <a:pt x="548640" y="1505665"/>
                  <a:pt x="477203" y="1505665"/>
                  <a:pt x="406718" y="1505665"/>
                </a:cubicBezTo>
                <a:cubicBezTo>
                  <a:pt x="398145" y="1505665"/>
                  <a:pt x="388620" y="1507570"/>
                  <a:pt x="381000" y="1498045"/>
                </a:cubicBezTo>
                <a:cubicBezTo>
                  <a:pt x="372428" y="1487567"/>
                  <a:pt x="375285" y="1476137"/>
                  <a:pt x="378143" y="1466612"/>
                </a:cubicBezTo>
                <a:cubicBezTo>
                  <a:pt x="379095" y="1461850"/>
                  <a:pt x="388620" y="1458040"/>
                  <a:pt x="395287" y="1455182"/>
                </a:cubicBezTo>
                <a:close/>
                <a:moveTo>
                  <a:pt x="225742" y="1361838"/>
                </a:moveTo>
                <a:cubicBezTo>
                  <a:pt x="197167" y="1365647"/>
                  <a:pt x="172402" y="1387555"/>
                  <a:pt x="171449" y="1418035"/>
                </a:cubicBezTo>
                <a:cubicBezTo>
                  <a:pt x="170497" y="1444705"/>
                  <a:pt x="200024" y="1474232"/>
                  <a:pt x="225742" y="1474232"/>
                </a:cubicBezTo>
                <a:cubicBezTo>
                  <a:pt x="254317" y="1474232"/>
                  <a:pt x="282892" y="1445657"/>
                  <a:pt x="282892" y="1418988"/>
                </a:cubicBezTo>
                <a:cubicBezTo>
                  <a:pt x="281939" y="1391365"/>
                  <a:pt x="251459" y="1361838"/>
                  <a:pt x="225742" y="1361838"/>
                </a:cubicBezTo>
                <a:close/>
                <a:moveTo>
                  <a:pt x="408622" y="1327547"/>
                </a:moveTo>
                <a:cubicBezTo>
                  <a:pt x="461962" y="1327547"/>
                  <a:pt x="514350" y="1327547"/>
                  <a:pt x="567690" y="1327547"/>
                </a:cubicBezTo>
                <a:cubicBezTo>
                  <a:pt x="619125" y="1327547"/>
                  <a:pt x="670560" y="1327547"/>
                  <a:pt x="721995" y="1327547"/>
                </a:cubicBezTo>
                <a:cubicBezTo>
                  <a:pt x="739140" y="1327547"/>
                  <a:pt x="757237" y="1340882"/>
                  <a:pt x="756285" y="1356122"/>
                </a:cubicBezTo>
                <a:cubicBezTo>
                  <a:pt x="755332" y="1369457"/>
                  <a:pt x="741997" y="1382792"/>
                  <a:pt x="727710" y="1382792"/>
                </a:cubicBezTo>
                <a:cubicBezTo>
                  <a:pt x="672465" y="1382792"/>
                  <a:pt x="618172" y="1382792"/>
                  <a:pt x="563880" y="1382792"/>
                </a:cubicBezTo>
                <a:cubicBezTo>
                  <a:pt x="510540" y="1382792"/>
                  <a:pt x="457200" y="1382792"/>
                  <a:pt x="403860" y="1382792"/>
                </a:cubicBezTo>
                <a:cubicBezTo>
                  <a:pt x="379095" y="1382792"/>
                  <a:pt x="370522" y="1362789"/>
                  <a:pt x="377190" y="1343739"/>
                </a:cubicBezTo>
                <a:cubicBezTo>
                  <a:pt x="381000" y="1332310"/>
                  <a:pt x="395287" y="1327547"/>
                  <a:pt x="408622" y="1327547"/>
                </a:cubicBezTo>
                <a:close/>
                <a:moveTo>
                  <a:pt x="225742" y="1309450"/>
                </a:moveTo>
                <a:cubicBezTo>
                  <a:pt x="282892" y="1309450"/>
                  <a:pt x="337184" y="1359932"/>
                  <a:pt x="333374" y="1417082"/>
                </a:cubicBezTo>
                <a:cubicBezTo>
                  <a:pt x="337184" y="1476138"/>
                  <a:pt x="283844" y="1525667"/>
                  <a:pt x="226694" y="1525667"/>
                </a:cubicBezTo>
                <a:cubicBezTo>
                  <a:pt x="167639" y="1525667"/>
                  <a:pt x="118109" y="1476138"/>
                  <a:pt x="118109" y="1417082"/>
                </a:cubicBezTo>
                <a:cubicBezTo>
                  <a:pt x="118109" y="1360885"/>
                  <a:pt x="168592" y="1309450"/>
                  <a:pt x="225742" y="1309450"/>
                </a:cubicBezTo>
                <a:close/>
                <a:moveTo>
                  <a:pt x="405765" y="1125617"/>
                </a:moveTo>
                <a:cubicBezTo>
                  <a:pt x="462915" y="1125617"/>
                  <a:pt x="520065" y="1125617"/>
                  <a:pt x="577215" y="1125617"/>
                </a:cubicBezTo>
                <a:cubicBezTo>
                  <a:pt x="591502" y="1125617"/>
                  <a:pt x="605790" y="1125617"/>
                  <a:pt x="619125" y="1125617"/>
                </a:cubicBezTo>
                <a:cubicBezTo>
                  <a:pt x="633412" y="1125617"/>
                  <a:pt x="646747" y="1138000"/>
                  <a:pt x="647700" y="1151334"/>
                </a:cubicBezTo>
                <a:cubicBezTo>
                  <a:pt x="648652" y="1168480"/>
                  <a:pt x="636269" y="1181814"/>
                  <a:pt x="619125" y="1181814"/>
                </a:cubicBezTo>
                <a:cubicBezTo>
                  <a:pt x="582930" y="1182767"/>
                  <a:pt x="546735" y="1182767"/>
                  <a:pt x="510540" y="1182767"/>
                </a:cubicBezTo>
                <a:cubicBezTo>
                  <a:pt x="474344" y="1182767"/>
                  <a:pt x="439102" y="1182767"/>
                  <a:pt x="402907" y="1182767"/>
                </a:cubicBezTo>
                <a:cubicBezTo>
                  <a:pt x="383857" y="1182767"/>
                  <a:pt x="367665" y="1159907"/>
                  <a:pt x="377190" y="1142762"/>
                </a:cubicBezTo>
                <a:cubicBezTo>
                  <a:pt x="382905" y="1132284"/>
                  <a:pt x="392430" y="1125617"/>
                  <a:pt x="405765" y="1125617"/>
                </a:cubicBezTo>
                <a:close/>
                <a:moveTo>
                  <a:pt x="226694" y="1039893"/>
                </a:moveTo>
                <a:cubicBezTo>
                  <a:pt x="190499" y="1037035"/>
                  <a:pt x="171449" y="1064658"/>
                  <a:pt x="170497" y="1091327"/>
                </a:cubicBezTo>
                <a:cubicBezTo>
                  <a:pt x="169544" y="1117997"/>
                  <a:pt x="194309" y="1146572"/>
                  <a:pt x="224789" y="1146572"/>
                </a:cubicBezTo>
                <a:cubicBezTo>
                  <a:pt x="253364" y="1146572"/>
                  <a:pt x="283844" y="1119902"/>
                  <a:pt x="280987" y="1092280"/>
                </a:cubicBezTo>
                <a:cubicBezTo>
                  <a:pt x="279081" y="1066562"/>
                  <a:pt x="264794" y="1037987"/>
                  <a:pt x="226694" y="1039893"/>
                </a:cubicBezTo>
                <a:close/>
                <a:moveTo>
                  <a:pt x="395287" y="1003697"/>
                </a:moveTo>
                <a:cubicBezTo>
                  <a:pt x="415289" y="1003697"/>
                  <a:pt x="435292" y="1003697"/>
                  <a:pt x="454342" y="1003697"/>
                </a:cubicBezTo>
                <a:cubicBezTo>
                  <a:pt x="581024" y="1003697"/>
                  <a:pt x="706754" y="1003697"/>
                  <a:pt x="833437" y="1003697"/>
                </a:cubicBezTo>
                <a:cubicBezTo>
                  <a:pt x="846772" y="1003697"/>
                  <a:pt x="856297" y="1005602"/>
                  <a:pt x="863917" y="1017985"/>
                </a:cubicBezTo>
                <a:cubicBezTo>
                  <a:pt x="868679" y="1026557"/>
                  <a:pt x="868679" y="1032272"/>
                  <a:pt x="863917" y="1039892"/>
                </a:cubicBezTo>
                <a:cubicBezTo>
                  <a:pt x="857249" y="1052274"/>
                  <a:pt x="847724" y="1054180"/>
                  <a:pt x="834389" y="1054180"/>
                </a:cubicBezTo>
                <a:cubicBezTo>
                  <a:pt x="763904" y="1055132"/>
                  <a:pt x="691514" y="1055132"/>
                  <a:pt x="619124" y="1055132"/>
                </a:cubicBezTo>
                <a:cubicBezTo>
                  <a:pt x="547687" y="1055132"/>
                  <a:pt x="476249" y="1055132"/>
                  <a:pt x="404812" y="1055132"/>
                </a:cubicBezTo>
                <a:cubicBezTo>
                  <a:pt x="396239" y="1055132"/>
                  <a:pt x="388619" y="1057037"/>
                  <a:pt x="380999" y="1047512"/>
                </a:cubicBezTo>
                <a:cubicBezTo>
                  <a:pt x="372427" y="1037035"/>
                  <a:pt x="375284" y="1026557"/>
                  <a:pt x="377189" y="1017032"/>
                </a:cubicBezTo>
                <a:cubicBezTo>
                  <a:pt x="378142" y="1010364"/>
                  <a:pt x="385762" y="1003697"/>
                  <a:pt x="395287" y="1003697"/>
                </a:cubicBezTo>
                <a:close/>
                <a:moveTo>
                  <a:pt x="226694" y="983695"/>
                </a:moveTo>
                <a:cubicBezTo>
                  <a:pt x="281939" y="983695"/>
                  <a:pt x="336231" y="1029415"/>
                  <a:pt x="333374" y="1092280"/>
                </a:cubicBezTo>
                <a:cubicBezTo>
                  <a:pt x="337184" y="1150382"/>
                  <a:pt x="282892" y="1199913"/>
                  <a:pt x="225742" y="1199913"/>
                </a:cubicBezTo>
                <a:cubicBezTo>
                  <a:pt x="168592" y="1199913"/>
                  <a:pt x="117156" y="1148477"/>
                  <a:pt x="118109" y="1092280"/>
                </a:cubicBezTo>
                <a:cubicBezTo>
                  <a:pt x="119062" y="1030368"/>
                  <a:pt x="168592" y="983695"/>
                  <a:pt x="226694" y="983695"/>
                </a:cubicBezTo>
                <a:close/>
                <a:moveTo>
                  <a:pt x="406717" y="802720"/>
                </a:moveTo>
                <a:cubicBezTo>
                  <a:pt x="458152" y="802720"/>
                  <a:pt x="511492" y="802720"/>
                  <a:pt x="563880" y="802720"/>
                </a:cubicBezTo>
                <a:cubicBezTo>
                  <a:pt x="618172" y="802720"/>
                  <a:pt x="672465" y="802720"/>
                  <a:pt x="726757" y="802720"/>
                </a:cubicBezTo>
                <a:cubicBezTo>
                  <a:pt x="745807" y="802720"/>
                  <a:pt x="756285" y="813197"/>
                  <a:pt x="755332" y="831295"/>
                </a:cubicBezTo>
                <a:cubicBezTo>
                  <a:pt x="754380" y="839868"/>
                  <a:pt x="741997" y="853202"/>
                  <a:pt x="734377" y="854155"/>
                </a:cubicBezTo>
                <a:cubicBezTo>
                  <a:pt x="730567" y="854155"/>
                  <a:pt x="727710" y="854155"/>
                  <a:pt x="723900" y="854155"/>
                </a:cubicBezTo>
                <a:cubicBezTo>
                  <a:pt x="618172" y="854155"/>
                  <a:pt x="512445" y="854155"/>
                  <a:pt x="406717" y="854155"/>
                </a:cubicBezTo>
                <a:cubicBezTo>
                  <a:pt x="397192" y="854155"/>
                  <a:pt x="388620" y="854155"/>
                  <a:pt x="381000" y="845583"/>
                </a:cubicBezTo>
                <a:cubicBezTo>
                  <a:pt x="376237" y="838915"/>
                  <a:pt x="375285" y="817008"/>
                  <a:pt x="380047" y="811293"/>
                </a:cubicBezTo>
                <a:cubicBezTo>
                  <a:pt x="387667" y="802720"/>
                  <a:pt x="396240" y="802720"/>
                  <a:pt x="406717" y="802720"/>
                </a:cubicBezTo>
                <a:close/>
                <a:moveTo>
                  <a:pt x="226694" y="710327"/>
                </a:moveTo>
                <a:cubicBezTo>
                  <a:pt x="188594" y="706517"/>
                  <a:pt x="171449" y="738902"/>
                  <a:pt x="171449" y="763667"/>
                </a:cubicBezTo>
                <a:cubicBezTo>
                  <a:pt x="171449" y="791290"/>
                  <a:pt x="197167" y="817007"/>
                  <a:pt x="226694" y="817960"/>
                </a:cubicBezTo>
                <a:cubicBezTo>
                  <a:pt x="253364" y="818912"/>
                  <a:pt x="281939" y="789385"/>
                  <a:pt x="281939" y="762715"/>
                </a:cubicBezTo>
                <a:cubicBezTo>
                  <a:pt x="281939" y="733187"/>
                  <a:pt x="258127" y="710327"/>
                  <a:pt x="226694" y="710327"/>
                </a:cubicBezTo>
                <a:close/>
                <a:moveTo>
                  <a:pt x="405764" y="676037"/>
                </a:moveTo>
                <a:cubicBezTo>
                  <a:pt x="439102" y="676037"/>
                  <a:pt x="472439" y="676037"/>
                  <a:pt x="506729" y="676037"/>
                </a:cubicBezTo>
                <a:cubicBezTo>
                  <a:pt x="579119" y="676037"/>
                  <a:pt x="650557" y="676037"/>
                  <a:pt x="722947" y="676037"/>
                </a:cubicBezTo>
                <a:cubicBezTo>
                  <a:pt x="740092" y="676037"/>
                  <a:pt x="755332" y="689372"/>
                  <a:pt x="755332" y="704612"/>
                </a:cubicBezTo>
                <a:cubicBezTo>
                  <a:pt x="755332" y="719852"/>
                  <a:pt x="741997" y="732235"/>
                  <a:pt x="725804" y="732235"/>
                </a:cubicBezTo>
                <a:cubicBezTo>
                  <a:pt x="671512" y="732235"/>
                  <a:pt x="617219" y="732235"/>
                  <a:pt x="563879" y="732235"/>
                </a:cubicBezTo>
                <a:cubicBezTo>
                  <a:pt x="510539" y="732235"/>
                  <a:pt x="458152" y="732235"/>
                  <a:pt x="404812" y="732235"/>
                </a:cubicBezTo>
                <a:cubicBezTo>
                  <a:pt x="380047" y="732235"/>
                  <a:pt x="371474" y="713185"/>
                  <a:pt x="376237" y="693182"/>
                </a:cubicBezTo>
                <a:cubicBezTo>
                  <a:pt x="378142" y="685562"/>
                  <a:pt x="395287" y="676037"/>
                  <a:pt x="405764" y="676037"/>
                </a:cubicBezTo>
                <a:close/>
                <a:moveTo>
                  <a:pt x="226694" y="653177"/>
                </a:moveTo>
                <a:cubicBezTo>
                  <a:pt x="283844" y="653177"/>
                  <a:pt x="334327" y="702707"/>
                  <a:pt x="335279" y="762715"/>
                </a:cubicBezTo>
                <a:cubicBezTo>
                  <a:pt x="334327" y="819865"/>
                  <a:pt x="282892" y="874157"/>
                  <a:pt x="225742" y="869395"/>
                </a:cubicBezTo>
                <a:cubicBezTo>
                  <a:pt x="167639" y="874157"/>
                  <a:pt x="117157" y="817960"/>
                  <a:pt x="118109" y="761762"/>
                </a:cubicBezTo>
                <a:cubicBezTo>
                  <a:pt x="119062" y="703660"/>
                  <a:pt x="168592" y="653177"/>
                  <a:pt x="226694" y="653177"/>
                </a:cubicBezTo>
                <a:close/>
                <a:moveTo>
                  <a:pt x="193357" y="399812"/>
                </a:moveTo>
                <a:cubicBezTo>
                  <a:pt x="235267" y="399812"/>
                  <a:pt x="277177" y="399812"/>
                  <a:pt x="319087" y="399812"/>
                </a:cubicBezTo>
                <a:cubicBezTo>
                  <a:pt x="331469" y="399812"/>
                  <a:pt x="342899" y="402670"/>
                  <a:pt x="355282" y="402670"/>
                </a:cubicBezTo>
                <a:cubicBezTo>
                  <a:pt x="365759" y="403622"/>
                  <a:pt x="372427" y="409337"/>
                  <a:pt x="375284" y="418862"/>
                </a:cubicBezTo>
                <a:cubicBezTo>
                  <a:pt x="378142" y="429340"/>
                  <a:pt x="377189" y="440770"/>
                  <a:pt x="365759" y="447437"/>
                </a:cubicBezTo>
                <a:cubicBezTo>
                  <a:pt x="360044" y="450295"/>
                  <a:pt x="352424" y="454105"/>
                  <a:pt x="345757" y="454105"/>
                </a:cubicBezTo>
                <a:cubicBezTo>
                  <a:pt x="317182" y="455057"/>
                  <a:pt x="287654" y="454105"/>
                  <a:pt x="259079" y="454105"/>
                </a:cubicBezTo>
                <a:cubicBezTo>
                  <a:pt x="228599" y="454105"/>
                  <a:pt x="198119" y="454105"/>
                  <a:pt x="167639" y="454105"/>
                </a:cubicBezTo>
                <a:cubicBezTo>
                  <a:pt x="154304" y="454105"/>
                  <a:pt x="140969" y="439817"/>
                  <a:pt x="140969" y="427435"/>
                </a:cubicBezTo>
                <a:cubicBezTo>
                  <a:pt x="140969" y="416957"/>
                  <a:pt x="149542" y="405527"/>
                  <a:pt x="160019" y="403622"/>
                </a:cubicBezTo>
                <a:cubicBezTo>
                  <a:pt x="171449" y="401717"/>
                  <a:pt x="182879" y="399812"/>
                  <a:pt x="193357" y="399812"/>
                </a:cubicBezTo>
                <a:close/>
                <a:moveTo>
                  <a:pt x="1445657" y="318492"/>
                </a:moveTo>
                <a:cubicBezTo>
                  <a:pt x="1437084" y="317659"/>
                  <a:pt x="1428274" y="319802"/>
                  <a:pt x="1422082" y="325517"/>
                </a:cubicBezTo>
                <a:cubicBezTo>
                  <a:pt x="1404938" y="340757"/>
                  <a:pt x="1388745" y="356949"/>
                  <a:pt x="1372553" y="373142"/>
                </a:cubicBezTo>
                <a:cubicBezTo>
                  <a:pt x="1354455" y="391239"/>
                  <a:pt x="1336357" y="409337"/>
                  <a:pt x="1318260" y="426482"/>
                </a:cubicBezTo>
                <a:cubicBezTo>
                  <a:pt x="1301115" y="443627"/>
                  <a:pt x="1283970" y="460772"/>
                  <a:pt x="1266825" y="477917"/>
                </a:cubicBezTo>
                <a:cubicBezTo>
                  <a:pt x="1251585" y="493157"/>
                  <a:pt x="1236345" y="509349"/>
                  <a:pt x="1220153" y="525542"/>
                </a:cubicBezTo>
                <a:cubicBezTo>
                  <a:pt x="1197293" y="548402"/>
                  <a:pt x="1174432" y="572214"/>
                  <a:pt x="1150620" y="595074"/>
                </a:cubicBezTo>
                <a:cubicBezTo>
                  <a:pt x="1143953" y="601742"/>
                  <a:pt x="1136332" y="608409"/>
                  <a:pt x="1127760" y="612219"/>
                </a:cubicBezTo>
                <a:cubicBezTo>
                  <a:pt x="1115378" y="616982"/>
                  <a:pt x="1104900" y="610314"/>
                  <a:pt x="1096328" y="601742"/>
                </a:cubicBezTo>
                <a:cubicBezTo>
                  <a:pt x="1063943" y="570309"/>
                  <a:pt x="1032510" y="536972"/>
                  <a:pt x="1000125" y="505539"/>
                </a:cubicBezTo>
                <a:cubicBezTo>
                  <a:pt x="995363" y="495062"/>
                  <a:pt x="986790" y="485537"/>
                  <a:pt x="973455" y="489347"/>
                </a:cubicBezTo>
                <a:cubicBezTo>
                  <a:pt x="954405" y="486489"/>
                  <a:pt x="938213" y="503634"/>
                  <a:pt x="939165" y="521732"/>
                </a:cubicBezTo>
                <a:cubicBezTo>
                  <a:pt x="940118" y="533162"/>
                  <a:pt x="943928" y="541734"/>
                  <a:pt x="952500" y="550307"/>
                </a:cubicBezTo>
                <a:cubicBezTo>
                  <a:pt x="979170" y="575072"/>
                  <a:pt x="1003935" y="601742"/>
                  <a:pt x="1029653" y="627459"/>
                </a:cubicBezTo>
                <a:cubicBezTo>
                  <a:pt x="1052513" y="650319"/>
                  <a:pt x="1075373" y="673179"/>
                  <a:pt x="1097280" y="696039"/>
                </a:cubicBezTo>
                <a:cubicBezTo>
                  <a:pt x="1107757" y="707469"/>
                  <a:pt x="1129665" y="709374"/>
                  <a:pt x="1141095" y="698897"/>
                </a:cubicBezTo>
                <a:cubicBezTo>
                  <a:pt x="1155382" y="686514"/>
                  <a:pt x="1169670" y="672227"/>
                  <a:pt x="1183005" y="658892"/>
                </a:cubicBezTo>
                <a:cubicBezTo>
                  <a:pt x="1200150" y="641747"/>
                  <a:pt x="1217295" y="622697"/>
                  <a:pt x="1234440" y="605552"/>
                </a:cubicBezTo>
                <a:cubicBezTo>
                  <a:pt x="1255395" y="584597"/>
                  <a:pt x="1276350" y="565547"/>
                  <a:pt x="1297305" y="544592"/>
                </a:cubicBezTo>
                <a:cubicBezTo>
                  <a:pt x="1314450" y="527447"/>
                  <a:pt x="1331595" y="508397"/>
                  <a:pt x="1348740" y="491252"/>
                </a:cubicBezTo>
                <a:cubicBezTo>
                  <a:pt x="1374457" y="465534"/>
                  <a:pt x="1400175" y="440769"/>
                  <a:pt x="1425893" y="415052"/>
                </a:cubicBezTo>
                <a:cubicBezTo>
                  <a:pt x="1438275" y="402669"/>
                  <a:pt x="1449705" y="389334"/>
                  <a:pt x="1463040" y="376952"/>
                </a:cubicBezTo>
                <a:cubicBezTo>
                  <a:pt x="1477328" y="363617"/>
                  <a:pt x="1480185" y="342662"/>
                  <a:pt x="1467803" y="329327"/>
                </a:cubicBezTo>
                <a:cubicBezTo>
                  <a:pt x="1462564" y="323135"/>
                  <a:pt x="1454229" y="319325"/>
                  <a:pt x="1445657" y="318492"/>
                </a:cubicBezTo>
                <a:close/>
                <a:moveTo>
                  <a:pt x="485775" y="58817"/>
                </a:moveTo>
                <a:cubicBezTo>
                  <a:pt x="471488" y="58817"/>
                  <a:pt x="456247" y="57864"/>
                  <a:pt x="442913" y="67389"/>
                </a:cubicBezTo>
                <a:cubicBezTo>
                  <a:pt x="430530" y="75962"/>
                  <a:pt x="421005" y="86439"/>
                  <a:pt x="420053" y="100727"/>
                </a:cubicBezTo>
                <a:cubicBezTo>
                  <a:pt x="418147" y="146447"/>
                  <a:pt x="418147" y="192167"/>
                  <a:pt x="418147" y="237887"/>
                </a:cubicBezTo>
                <a:cubicBezTo>
                  <a:pt x="418147" y="242649"/>
                  <a:pt x="420053" y="247412"/>
                  <a:pt x="421005" y="252174"/>
                </a:cubicBezTo>
                <a:cubicBezTo>
                  <a:pt x="560070" y="253127"/>
                  <a:pt x="699135" y="253127"/>
                  <a:pt x="839153" y="253127"/>
                </a:cubicBezTo>
                <a:cubicBezTo>
                  <a:pt x="840105" y="247412"/>
                  <a:pt x="841057" y="243602"/>
                  <a:pt x="841057" y="238839"/>
                </a:cubicBezTo>
                <a:cubicBezTo>
                  <a:pt x="841057" y="196929"/>
                  <a:pt x="842010" y="155019"/>
                  <a:pt x="841057" y="113109"/>
                </a:cubicBezTo>
                <a:cubicBezTo>
                  <a:pt x="841057" y="103584"/>
                  <a:pt x="838200" y="93107"/>
                  <a:pt x="833438" y="85487"/>
                </a:cubicBezTo>
                <a:cubicBezTo>
                  <a:pt x="823913" y="73104"/>
                  <a:pt x="813435" y="59769"/>
                  <a:pt x="794385" y="59769"/>
                </a:cubicBezTo>
                <a:cubicBezTo>
                  <a:pt x="787718" y="59769"/>
                  <a:pt x="781050" y="58817"/>
                  <a:pt x="775335" y="58817"/>
                </a:cubicBezTo>
                <a:cubicBezTo>
                  <a:pt x="679132" y="58817"/>
                  <a:pt x="582930" y="58817"/>
                  <a:pt x="485775" y="58817"/>
                </a:cubicBezTo>
                <a:close/>
                <a:moveTo>
                  <a:pt x="480179" y="0"/>
                </a:moveTo>
                <a:cubicBezTo>
                  <a:pt x="495062" y="0"/>
                  <a:pt x="510064" y="1667"/>
                  <a:pt x="524828" y="1667"/>
                </a:cubicBezTo>
                <a:cubicBezTo>
                  <a:pt x="610553" y="714"/>
                  <a:pt x="695325" y="1667"/>
                  <a:pt x="781050" y="1667"/>
                </a:cubicBezTo>
                <a:cubicBezTo>
                  <a:pt x="819150" y="1667"/>
                  <a:pt x="849630" y="17859"/>
                  <a:pt x="872490" y="46434"/>
                </a:cubicBezTo>
                <a:cubicBezTo>
                  <a:pt x="881063" y="56912"/>
                  <a:pt x="885825" y="71199"/>
                  <a:pt x="890588" y="85487"/>
                </a:cubicBezTo>
                <a:cubicBezTo>
                  <a:pt x="897255" y="104537"/>
                  <a:pt x="894397" y="123587"/>
                  <a:pt x="897255" y="144542"/>
                </a:cubicBezTo>
                <a:cubicBezTo>
                  <a:pt x="902018" y="144542"/>
                  <a:pt x="906780" y="144542"/>
                  <a:pt x="911543" y="144542"/>
                </a:cubicBezTo>
                <a:cubicBezTo>
                  <a:pt x="1000125" y="144542"/>
                  <a:pt x="1088707" y="143589"/>
                  <a:pt x="1178243" y="145494"/>
                </a:cubicBezTo>
                <a:cubicBezTo>
                  <a:pt x="1208723" y="146447"/>
                  <a:pt x="1232535" y="162639"/>
                  <a:pt x="1248728" y="191214"/>
                </a:cubicBezTo>
                <a:cubicBezTo>
                  <a:pt x="1262063" y="214074"/>
                  <a:pt x="1262063" y="237887"/>
                  <a:pt x="1261110" y="261699"/>
                </a:cubicBezTo>
                <a:cubicBezTo>
                  <a:pt x="1261110" y="271224"/>
                  <a:pt x="1265873" y="275987"/>
                  <a:pt x="1272540" y="279797"/>
                </a:cubicBezTo>
                <a:cubicBezTo>
                  <a:pt x="1291590" y="290274"/>
                  <a:pt x="1310640" y="299799"/>
                  <a:pt x="1329690" y="309324"/>
                </a:cubicBezTo>
                <a:cubicBezTo>
                  <a:pt x="1332548" y="311229"/>
                  <a:pt x="1335405" y="314087"/>
                  <a:pt x="1339215" y="315992"/>
                </a:cubicBezTo>
                <a:cubicBezTo>
                  <a:pt x="1348740" y="320754"/>
                  <a:pt x="1355407" y="314087"/>
                  <a:pt x="1361123" y="308372"/>
                </a:cubicBezTo>
                <a:cubicBezTo>
                  <a:pt x="1371600" y="297894"/>
                  <a:pt x="1382078" y="286464"/>
                  <a:pt x="1392555" y="275987"/>
                </a:cubicBezTo>
                <a:cubicBezTo>
                  <a:pt x="1396365" y="272177"/>
                  <a:pt x="1401128" y="269319"/>
                  <a:pt x="1405890" y="268367"/>
                </a:cubicBezTo>
                <a:cubicBezTo>
                  <a:pt x="1426845" y="261699"/>
                  <a:pt x="1446848" y="254079"/>
                  <a:pt x="1470660" y="264557"/>
                </a:cubicBezTo>
                <a:cubicBezTo>
                  <a:pt x="1484948" y="271224"/>
                  <a:pt x="1499235" y="276939"/>
                  <a:pt x="1508760" y="288369"/>
                </a:cubicBezTo>
                <a:cubicBezTo>
                  <a:pt x="1516380" y="297894"/>
                  <a:pt x="1522095" y="308372"/>
                  <a:pt x="1526857" y="319802"/>
                </a:cubicBezTo>
                <a:cubicBezTo>
                  <a:pt x="1529715" y="326469"/>
                  <a:pt x="1532573" y="335042"/>
                  <a:pt x="1532573" y="342662"/>
                </a:cubicBezTo>
                <a:cubicBezTo>
                  <a:pt x="1534478" y="372189"/>
                  <a:pt x="1522095" y="396002"/>
                  <a:pt x="1502093" y="416957"/>
                </a:cubicBezTo>
                <a:cubicBezTo>
                  <a:pt x="1481138" y="437912"/>
                  <a:pt x="1461135" y="458867"/>
                  <a:pt x="1440180" y="479822"/>
                </a:cubicBezTo>
                <a:cubicBezTo>
                  <a:pt x="1423035" y="496967"/>
                  <a:pt x="1404938" y="514112"/>
                  <a:pt x="1387793" y="531257"/>
                </a:cubicBezTo>
                <a:cubicBezTo>
                  <a:pt x="1366838" y="552212"/>
                  <a:pt x="1346835" y="573167"/>
                  <a:pt x="1325880" y="594122"/>
                </a:cubicBezTo>
                <a:cubicBezTo>
                  <a:pt x="1308735" y="611267"/>
                  <a:pt x="1290638" y="628412"/>
                  <a:pt x="1273493" y="645557"/>
                </a:cubicBezTo>
                <a:cubicBezTo>
                  <a:pt x="1252538" y="666512"/>
                  <a:pt x="1232535" y="688419"/>
                  <a:pt x="1211580" y="708422"/>
                </a:cubicBezTo>
                <a:cubicBezTo>
                  <a:pt x="1195388" y="723662"/>
                  <a:pt x="1179195" y="741759"/>
                  <a:pt x="1159193" y="751284"/>
                </a:cubicBezTo>
                <a:cubicBezTo>
                  <a:pt x="1143953" y="758904"/>
                  <a:pt x="1124903" y="765572"/>
                  <a:pt x="1103948" y="756999"/>
                </a:cubicBezTo>
                <a:cubicBezTo>
                  <a:pt x="1091565" y="751284"/>
                  <a:pt x="1079182" y="748427"/>
                  <a:pt x="1068705" y="739854"/>
                </a:cubicBezTo>
                <a:cubicBezTo>
                  <a:pt x="1059180" y="732234"/>
                  <a:pt x="1050607" y="724614"/>
                  <a:pt x="1042035" y="716042"/>
                </a:cubicBezTo>
                <a:cubicBezTo>
                  <a:pt x="1021080" y="695087"/>
                  <a:pt x="999172" y="674132"/>
                  <a:pt x="978218" y="653177"/>
                </a:cubicBezTo>
                <a:cubicBezTo>
                  <a:pt x="961072" y="636032"/>
                  <a:pt x="943928" y="617934"/>
                  <a:pt x="926782" y="599837"/>
                </a:cubicBezTo>
                <a:cubicBezTo>
                  <a:pt x="918210" y="591264"/>
                  <a:pt x="910590" y="582692"/>
                  <a:pt x="902970" y="574119"/>
                </a:cubicBezTo>
                <a:cubicBezTo>
                  <a:pt x="896303" y="566499"/>
                  <a:pt x="889635" y="557927"/>
                  <a:pt x="889635" y="546497"/>
                </a:cubicBezTo>
                <a:cubicBezTo>
                  <a:pt x="889635" y="539829"/>
                  <a:pt x="884872" y="533162"/>
                  <a:pt x="883920" y="525542"/>
                </a:cubicBezTo>
                <a:cubicBezTo>
                  <a:pt x="882015" y="497919"/>
                  <a:pt x="893445" y="474107"/>
                  <a:pt x="913447" y="456009"/>
                </a:cubicBezTo>
                <a:cubicBezTo>
                  <a:pt x="935355" y="435054"/>
                  <a:pt x="962978" y="427434"/>
                  <a:pt x="992505" y="434102"/>
                </a:cubicBezTo>
                <a:cubicBezTo>
                  <a:pt x="1010603" y="438864"/>
                  <a:pt x="1027747" y="449342"/>
                  <a:pt x="1041082" y="464582"/>
                </a:cubicBezTo>
                <a:cubicBezTo>
                  <a:pt x="1058228" y="482679"/>
                  <a:pt x="1076325" y="500777"/>
                  <a:pt x="1094423" y="517922"/>
                </a:cubicBezTo>
                <a:cubicBezTo>
                  <a:pt x="1103948" y="527447"/>
                  <a:pt x="1113473" y="536019"/>
                  <a:pt x="1123950" y="546497"/>
                </a:cubicBezTo>
                <a:cubicBezTo>
                  <a:pt x="1141095" y="528399"/>
                  <a:pt x="1158240" y="509349"/>
                  <a:pt x="1177290" y="491252"/>
                </a:cubicBezTo>
                <a:cubicBezTo>
                  <a:pt x="1195388" y="473154"/>
                  <a:pt x="1213485" y="456962"/>
                  <a:pt x="1231582" y="439817"/>
                </a:cubicBezTo>
                <a:cubicBezTo>
                  <a:pt x="1252538" y="418862"/>
                  <a:pt x="1271588" y="397907"/>
                  <a:pt x="1291590" y="376952"/>
                </a:cubicBezTo>
                <a:cubicBezTo>
                  <a:pt x="1293495" y="375047"/>
                  <a:pt x="1296353" y="375047"/>
                  <a:pt x="1297305" y="373142"/>
                </a:cubicBezTo>
                <a:cubicBezTo>
                  <a:pt x="1306830" y="362664"/>
                  <a:pt x="1306830" y="361712"/>
                  <a:pt x="1293495" y="355044"/>
                </a:cubicBezTo>
                <a:cubicBezTo>
                  <a:pt x="1277303" y="346472"/>
                  <a:pt x="1262063" y="335994"/>
                  <a:pt x="1244918" y="328374"/>
                </a:cubicBezTo>
                <a:cubicBezTo>
                  <a:pt x="1235393" y="323612"/>
                  <a:pt x="1223963" y="321707"/>
                  <a:pt x="1213485" y="319802"/>
                </a:cubicBezTo>
                <a:cubicBezTo>
                  <a:pt x="1192530" y="315039"/>
                  <a:pt x="1170623" y="311229"/>
                  <a:pt x="1148715" y="308372"/>
                </a:cubicBezTo>
                <a:cubicBezTo>
                  <a:pt x="1141095" y="307419"/>
                  <a:pt x="1132523" y="309324"/>
                  <a:pt x="1123950" y="310277"/>
                </a:cubicBezTo>
                <a:cubicBezTo>
                  <a:pt x="1114425" y="311229"/>
                  <a:pt x="1104900" y="313134"/>
                  <a:pt x="1096328" y="313134"/>
                </a:cubicBezTo>
                <a:cubicBezTo>
                  <a:pt x="1078230" y="314087"/>
                  <a:pt x="1061085" y="318849"/>
                  <a:pt x="1044893" y="326469"/>
                </a:cubicBezTo>
                <a:cubicBezTo>
                  <a:pt x="1032510" y="332184"/>
                  <a:pt x="1019175" y="335994"/>
                  <a:pt x="1007745" y="341709"/>
                </a:cubicBezTo>
                <a:cubicBezTo>
                  <a:pt x="994410" y="348377"/>
                  <a:pt x="982028" y="355997"/>
                  <a:pt x="969645" y="364569"/>
                </a:cubicBezTo>
                <a:cubicBezTo>
                  <a:pt x="958215" y="372189"/>
                  <a:pt x="947738" y="381714"/>
                  <a:pt x="937260" y="391239"/>
                </a:cubicBezTo>
                <a:cubicBezTo>
                  <a:pt x="927735" y="400764"/>
                  <a:pt x="919163" y="411242"/>
                  <a:pt x="911543" y="421719"/>
                </a:cubicBezTo>
                <a:cubicBezTo>
                  <a:pt x="902970" y="433149"/>
                  <a:pt x="894397" y="444579"/>
                  <a:pt x="887730" y="457914"/>
                </a:cubicBezTo>
                <a:cubicBezTo>
                  <a:pt x="880110" y="471249"/>
                  <a:pt x="875347" y="485537"/>
                  <a:pt x="869632" y="499824"/>
                </a:cubicBezTo>
                <a:cubicBezTo>
                  <a:pt x="865822" y="509349"/>
                  <a:pt x="862965" y="519827"/>
                  <a:pt x="861060" y="530304"/>
                </a:cubicBezTo>
                <a:cubicBezTo>
                  <a:pt x="858203" y="548402"/>
                  <a:pt x="855345" y="566499"/>
                  <a:pt x="854393" y="585549"/>
                </a:cubicBezTo>
                <a:cubicBezTo>
                  <a:pt x="853440" y="603647"/>
                  <a:pt x="853440" y="622697"/>
                  <a:pt x="856297" y="639842"/>
                </a:cubicBezTo>
                <a:cubicBezTo>
                  <a:pt x="858203" y="655082"/>
                  <a:pt x="864870" y="670322"/>
                  <a:pt x="868680" y="685562"/>
                </a:cubicBezTo>
                <a:cubicBezTo>
                  <a:pt x="871538" y="694134"/>
                  <a:pt x="873443" y="703659"/>
                  <a:pt x="877253" y="712232"/>
                </a:cubicBezTo>
                <a:cubicBezTo>
                  <a:pt x="882015" y="722709"/>
                  <a:pt x="886778" y="733187"/>
                  <a:pt x="892493" y="741759"/>
                </a:cubicBezTo>
                <a:cubicBezTo>
                  <a:pt x="901065" y="755094"/>
                  <a:pt x="909638" y="767477"/>
                  <a:pt x="920115" y="778907"/>
                </a:cubicBezTo>
                <a:cubicBezTo>
                  <a:pt x="936307" y="796052"/>
                  <a:pt x="951547" y="815102"/>
                  <a:pt x="973455" y="827484"/>
                </a:cubicBezTo>
                <a:cubicBezTo>
                  <a:pt x="992505" y="837962"/>
                  <a:pt x="1009650" y="850344"/>
                  <a:pt x="1028700" y="859869"/>
                </a:cubicBezTo>
                <a:cubicBezTo>
                  <a:pt x="1038225" y="864632"/>
                  <a:pt x="1049655" y="867489"/>
                  <a:pt x="1060132" y="870347"/>
                </a:cubicBezTo>
                <a:cubicBezTo>
                  <a:pt x="1076325" y="875109"/>
                  <a:pt x="1092518" y="880824"/>
                  <a:pt x="1109663" y="882729"/>
                </a:cubicBezTo>
                <a:cubicBezTo>
                  <a:pt x="1130618" y="884634"/>
                  <a:pt x="1152525" y="888444"/>
                  <a:pt x="1173480" y="879872"/>
                </a:cubicBezTo>
                <a:cubicBezTo>
                  <a:pt x="1175385" y="878919"/>
                  <a:pt x="1178243" y="878919"/>
                  <a:pt x="1181100" y="877967"/>
                </a:cubicBezTo>
                <a:cubicBezTo>
                  <a:pt x="1197293" y="875109"/>
                  <a:pt x="1214438" y="874157"/>
                  <a:pt x="1229678" y="869394"/>
                </a:cubicBezTo>
                <a:cubicBezTo>
                  <a:pt x="1244918" y="864632"/>
                  <a:pt x="1258253" y="855107"/>
                  <a:pt x="1273493" y="849392"/>
                </a:cubicBezTo>
                <a:cubicBezTo>
                  <a:pt x="1294448" y="840819"/>
                  <a:pt x="1311593" y="827484"/>
                  <a:pt x="1328738" y="813197"/>
                </a:cubicBezTo>
                <a:cubicBezTo>
                  <a:pt x="1352550" y="794147"/>
                  <a:pt x="1370648" y="771287"/>
                  <a:pt x="1385888" y="744617"/>
                </a:cubicBezTo>
                <a:cubicBezTo>
                  <a:pt x="1395413" y="727472"/>
                  <a:pt x="1404938" y="711279"/>
                  <a:pt x="1411605" y="694134"/>
                </a:cubicBezTo>
                <a:cubicBezTo>
                  <a:pt x="1416368" y="682704"/>
                  <a:pt x="1418273" y="670322"/>
                  <a:pt x="1420178" y="657939"/>
                </a:cubicBezTo>
                <a:cubicBezTo>
                  <a:pt x="1423035" y="638889"/>
                  <a:pt x="1425893" y="618887"/>
                  <a:pt x="1428750" y="599837"/>
                </a:cubicBezTo>
                <a:cubicBezTo>
                  <a:pt x="1429703" y="591264"/>
                  <a:pt x="1444943" y="579834"/>
                  <a:pt x="1454468" y="578882"/>
                </a:cubicBezTo>
                <a:cubicBezTo>
                  <a:pt x="1463040" y="577929"/>
                  <a:pt x="1474470" y="588407"/>
                  <a:pt x="1478280" y="597932"/>
                </a:cubicBezTo>
                <a:cubicBezTo>
                  <a:pt x="1481138" y="605552"/>
                  <a:pt x="1482090" y="612219"/>
                  <a:pt x="1480185" y="619839"/>
                </a:cubicBezTo>
                <a:cubicBezTo>
                  <a:pt x="1478280" y="626507"/>
                  <a:pt x="1478280" y="634127"/>
                  <a:pt x="1478280" y="641747"/>
                </a:cubicBezTo>
                <a:cubicBezTo>
                  <a:pt x="1477328" y="661749"/>
                  <a:pt x="1473518" y="679847"/>
                  <a:pt x="1464945" y="697944"/>
                </a:cubicBezTo>
                <a:cubicBezTo>
                  <a:pt x="1462088" y="704612"/>
                  <a:pt x="1460182" y="712232"/>
                  <a:pt x="1457325" y="719852"/>
                </a:cubicBezTo>
                <a:cubicBezTo>
                  <a:pt x="1449705" y="745569"/>
                  <a:pt x="1436370" y="766524"/>
                  <a:pt x="1422082" y="788432"/>
                </a:cubicBezTo>
                <a:cubicBezTo>
                  <a:pt x="1407795" y="810339"/>
                  <a:pt x="1390650" y="828437"/>
                  <a:pt x="1372553" y="845582"/>
                </a:cubicBezTo>
                <a:cubicBezTo>
                  <a:pt x="1358265" y="859869"/>
                  <a:pt x="1343025" y="873204"/>
                  <a:pt x="1325880" y="884634"/>
                </a:cubicBezTo>
                <a:cubicBezTo>
                  <a:pt x="1307782" y="896064"/>
                  <a:pt x="1287780" y="903684"/>
                  <a:pt x="1269682" y="914162"/>
                </a:cubicBezTo>
                <a:cubicBezTo>
                  <a:pt x="1266825" y="916067"/>
                  <a:pt x="1263968" y="919877"/>
                  <a:pt x="1263968" y="922734"/>
                </a:cubicBezTo>
                <a:cubicBezTo>
                  <a:pt x="1263015" y="927497"/>
                  <a:pt x="1263968" y="932259"/>
                  <a:pt x="1263968" y="936069"/>
                </a:cubicBezTo>
                <a:cubicBezTo>
                  <a:pt x="1263968" y="1203722"/>
                  <a:pt x="1263968" y="1471374"/>
                  <a:pt x="1263968" y="1738074"/>
                </a:cubicBezTo>
                <a:cubicBezTo>
                  <a:pt x="1263968" y="1752362"/>
                  <a:pt x="1262063" y="1768554"/>
                  <a:pt x="1256348" y="1780937"/>
                </a:cubicBezTo>
                <a:cubicBezTo>
                  <a:pt x="1249680" y="1797129"/>
                  <a:pt x="1238250" y="1811417"/>
                  <a:pt x="1221105" y="1820942"/>
                </a:cubicBezTo>
                <a:cubicBezTo>
                  <a:pt x="1202055" y="1832372"/>
                  <a:pt x="1183005" y="1834277"/>
                  <a:pt x="1162050" y="1834277"/>
                </a:cubicBezTo>
                <a:cubicBezTo>
                  <a:pt x="807720" y="1834277"/>
                  <a:pt x="453390" y="1834277"/>
                  <a:pt x="99060" y="1834277"/>
                </a:cubicBezTo>
                <a:cubicBezTo>
                  <a:pt x="77153" y="1834277"/>
                  <a:pt x="56197" y="1832372"/>
                  <a:pt x="39053" y="1819037"/>
                </a:cubicBezTo>
                <a:cubicBezTo>
                  <a:pt x="24765" y="1808559"/>
                  <a:pt x="12382" y="1795224"/>
                  <a:pt x="5715" y="1777127"/>
                </a:cubicBezTo>
                <a:cubicBezTo>
                  <a:pt x="0" y="1761887"/>
                  <a:pt x="0" y="1746647"/>
                  <a:pt x="0" y="1731407"/>
                </a:cubicBezTo>
                <a:cubicBezTo>
                  <a:pt x="0" y="1236107"/>
                  <a:pt x="0" y="739854"/>
                  <a:pt x="0" y="244554"/>
                </a:cubicBezTo>
                <a:cubicBezTo>
                  <a:pt x="0" y="224552"/>
                  <a:pt x="2857" y="204549"/>
                  <a:pt x="15240" y="188357"/>
                </a:cubicBezTo>
                <a:cubicBezTo>
                  <a:pt x="26670" y="173117"/>
                  <a:pt x="40957" y="161687"/>
                  <a:pt x="59055" y="154067"/>
                </a:cubicBezTo>
                <a:cubicBezTo>
                  <a:pt x="77153" y="146447"/>
                  <a:pt x="94297" y="148352"/>
                  <a:pt x="112395" y="148352"/>
                </a:cubicBezTo>
                <a:cubicBezTo>
                  <a:pt x="163830" y="147399"/>
                  <a:pt x="214313" y="148352"/>
                  <a:pt x="265747" y="148352"/>
                </a:cubicBezTo>
                <a:cubicBezTo>
                  <a:pt x="279082" y="148352"/>
                  <a:pt x="286703" y="156924"/>
                  <a:pt x="292418" y="165497"/>
                </a:cubicBezTo>
                <a:cubicBezTo>
                  <a:pt x="297180" y="172164"/>
                  <a:pt x="293370" y="192167"/>
                  <a:pt x="285750" y="195977"/>
                </a:cubicBezTo>
                <a:cubicBezTo>
                  <a:pt x="278130" y="200739"/>
                  <a:pt x="268605" y="203597"/>
                  <a:pt x="260032" y="203597"/>
                </a:cubicBezTo>
                <a:cubicBezTo>
                  <a:pt x="204788" y="204549"/>
                  <a:pt x="149543" y="204549"/>
                  <a:pt x="94297" y="203597"/>
                </a:cubicBezTo>
                <a:cubicBezTo>
                  <a:pt x="65722" y="202644"/>
                  <a:pt x="55245" y="218837"/>
                  <a:pt x="56197" y="241697"/>
                </a:cubicBezTo>
                <a:cubicBezTo>
                  <a:pt x="56197" y="244554"/>
                  <a:pt x="56197" y="247412"/>
                  <a:pt x="56197" y="251222"/>
                </a:cubicBezTo>
                <a:cubicBezTo>
                  <a:pt x="56197" y="744617"/>
                  <a:pt x="56197" y="1237059"/>
                  <a:pt x="56197" y="1730454"/>
                </a:cubicBezTo>
                <a:cubicBezTo>
                  <a:pt x="56197" y="1738074"/>
                  <a:pt x="56197" y="1746647"/>
                  <a:pt x="57150" y="1754267"/>
                </a:cubicBezTo>
                <a:cubicBezTo>
                  <a:pt x="59055" y="1767602"/>
                  <a:pt x="65722" y="1775222"/>
                  <a:pt x="80010" y="1777127"/>
                </a:cubicBezTo>
                <a:cubicBezTo>
                  <a:pt x="86678" y="1778079"/>
                  <a:pt x="93345" y="1778079"/>
                  <a:pt x="100965" y="1778079"/>
                </a:cubicBezTo>
                <a:cubicBezTo>
                  <a:pt x="455295" y="1778079"/>
                  <a:pt x="810578" y="1778079"/>
                  <a:pt x="1164907" y="1778079"/>
                </a:cubicBezTo>
                <a:cubicBezTo>
                  <a:pt x="1180148" y="1778079"/>
                  <a:pt x="1196340" y="1778079"/>
                  <a:pt x="1204913" y="1761887"/>
                </a:cubicBezTo>
                <a:cubicBezTo>
                  <a:pt x="1206818" y="1759029"/>
                  <a:pt x="1207770" y="1756172"/>
                  <a:pt x="1208723" y="1752362"/>
                </a:cubicBezTo>
                <a:cubicBezTo>
                  <a:pt x="1209675" y="1745694"/>
                  <a:pt x="1209675" y="1739027"/>
                  <a:pt x="1209675" y="1733312"/>
                </a:cubicBezTo>
                <a:cubicBezTo>
                  <a:pt x="1209675" y="1472327"/>
                  <a:pt x="1209675" y="1210389"/>
                  <a:pt x="1209675" y="949404"/>
                </a:cubicBezTo>
                <a:cubicBezTo>
                  <a:pt x="1209675" y="932259"/>
                  <a:pt x="1209675" y="932259"/>
                  <a:pt x="1192530" y="933212"/>
                </a:cubicBezTo>
                <a:cubicBezTo>
                  <a:pt x="1160145" y="933212"/>
                  <a:pt x="1126807" y="935117"/>
                  <a:pt x="1094423" y="933212"/>
                </a:cubicBezTo>
                <a:cubicBezTo>
                  <a:pt x="1078230" y="932259"/>
                  <a:pt x="1062990" y="925592"/>
                  <a:pt x="1046797" y="921782"/>
                </a:cubicBezTo>
                <a:cubicBezTo>
                  <a:pt x="1038225" y="919877"/>
                  <a:pt x="1030605" y="917019"/>
                  <a:pt x="1022032" y="914162"/>
                </a:cubicBezTo>
                <a:cubicBezTo>
                  <a:pt x="998220" y="905589"/>
                  <a:pt x="977265" y="894159"/>
                  <a:pt x="955357" y="879872"/>
                </a:cubicBezTo>
                <a:cubicBezTo>
                  <a:pt x="934403" y="865584"/>
                  <a:pt x="915353" y="849392"/>
                  <a:pt x="896303" y="833199"/>
                </a:cubicBezTo>
                <a:cubicBezTo>
                  <a:pt x="886778" y="824627"/>
                  <a:pt x="880110" y="814149"/>
                  <a:pt x="872490" y="803672"/>
                </a:cubicBezTo>
                <a:cubicBezTo>
                  <a:pt x="860107" y="786527"/>
                  <a:pt x="848678" y="769382"/>
                  <a:pt x="837247" y="751284"/>
                </a:cubicBezTo>
                <a:cubicBezTo>
                  <a:pt x="832485" y="743664"/>
                  <a:pt x="831532" y="735092"/>
                  <a:pt x="828675" y="726519"/>
                </a:cubicBezTo>
                <a:cubicBezTo>
                  <a:pt x="826770" y="720804"/>
                  <a:pt x="823913" y="716042"/>
                  <a:pt x="822007" y="710327"/>
                </a:cubicBezTo>
                <a:cubicBezTo>
                  <a:pt x="818197" y="698897"/>
                  <a:pt x="813435" y="686514"/>
                  <a:pt x="809625" y="675084"/>
                </a:cubicBezTo>
                <a:cubicBezTo>
                  <a:pt x="809625" y="674132"/>
                  <a:pt x="808672" y="673179"/>
                  <a:pt x="808672" y="672227"/>
                </a:cubicBezTo>
                <a:cubicBezTo>
                  <a:pt x="802957" y="636032"/>
                  <a:pt x="797243" y="598884"/>
                  <a:pt x="802005" y="562689"/>
                </a:cubicBezTo>
                <a:cubicBezTo>
                  <a:pt x="804863" y="539829"/>
                  <a:pt x="809625" y="517922"/>
                  <a:pt x="816293" y="496014"/>
                </a:cubicBezTo>
                <a:cubicBezTo>
                  <a:pt x="820103" y="481727"/>
                  <a:pt x="828675" y="467439"/>
                  <a:pt x="834390" y="454104"/>
                </a:cubicBezTo>
                <a:cubicBezTo>
                  <a:pt x="840105" y="442674"/>
                  <a:pt x="843915" y="430292"/>
                  <a:pt x="850582" y="418862"/>
                </a:cubicBezTo>
                <a:cubicBezTo>
                  <a:pt x="859155" y="404574"/>
                  <a:pt x="868680" y="391239"/>
                  <a:pt x="880110" y="378857"/>
                </a:cubicBezTo>
                <a:cubicBezTo>
                  <a:pt x="892493" y="364569"/>
                  <a:pt x="905828" y="352187"/>
                  <a:pt x="920115" y="339804"/>
                </a:cubicBezTo>
                <a:cubicBezTo>
                  <a:pt x="930593" y="330279"/>
                  <a:pt x="941070" y="321707"/>
                  <a:pt x="952500" y="314087"/>
                </a:cubicBezTo>
                <a:cubicBezTo>
                  <a:pt x="965835" y="305514"/>
                  <a:pt x="980122" y="295989"/>
                  <a:pt x="994410" y="289322"/>
                </a:cubicBezTo>
                <a:cubicBezTo>
                  <a:pt x="1011555" y="281702"/>
                  <a:pt x="1028700" y="275987"/>
                  <a:pt x="1046797" y="270272"/>
                </a:cubicBezTo>
                <a:cubicBezTo>
                  <a:pt x="1061085" y="265509"/>
                  <a:pt x="1075373" y="261699"/>
                  <a:pt x="1089660" y="257889"/>
                </a:cubicBezTo>
                <a:cubicBezTo>
                  <a:pt x="1092518" y="256937"/>
                  <a:pt x="1095375" y="256937"/>
                  <a:pt x="1098232" y="256937"/>
                </a:cubicBezTo>
                <a:cubicBezTo>
                  <a:pt x="1126807" y="256937"/>
                  <a:pt x="1154430" y="255984"/>
                  <a:pt x="1183005" y="256937"/>
                </a:cubicBezTo>
                <a:cubicBezTo>
                  <a:pt x="1187768" y="255032"/>
                  <a:pt x="1195388" y="258842"/>
                  <a:pt x="1203960" y="261699"/>
                </a:cubicBezTo>
                <a:cubicBezTo>
                  <a:pt x="1204913" y="241697"/>
                  <a:pt x="1211580" y="221694"/>
                  <a:pt x="1190625" y="208359"/>
                </a:cubicBezTo>
                <a:cubicBezTo>
                  <a:pt x="1187768" y="206454"/>
                  <a:pt x="1184910" y="204549"/>
                  <a:pt x="1181100" y="203597"/>
                </a:cubicBezTo>
                <a:cubicBezTo>
                  <a:pt x="1170623" y="202644"/>
                  <a:pt x="1160145" y="202644"/>
                  <a:pt x="1148715" y="202644"/>
                </a:cubicBezTo>
                <a:cubicBezTo>
                  <a:pt x="1069657" y="202644"/>
                  <a:pt x="990600" y="202644"/>
                  <a:pt x="910590" y="202644"/>
                </a:cubicBezTo>
                <a:cubicBezTo>
                  <a:pt x="905828" y="202644"/>
                  <a:pt x="902018" y="202644"/>
                  <a:pt x="895350" y="202644"/>
                </a:cubicBezTo>
                <a:cubicBezTo>
                  <a:pt x="895350" y="215979"/>
                  <a:pt x="895350" y="228362"/>
                  <a:pt x="895350" y="239792"/>
                </a:cubicBezTo>
                <a:cubicBezTo>
                  <a:pt x="895350" y="271224"/>
                  <a:pt x="866775" y="306467"/>
                  <a:pt x="831532" y="304562"/>
                </a:cubicBezTo>
                <a:cubicBezTo>
                  <a:pt x="765810" y="302657"/>
                  <a:pt x="700088" y="303609"/>
                  <a:pt x="635318" y="303609"/>
                </a:cubicBezTo>
                <a:cubicBezTo>
                  <a:pt x="566738" y="303609"/>
                  <a:pt x="497205" y="303609"/>
                  <a:pt x="428625" y="303609"/>
                </a:cubicBezTo>
                <a:cubicBezTo>
                  <a:pt x="409575" y="303609"/>
                  <a:pt x="392430" y="300752"/>
                  <a:pt x="379095" y="286464"/>
                </a:cubicBezTo>
                <a:cubicBezTo>
                  <a:pt x="375285" y="282654"/>
                  <a:pt x="372428" y="278844"/>
                  <a:pt x="370522" y="274082"/>
                </a:cubicBezTo>
                <a:cubicBezTo>
                  <a:pt x="366713" y="265509"/>
                  <a:pt x="361950" y="255984"/>
                  <a:pt x="360997" y="246459"/>
                </a:cubicBezTo>
                <a:cubicBezTo>
                  <a:pt x="360045" y="198834"/>
                  <a:pt x="360045" y="152162"/>
                  <a:pt x="360997" y="104537"/>
                </a:cubicBezTo>
                <a:cubicBezTo>
                  <a:pt x="360997" y="91202"/>
                  <a:pt x="369570" y="77867"/>
                  <a:pt x="373380" y="64532"/>
                </a:cubicBezTo>
                <a:cubicBezTo>
                  <a:pt x="379095" y="42624"/>
                  <a:pt x="398145" y="31194"/>
                  <a:pt x="413385" y="17859"/>
                </a:cubicBezTo>
                <a:cubicBezTo>
                  <a:pt x="419100" y="13097"/>
                  <a:pt x="428625" y="12144"/>
                  <a:pt x="436245" y="8334"/>
                </a:cubicBezTo>
                <a:cubicBezTo>
                  <a:pt x="450533" y="1666"/>
                  <a:pt x="465297" y="0"/>
                  <a:pt x="480179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" name="任意多边形: 形状 14"/>
          <p:cNvSpPr/>
          <p:nvPr/>
        </p:nvSpPr>
        <p:spPr>
          <a:xfrm>
            <a:off x="607452" y="1099049"/>
            <a:ext cx="510708" cy="509584"/>
          </a:xfrm>
          <a:custGeom>
            <a:avLst/>
            <a:gdLst>
              <a:gd name="connsiteX0" fmla="*/ 809772 w 1832527"/>
              <a:gd name="connsiteY0" fmla="*/ 1679258 h 1828493"/>
              <a:gd name="connsiteX1" fmla="*/ 798342 w 1832527"/>
              <a:gd name="connsiteY1" fmla="*/ 1684973 h 1828493"/>
              <a:gd name="connsiteX2" fmla="*/ 806915 w 1832527"/>
              <a:gd name="connsiteY2" fmla="*/ 1740218 h 1828493"/>
              <a:gd name="connsiteX3" fmla="*/ 849777 w 1832527"/>
              <a:gd name="connsiteY3" fmla="*/ 1765936 h 1828493"/>
              <a:gd name="connsiteX4" fmla="*/ 985985 w 1832527"/>
              <a:gd name="connsiteY4" fmla="*/ 1765936 h 1828493"/>
              <a:gd name="connsiteX5" fmla="*/ 1012655 w 1832527"/>
              <a:gd name="connsiteY5" fmla="*/ 1758316 h 1828493"/>
              <a:gd name="connsiteX6" fmla="*/ 1035515 w 1832527"/>
              <a:gd name="connsiteY6" fmla="*/ 1731646 h 1828493"/>
              <a:gd name="connsiteX7" fmla="*/ 1041230 w 1832527"/>
              <a:gd name="connsiteY7" fmla="*/ 1693546 h 1828493"/>
              <a:gd name="connsiteX8" fmla="*/ 1026942 w 1832527"/>
              <a:gd name="connsiteY8" fmla="*/ 1679258 h 1828493"/>
              <a:gd name="connsiteX9" fmla="*/ 918357 w 1832527"/>
              <a:gd name="connsiteY9" fmla="*/ 1679258 h 1828493"/>
              <a:gd name="connsiteX10" fmla="*/ 809772 w 1832527"/>
              <a:gd name="connsiteY10" fmla="*/ 1679258 h 1828493"/>
              <a:gd name="connsiteX11" fmla="*/ 806915 w 1832527"/>
              <a:gd name="connsiteY11" fmla="*/ 1557338 h 1828493"/>
              <a:gd name="connsiteX12" fmla="*/ 797390 w 1832527"/>
              <a:gd name="connsiteY12" fmla="*/ 1566863 h 1828493"/>
              <a:gd name="connsiteX13" fmla="*/ 797390 w 1832527"/>
              <a:gd name="connsiteY13" fmla="*/ 1602106 h 1828493"/>
              <a:gd name="connsiteX14" fmla="*/ 810725 w 1832527"/>
              <a:gd name="connsiteY14" fmla="*/ 1615441 h 1828493"/>
              <a:gd name="connsiteX15" fmla="*/ 917405 w 1832527"/>
              <a:gd name="connsiteY15" fmla="*/ 1615441 h 1828493"/>
              <a:gd name="connsiteX16" fmla="*/ 1027895 w 1832527"/>
              <a:gd name="connsiteY16" fmla="*/ 1615441 h 1828493"/>
              <a:gd name="connsiteX17" fmla="*/ 1040277 w 1832527"/>
              <a:gd name="connsiteY17" fmla="*/ 1604011 h 1828493"/>
              <a:gd name="connsiteX18" fmla="*/ 1040277 w 1832527"/>
              <a:gd name="connsiteY18" fmla="*/ 1569721 h 1828493"/>
              <a:gd name="connsiteX19" fmla="*/ 1028847 w 1832527"/>
              <a:gd name="connsiteY19" fmla="*/ 1557338 h 1828493"/>
              <a:gd name="connsiteX20" fmla="*/ 806915 w 1832527"/>
              <a:gd name="connsiteY20" fmla="*/ 1557338 h 1828493"/>
              <a:gd name="connsiteX21" fmla="*/ 1314597 w 1832527"/>
              <a:gd name="connsiteY21" fmla="*/ 1372553 h 1828493"/>
              <a:gd name="connsiteX22" fmla="*/ 1370795 w 1832527"/>
              <a:gd name="connsiteY22" fmla="*/ 1372553 h 1828493"/>
              <a:gd name="connsiteX23" fmla="*/ 1372700 w 1832527"/>
              <a:gd name="connsiteY23" fmla="*/ 1388745 h 1828493"/>
              <a:gd name="connsiteX24" fmla="*/ 1372700 w 1832527"/>
              <a:gd name="connsiteY24" fmla="*/ 1572578 h 1828493"/>
              <a:gd name="connsiteX25" fmla="*/ 1359365 w 1832527"/>
              <a:gd name="connsiteY25" fmla="*/ 1585913 h 1828493"/>
              <a:gd name="connsiteX26" fmla="*/ 1326027 w 1832527"/>
              <a:gd name="connsiteY26" fmla="*/ 1585913 h 1828493"/>
              <a:gd name="connsiteX27" fmla="*/ 1312692 w 1832527"/>
              <a:gd name="connsiteY27" fmla="*/ 1573530 h 1828493"/>
              <a:gd name="connsiteX28" fmla="*/ 1312692 w 1832527"/>
              <a:gd name="connsiteY28" fmla="*/ 1431608 h 1828493"/>
              <a:gd name="connsiteX29" fmla="*/ 1312692 w 1832527"/>
              <a:gd name="connsiteY29" fmla="*/ 1387793 h 1828493"/>
              <a:gd name="connsiteX30" fmla="*/ 1314597 w 1832527"/>
              <a:gd name="connsiteY30" fmla="*/ 1372553 h 1828493"/>
              <a:gd name="connsiteX31" fmla="*/ 885972 w 1832527"/>
              <a:gd name="connsiteY31" fmla="*/ 1344930 h 1828493"/>
              <a:gd name="connsiteX32" fmla="*/ 949790 w 1832527"/>
              <a:gd name="connsiteY32" fmla="*/ 1344930 h 1828493"/>
              <a:gd name="connsiteX33" fmla="*/ 949790 w 1832527"/>
              <a:gd name="connsiteY33" fmla="*/ 1427797 h 1828493"/>
              <a:gd name="connsiteX34" fmla="*/ 940265 w 1832527"/>
              <a:gd name="connsiteY34" fmla="*/ 1436370 h 1828493"/>
              <a:gd name="connsiteX35" fmla="*/ 896449 w 1832527"/>
              <a:gd name="connsiteY35" fmla="*/ 1436370 h 1828493"/>
              <a:gd name="connsiteX36" fmla="*/ 885972 w 1832527"/>
              <a:gd name="connsiteY36" fmla="*/ 1426845 h 1828493"/>
              <a:gd name="connsiteX37" fmla="*/ 885972 w 1832527"/>
              <a:gd name="connsiteY37" fmla="*/ 1344930 h 1828493"/>
              <a:gd name="connsiteX38" fmla="*/ 1484142 w 1832527"/>
              <a:gd name="connsiteY38" fmla="*/ 1295400 h 1828493"/>
              <a:gd name="connsiteX39" fmla="*/ 1502240 w 1832527"/>
              <a:gd name="connsiteY39" fmla="*/ 1307783 h 1828493"/>
              <a:gd name="connsiteX40" fmla="*/ 1551770 w 1832527"/>
              <a:gd name="connsiteY40" fmla="*/ 1348740 h 1828493"/>
              <a:gd name="connsiteX41" fmla="*/ 1616540 w 1832527"/>
              <a:gd name="connsiteY41" fmla="*/ 1401128 h 1828493"/>
              <a:gd name="connsiteX42" fmla="*/ 1661308 w 1832527"/>
              <a:gd name="connsiteY42" fmla="*/ 1438275 h 1828493"/>
              <a:gd name="connsiteX43" fmla="*/ 1661308 w 1832527"/>
              <a:gd name="connsiteY43" fmla="*/ 1446847 h 1828493"/>
              <a:gd name="connsiteX44" fmla="*/ 1631780 w 1832527"/>
              <a:gd name="connsiteY44" fmla="*/ 1481138 h 1828493"/>
              <a:gd name="connsiteX45" fmla="*/ 1613683 w 1832527"/>
              <a:gd name="connsiteY45" fmla="*/ 1479233 h 1828493"/>
              <a:gd name="connsiteX46" fmla="*/ 1543198 w 1832527"/>
              <a:gd name="connsiteY46" fmla="*/ 1422083 h 1828493"/>
              <a:gd name="connsiteX47" fmla="*/ 1482237 w 1832527"/>
              <a:gd name="connsiteY47" fmla="*/ 1367790 h 1828493"/>
              <a:gd name="connsiteX48" fmla="*/ 1452710 w 1832527"/>
              <a:gd name="connsiteY48" fmla="*/ 1343978 h 1828493"/>
              <a:gd name="connsiteX49" fmla="*/ 1446995 w 1832527"/>
              <a:gd name="connsiteY49" fmla="*/ 1335405 h 1828493"/>
              <a:gd name="connsiteX50" fmla="*/ 1466045 w 1832527"/>
              <a:gd name="connsiteY50" fmla="*/ 1309688 h 1828493"/>
              <a:gd name="connsiteX51" fmla="*/ 1484142 w 1832527"/>
              <a:gd name="connsiteY51" fmla="*/ 1295400 h 1828493"/>
              <a:gd name="connsiteX52" fmla="*/ 1706075 w 1832527"/>
              <a:gd name="connsiteY52" fmla="*/ 1129665 h 1828493"/>
              <a:gd name="connsiteX53" fmla="*/ 1706075 w 1832527"/>
              <a:gd name="connsiteY53" fmla="*/ 1193483 h 1828493"/>
              <a:gd name="connsiteX54" fmla="*/ 1694645 w 1832527"/>
              <a:gd name="connsiteY54" fmla="*/ 1193483 h 1828493"/>
              <a:gd name="connsiteX55" fmla="*/ 1509860 w 1832527"/>
              <a:gd name="connsiteY55" fmla="*/ 1193483 h 1828493"/>
              <a:gd name="connsiteX56" fmla="*/ 1493667 w 1832527"/>
              <a:gd name="connsiteY56" fmla="*/ 1177290 h 1828493"/>
              <a:gd name="connsiteX57" fmla="*/ 1493667 w 1832527"/>
              <a:gd name="connsiteY57" fmla="*/ 1141095 h 1828493"/>
              <a:gd name="connsiteX58" fmla="*/ 1504145 w 1832527"/>
              <a:gd name="connsiteY58" fmla="*/ 1130617 h 1828493"/>
              <a:gd name="connsiteX59" fmla="*/ 1706075 w 1832527"/>
              <a:gd name="connsiteY59" fmla="*/ 1129665 h 1828493"/>
              <a:gd name="connsiteX60" fmla="*/ 392577 w 1832527"/>
              <a:gd name="connsiteY60" fmla="*/ 950596 h 1828493"/>
              <a:gd name="connsiteX61" fmla="*/ 304947 w 1832527"/>
              <a:gd name="connsiteY61" fmla="*/ 989648 h 1828493"/>
              <a:gd name="connsiteX62" fmla="*/ 271610 w 1832527"/>
              <a:gd name="connsiteY62" fmla="*/ 1070611 h 1828493"/>
              <a:gd name="connsiteX63" fmla="*/ 277325 w 1832527"/>
              <a:gd name="connsiteY63" fmla="*/ 1099186 h 1828493"/>
              <a:gd name="connsiteX64" fmla="*/ 294470 w 1832527"/>
              <a:gd name="connsiteY64" fmla="*/ 1141096 h 1828493"/>
              <a:gd name="connsiteX65" fmla="*/ 384005 w 1832527"/>
              <a:gd name="connsiteY65" fmla="*/ 1191578 h 1828493"/>
              <a:gd name="connsiteX66" fmla="*/ 431630 w 1832527"/>
              <a:gd name="connsiteY66" fmla="*/ 1183958 h 1828493"/>
              <a:gd name="connsiteX67" fmla="*/ 475445 w 1832527"/>
              <a:gd name="connsiteY67" fmla="*/ 1156336 h 1828493"/>
              <a:gd name="connsiteX68" fmla="*/ 504020 w 1832527"/>
              <a:gd name="connsiteY68" fmla="*/ 1117283 h 1828493"/>
              <a:gd name="connsiteX69" fmla="*/ 504020 w 1832527"/>
              <a:gd name="connsiteY69" fmla="*/ 1107758 h 1828493"/>
              <a:gd name="connsiteX70" fmla="*/ 480207 w 1832527"/>
              <a:gd name="connsiteY70" fmla="*/ 1079183 h 1828493"/>
              <a:gd name="connsiteX71" fmla="*/ 441155 w 1832527"/>
              <a:gd name="connsiteY71" fmla="*/ 1028701 h 1828493"/>
              <a:gd name="connsiteX72" fmla="*/ 424962 w 1832527"/>
              <a:gd name="connsiteY72" fmla="*/ 1002031 h 1828493"/>
              <a:gd name="connsiteX73" fmla="*/ 395435 w 1832527"/>
              <a:gd name="connsiteY73" fmla="*/ 951548 h 1828493"/>
              <a:gd name="connsiteX74" fmla="*/ 392577 w 1832527"/>
              <a:gd name="connsiteY74" fmla="*/ 950596 h 1828493"/>
              <a:gd name="connsiteX75" fmla="*/ 343047 w 1832527"/>
              <a:gd name="connsiteY75" fmla="*/ 793433 h 1828493"/>
              <a:gd name="connsiteX76" fmla="*/ 332570 w 1832527"/>
              <a:gd name="connsiteY76" fmla="*/ 825818 h 1828493"/>
              <a:gd name="connsiteX77" fmla="*/ 299232 w 1832527"/>
              <a:gd name="connsiteY77" fmla="*/ 854393 h 1828493"/>
              <a:gd name="connsiteX78" fmla="*/ 236367 w 1832527"/>
              <a:gd name="connsiteY78" fmla="*/ 842011 h 1828493"/>
              <a:gd name="connsiteX79" fmla="*/ 194457 w 1832527"/>
              <a:gd name="connsiteY79" fmla="*/ 812483 h 1828493"/>
              <a:gd name="connsiteX80" fmla="*/ 170645 w 1832527"/>
              <a:gd name="connsiteY80" fmla="*/ 815341 h 1828493"/>
              <a:gd name="connsiteX81" fmla="*/ 130640 w 1832527"/>
              <a:gd name="connsiteY81" fmla="*/ 860108 h 1828493"/>
              <a:gd name="connsiteX82" fmla="*/ 143975 w 1832527"/>
              <a:gd name="connsiteY82" fmla="*/ 883921 h 1828493"/>
              <a:gd name="connsiteX83" fmla="*/ 180170 w 1832527"/>
              <a:gd name="connsiteY83" fmla="*/ 940118 h 1828493"/>
              <a:gd name="connsiteX84" fmla="*/ 175407 w 1832527"/>
              <a:gd name="connsiteY84" fmla="*/ 989648 h 1828493"/>
              <a:gd name="connsiteX85" fmla="*/ 129687 w 1832527"/>
              <a:gd name="connsiteY85" fmla="*/ 1020128 h 1828493"/>
              <a:gd name="connsiteX86" fmla="*/ 79205 w 1832527"/>
              <a:gd name="connsiteY86" fmla="*/ 1027748 h 1828493"/>
              <a:gd name="connsiteX87" fmla="*/ 61107 w 1832527"/>
              <a:gd name="connsiteY87" fmla="*/ 1046798 h 1828493"/>
              <a:gd name="connsiteX88" fmla="*/ 61107 w 1832527"/>
              <a:gd name="connsiteY88" fmla="*/ 1082993 h 1828493"/>
              <a:gd name="connsiteX89" fmla="*/ 79205 w 1832527"/>
              <a:gd name="connsiteY89" fmla="*/ 1107758 h 1828493"/>
              <a:gd name="connsiteX90" fmla="*/ 81110 w 1832527"/>
              <a:gd name="connsiteY90" fmla="*/ 1108711 h 1828493"/>
              <a:gd name="connsiteX91" fmla="*/ 128735 w 1832527"/>
              <a:gd name="connsiteY91" fmla="*/ 1120141 h 1828493"/>
              <a:gd name="connsiteX92" fmla="*/ 183980 w 1832527"/>
              <a:gd name="connsiteY92" fmla="*/ 1180148 h 1828493"/>
              <a:gd name="connsiteX93" fmla="*/ 169692 w 1832527"/>
              <a:gd name="connsiteY93" fmla="*/ 1217296 h 1828493"/>
              <a:gd name="connsiteX94" fmla="*/ 136355 w 1832527"/>
              <a:gd name="connsiteY94" fmla="*/ 1264921 h 1828493"/>
              <a:gd name="connsiteX95" fmla="*/ 137307 w 1832527"/>
              <a:gd name="connsiteY95" fmla="*/ 1285876 h 1828493"/>
              <a:gd name="connsiteX96" fmla="*/ 169692 w 1832527"/>
              <a:gd name="connsiteY96" fmla="*/ 1319213 h 1828493"/>
              <a:gd name="connsiteX97" fmla="*/ 195410 w 1832527"/>
              <a:gd name="connsiteY97" fmla="*/ 1325881 h 1828493"/>
              <a:gd name="connsiteX98" fmla="*/ 238272 w 1832527"/>
              <a:gd name="connsiteY98" fmla="*/ 1295401 h 1828493"/>
              <a:gd name="connsiteX99" fmla="*/ 271610 w 1832527"/>
              <a:gd name="connsiteY99" fmla="*/ 1279208 h 1828493"/>
              <a:gd name="connsiteX100" fmla="*/ 333522 w 1832527"/>
              <a:gd name="connsiteY100" fmla="*/ 1310641 h 1828493"/>
              <a:gd name="connsiteX101" fmla="*/ 342095 w 1832527"/>
              <a:gd name="connsiteY101" fmla="*/ 1340168 h 1828493"/>
              <a:gd name="connsiteX102" fmla="*/ 354477 w 1832527"/>
              <a:gd name="connsiteY102" fmla="*/ 1391603 h 1828493"/>
              <a:gd name="connsiteX103" fmla="*/ 364955 w 1832527"/>
              <a:gd name="connsiteY103" fmla="*/ 1401128 h 1828493"/>
              <a:gd name="connsiteX104" fmla="*/ 416390 w 1832527"/>
              <a:gd name="connsiteY104" fmla="*/ 1401128 h 1828493"/>
              <a:gd name="connsiteX105" fmla="*/ 432582 w 1832527"/>
              <a:gd name="connsiteY105" fmla="*/ 1386841 h 1828493"/>
              <a:gd name="connsiteX106" fmla="*/ 446870 w 1832527"/>
              <a:gd name="connsiteY106" fmla="*/ 1320166 h 1828493"/>
              <a:gd name="connsiteX107" fmla="*/ 500210 w 1832527"/>
              <a:gd name="connsiteY107" fmla="*/ 1277303 h 1828493"/>
              <a:gd name="connsiteX108" fmla="*/ 568790 w 1832527"/>
              <a:gd name="connsiteY108" fmla="*/ 1308736 h 1828493"/>
              <a:gd name="connsiteX109" fmla="*/ 594507 w 1832527"/>
              <a:gd name="connsiteY109" fmla="*/ 1325881 h 1828493"/>
              <a:gd name="connsiteX110" fmla="*/ 611652 w 1832527"/>
              <a:gd name="connsiteY110" fmla="*/ 1323023 h 1828493"/>
              <a:gd name="connsiteX111" fmla="*/ 657372 w 1832527"/>
              <a:gd name="connsiteY111" fmla="*/ 1276351 h 1828493"/>
              <a:gd name="connsiteX112" fmla="*/ 663087 w 1832527"/>
              <a:gd name="connsiteY112" fmla="*/ 1260158 h 1828493"/>
              <a:gd name="connsiteX113" fmla="*/ 643085 w 1832527"/>
              <a:gd name="connsiteY113" fmla="*/ 1223963 h 1828493"/>
              <a:gd name="connsiteX114" fmla="*/ 603080 w 1832527"/>
              <a:gd name="connsiteY114" fmla="*/ 1185863 h 1828493"/>
              <a:gd name="connsiteX115" fmla="*/ 566885 w 1832527"/>
              <a:gd name="connsiteY115" fmla="*/ 1162051 h 1828493"/>
              <a:gd name="connsiteX116" fmla="*/ 554502 w 1832527"/>
              <a:gd name="connsiteY116" fmla="*/ 1154431 h 1828493"/>
              <a:gd name="connsiteX117" fmla="*/ 527832 w 1832527"/>
              <a:gd name="connsiteY117" fmla="*/ 1187768 h 1828493"/>
              <a:gd name="connsiteX118" fmla="*/ 487827 w 1832527"/>
              <a:gd name="connsiteY118" fmla="*/ 1221106 h 1828493"/>
              <a:gd name="connsiteX119" fmla="*/ 458300 w 1832527"/>
              <a:gd name="connsiteY119" fmla="*/ 1236346 h 1828493"/>
              <a:gd name="connsiteX120" fmla="*/ 418295 w 1832527"/>
              <a:gd name="connsiteY120" fmla="*/ 1247776 h 1828493"/>
              <a:gd name="connsiteX121" fmla="*/ 322092 w 1832527"/>
              <a:gd name="connsiteY121" fmla="*/ 1235393 h 1828493"/>
              <a:gd name="connsiteX122" fmla="*/ 285897 w 1832527"/>
              <a:gd name="connsiteY122" fmla="*/ 1216343 h 1828493"/>
              <a:gd name="connsiteX123" fmla="*/ 238272 w 1832527"/>
              <a:gd name="connsiteY123" fmla="*/ 1165861 h 1828493"/>
              <a:gd name="connsiteX124" fmla="*/ 213507 w 1832527"/>
              <a:gd name="connsiteY124" fmla="*/ 1109663 h 1828493"/>
              <a:gd name="connsiteX125" fmla="*/ 217317 w 1832527"/>
              <a:gd name="connsiteY125" fmla="*/ 1015366 h 1828493"/>
              <a:gd name="connsiteX126" fmla="*/ 245892 w 1832527"/>
              <a:gd name="connsiteY126" fmla="*/ 960121 h 1828493"/>
              <a:gd name="connsiteX127" fmla="*/ 306852 w 1832527"/>
              <a:gd name="connsiteY127" fmla="*/ 906781 h 1828493"/>
              <a:gd name="connsiteX128" fmla="*/ 357335 w 1832527"/>
              <a:gd name="connsiteY128" fmla="*/ 890588 h 1828493"/>
              <a:gd name="connsiteX129" fmla="*/ 364955 w 1832527"/>
              <a:gd name="connsiteY129" fmla="*/ 875348 h 1828493"/>
              <a:gd name="connsiteX130" fmla="*/ 361145 w 1832527"/>
              <a:gd name="connsiteY130" fmla="*/ 864871 h 1828493"/>
              <a:gd name="connsiteX131" fmla="*/ 351620 w 1832527"/>
              <a:gd name="connsiteY131" fmla="*/ 822008 h 1828493"/>
              <a:gd name="connsiteX132" fmla="*/ 343047 w 1832527"/>
              <a:gd name="connsiteY132" fmla="*/ 793433 h 1828493"/>
              <a:gd name="connsiteX133" fmla="*/ 269943 w 1832527"/>
              <a:gd name="connsiteY133" fmla="*/ 465893 h 1828493"/>
              <a:gd name="connsiteX134" fmla="*/ 277325 w 1832527"/>
              <a:gd name="connsiteY134" fmla="*/ 474346 h 1828493"/>
              <a:gd name="connsiteX135" fmla="*/ 284945 w 1832527"/>
              <a:gd name="connsiteY135" fmla="*/ 510541 h 1828493"/>
              <a:gd name="connsiteX136" fmla="*/ 271610 w 1832527"/>
              <a:gd name="connsiteY136" fmla="*/ 527686 h 1828493"/>
              <a:gd name="connsiteX137" fmla="*/ 197315 w 1832527"/>
              <a:gd name="connsiteY137" fmla="*/ 543878 h 1828493"/>
              <a:gd name="connsiteX138" fmla="*/ 142070 w 1832527"/>
              <a:gd name="connsiteY138" fmla="*/ 557213 h 1828493"/>
              <a:gd name="connsiteX139" fmla="*/ 103970 w 1832527"/>
              <a:gd name="connsiteY139" fmla="*/ 569596 h 1828493"/>
              <a:gd name="connsiteX140" fmla="*/ 102065 w 1832527"/>
              <a:gd name="connsiteY140" fmla="*/ 569596 h 1828493"/>
              <a:gd name="connsiteX141" fmla="*/ 53487 w 1832527"/>
              <a:gd name="connsiteY141" fmla="*/ 579121 h 1828493"/>
              <a:gd name="connsiteX142" fmla="*/ 41105 w 1832527"/>
              <a:gd name="connsiteY142" fmla="*/ 569596 h 1828493"/>
              <a:gd name="connsiteX143" fmla="*/ 33485 w 1832527"/>
              <a:gd name="connsiteY143" fmla="*/ 538163 h 1828493"/>
              <a:gd name="connsiteX144" fmla="*/ 47772 w 1832527"/>
              <a:gd name="connsiteY144" fmla="*/ 521018 h 1828493"/>
              <a:gd name="connsiteX145" fmla="*/ 86825 w 1832527"/>
              <a:gd name="connsiteY145" fmla="*/ 509588 h 1828493"/>
              <a:gd name="connsiteX146" fmla="*/ 88730 w 1832527"/>
              <a:gd name="connsiteY146" fmla="*/ 508636 h 1828493"/>
              <a:gd name="connsiteX147" fmla="*/ 132545 w 1832527"/>
              <a:gd name="connsiteY147" fmla="*/ 500063 h 1828493"/>
              <a:gd name="connsiteX148" fmla="*/ 172550 w 1832527"/>
              <a:gd name="connsiteY148" fmla="*/ 487681 h 1828493"/>
              <a:gd name="connsiteX149" fmla="*/ 202077 w 1832527"/>
              <a:gd name="connsiteY149" fmla="*/ 480061 h 1828493"/>
              <a:gd name="connsiteX150" fmla="*/ 246845 w 1832527"/>
              <a:gd name="connsiteY150" fmla="*/ 470536 h 1828493"/>
              <a:gd name="connsiteX151" fmla="*/ 258275 w 1832527"/>
              <a:gd name="connsiteY151" fmla="*/ 466726 h 1828493"/>
              <a:gd name="connsiteX152" fmla="*/ 269943 w 1832527"/>
              <a:gd name="connsiteY152" fmla="*/ 465893 h 1828493"/>
              <a:gd name="connsiteX153" fmla="*/ 1305072 w 1832527"/>
              <a:gd name="connsiteY153" fmla="*/ 350521 h 1828493"/>
              <a:gd name="connsiteX154" fmla="*/ 1121240 w 1832527"/>
              <a:gd name="connsiteY154" fmla="*/ 531496 h 1828493"/>
              <a:gd name="connsiteX155" fmla="*/ 1303167 w 1832527"/>
              <a:gd name="connsiteY155" fmla="*/ 714376 h 1828493"/>
              <a:gd name="connsiteX156" fmla="*/ 1485095 w 1832527"/>
              <a:gd name="connsiteY156" fmla="*/ 532448 h 1828493"/>
              <a:gd name="connsiteX157" fmla="*/ 1305072 w 1832527"/>
              <a:gd name="connsiteY157" fmla="*/ 350521 h 1828493"/>
              <a:gd name="connsiteX158" fmla="*/ 687256 w 1832527"/>
              <a:gd name="connsiteY158" fmla="*/ 349568 h 1828493"/>
              <a:gd name="connsiteX159" fmla="*/ 694519 w 1832527"/>
              <a:gd name="connsiteY159" fmla="*/ 354331 h 1828493"/>
              <a:gd name="connsiteX160" fmla="*/ 719284 w 1832527"/>
              <a:gd name="connsiteY160" fmla="*/ 390526 h 1828493"/>
              <a:gd name="connsiteX161" fmla="*/ 716427 w 1832527"/>
              <a:gd name="connsiteY161" fmla="*/ 401003 h 1828493"/>
              <a:gd name="connsiteX162" fmla="*/ 651657 w 1832527"/>
              <a:gd name="connsiteY162" fmla="*/ 458153 h 1828493"/>
              <a:gd name="connsiteX163" fmla="*/ 621177 w 1832527"/>
              <a:gd name="connsiteY163" fmla="*/ 495301 h 1828493"/>
              <a:gd name="connsiteX164" fmla="*/ 593554 w 1832527"/>
              <a:gd name="connsiteY164" fmla="*/ 539116 h 1828493"/>
              <a:gd name="connsiteX165" fmla="*/ 578314 w 1832527"/>
              <a:gd name="connsiteY165" fmla="*/ 580073 h 1828493"/>
              <a:gd name="connsiteX166" fmla="*/ 558312 w 1832527"/>
              <a:gd name="connsiteY166" fmla="*/ 642938 h 1828493"/>
              <a:gd name="connsiteX167" fmla="*/ 557359 w 1832527"/>
              <a:gd name="connsiteY167" fmla="*/ 654368 h 1828493"/>
              <a:gd name="connsiteX168" fmla="*/ 557359 w 1832527"/>
              <a:gd name="connsiteY168" fmla="*/ 752476 h 1828493"/>
              <a:gd name="connsiteX169" fmla="*/ 568789 w 1832527"/>
              <a:gd name="connsiteY169" fmla="*/ 804863 h 1828493"/>
              <a:gd name="connsiteX170" fmla="*/ 585934 w 1832527"/>
              <a:gd name="connsiteY170" fmla="*/ 856298 h 1828493"/>
              <a:gd name="connsiteX171" fmla="*/ 600222 w 1832527"/>
              <a:gd name="connsiteY171" fmla="*/ 885826 h 1828493"/>
              <a:gd name="connsiteX172" fmla="*/ 626892 w 1832527"/>
              <a:gd name="connsiteY172" fmla="*/ 924878 h 1828493"/>
              <a:gd name="connsiteX173" fmla="*/ 704997 w 1832527"/>
              <a:gd name="connsiteY173" fmla="*/ 1001078 h 1828493"/>
              <a:gd name="connsiteX174" fmla="*/ 753574 w 1832527"/>
              <a:gd name="connsiteY174" fmla="*/ 1029653 h 1828493"/>
              <a:gd name="connsiteX175" fmla="*/ 815487 w 1832527"/>
              <a:gd name="connsiteY175" fmla="*/ 1059181 h 1828493"/>
              <a:gd name="connsiteX176" fmla="*/ 885972 w 1832527"/>
              <a:gd name="connsiteY176" fmla="*/ 1118236 h 1828493"/>
              <a:gd name="connsiteX177" fmla="*/ 918357 w 1832527"/>
              <a:gd name="connsiteY177" fmla="*/ 1163956 h 1828493"/>
              <a:gd name="connsiteX178" fmla="*/ 925977 w 1832527"/>
              <a:gd name="connsiteY178" fmla="*/ 1179196 h 1828493"/>
              <a:gd name="connsiteX179" fmla="*/ 935502 w 1832527"/>
              <a:gd name="connsiteY179" fmla="*/ 1207771 h 1828493"/>
              <a:gd name="connsiteX180" fmla="*/ 947884 w 1832527"/>
              <a:gd name="connsiteY180" fmla="*/ 1254443 h 1828493"/>
              <a:gd name="connsiteX181" fmla="*/ 926929 w 1832527"/>
              <a:gd name="connsiteY181" fmla="*/ 1283971 h 1828493"/>
              <a:gd name="connsiteX182" fmla="*/ 917404 w 1832527"/>
              <a:gd name="connsiteY182" fmla="*/ 1283971 h 1828493"/>
              <a:gd name="connsiteX183" fmla="*/ 911689 w 1832527"/>
              <a:gd name="connsiteY183" fmla="*/ 1283971 h 1828493"/>
              <a:gd name="connsiteX184" fmla="*/ 885019 w 1832527"/>
              <a:gd name="connsiteY184" fmla="*/ 1258253 h 1828493"/>
              <a:gd name="connsiteX185" fmla="*/ 871684 w 1832527"/>
              <a:gd name="connsiteY185" fmla="*/ 1211581 h 1828493"/>
              <a:gd name="connsiteX186" fmla="*/ 849777 w 1832527"/>
              <a:gd name="connsiteY186" fmla="*/ 1169671 h 1828493"/>
              <a:gd name="connsiteX187" fmla="*/ 781197 w 1832527"/>
              <a:gd name="connsiteY187" fmla="*/ 1109663 h 1828493"/>
              <a:gd name="connsiteX188" fmla="*/ 739287 w 1832527"/>
              <a:gd name="connsiteY188" fmla="*/ 1092518 h 1828493"/>
              <a:gd name="connsiteX189" fmla="*/ 683089 w 1832527"/>
              <a:gd name="connsiteY189" fmla="*/ 1059181 h 1828493"/>
              <a:gd name="connsiteX190" fmla="*/ 617367 w 1832527"/>
              <a:gd name="connsiteY190" fmla="*/ 1007746 h 1828493"/>
              <a:gd name="connsiteX191" fmla="*/ 591649 w 1832527"/>
              <a:gd name="connsiteY191" fmla="*/ 975361 h 1828493"/>
              <a:gd name="connsiteX192" fmla="*/ 561169 w 1832527"/>
              <a:gd name="connsiteY192" fmla="*/ 936308 h 1828493"/>
              <a:gd name="connsiteX193" fmla="*/ 549739 w 1832527"/>
              <a:gd name="connsiteY193" fmla="*/ 918211 h 1828493"/>
              <a:gd name="connsiteX194" fmla="*/ 530689 w 1832527"/>
              <a:gd name="connsiteY194" fmla="*/ 882016 h 1828493"/>
              <a:gd name="connsiteX195" fmla="*/ 523069 w 1832527"/>
              <a:gd name="connsiteY195" fmla="*/ 864871 h 1828493"/>
              <a:gd name="connsiteX196" fmla="*/ 513544 w 1832527"/>
              <a:gd name="connsiteY196" fmla="*/ 836296 h 1828493"/>
              <a:gd name="connsiteX197" fmla="*/ 501162 w 1832527"/>
              <a:gd name="connsiteY197" fmla="*/ 795338 h 1828493"/>
              <a:gd name="connsiteX198" fmla="*/ 499257 w 1832527"/>
              <a:gd name="connsiteY198" fmla="*/ 791528 h 1828493"/>
              <a:gd name="connsiteX199" fmla="*/ 493542 w 1832527"/>
              <a:gd name="connsiteY199" fmla="*/ 664846 h 1828493"/>
              <a:gd name="connsiteX200" fmla="*/ 507829 w 1832527"/>
              <a:gd name="connsiteY200" fmla="*/ 591503 h 1828493"/>
              <a:gd name="connsiteX201" fmla="*/ 528784 w 1832527"/>
              <a:gd name="connsiteY201" fmla="*/ 531496 h 1828493"/>
              <a:gd name="connsiteX202" fmla="*/ 569742 w 1832527"/>
              <a:gd name="connsiteY202" fmla="*/ 461963 h 1828493"/>
              <a:gd name="connsiteX203" fmla="*/ 632607 w 1832527"/>
              <a:gd name="connsiteY203" fmla="*/ 391478 h 1828493"/>
              <a:gd name="connsiteX204" fmla="*/ 679279 w 1832527"/>
              <a:gd name="connsiteY204" fmla="*/ 353378 h 1828493"/>
              <a:gd name="connsiteX205" fmla="*/ 687256 w 1832527"/>
              <a:gd name="connsiteY205" fmla="*/ 349568 h 1828493"/>
              <a:gd name="connsiteX206" fmla="*/ 1303167 w 1832527"/>
              <a:gd name="connsiteY206" fmla="*/ 289561 h 1828493"/>
              <a:gd name="connsiteX207" fmla="*/ 1442232 w 1832527"/>
              <a:gd name="connsiteY207" fmla="*/ 333376 h 1828493"/>
              <a:gd name="connsiteX208" fmla="*/ 1547960 w 1832527"/>
              <a:gd name="connsiteY208" fmla="*/ 534353 h 1828493"/>
              <a:gd name="connsiteX209" fmla="*/ 1303167 w 1832527"/>
              <a:gd name="connsiteY209" fmla="*/ 773431 h 1828493"/>
              <a:gd name="connsiteX210" fmla="*/ 1062185 w 1832527"/>
              <a:gd name="connsiteY210" fmla="*/ 530543 h 1828493"/>
              <a:gd name="connsiteX211" fmla="*/ 1109810 w 1832527"/>
              <a:gd name="connsiteY211" fmla="*/ 387668 h 1828493"/>
              <a:gd name="connsiteX212" fmla="*/ 1303167 w 1832527"/>
              <a:gd name="connsiteY212" fmla="*/ 289561 h 1828493"/>
              <a:gd name="connsiteX213" fmla="*/ 116352 w 1832527"/>
              <a:gd name="connsiteY213" fmla="*/ 166688 h 1828493"/>
              <a:gd name="connsiteX214" fmla="*/ 146832 w 1832527"/>
              <a:gd name="connsiteY214" fmla="*/ 186691 h 1828493"/>
              <a:gd name="connsiteX215" fmla="*/ 201125 w 1832527"/>
              <a:gd name="connsiteY215" fmla="*/ 228601 h 1828493"/>
              <a:gd name="connsiteX216" fmla="*/ 243035 w 1832527"/>
              <a:gd name="connsiteY216" fmla="*/ 257176 h 1828493"/>
              <a:gd name="connsiteX217" fmla="*/ 281135 w 1832527"/>
              <a:gd name="connsiteY217" fmla="*/ 285751 h 1828493"/>
              <a:gd name="connsiteX218" fmla="*/ 323045 w 1832527"/>
              <a:gd name="connsiteY218" fmla="*/ 314326 h 1828493"/>
              <a:gd name="connsiteX219" fmla="*/ 323997 w 1832527"/>
              <a:gd name="connsiteY219" fmla="*/ 322898 h 1828493"/>
              <a:gd name="connsiteX220" fmla="*/ 298280 w 1832527"/>
              <a:gd name="connsiteY220" fmla="*/ 359093 h 1828493"/>
              <a:gd name="connsiteX221" fmla="*/ 285897 w 1832527"/>
              <a:gd name="connsiteY221" fmla="*/ 360998 h 1828493"/>
              <a:gd name="connsiteX222" fmla="*/ 217317 w 1832527"/>
              <a:gd name="connsiteY222" fmla="*/ 312421 h 1828493"/>
              <a:gd name="connsiteX223" fmla="*/ 177312 w 1832527"/>
              <a:gd name="connsiteY223" fmla="*/ 281941 h 1828493"/>
              <a:gd name="connsiteX224" fmla="*/ 118257 w 1832527"/>
              <a:gd name="connsiteY224" fmla="*/ 240983 h 1828493"/>
              <a:gd name="connsiteX225" fmla="*/ 87777 w 1832527"/>
              <a:gd name="connsiteY225" fmla="*/ 220028 h 1828493"/>
              <a:gd name="connsiteX226" fmla="*/ 88730 w 1832527"/>
              <a:gd name="connsiteY226" fmla="*/ 203835 h 1828493"/>
              <a:gd name="connsiteX227" fmla="*/ 116352 w 1832527"/>
              <a:gd name="connsiteY227" fmla="*/ 166688 h 1828493"/>
              <a:gd name="connsiteX228" fmla="*/ 1311740 w 1832527"/>
              <a:gd name="connsiteY228" fmla="*/ 71676 h 1828493"/>
              <a:gd name="connsiteX229" fmla="*/ 1306025 w 1832527"/>
              <a:gd name="connsiteY229" fmla="*/ 78106 h 1828493"/>
              <a:gd name="connsiteX230" fmla="*/ 1298405 w 1832527"/>
              <a:gd name="connsiteY230" fmla="*/ 122873 h 1828493"/>
              <a:gd name="connsiteX231" fmla="*/ 1284117 w 1832527"/>
              <a:gd name="connsiteY231" fmla="*/ 188596 h 1828493"/>
              <a:gd name="connsiteX232" fmla="*/ 1259352 w 1832527"/>
              <a:gd name="connsiteY232" fmla="*/ 219076 h 1828493"/>
              <a:gd name="connsiteX233" fmla="*/ 1209822 w 1832527"/>
              <a:gd name="connsiteY233" fmla="*/ 236221 h 1828493"/>
              <a:gd name="connsiteX234" fmla="*/ 1138385 w 1832527"/>
              <a:gd name="connsiteY234" fmla="*/ 207646 h 1828493"/>
              <a:gd name="connsiteX235" fmla="*/ 1090760 w 1832527"/>
              <a:gd name="connsiteY235" fmla="*/ 145733 h 1828493"/>
              <a:gd name="connsiteX236" fmla="*/ 1065042 w 1832527"/>
              <a:gd name="connsiteY236" fmla="*/ 140018 h 1828493"/>
              <a:gd name="connsiteX237" fmla="*/ 1037420 w 1832527"/>
              <a:gd name="connsiteY237" fmla="*/ 161926 h 1828493"/>
              <a:gd name="connsiteX238" fmla="*/ 987890 w 1832527"/>
              <a:gd name="connsiteY238" fmla="*/ 197168 h 1828493"/>
              <a:gd name="connsiteX239" fmla="*/ 986937 w 1832527"/>
              <a:gd name="connsiteY239" fmla="*/ 211456 h 1828493"/>
              <a:gd name="connsiteX240" fmla="*/ 1003130 w 1832527"/>
              <a:gd name="connsiteY240" fmla="*/ 230506 h 1828493"/>
              <a:gd name="connsiteX241" fmla="*/ 1030752 w 1832527"/>
              <a:gd name="connsiteY241" fmla="*/ 269558 h 1828493"/>
              <a:gd name="connsiteX242" fmla="*/ 1052660 w 1832527"/>
              <a:gd name="connsiteY242" fmla="*/ 330518 h 1828493"/>
              <a:gd name="connsiteX243" fmla="*/ 1047897 w 1832527"/>
              <a:gd name="connsiteY243" fmla="*/ 346711 h 1828493"/>
              <a:gd name="connsiteX244" fmla="*/ 1033610 w 1832527"/>
              <a:gd name="connsiteY244" fmla="*/ 380048 h 1828493"/>
              <a:gd name="connsiteX245" fmla="*/ 963125 w 1832527"/>
              <a:gd name="connsiteY245" fmla="*/ 419101 h 1828493"/>
              <a:gd name="connsiteX246" fmla="*/ 914547 w 1832527"/>
              <a:gd name="connsiteY246" fmla="*/ 412433 h 1828493"/>
              <a:gd name="connsiteX247" fmla="*/ 876447 w 1832527"/>
              <a:gd name="connsiteY247" fmla="*/ 406718 h 1828493"/>
              <a:gd name="connsiteX248" fmla="*/ 863112 w 1832527"/>
              <a:gd name="connsiteY248" fmla="*/ 405766 h 1828493"/>
              <a:gd name="connsiteX249" fmla="*/ 855492 w 1832527"/>
              <a:gd name="connsiteY249" fmla="*/ 426721 h 1828493"/>
              <a:gd name="connsiteX250" fmla="*/ 845967 w 1832527"/>
              <a:gd name="connsiteY250" fmla="*/ 518161 h 1828493"/>
              <a:gd name="connsiteX251" fmla="*/ 850730 w 1832527"/>
              <a:gd name="connsiteY251" fmla="*/ 526733 h 1828493"/>
              <a:gd name="connsiteX252" fmla="*/ 884067 w 1832527"/>
              <a:gd name="connsiteY252" fmla="*/ 533401 h 1828493"/>
              <a:gd name="connsiteX253" fmla="*/ 942170 w 1832527"/>
              <a:gd name="connsiteY253" fmla="*/ 541973 h 1828493"/>
              <a:gd name="connsiteX254" fmla="*/ 967887 w 1832527"/>
              <a:gd name="connsiteY254" fmla="*/ 553403 h 1828493"/>
              <a:gd name="connsiteX255" fmla="*/ 999320 w 1832527"/>
              <a:gd name="connsiteY255" fmla="*/ 590551 h 1828493"/>
              <a:gd name="connsiteX256" fmla="*/ 1009797 w 1832527"/>
              <a:gd name="connsiteY256" fmla="*/ 635318 h 1828493"/>
              <a:gd name="connsiteX257" fmla="*/ 1004082 w 1832527"/>
              <a:gd name="connsiteY257" fmla="*/ 654368 h 1828493"/>
              <a:gd name="connsiteX258" fmla="*/ 995510 w 1832527"/>
              <a:gd name="connsiteY258" fmla="*/ 677228 h 1828493"/>
              <a:gd name="connsiteX259" fmla="*/ 984080 w 1832527"/>
              <a:gd name="connsiteY259" fmla="*/ 690563 h 1828493"/>
              <a:gd name="connsiteX260" fmla="*/ 937407 w 1832527"/>
              <a:gd name="connsiteY260" fmla="*/ 727711 h 1828493"/>
              <a:gd name="connsiteX261" fmla="*/ 914547 w 1832527"/>
              <a:gd name="connsiteY261" fmla="*/ 743903 h 1828493"/>
              <a:gd name="connsiteX262" fmla="*/ 905022 w 1832527"/>
              <a:gd name="connsiteY262" fmla="*/ 761048 h 1828493"/>
              <a:gd name="connsiteX263" fmla="*/ 941217 w 1832527"/>
              <a:gd name="connsiteY263" fmla="*/ 811531 h 1828493"/>
              <a:gd name="connsiteX264" fmla="*/ 963125 w 1832527"/>
              <a:gd name="connsiteY264" fmla="*/ 838201 h 1828493"/>
              <a:gd name="connsiteX265" fmla="*/ 977412 w 1832527"/>
              <a:gd name="connsiteY265" fmla="*/ 848678 h 1828493"/>
              <a:gd name="connsiteX266" fmla="*/ 985985 w 1832527"/>
              <a:gd name="connsiteY266" fmla="*/ 842011 h 1828493"/>
              <a:gd name="connsiteX267" fmla="*/ 1033610 w 1832527"/>
              <a:gd name="connsiteY267" fmla="*/ 806768 h 1828493"/>
              <a:gd name="connsiteX268" fmla="*/ 1069805 w 1832527"/>
              <a:gd name="connsiteY268" fmla="*/ 785813 h 1828493"/>
              <a:gd name="connsiteX269" fmla="*/ 1116477 w 1832527"/>
              <a:gd name="connsiteY269" fmla="*/ 782956 h 1828493"/>
              <a:gd name="connsiteX270" fmla="*/ 1163150 w 1832527"/>
              <a:gd name="connsiteY270" fmla="*/ 806768 h 1828493"/>
              <a:gd name="connsiteX271" fmla="*/ 1189820 w 1832527"/>
              <a:gd name="connsiteY271" fmla="*/ 862013 h 1828493"/>
              <a:gd name="connsiteX272" fmla="*/ 1189820 w 1832527"/>
              <a:gd name="connsiteY272" fmla="*/ 886778 h 1828493"/>
              <a:gd name="connsiteX273" fmla="*/ 1183152 w 1832527"/>
              <a:gd name="connsiteY273" fmla="*/ 930593 h 1828493"/>
              <a:gd name="connsiteX274" fmla="*/ 1180295 w 1832527"/>
              <a:gd name="connsiteY274" fmla="*/ 970598 h 1828493"/>
              <a:gd name="connsiteX275" fmla="*/ 1298405 w 1832527"/>
              <a:gd name="connsiteY275" fmla="*/ 991553 h 1828493"/>
              <a:gd name="connsiteX276" fmla="*/ 1306025 w 1832527"/>
              <a:gd name="connsiteY276" fmla="*/ 950596 h 1828493"/>
              <a:gd name="connsiteX277" fmla="*/ 1320312 w 1832527"/>
              <a:gd name="connsiteY277" fmla="*/ 879158 h 1828493"/>
              <a:gd name="connsiteX278" fmla="*/ 1371747 w 1832527"/>
              <a:gd name="connsiteY278" fmla="*/ 830581 h 1828493"/>
              <a:gd name="connsiteX279" fmla="*/ 1431755 w 1832527"/>
              <a:gd name="connsiteY279" fmla="*/ 830581 h 1828493"/>
              <a:gd name="connsiteX280" fmla="*/ 1463187 w 1832527"/>
              <a:gd name="connsiteY280" fmla="*/ 850583 h 1828493"/>
              <a:gd name="connsiteX281" fmla="*/ 1481285 w 1832527"/>
              <a:gd name="connsiteY281" fmla="*/ 871538 h 1828493"/>
              <a:gd name="connsiteX282" fmla="*/ 1521290 w 1832527"/>
              <a:gd name="connsiteY282" fmla="*/ 924878 h 1828493"/>
              <a:gd name="connsiteX283" fmla="*/ 1533672 w 1832527"/>
              <a:gd name="connsiteY283" fmla="*/ 927736 h 1828493"/>
              <a:gd name="connsiteX284" fmla="*/ 1546055 w 1832527"/>
              <a:gd name="connsiteY284" fmla="*/ 920116 h 1828493"/>
              <a:gd name="connsiteX285" fmla="*/ 1616540 w 1832527"/>
              <a:gd name="connsiteY285" fmla="*/ 864871 h 1828493"/>
              <a:gd name="connsiteX286" fmla="*/ 1617492 w 1832527"/>
              <a:gd name="connsiteY286" fmla="*/ 849631 h 1828493"/>
              <a:gd name="connsiteX287" fmla="*/ 1613682 w 1832527"/>
              <a:gd name="connsiteY287" fmla="*/ 844868 h 1828493"/>
              <a:gd name="connsiteX288" fmla="*/ 1580345 w 1832527"/>
              <a:gd name="connsiteY288" fmla="*/ 800101 h 1828493"/>
              <a:gd name="connsiteX289" fmla="*/ 1557485 w 1832527"/>
              <a:gd name="connsiteY289" fmla="*/ 759143 h 1828493"/>
              <a:gd name="connsiteX290" fmla="*/ 1575582 w 1832527"/>
              <a:gd name="connsiteY290" fmla="*/ 675323 h 1828493"/>
              <a:gd name="connsiteX291" fmla="*/ 1646067 w 1832527"/>
              <a:gd name="connsiteY291" fmla="*/ 642938 h 1828493"/>
              <a:gd name="connsiteX292" fmla="*/ 1723220 w 1832527"/>
              <a:gd name="connsiteY292" fmla="*/ 651511 h 1828493"/>
              <a:gd name="connsiteX293" fmla="*/ 1727030 w 1832527"/>
              <a:gd name="connsiteY293" fmla="*/ 653416 h 1828493"/>
              <a:gd name="connsiteX294" fmla="*/ 1747985 w 1832527"/>
              <a:gd name="connsiteY294" fmla="*/ 640081 h 1828493"/>
              <a:gd name="connsiteX295" fmla="*/ 1755605 w 1832527"/>
              <a:gd name="connsiteY295" fmla="*/ 565786 h 1828493"/>
              <a:gd name="connsiteX296" fmla="*/ 1758462 w 1832527"/>
              <a:gd name="connsiteY296" fmla="*/ 558166 h 1828493"/>
              <a:gd name="connsiteX297" fmla="*/ 1763225 w 1832527"/>
              <a:gd name="connsiteY297" fmla="*/ 537211 h 1828493"/>
              <a:gd name="connsiteX298" fmla="*/ 1671785 w 1832527"/>
              <a:gd name="connsiteY298" fmla="*/ 521971 h 1828493"/>
              <a:gd name="connsiteX299" fmla="*/ 1629875 w 1832527"/>
              <a:gd name="connsiteY299" fmla="*/ 503873 h 1828493"/>
              <a:gd name="connsiteX300" fmla="*/ 1600347 w 1832527"/>
              <a:gd name="connsiteY300" fmla="*/ 458153 h 1828493"/>
              <a:gd name="connsiteX301" fmla="*/ 1624160 w 1832527"/>
              <a:gd name="connsiteY301" fmla="*/ 368618 h 1828493"/>
              <a:gd name="connsiteX302" fmla="*/ 1665117 w 1832527"/>
              <a:gd name="connsiteY302" fmla="*/ 335281 h 1828493"/>
              <a:gd name="connsiteX303" fmla="*/ 1687977 w 1832527"/>
              <a:gd name="connsiteY303" fmla="*/ 319088 h 1828493"/>
              <a:gd name="connsiteX304" fmla="*/ 1695597 w 1832527"/>
              <a:gd name="connsiteY304" fmla="*/ 295276 h 1828493"/>
              <a:gd name="connsiteX305" fmla="*/ 1674642 w 1832527"/>
              <a:gd name="connsiteY305" fmla="*/ 266701 h 1828493"/>
              <a:gd name="connsiteX306" fmla="*/ 1633685 w 1832527"/>
              <a:gd name="connsiteY306" fmla="*/ 217171 h 1828493"/>
              <a:gd name="connsiteX307" fmla="*/ 1619397 w 1832527"/>
              <a:gd name="connsiteY307" fmla="*/ 216218 h 1828493"/>
              <a:gd name="connsiteX308" fmla="*/ 1614635 w 1832527"/>
              <a:gd name="connsiteY308" fmla="*/ 220981 h 1828493"/>
              <a:gd name="connsiteX309" fmla="*/ 1568915 w 1832527"/>
              <a:gd name="connsiteY309" fmla="*/ 255271 h 1828493"/>
              <a:gd name="connsiteX310" fmla="*/ 1532720 w 1832527"/>
              <a:gd name="connsiteY310" fmla="*/ 277178 h 1828493"/>
              <a:gd name="connsiteX311" fmla="*/ 1466045 w 1832527"/>
              <a:gd name="connsiteY311" fmla="*/ 272416 h 1828493"/>
              <a:gd name="connsiteX312" fmla="*/ 1424135 w 1832527"/>
              <a:gd name="connsiteY312" fmla="*/ 231458 h 1828493"/>
              <a:gd name="connsiteX313" fmla="*/ 1415562 w 1832527"/>
              <a:gd name="connsiteY313" fmla="*/ 208598 h 1828493"/>
              <a:gd name="connsiteX314" fmla="*/ 1413657 w 1832527"/>
              <a:gd name="connsiteY314" fmla="*/ 173356 h 1828493"/>
              <a:gd name="connsiteX315" fmla="*/ 1425087 w 1832527"/>
              <a:gd name="connsiteY315" fmla="*/ 97156 h 1828493"/>
              <a:gd name="connsiteX316" fmla="*/ 1416515 w 1832527"/>
              <a:gd name="connsiteY316" fmla="*/ 86678 h 1828493"/>
              <a:gd name="connsiteX317" fmla="*/ 1347935 w 1832527"/>
              <a:gd name="connsiteY317" fmla="*/ 78106 h 1828493"/>
              <a:gd name="connsiteX318" fmla="*/ 1320312 w 1832527"/>
              <a:gd name="connsiteY318" fmla="*/ 72391 h 1828493"/>
              <a:gd name="connsiteX319" fmla="*/ 1311740 w 1832527"/>
              <a:gd name="connsiteY319" fmla="*/ 71676 h 1828493"/>
              <a:gd name="connsiteX320" fmla="*/ 1289356 w 1832527"/>
              <a:gd name="connsiteY320" fmla="*/ 11550 h 1828493"/>
              <a:gd name="connsiteX321" fmla="*/ 1306025 w 1832527"/>
              <a:gd name="connsiteY321" fmla="*/ 13336 h 1828493"/>
              <a:gd name="connsiteX322" fmla="*/ 1326027 w 1832527"/>
              <a:gd name="connsiteY322" fmla="*/ 17146 h 1828493"/>
              <a:gd name="connsiteX323" fmla="*/ 1414610 w 1832527"/>
              <a:gd name="connsiteY323" fmla="*/ 30481 h 1828493"/>
              <a:gd name="connsiteX324" fmla="*/ 1437470 w 1832527"/>
              <a:gd name="connsiteY324" fmla="*/ 32386 h 1828493"/>
              <a:gd name="connsiteX325" fmla="*/ 1479380 w 1832527"/>
              <a:gd name="connsiteY325" fmla="*/ 40958 h 1828493"/>
              <a:gd name="connsiteX326" fmla="*/ 1496525 w 1832527"/>
              <a:gd name="connsiteY326" fmla="*/ 63818 h 1828493"/>
              <a:gd name="connsiteX327" fmla="*/ 1490810 w 1832527"/>
              <a:gd name="connsiteY327" fmla="*/ 104776 h 1828493"/>
              <a:gd name="connsiteX328" fmla="*/ 1490810 w 1832527"/>
              <a:gd name="connsiteY328" fmla="*/ 105728 h 1828493"/>
              <a:gd name="connsiteX329" fmla="*/ 1482237 w 1832527"/>
              <a:gd name="connsiteY329" fmla="*/ 197168 h 1828493"/>
              <a:gd name="connsiteX330" fmla="*/ 1517480 w 1832527"/>
              <a:gd name="connsiteY330" fmla="*/ 223838 h 1828493"/>
              <a:gd name="connsiteX331" fmla="*/ 1544150 w 1832527"/>
              <a:gd name="connsiteY331" fmla="*/ 206693 h 1828493"/>
              <a:gd name="connsiteX332" fmla="*/ 1591775 w 1832527"/>
              <a:gd name="connsiteY332" fmla="*/ 168593 h 1828493"/>
              <a:gd name="connsiteX333" fmla="*/ 1628922 w 1832527"/>
              <a:gd name="connsiteY333" fmla="*/ 144781 h 1828493"/>
              <a:gd name="connsiteX334" fmla="*/ 1668927 w 1832527"/>
              <a:gd name="connsiteY334" fmla="*/ 155258 h 1828493"/>
              <a:gd name="connsiteX335" fmla="*/ 1718457 w 1832527"/>
              <a:gd name="connsiteY335" fmla="*/ 220981 h 1828493"/>
              <a:gd name="connsiteX336" fmla="*/ 1767035 w 1832527"/>
              <a:gd name="connsiteY336" fmla="*/ 282893 h 1828493"/>
              <a:gd name="connsiteX337" fmla="*/ 1781322 w 1832527"/>
              <a:gd name="connsiteY337" fmla="*/ 306706 h 1828493"/>
              <a:gd name="connsiteX338" fmla="*/ 1771797 w 1832527"/>
              <a:gd name="connsiteY338" fmla="*/ 338138 h 1828493"/>
              <a:gd name="connsiteX339" fmla="*/ 1722267 w 1832527"/>
              <a:gd name="connsiteY339" fmla="*/ 375286 h 1828493"/>
              <a:gd name="connsiteX340" fmla="*/ 1671785 w 1832527"/>
              <a:gd name="connsiteY340" fmla="*/ 416243 h 1828493"/>
              <a:gd name="connsiteX341" fmla="*/ 1678452 w 1832527"/>
              <a:gd name="connsiteY341" fmla="*/ 461011 h 1828493"/>
              <a:gd name="connsiteX342" fmla="*/ 1706075 w 1832527"/>
              <a:gd name="connsiteY342" fmla="*/ 467678 h 1828493"/>
              <a:gd name="connsiteX343" fmla="*/ 1774655 w 1832527"/>
              <a:gd name="connsiteY343" fmla="*/ 480061 h 1828493"/>
              <a:gd name="connsiteX344" fmla="*/ 1791800 w 1832527"/>
              <a:gd name="connsiteY344" fmla="*/ 481966 h 1828493"/>
              <a:gd name="connsiteX345" fmla="*/ 1828947 w 1832527"/>
              <a:gd name="connsiteY345" fmla="*/ 541021 h 1828493"/>
              <a:gd name="connsiteX346" fmla="*/ 1827042 w 1832527"/>
              <a:gd name="connsiteY346" fmla="*/ 546736 h 1828493"/>
              <a:gd name="connsiteX347" fmla="*/ 1817517 w 1832527"/>
              <a:gd name="connsiteY347" fmla="*/ 622936 h 1828493"/>
              <a:gd name="connsiteX348" fmla="*/ 1808945 w 1832527"/>
              <a:gd name="connsiteY348" fmla="*/ 684848 h 1828493"/>
              <a:gd name="connsiteX349" fmla="*/ 1790847 w 1832527"/>
              <a:gd name="connsiteY349" fmla="*/ 720091 h 1828493"/>
              <a:gd name="connsiteX350" fmla="*/ 1755605 w 1832527"/>
              <a:gd name="connsiteY350" fmla="*/ 722948 h 1828493"/>
              <a:gd name="connsiteX351" fmla="*/ 1746080 w 1832527"/>
              <a:gd name="connsiteY351" fmla="*/ 719138 h 1828493"/>
              <a:gd name="connsiteX352" fmla="*/ 1653687 w 1832527"/>
              <a:gd name="connsiteY352" fmla="*/ 709613 h 1828493"/>
              <a:gd name="connsiteX353" fmla="*/ 1619397 w 1832527"/>
              <a:gd name="connsiteY353" fmla="*/ 741046 h 1828493"/>
              <a:gd name="connsiteX354" fmla="*/ 1633685 w 1832527"/>
              <a:gd name="connsiteY354" fmla="*/ 767716 h 1828493"/>
              <a:gd name="connsiteX355" fmla="*/ 1668927 w 1832527"/>
              <a:gd name="connsiteY355" fmla="*/ 813436 h 1828493"/>
              <a:gd name="connsiteX356" fmla="*/ 1699407 w 1832527"/>
              <a:gd name="connsiteY356" fmla="*/ 857251 h 1828493"/>
              <a:gd name="connsiteX357" fmla="*/ 1694645 w 1832527"/>
              <a:gd name="connsiteY357" fmla="*/ 889636 h 1828493"/>
              <a:gd name="connsiteX358" fmla="*/ 1636542 w 1832527"/>
              <a:gd name="connsiteY358" fmla="*/ 933451 h 1828493"/>
              <a:gd name="connsiteX359" fmla="*/ 1596537 w 1832527"/>
              <a:gd name="connsiteY359" fmla="*/ 965836 h 1828493"/>
              <a:gd name="connsiteX360" fmla="*/ 1532720 w 1832527"/>
              <a:gd name="connsiteY360" fmla="*/ 1008698 h 1828493"/>
              <a:gd name="connsiteX361" fmla="*/ 1498430 w 1832527"/>
              <a:gd name="connsiteY361" fmla="*/ 991553 h 1828493"/>
              <a:gd name="connsiteX362" fmla="*/ 1464140 w 1832527"/>
              <a:gd name="connsiteY362" fmla="*/ 946786 h 1828493"/>
              <a:gd name="connsiteX363" fmla="*/ 1433660 w 1832527"/>
              <a:gd name="connsiteY363" fmla="*/ 905828 h 1828493"/>
              <a:gd name="connsiteX364" fmla="*/ 1385082 w 1832527"/>
              <a:gd name="connsiteY364" fmla="*/ 900113 h 1828493"/>
              <a:gd name="connsiteX365" fmla="*/ 1375557 w 1832527"/>
              <a:gd name="connsiteY365" fmla="*/ 923926 h 1828493"/>
              <a:gd name="connsiteX366" fmla="*/ 1366985 w 1832527"/>
              <a:gd name="connsiteY366" fmla="*/ 997268 h 1828493"/>
              <a:gd name="connsiteX367" fmla="*/ 1360317 w 1832527"/>
              <a:gd name="connsiteY367" fmla="*/ 1036321 h 1828493"/>
              <a:gd name="connsiteX368" fmla="*/ 1314597 w 1832527"/>
              <a:gd name="connsiteY368" fmla="*/ 1060133 h 1828493"/>
              <a:gd name="connsiteX369" fmla="*/ 1306977 w 1832527"/>
              <a:gd name="connsiteY369" fmla="*/ 1057276 h 1828493"/>
              <a:gd name="connsiteX370" fmla="*/ 1227920 w 1832527"/>
              <a:gd name="connsiteY370" fmla="*/ 1047751 h 1828493"/>
              <a:gd name="connsiteX371" fmla="*/ 1168865 w 1832527"/>
              <a:gd name="connsiteY371" fmla="*/ 1040131 h 1828493"/>
              <a:gd name="connsiteX372" fmla="*/ 1138385 w 1832527"/>
              <a:gd name="connsiteY372" fmla="*/ 1033463 h 1828493"/>
              <a:gd name="connsiteX373" fmla="*/ 1126002 w 1832527"/>
              <a:gd name="connsiteY373" fmla="*/ 1024891 h 1828493"/>
              <a:gd name="connsiteX374" fmla="*/ 1123145 w 1832527"/>
              <a:gd name="connsiteY374" fmla="*/ 982981 h 1828493"/>
              <a:gd name="connsiteX375" fmla="*/ 1124097 w 1832527"/>
              <a:gd name="connsiteY375" fmla="*/ 980123 h 1828493"/>
              <a:gd name="connsiteX376" fmla="*/ 1131717 w 1832527"/>
              <a:gd name="connsiteY376" fmla="*/ 911543 h 1828493"/>
              <a:gd name="connsiteX377" fmla="*/ 1136480 w 1832527"/>
              <a:gd name="connsiteY377" fmla="*/ 883921 h 1828493"/>
              <a:gd name="connsiteX378" fmla="*/ 1122192 w 1832527"/>
              <a:gd name="connsiteY378" fmla="*/ 854393 h 1828493"/>
              <a:gd name="connsiteX379" fmla="*/ 1096475 w 1832527"/>
              <a:gd name="connsiteY379" fmla="*/ 849631 h 1828493"/>
              <a:gd name="connsiteX380" fmla="*/ 1074567 w 1832527"/>
              <a:gd name="connsiteY380" fmla="*/ 862966 h 1828493"/>
              <a:gd name="connsiteX381" fmla="*/ 1027895 w 1832527"/>
              <a:gd name="connsiteY381" fmla="*/ 899161 h 1828493"/>
              <a:gd name="connsiteX382" fmla="*/ 995510 w 1832527"/>
              <a:gd name="connsiteY382" fmla="*/ 924878 h 1828493"/>
              <a:gd name="connsiteX383" fmla="*/ 953600 w 1832527"/>
              <a:gd name="connsiteY383" fmla="*/ 922021 h 1828493"/>
              <a:gd name="connsiteX384" fmla="*/ 910737 w 1832527"/>
              <a:gd name="connsiteY384" fmla="*/ 866776 h 1828493"/>
              <a:gd name="connsiteX385" fmla="*/ 878352 w 1832527"/>
              <a:gd name="connsiteY385" fmla="*/ 824866 h 1828493"/>
              <a:gd name="connsiteX386" fmla="*/ 840252 w 1832527"/>
              <a:gd name="connsiteY386" fmla="*/ 773431 h 1828493"/>
              <a:gd name="connsiteX387" fmla="*/ 853587 w 1832527"/>
              <a:gd name="connsiteY387" fmla="*/ 725806 h 1828493"/>
              <a:gd name="connsiteX388" fmla="*/ 903117 w 1832527"/>
              <a:gd name="connsiteY388" fmla="*/ 687706 h 1828493"/>
              <a:gd name="connsiteX389" fmla="*/ 936455 w 1832527"/>
              <a:gd name="connsiteY389" fmla="*/ 662941 h 1828493"/>
              <a:gd name="connsiteX390" fmla="*/ 952647 w 1832527"/>
              <a:gd name="connsiteY390" fmla="*/ 625793 h 1828493"/>
              <a:gd name="connsiteX391" fmla="*/ 928835 w 1832527"/>
              <a:gd name="connsiteY391" fmla="*/ 604838 h 1828493"/>
              <a:gd name="connsiteX392" fmla="*/ 862160 w 1832527"/>
              <a:gd name="connsiteY392" fmla="*/ 596266 h 1828493"/>
              <a:gd name="connsiteX393" fmla="*/ 801200 w 1832527"/>
              <a:gd name="connsiteY393" fmla="*/ 582931 h 1828493"/>
              <a:gd name="connsiteX394" fmla="*/ 785960 w 1832527"/>
              <a:gd name="connsiteY394" fmla="*/ 545783 h 1828493"/>
              <a:gd name="connsiteX395" fmla="*/ 787865 w 1832527"/>
              <a:gd name="connsiteY395" fmla="*/ 540068 h 1828493"/>
              <a:gd name="connsiteX396" fmla="*/ 796437 w 1832527"/>
              <a:gd name="connsiteY396" fmla="*/ 466726 h 1828493"/>
              <a:gd name="connsiteX397" fmla="*/ 808820 w 1832527"/>
              <a:gd name="connsiteY397" fmla="*/ 389573 h 1828493"/>
              <a:gd name="connsiteX398" fmla="*/ 810725 w 1832527"/>
              <a:gd name="connsiteY398" fmla="*/ 371476 h 1828493"/>
              <a:gd name="connsiteX399" fmla="*/ 838347 w 1832527"/>
              <a:gd name="connsiteY399" fmla="*/ 345758 h 1828493"/>
              <a:gd name="connsiteX400" fmla="*/ 873590 w 1832527"/>
              <a:gd name="connsiteY400" fmla="*/ 351473 h 1828493"/>
              <a:gd name="connsiteX401" fmla="*/ 874542 w 1832527"/>
              <a:gd name="connsiteY401" fmla="*/ 351473 h 1828493"/>
              <a:gd name="connsiteX402" fmla="*/ 971697 w 1832527"/>
              <a:gd name="connsiteY402" fmla="*/ 360046 h 1828493"/>
              <a:gd name="connsiteX403" fmla="*/ 995510 w 1832527"/>
              <a:gd name="connsiteY403" fmla="*/ 320041 h 1828493"/>
              <a:gd name="connsiteX404" fmla="*/ 972650 w 1832527"/>
              <a:gd name="connsiteY404" fmla="*/ 288608 h 1828493"/>
              <a:gd name="connsiteX405" fmla="*/ 938360 w 1832527"/>
              <a:gd name="connsiteY405" fmla="*/ 241936 h 1828493"/>
              <a:gd name="connsiteX406" fmla="*/ 929787 w 1832527"/>
              <a:gd name="connsiteY406" fmla="*/ 231458 h 1828493"/>
              <a:gd name="connsiteX407" fmla="*/ 916452 w 1832527"/>
              <a:gd name="connsiteY407" fmla="*/ 207646 h 1828493"/>
              <a:gd name="connsiteX408" fmla="*/ 900260 w 1832527"/>
              <a:gd name="connsiteY408" fmla="*/ 195263 h 1828493"/>
              <a:gd name="connsiteX409" fmla="*/ 854540 w 1832527"/>
              <a:gd name="connsiteY409" fmla="*/ 197168 h 1828493"/>
              <a:gd name="connsiteX410" fmla="*/ 797390 w 1832527"/>
              <a:gd name="connsiteY410" fmla="*/ 209551 h 1828493"/>
              <a:gd name="connsiteX411" fmla="*/ 760242 w 1832527"/>
              <a:gd name="connsiteY411" fmla="*/ 218123 h 1828493"/>
              <a:gd name="connsiteX412" fmla="*/ 729762 w 1832527"/>
              <a:gd name="connsiteY412" fmla="*/ 230506 h 1828493"/>
              <a:gd name="connsiteX413" fmla="*/ 693567 w 1832527"/>
              <a:gd name="connsiteY413" fmla="*/ 245746 h 1828493"/>
              <a:gd name="connsiteX414" fmla="*/ 660230 w 1832527"/>
              <a:gd name="connsiteY414" fmla="*/ 261938 h 1828493"/>
              <a:gd name="connsiteX415" fmla="*/ 628797 w 1832527"/>
              <a:gd name="connsiteY415" fmla="*/ 282893 h 1828493"/>
              <a:gd name="connsiteX416" fmla="*/ 552597 w 1832527"/>
              <a:gd name="connsiteY416" fmla="*/ 345758 h 1828493"/>
              <a:gd name="connsiteX417" fmla="*/ 504020 w 1832527"/>
              <a:gd name="connsiteY417" fmla="*/ 400051 h 1828493"/>
              <a:gd name="connsiteX418" fmla="*/ 473540 w 1832527"/>
              <a:gd name="connsiteY418" fmla="*/ 451486 h 1828493"/>
              <a:gd name="connsiteX419" fmla="*/ 446870 w 1832527"/>
              <a:gd name="connsiteY419" fmla="*/ 498158 h 1828493"/>
              <a:gd name="connsiteX420" fmla="*/ 427820 w 1832527"/>
              <a:gd name="connsiteY420" fmla="*/ 539116 h 1828493"/>
              <a:gd name="connsiteX421" fmla="*/ 415437 w 1832527"/>
              <a:gd name="connsiteY421" fmla="*/ 572453 h 1828493"/>
              <a:gd name="connsiteX422" fmla="*/ 414485 w 1832527"/>
              <a:gd name="connsiteY422" fmla="*/ 574358 h 1828493"/>
              <a:gd name="connsiteX423" fmla="*/ 406865 w 1832527"/>
              <a:gd name="connsiteY423" fmla="*/ 622936 h 1828493"/>
              <a:gd name="connsiteX424" fmla="*/ 401150 w 1832527"/>
              <a:gd name="connsiteY424" fmla="*/ 738188 h 1828493"/>
              <a:gd name="connsiteX425" fmla="*/ 413532 w 1832527"/>
              <a:gd name="connsiteY425" fmla="*/ 814388 h 1828493"/>
              <a:gd name="connsiteX426" fmla="*/ 422105 w 1832527"/>
              <a:gd name="connsiteY426" fmla="*/ 856298 h 1828493"/>
              <a:gd name="connsiteX427" fmla="*/ 434487 w 1832527"/>
              <a:gd name="connsiteY427" fmla="*/ 884873 h 1828493"/>
              <a:gd name="connsiteX428" fmla="*/ 442107 w 1832527"/>
              <a:gd name="connsiteY428" fmla="*/ 903923 h 1828493"/>
              <a:gd name="connsiteX429" fmla="*/ 472587 w 1832527"/>
              <a:gd name="connsiteY429" fmla="*/ 963931 h 1828493"/>
              <a:gd name="connsiteX430" fmla="*/ 530690 w 1832527"/>
              <a:gd name="connsiteY430" fmla="*/ 1044893 h 1828493"/>
              <a:gd name="connsiteX431" fmla="*/ 604985 w 1832527"/>
              <a:gd name="connsiteY431" fmla="*/ 1112521 h 1828493"/>
              <a:gd name="connsiteX432" fmla="*/ 670707 w 1832527"/>
              <a:gd name="connsiteY432" fmla="*/ 1162051 h 1828493"/>
              <a:gd name="connsiteX433" fmla="*/ 709760 w 1832527"/>
              <a:gd name="connsiteY433" fmla="*/ 1209676 h 1828493"/>
              <a:gd name="connsiteX434" fmla="*/ 730715 w 1832527"/>
              <a:gd name="connsiteY434" fmla="*/ 1263016 h 1828493"/>
              <a:gd name="connsiteX435" fmla="*/ 737382 w 1832527"/>
              <a:gd name="connsiteY435" fmla="*/ 1348741 h 1828493"/>
              <a:gd name="connsiteX436" fmla="*/ 737382 w 1832527"/>
              <a:gd name="connsiteY436" fmla="*/ 1430656 h 1828493"/>
              <a:gd name="connsiteX437" fmla="*/ 760242 w 1832527"/>
              <a:gd name="connsiteY437" fmla="*/ 1479233 h 1828493"/>
              <a:gd name="connsiteX438" fmla="*/ 789770 w 1832527"/>
              <a:gd name="connsiteY438" fmla="*/ 1491616 h 1828493"/>
              <a:gd name="connsiteX439" fmla="*/ 1048850 w 1832527"/>
              <a:gd name="connsiteY439" fmla="*/ 1491616 h 1828493"/>
              <a:gd name="connsiteX440" fmla="*/ 1094570 w 1832527"/>
              <a:gd name="connsiteY440" fmla="*/ 1458278 h 1828493"/>
              <a:gd name="connsiteX441" fmla="*/ 1100285 w 1832527"/>
              <a:gd name="connsiteY441" fmla="*/ 1421131 h 1828493"/>
              <a:gd name="connsiteX442" fmla="*/ 1101237 w 1832527"/>
              <a:gd name="connsiteY442" fmla="*/ 1300163 h 1828493"/>
              <a:gd name="connsiteX443" fmla="*/ 1113620 w 1832527"/>
              <a:gd name="connsiteY443" fmla="*/ 1247776 h 1828493"/>
              <a:gd name="connsiteX444" fmla="*/ 1127907 w 1832527"/>
              <a:gd name="connsiteY444" fmla="*/ 1213486 h 1828493"/>
              <a:gd name="connsiteX445" fmla="*/ 1167912 w 1832527"/>
              <a:gd name="connsiteY445" fmla="*/ 1163003 h 1828493"/>
              <a:gd name="connsiteX446" fmla="*/ 1226967 w 1832527"/>
              <a:gd name="connsiteY446" fmla="*/ 1120141 h 1828493"/>
              <a:gd name="connsiteX447" fmla="*/ 1255542 w 1832527"/>
              <a:gd name="connsiteY447" fmla="*/ 1095376 h 1828493"/>
              <a:gd name="connsiteX448" fmla="*/ 1268877 w 1832527"/>
              <a:gd name="connsiteY448" fmla="*/ 1096328 h 1828493"/>
              <a:gd name="connsiteX449" fmla="*/ 1298405 w 1832527"/>
              <a:gd name="connsiteY449" fmla="*/ 1128713 h 1828493"/>
              <a:gd name="connsiteX450" fmla="*/ 1297452 w 1832527"/>
              <a:gd name="connsiteY450" fmla="*/ 1141096 h 1828493"/>
              <a:gd name="connsiteX451" fmla="*/ 1266020 w 1832527"/>
              <a:gd name="connsiteY451" fmla="*/ 1164908 h 1828493"/>
              <a:gd name="connsiteX452" fmla="*/ 1225062 w 1832527"/>
              <a:gd name="connsiteY452" fmla="*/ 1193483 h 1828493"/>
              <a:gd name="connsiteX453" fmla="*/ 1186010 w 1832527"/>
              <a:gd name="connsiteY453" fmla="*/ 1236346 h 1828493"/>
              <a:gd name="connsiteX454" fmla="*/ 1166960 w 1832527"/>
              <a:gd name="connsiteY454" fmla="*/ 1273493 h 1828493"/>
              <a:gd name="connsiteX455" fmla="*/ 1166007 w 1832527"/>
              <a:gd name="connsiteY455" fmla="*/ 1285876 h 1828493"/>
              <a:gd name="connsiteX456" fmla="*/ 1164102 w 1832527"/>
              <a:gd name="connsiteY456" fmla="*/ 1427798 h 1828493"/>
              <a:gd name="connsiteX457" fmla="*/ 1121240 w 1832527"/>
              <a:gd name="connsiteY457" fmla="*/ 1524001 h 1828493"/>
              <a:gd name="connsiteX458" fmla="*/ 1107905 w 1832527"/>
              <a:gd name="connsiteY458" fmla="*/ 1533526 h 1828493"/>
              <a:gd name="connsiteX459" fmla="*/ 1101237 w 1832527"/>
              <a:gd name="connsiteY459" fmla="*/ 1548766 h 1828493"/>
              <a:gd name="connsiteX460" fmla="*/ 1100285 w 1832527"/>
              <a:gd name="connsiteY460" fmla="*/ 1716406 h 1828493"/>
              <a:gd name="connsiteX461" fmla="*/ 1073615 w 1832527"/>
              <a:gd name="connsiteY461" fmla="*/ 1779271 h 1828493"/>
              <a:gd name="connsiteX462" fmla="*/ 1042182 w 1832527"/>
              <a:gd name="connsiteY462" fmla="*/ 1808798 h 1828493"/>
              <a:gd name="connsiteX463" fmla="*/ 1014560 w 1832527"/>
              <a:gd name="connsiteY463" fmla="*/ 1820228 h 1828493"/>
              <a:gd name="connsiteX464" fmla="*/ 841205 w 1832527"/>
              <a:gd name="connsiteY464" fmla="*/ 1825943 h 1828493"/>
              <a:gd name="connsiteX465" fmla="*/ 778340 w 1832527"/>
              <a:gd name="connsiteY465" fmla="*/ 1796416 h 1828493"/>
              <a:gd name="connsiteX466" fmla="*/ 736430 w 1832527"/>
              <a:gd name="connsiteY466" fmla="*/ 1703071 h 1828493"/>
              <a:gd name="connsiteX467" fmla="*/ 736430 w 1832527"/>
              <a:gd name="connsiteY467" fmla="*/ 1550671 h 1828493"/>
              <a:gd name="connsiteX468" fmla="*/ 722142 w 1832527"/>
              <a:gd name="connsiteY468" fmla="*/ 1526858 h 1828493"/>
              <a:gd name="connsiteX469" fmla="*/ 684995 w 1832527"/>
              <a:gd name="connsiteY469" fmla="*/ 1478281 h 1828493"/>
              <a:gd name="connsiteX470" fmla="*/ 677375 w 1832527"/>
              <a:gd name="connsiteY470" fmla="*/ 1414463 h 1828493"/>
              <a:gd name="connsiteX471" fmla="*/ 677375 w 1832527"/>
              <a:gd name="connsiteY471" fmla="*/ 1351598 h 1828493"/>
              <a:gd name="connsiteX472" fmla="*/ 674517 w 1832527"/>
              <a:gd name="connsiteY472" fmla="*/ 1349693 h 1828493"/>
              <a:gd name="connsiteX473" fmla="*/ 649752 w 1832527"/>
              <a:gd name="connsiteY473" fmla="*/ 1372553 h 1828493"/>
              <a:gd name="connsiteX474" fmla="*/ 616415 w 1832527"/>
              <a:gd name="connsiteY474" fmla="*/ 1398271 h 1828493"/>
              <a:gd name="connsiteX475" fmla="*/ 583077 w 1832527"/>
              <a:gd name="connsiteY475" fmla="*/ 1391603 h 1828493"/>
              <a:gd name="connsiteX476" fmla="*/ 516402 w 1832527"/>
              <a:gd name="connsiteY476" fmla="*/ 1346836 h 1828493"/>
              <a:gd name="connsiteX477" fmla="*/ 511640 w 1832527"/>
              <a:gd name="connsiteY477" fmla="*/ 1341121 h 1828493"/>
              <a:gd name="connsiteX478" fmla="*/ 506877 w 1832527"/>
              <a:gd name="connsiteY478" fmla="*/ 1343978 h 1828493"/>
              <a:gd name="connsiteX479" fmla="*/ 499257 w 1832527"/>
              <a:gd name="connsiteY479" fmla="*/ 1368743 h 1828493"/>
              <a:gd name="connsiteX480" fmla="*/ 490685 w 1832527"/>
              <a:gd name="connsiteY480" fmla="*/ 1417321 h 1828493"/>
              <a:gd name="connsiteX481" fmla="*/ 477350 w 1832527"/>
              <a:gd name="connsiteY481" fmla="*/ 1452563 h 1828493"/>
              <a:gd name="connsiteX482" fmla="*/ 456395 w 1832527"/>
              <a:gd name="connsiteY482" fmla="*/ 1464946 h 1828493"/>
              <a:gd name="connsiteX483" fmla="*/ 330665 w 1832527"/>
              <a:gd name="connsiteY483" fmla="*/ 1465898 h 1828493"/>
              <a:gd name="connsiteX484" fmla="*/ 305900 w 1832527"/>
              <a:gd name="connsiteY484" fmla="*/ 1444943 h 1828493"/>
              <a:gd name="connsiteX485" fmla="*/ 291612 w 1832527"/>
              <a:gd name="connsiteY485" fmla="*/ 1378268 h 1828493"/>
              <a:gd name="connsiteX486" fmla="*/ 282087 w 1832527"/>
              <a:gd name="connsiteY486" fmla="*/ 1343978 h 1828493"/>
              <a:gd name="connsiteX487" fmla="*/ 257322 w 1832527"/>
              <a:gd name="connsiteY487" fmla="*/ 1359218 h 1828493"/>
              <a:gd name="connsiteX488" fmla="*/ 218270 w 1832527"/>
              <a:gd name="connsiteY488" fmla="*/ 1386841 h 1828493"/>
              <a:gd name="connsiteX489" fmla="*/ 201125 w 1832527"/>
              <a:gd name="connsiteY489" fmla="*/ 1397318 h 1828493"/>
              <a:gd name="connsiteX490" fmla="*/ 155405 w 1832527"/>
              <a:gd name="connsiteY490" fmla="*/ 1391603 h 1828493"/>
              <a:gd name="connsiteX491" fmla="*/ 103017 w 1832527"/>
              <a:gd name="connsiteY491" fmla="*/ 1339216 h 1828493"/>
              <a:gd name="connsiteX492" fmla="*/ 65870 w 1832527"/>
              <a:gd name="connsiteY492" fmla="*/ 1302068 h 1828493"/>
              <a:gd name="connsiteX493" fmla="*/ 65870 w 1832527"/>
              <a:gd name="connsiteY493" fmla="*/ 1265873 h 1828493"/>
              <a:gd name="connsiteX494" fmla="*/ 106827 w 1832527"/>
              <a:gd name="connsiteY494" fmla="*/ 1204913 h 1828493"/>
              <a:gd name="connsiteX495" fmla="*/ 123020 w 1832527"/>
              <a:gd name="connsiteY495" fmla="*/ 1183958 h 1828493"/>
              <a:gd name="connsiteX496" fmla="*/ 68727 w 1832527"/>
              <a:gd name="connsiteY496" fmla="*/ 1173481 h 1828493"/>
              <a:gd name="connsiteX497" fmla="*/ 16340 w 1832527"/>
              <a:gd name="connsiteY497" fmla="*/ 1159193 h 1828493"/>
              <a:gd name="connsiteX498" fmla="*/ 1100 w 1832527"/>
              <a:gd name="connsiteY498" fmla="*/ 1137286 h 1828493"/>
              <a:gd name="connsiteX499" fmla="*/ 1100 w 1832527"/>
              <a:gd name="connsiteY499" fmla="*/ 1009651 h 1828493"/>
              <a:gd name="connsiteX500" fmla="*/ 27770 w 1832527"/>
              <a:gd name="connsiteY500" fmla="*/ 982028 h 1828493"/>
              <a:gd name="connsiteX501" fmla="*/ 74442 w 1832527"/>
              <a:gd name="connsiteY501" fmla="*/ 974408 h 1828493"/>
              <a:gd name="connsiteX502" fmla="*/ 106827 w 1832527"/>
              <a:gd name="connsiteY502" fmla="*/ 967741 h 1828493"/>
              <a:gd name="connsiteX503" fmla="*/ 123020 w 1832527"/>
              <a:gd name="connsiteY503" fmla="*/ 959168 h 1828493"/>
              <a:gd name="connsiteX504" fmla="*/ 95397 w 1832527"/>
              <a:gd name="connsiteY504" fmla="*/ 921068 h 1828493"/>
              <a:gd name="connsiteX505" fmla="*/ 71585 w 1832527"/>
              <a:gd name="connsiteY505" fmla="*/ 883921 h 1828493"/>
              <a:gd name="connsiteX506" fmla="*/ 75395 w 1832527"/>
              <a:gd name="connsiteY506" fmla="*/ 833438 h 1828493"/>
              <a:gd name="connsiteX507" fmla="*/ 145880 w 1832527"/>
              <a:gd name="connsiteY507" fmla="*/ 762953 h 1828493"/>
              <a:gd name="connsiteX508" fmla="*/ 185885 w 1832527"/>
              <a:gd name="connsiteY508" fmla="*/ 740093 h 1828493"/>
              <a:gd name="connsiteX509" fmla="*/ 208745 w 1832527"/>
              <a:gd name="connsiteY509" fmla="*/ 748666 h 1828493"/>
              <a:gd name="connsiteX510" fmla="*/ 246845 w 1832527"/>
              <a:gd name="connsiteY510" fmla="*/ 775336 h 1828493"/>
              <a:gd name="connsiteX511" fmla="*/ 272562 w 1832527"/>
              <a:gd name="connsiteY511" fmla="*/ 792481 h 1828493"/>
              <a:gd name="connsiteX512" fmla="*/ 284945 w 1832527"/>
              <a:gd name="connsiteY512" fmla="*/ 800101 h 1828493"/>
              <a:gd name="connsiteX513" fmla="*/ 294470 w 1832527"/>
              <a:gd name="connsiteY513" fmla="*/ 767716 h 1828493"/>
              <a:gd name="connsiteX514" fmla="*/ 302090 w 1832527"/>
              <a:gd name="connsiteY514" fmla="*/ 720091 h 1828493"/>
              <a:gd name="connsiteX515" fmla="*/ 316377 w 1832527"/>
              <a:gd name="connsiteY515" fmla="*/ 686753 h 1828493"/>
              <a:gd name="connsiteX516" fmla="*/ 330665 w 1832527"/>
              <a:gd name="connsiteY516" fmla="*/ 681991 h 1828493"/>
              <a:gd name="connsiteX517" fmla="*/ 344000 w 1832527"/>
              <a:gd name="connsiteY517" fmla="*/ 668656 h 1828493"/>
              <a:gd name="connsiteX518" fmla="*/ 352572 w 1832527"/>
              <a:gd name="connsiteY518" fmla="*/ 601028 h 1828493"/>
              <a:gd name="connsiteX519" fmla="*/ 364955 w 1832527"/>
              <a:gd name="connsiteY519" fmla="*/ 558166 h 1828493"/>
              <a:gd name="connsiteX520" fmla="*/ 373527 w 1832527"/>
              <a:gd name="connsiteY520" fmla="*/ 523876 h 1828493"/>
              <a:gd name="connsiteX521" fmla="*/ 382100 w 1832527"/>
              <a:gd name="connsiteY521" fmla="*/ 500063 h 1828493"/>
              <a:gd name="connsiteX522" fmla="*/ 402102 w 1832527"/>
              <a:gd name="connsiteY522" fmla="*/ 456248 h 1828493"/>
              <a:gd name="connsiteX523" fmla="*/ 422105 w 1832527"/>
              <a:gd name="connsiteY523" fmla="*/ 421958 h 1828493"/>
              <a:gd name="connsiteX524" fmla="*/ 445917 w 1832527"/>
              <a:gd name="connsiteY524" fmla="*/ 381001 h 1828493"/>
              <a:gd name="connsiteX525" fmla="*/ 460205 w 1832527"/>
              <a:gd name="connsiteY525" fmla="*/ 360998 h 1828493"/>
              <a:gd name="connsiteX526" fmla="*/ 537357 w 1832527"/>
              <a:gd name="connsiteY526" fmla="*/ 280036 h 1828493"/>
              <a:gd name="connsiteX527" fmla="*/ 583077 w 1832527"/>
              <a:gd name="connsiteY527" fmla="*/ 240031 h 1828493"/>
              <a:gd name="connsiteX528" fmla="*/ 635465 w 1832527"/>
              <a:gd name="connsiteY528" fmla="*/ 208598 h 1828493"/>
              <a:gd name="connsiteX529" fmla="*/ 667850 w 1832527"/>
              <a:gd name="connsiteY529" fmla="*/ 188596 h 1828493"/>
              <a:gd name="connsiteX530" fmla="*/ 684995 w 1832527"/>
              <a:gd name="connsiteY530" fmla="*/ 180976 h 1828493"/>
              <a:gd name="connsiteX531" fmla="*/ 728810 w 1832527"/>
              <a:gd name="connsiteY531" fmla="*/ 165736 h 1828493"/>
              <a:gd name="connsiteX532" fmla="*/ 785960 w 1832527"/>
              <a:gd name="connsiteY532" fmla="*/ 146686 h 1828493"/>
              <a:gd name="connsiteX533" fmla="*/ 819297 w 1832527"/>
              <a:gd name="connsiteY533" fmla="*/ 140018 h 1828493"/>
              <a:gd name="connsiteX534" fmla="*/ 959315 w 1832527"/>
              <a:gd name="connsiteY534" fmla="*/ 133351 h 1828493"/>
              <a:gd name="connsiteX535" fmla="*/ 1010750 w 1832527"/>
              <a:gd name="connsiteY535" fmla="*/ 113348 h 1828493"/>
              <a:gd name="connsiteX536" fmla="*/ 1062185 w 1832527"/>
              <a:gd name="connsiteY536" fmla="*/ 74296 h 1828493"/>
              <a:gd name="connsiteX537" fmla="*/ 1081235 w 1832527"/>
              <a:gd name="connsiteY537" fmla="*/ 62866 h 1828493"/>
              <a:gd name="connsiteX538" fmla="*/ 1110762 w 1832527"/>
              <a:gd name="connsiteY538" fmla="*/ 71438 h 1828493"/>
              <a:gd name="connsiteX539" fmla="*/ 1153625 w 1832527"/>
              <a:gd name="connsiteY539" fmla="*/ 127636 h 1828493"/>
              <a:gd name="connsiteX540" fmla="*/ 1187915 w 1832527"/>
              <a:gd name="connsiteY540" fmla="*/ 170498 h 1828493"/>
              <a:gd name="connsiteX541" fmla="*/ 1215537 w 1832527"/>
              <a:gd name="connsiteY541" fmla="*/ 180976 h 1828493"/>
              <a:gd name="connsiteX542" fmla="*/ 1239350 w 1832527"/>
              <a:gd name="connsiteY542" fmla="*/ 152401 h 1828493"/>
              <a:gd name="connsiteX543" fmla="*/ 1250780 w 1832527"/>
              <a:gd name="connsiteY543" fmla="*/ 80011 h 1828493"/>
              <a:gd name="connsiteX544" fmla="*/ 1253637 w 1832527"/>
              <a:gd name="connsiteY544" fmla="*/ 49531 h 1828493"/>
              <a:gd name="connsiteX545" fmla="*/ 1272687 w 1832527"/>
              <a:gd name="connsiteY545" fmla="*/ 16193 h 1828493"/>
              <a:gd name="connsiteX546" fmla="*/ 1289356 w 1832527"/>
              <a:gd name="connsiteY546" fmla="*/ 11550 h 1828493"/>
              <a:gd name="connsiteX547" fmla="*/ 399244 w 1832527"/>
              <a:gd name="connsiteY547" fmla="*/ 0 h 1828493"/>
              <a:gd name="connsiteX548" fmla="*/ 461157 w 1832527"/>
              <a:gd name="connsiteY548" fmla="*/ 242888 h 1828493"/>
              <a:gd name="connsiteX549" fmla="*/ 429724 w 1832527"/>
              <a:gd name="connsiteY549" fmla="*/ 251460 h 1828493"/>
              <a:gd name="connsiteX550" fmla="*/ 411627 w 1832527"/>
              <a:gd name="connsiteY550" fmla="*/ 257175 h 1828493"/>
              <a:gd name="connsiteX551" fmla="*/ 399244 w 1832527"/>
              <a:gd name="connsiteY551" fmla="*/ 248603 h 1828493"/>
              <a:gd name="connsiteX552" fmla="*/ 385909 w 1832527"/>
              <a:gd name="connsiteY552" fmla="*/ 199073 h 1828493"/>
              <a:gd name="connsiteX553" fmla="*/ 377337 w 1832527"/>
              <a:gd name="connsiteY553" fmla="*/ 161925 h 1828493"/>
              <a:gd name="connsiteX554" fmla="*/ 364955 w 1832527"/>
              <a:gd name="connsiteY554" fmla="*/ 120015 h 1828493"/>
              <a:gd name="connsiteX555" fmla="*/ 364002 w 1832527"/>
              <a:gd name="connsiteY555" fmla="*/ 118110 h 1828493"/>
              <a:gd name="connsiteX556" fmla="*/ 355430 w 1832527"/>
              <a:gd name="connsiteY556" fmla="*/ 77153 h 1828493"/>
              <a:gd name="connsiteX557" fmla="*/ 343047 w 1832527"/>
              <a:gd name="connsiteY557" fmla="*/ 35243 h 1828493"/>
              <a:gd name="connsiteX558" fmla="*/ 341142 w 1832527"/>
              <a:gd name="connsiteY558" fmla="*/ 16193 h 1828493"/>
              <a:gd name="connsiteX559" fmla="*/ 399244 w 1832527"/>
              <a:gd name="connsiteY559" fmla="*/ 0 h 1828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</a:cxnLst>
            <a:rect l="l" t="t" r="r" b="b"/>
            <a:pathLst>
              <a:path w="1832527" h="1828493">
                <a:moveTo>
                  <a:pt x="809772" y="1679258"/>
                </a:moveTo>
                <a:cubicBezTo>
                  <a:pt x="805962" y="1679258"/>
                  <a:pt x="798342" y="1683068"/>
                  <a:pt x="798342" y="1684973"/>
                </a:cubicBezTo>
                <a:cubicBezTo>
                  <a:pt x="798342" y="1704023"/>
                  <a:pt x="793580" y="1724026"/>
                  <a:pt x="806915" y="1740218"/>
                </a:cubicBezTo>
                <a:cubicBezTo>
                  <a:pt x="818345" y="1754506"/>
                  <a:pt x="828822" y="1766888"/>
                  <a:pt x="849777" y="1765936"/>
                </a:cubicBezTo>
                <a:cubicBezTo>
                  <a:pt x="895497" y="1764983"/>
                  <a:pt x="940265" y="1765936"/>
                  <a:pt x="985985" y="1765936"/>
                </a:cubicBezTo>
                <a:cubicBezTo>
                  <a:pt x="995510" y="1765936"/>
                  <a:pt x="1005035" y="1765936"/>
                  <a:pt x="1012655" y="1758316"/>
                </a:cubicBezTo>
                <a:cubicBezTo>
                  <a:pt x="1020275" y="1749743"/>
                  <a:pt x="1030752" y="1742123"/>
                  <a:pt x="1035515" y="1731646"/>
                </a:cubicBezTo>
                <a:cubicBezTo>
                  <a:pt x="1040277" y="1720216"/>
                  <a:pt x="1039325" y="1706881"/>
                  <a:pt x="1041230" y="1693546"/>
                </a:cubicBezTo>
                <a:cubicBezTo>
                  <a:pt x="1042182" y="1682116"/>
                  <a:pt x="1037420" y="1679258"/>
                  <a:pt x="1026942" y="1679258"/>
                </a:cubicBezTo>
                <a:cubicBezTo>
                  <a:pt x="989795" y="1679258"/>
                  <a:pt x="953600" y="1679258"/>
                  <a:pt x="918357" y="1679258"/>
                </a:cubicBezTo>
                <a:cubicBezTo>
                  <a:pt x="882162" y="1679258"/>
                  <a:pt x="845967" y="1679258"/>
                  <a:pt x="809772" y="1679258"/>
                </a:cubicBezTo>
                <a:close/>
                <a:moveTo>
                  <a:pt x="806915" y="1557338"/>
                </a:moveTo>
                <a:cubicBezTo>
                  <a:pt x="800247" y="1557338"/>
                  <a:pt x="797390" y="1559243"/>
                  <a:pt x="797390" y="1566863"/>
                </a:cubicBezTo>
                <a:cubicBezTo>
                  <a:pt x="797390" y="1578293"/>
                  <a:pt x="798342" y="1590676"/>
                  <a:pt x="797390" y="1602106"/>
                </a:cubicBezTo>
                <a:cubicBezTo>
                  <a:pt x="796437" y="1612583"/>
                  <a:pt x="799295" y="1616393"/>
                  <a:pt x="810725" y="1615441"/>
                </a:cubicBezTo>
                <a:cubicBezTo>
                  <a:pt x="845967" y="1614488"/>
                  <a:pt x="881210" y="1615441"/>
                  <a:pt x="917405" y="1615441"/>
                </a:cubicBezTo>
                <a:cubicBezTo>
                  <a:pt x="954552" y="1615441"/>
                  <a:pt x="991700" y="1615441"/>
                  <a:pt x="1027895" y="1615441"/>
                </a:cubicBezTo>
                <a:cubicBezTo>
                  <a:pt x="1036467" y="1615441"/>
                  <a:pt x="1040277" y="1612583"/>
                  <a:pt x="1040277" y="1604011"/>
                </a:cubicBezTo>
                <a:cubicBezTo>
                  <a:pt x="1040277" y="1592581"/>
                  <a:pt x="1040277" y="1581151"/>
                  <a:pt x="1040277" y="1569721"/>
                </a:cubicBezTo>
                <a:cubicBezTo>
                  <a:pt x="1040277" y="1562101"/>
                  <a:pt x="1037420" y="1557338"/>
                  <a:pt x="1028847" y="1557338"/>
                </a:cubicBezTo>
                <a:cubicBezTo>
                  <a:pt x="954552" y="1557338"/>
                  <a:pt x="881210" y="1557338"/>
                  <a:pt x="806915" y="1557338"/>
                </a:cubicBezTo>
                <a:close/>
                <a:moveTo>
                  <a:pt x="1314597" y="1372553"/>
                </a:moveTo>
                <a:cubicBezTo>
                  <a:pt x="1333647" y="1372553"/>
                  <a:pt x="1351745" y="1372553"/>
                  <a:pt x="1370795" y="1372553"/>
                </a:cubicBezTo>
                <a:cubicBezTo>
                  <a:pt x="1371747" y="1378268"/>
                  <a:pt x="1372700" y="1383983"/>
                  <a:pt x="1372700" y="1388745"/>
                </a:cubicBezTo>
                <a:cubicBezTo>
                  <a:pt x="1372700" y="1449705"/>
                  <a:pt x="1372700" y="1511618"/>
                  <a:pt x="1372700" y="1572578"/>
                </a:cubicBezTo>
                <a:cubicBezTo>
                  <a:pt x="1372700" y="1582103"/>
                  <a:pt x="1370795" y="1586866"/>
                  <a:pt x="1359365" y="1585913"/>
                </a:cubicBezTo>
                <a:cubicBezTo>
                  <a:pt x="1348887" y="1584960"/>
                  <a:pt x="1337457" y="1584960"/>
                  <a:pt x="1326027" y="1585913"/>
                </a:cubicBezTo>
                <a:cubicBezTo>
                  <a:pt x="1316502" y="1586866"/>
                  <a:pt x="1312692" y="1583055"/>
                  <a:pt x="1312692" y="1573530"/>
                </a:cubicBezTo>
                <a:cubicBezTo>
                  <a:pt x="1313645" y="1525905"/>
                  <a:pt x="1312692" y="1479233"/>
                  <a:pt x="1312692" y="1431608"/>
                </a:cubicBezTo>
                <a:cubicBezTo>
                  <a:pt x="1312692" y="1417320"/>
                  <a:pt x="1312692" y="1403033"/>
                  <a:pt x="1312692" y="1387793"/>
                </a:cubicBezTo>
                <a:cubicBezTo>
                  <a:pt x="1312692" y="1383983"/>
                  <a:pt x="1313645" y="1379220"/>
                  <a:pt x="1314597" y="1372553"/>
                </a:cubicBezTo>
                <a:close/>
                <a:moveTo>
                  <a:pt x="885972" y="1344930"/>
                </a:moveTo>
                <a:cubicBezTo>
                  <a:pt x="907880" y="1344930"/>
                  <a:pt x="927882" y="1344930"/>
                  <a:pt x="949790" y="1344930"/>
                </a:cubicBezTo>
                <a:cubicBezTo>
                  <a:pt x="949790" y="1373505"/>
                  <a:pt x="949790" y="1400175"/>
                  <a:pt x="949790" y="1427797"/>
                </a:cubicBezTo>
                <a:cubicBezTo>
                  <a:pt x="949790" y="1434465"/>
                  <a:pt x="946932" y="1436370"/>
                  <a:pt x="940265" y="1436370"/>
                </a:cubicBezTo>
                <a:cubicBezTo>
                  <a:pt x="925977" y="1436370"/>
                  <a:pt x="911690" y="1436370"/>
                  <a:pt x="896449" y="1436370"/>
                </a:cubicBezTo>
                <a:cubicBezTo>
                  <a:pt x="889782" y="1436370"/>
                  <a:pt x="885972" y="1433513"/>
                  <a:pt x="885972" y="1426845"/>
                </a:cubicBezTo>
                <a:cubicBezTo>
                  <a:pt x="885972" y="1399222"/>
                  <a:pt x="885972" y="1372553"/>
                  <a:pt x="885972" y="1344930"/>
                </a:cubicBezTo>
                <a:close/>
                <a:moveTo>
                  <a:pt x="1484142" y="1295400"/>
                </a:moveTo>
                <a:cubicBezTo>
                  <a:pt x="1489858" y="1295400"/>
                  <a:pt x="1496525" y="1303020"/>
                  <a:pt x="1502240" y="1307783"/>
                </a:cubicBezTo>
                <a:cubicBezTo>
                  <a:pt x="1518433" y="1321117"/>
                  <a:pt x="1534625" y="1335405"/>
                  <a:pt x="1551770" y="1348740"/>
                </a:cubicBezTo>
                <a:cubicBezTo>
                  <a:pt x="1573678" y="1365885"/>
                  <a:pt x="1594633" y="1383983"/>
                  <a:pt x="1616540" y="1401128"/>
                </a:cubicBezTo>
                <a:cubicBezTo>
                  <a:pt x="1631780" y="1413510"/>
                  <a:pt x="1647020" y="1424940"/>
                  <a:pt x="1661308" y="1438275"/>
                </a:cubicBezTo>
                <a:cubicBezTo>
                  <a:pt x="1663212" y="1439228"/>
                  <a:pt x="1663212" y="1444942"/>
                  <a:pt x="1661308" y="1446847"/>
                </a:cubicBezTo>
                <a:cubicBezTo>
                  <a:pt x="1651783" y="1458278"/>
                  <a:pt x="1640353" y="1468755"/>
                  <a:pt x="1631780" y="1481138"/>
                </a:cubicBezTo>
                <a:cubicBezTo>
                  <a:pt x="1623208" y="1492567"/>
                  <a:pt x="1618445" y="1482090"/>
                  <a:pt x="1613683" y="1479233"/>
                </a:cubicBezTo>
                <a:cubicBezTo>
                  <a:pt x="1589870" y="1461135"/>
                  <a:pt x="1566058" y="1442085"/>
                  <a:pt x="1543198" y="1422083"/>
                </a:cubicBezTo>
                <a:cubicBezTo>
                  <a:pt x="1522242" y="1403985"/>
                  <a:pt x="1502240" y="1385888"/>
                  <a:pt x="1482237" y="1367790"/>
                </a:cubicBezTo>
                <a:cubicBezTo>
                  <a:pt x="1472712" y="1359217"/>
                  <a:pt x="1462235" y="1352550"/>
                  <a:pt x="1452710" y="1343978"/>
                </a:cubicBezTo>
                <a:cubicBezTo>
                  <a:pt x="1450805" y="1342072"/>
                  <a:pt x="1449853" y="1339215"/>
                  <a:pt x="1446995" y="1335405"/>
                </a:cubicBezTo>
                <a:cubicBezTo>
                  <a:pt x="1453662" y="1326833"/>
                  <a:pt x="1459378" y="1317308"/>
                  <a:pt x="1466045" y="1309688"/>
                </a:cubicBezTo>
                <a:cubicBezTo>
                  <a:pt x="1470808" y="1303972"/>
                  <a:pt x="1477475" y="1296353"/>
                  <a:pt x="1484142" y="1295400"/>
                </a:cubicBezTo>
                <a:close/>
                <a:moveTo>
                  <a:pt x="1706075" y="1129665"/>
                </a:moveTo>
                <a:cubicBezTo>
                  <a:pt x="1706075" y="1151573"/>
                  <a:pt x="1706075" y="1171575"/>
                  <a:pt x="1706075" y="1193483"/>
                </a:cubicBezTo>
                <a:cubicBezTo>
                  <a:pt x="1701312" y="1193483"/>
                  <a:pt x="1697502" y="1193483"/>
                  <a:pt x="1694645" y="1193483"/>
                </a:cubicBezTo>
                <a:cubicBezTo>
                  <a:pt x="1632732" y="1193483"/>
                  <a:pt x="1571772" y="1193483"/>
                  <a:pt x="1509860" y="1193483"/>
                </a:cubicBezTo>
                <a:cubicBezTo>
                  <a:pt x="1493667" y="1193483"/>
                  <a:pt x="1493667" y="1193483"/>
                  <a:pt x="1493667" y="1177290"/>
                </a:cubicBezTo>
                <a:cubicBezTo>
                  <a:pt x="1493667" y="1164908"/>
                  <a:pt x="1493667" y="1152525"/>
                  <a:pt x="1493667" y="1141095"/>
                </a:cubicBezTo>
                <a:cubicBezTo>
                  <a:pt x="1493667" y="1134428"/>
                  <a:pt x="1496525" y="1130617"/>
                  <a:pt x="1504145" y="1130617"/>
                </a:cubicBezTo>
                <a:cubicBezTo>
                  <a:pt x="1569867" y="1129665"/>
                  <a:pt x="1637495" y="1129665"/>
                  <a:pt x="1706075" y="1129665"/>
                </a:cubicBezTo>
                <a:close/>
                <a:moveTo>
                  <a:pt x="392577" y="950596"/>
                </a:moveTo>
                <a:cubicBezTo>
                  <a:pt x="356382" y="948691"/>
                  <a:pt x="329712" y="963931"/>
                  <a:pt x="304947" y="989648"/>
                </a:cubicBezTo>
                <a:cubicBezTo>
                  <a:pt x="282087" y="1012508"/>
                  <a:pt x="275420" y="1041083"/>
                  <a:pt x="271610" y="1070611"/>
                </a:cubicBezTo>
                <a:cubicBezTo>
                  <a:pt x="270657" y="1080136"/>
                  <a:pt x="274467" y="1089661"/>
                  <a:pt x="277325" y="1099186"/>
                </a:cubicBezTo>
                <a:cubicBezTo>
                  <a:pt x="282087" y="1113473"/>
                  <a:pt x="285897" y="1129666"/>
                  <a:pt x="294470" y="1141096"/>
                </a:cubicBezTo>
                <a:cubicBezTo>
                  <a:pt x="316377" y="1171576"/>
                  <a:pt x="348762" y="1186816"/>
                  <a:pt x="384005" y="1191578"/>
                </a:cubicBezTo>
                <a:cubicBezTo>
                  <a:pt x="399245" y="1193483"/>
                  <a:pt x="417342" y="1189673"/>
                  <a:pt x="431630" y="1183958"/>
                </a:cubicBezTo>
                <a:cubicBezTo>
                  <a:pt x="447822" y="1178243"/>
                  <a:pt x="463062" y="1167766"/>
                  <a:pt x="475445" y="1156336"/>
                </a:cubicBezTo>
                <a:cubicBezTo>
                  <a:pt x="486875" y="1145858"/>
                  <a:pt x="495447" y="1130618"/>
                  <a:pt x="504020" y="1117283"/>
                </a:cubicBezTo>
                <a:cubicBezTo>
                  <a:pt x="505925" y="1115378"/>
                  <a:pt x="504972" y="1109663"/>
                  <a:pt x="504020" y="1107758"/>
                </a:cubicBezTo>
                <a:cubicBezTo>
                  <a:pt x="496400" y="1098233"/>
                  <a:pt x="487827" y="1089661"/>
                  <a:pt x="480207" y="1079183"/>
                </a:cubicBezTo>
                <a:cubicBezTo>
                  <a:pt x="466872" y="1062038"/>
                  <a:pt x="453537" y="1045846"/>
                  <a:pt x="441155" y="1028701"/>
                </a:cubicBezTo>
                <a:cubicBezTo>
                  <a:pt x="435440" y="1020128"/>
                  <a:pt x="429725" y="1011556"/>
                  <a:pt x="424962" y="1002031"/>
                </a:cubicBezTo>
                <a:cubicBezTo>
                  <a:pt x="415437" y="986791"/>
                  <a:pt x="405912" y="969646"/>
                  <a:pt x="395435" y="951548"/>
                </a:cubicBezTo>
                <a:cubicBezTo>
                  <a:pt x="395435" y="951548"/>
                  <a:pt x="393530" y="951548"/>
                  <a:pt x="392577" y="950596"/>
                </a:cubicBezTo>
                <a:close/>
                <a:moveTo>
                  <a:pt x="343047" y="793433"/>
                </a:moveTo>
                <a:cubicBezTo>
                  <a:pt x="339237" y="804863"/>
                  <a:pt x="336380" y="815341"/>
                  <a:pt x="332570" y="825818"/>
                </a:cubicBezTo>
                <a:cubicBezTo>
                  <a:pt x="326855" y="842011"/>
                  <a:pt x="313520" y="851536"/>
                  <a:pt x="299232" y="854393"/>
                </a:cubicBezTo>
                <a:cubicBezTo>
                  <a:pt x="277325" y="859156"/>
                  <a:pt x="255417" y="858203"/>
                  <a:pt x="236367" y="842011"/>
                </a:cubicBezTo>
                <a:cubicBezTo>
                  <a:pt x="223032" y="830581"/>
                  <a:pt x="206840" y="823913"/>
                  <a:pt x="194457" y="812483"/>
                </a:cubicBezTo>
                <a:cubicBezTo>
                  <a:pt x="183027" y="802006"/>
                  <a:pt x="177312" y="809626"/>
                  <a:pt x="170645" y="815341"/>
                </a:cubicBezTo>
                <a:cubicBezTo>
                  <a:pt x="158262" y="831533"/>
                  <a:pt x="144927" y="846773"/>
                  <a:pt x="130640" y="860108"/>
                </a:cubicBezTo>
                <a:cubicBezTo>
                  <a:pt x="135402" y="868681"/>
                  <a:pt x="138260" y="877253"/>
                  <a:pt x="143975" y="883921"/>
                </a:cubicBezTo>
                <a:cubicBezTo>
                  <a:pt x="157310" y="902018"/>
                  <a:pt x="170645" y="920116"/>
                  <a:pt x="180170" y="940118"/>
                </a:cubicBezTo>
                <a:cubicBezTo>
                  <a:pt x="189695" y="959168"/>
                  <a:pt x="182075" y="974408"/>
                  <a:pt x="175407" y="989648"/>
                </a:cubicBezTo>
                <a:cubicBezTo>
                  <a:pt x="167787" y="1007746"/>
                  <a:pt x="147785" y="1015366"/>
                  <a:pt x="129687" y="1020128"/>
                </a:cubicBezTo>
                <a:cubicBezTo>
                  <a:pt x="113495" y="1024891"/>
                  <a:pt x="96350" y="1025843"/>
                  <a:pt x="79205" y="1027748"/>
                </a:cubicBezTo>
                <a:cubicBezTo>
                  <a:pt x="66822" y="1029653"/>
                  <a:pt x="61107" y="1034416"/>
                  <a:pt x="61107" y="1046798"/>
                </a:cubicBezTo>
                <a:cubicBezTo>
                  <a:pt x="61107" y="1059181"/>
                  <a:pt x="61107" y="1071563"/>
                  <a:pt x="61107" y="1082993"/>
                </a:cubicBezTo>
                <a:cubicBezTo>
                  <a:pt x="61107" y="1102996"/>
                  <a:pt x="61107" y="1102996"/>
                  <a:pt x="79205" y="1107758"/>
                </a:cubicBezTo>
                <a:cubicBezTo>
                  <a:pt x="80157" y="1107758"/>
                  <a:pt x="81110" y="1107758"/>
                  <a:pt x="81110" y="1108711"/>
                </a:cubicBezTo>
                <a:cubicBezTo>
                  <a:pt x="97302" y="1112521"/>
                  <a:pt x="112542" y="1120141"/>
                  <a:pt x="128735" y="1120141"/>
                </a:cubicBezTo>
                <a:cubicBezTo>
                  <a:pt x="154452" y="1120141"/>
                  <a:pt x="183980" y="1154431"/>
                  <a:pt x="183980" y="1180148"/>
                </a:cubicBezTo>
                <a:cubicBezTo>
                  <a:pt x="183980" y="1194436"/>
                  <a:pt x="178265" y="1206818"/>
                  <a:pt x="169692" y="1217296"/>
                </a:cubicBezTo>
                <a:cubicBezTo>
                  <a:pt x="158262" y="1233488"/>
                  <a:pt x="146832" y="1248728"/>
                  <a:pt x="136355" y="1264921"/>
                </a:cubicBezTo>
                <a:cubicBezTo>
                  <a:pt x="131592" y="1271588"/>
                  <a:pt x="130640" y="1279208"/>
                  <a:pt x="137307" y="1285876"/>
                </a:cubicBezTo>
                <a:cubicBezTo>
                  <a:pt x="148737" y="1296353"/>
                  <a:pt x="158262" y="1308736"/>
                  <a:pt x="169692" y="1319213"/>
                </a:cubicBezTo>
                <a:cubicBezTo>
                  <a:pt x="176360" y="1325881"/>
                  <a:pt x="184932" y="1332548"/>
                  <a:pt x="195410" y="1325881"/>
                </a:cubicBezTo>
                <a:cubicBezTo>
                  <a:pt x="210650" y="1316356"/>
                  <a:pt x="223985" y="1304926"/>
                  <a:pt x="238272" y="1295401"/>
                </a:cubicBezTo>
                <a:cubicBezTo>
                  <a:pt x="248750" y="1288733"/>
                  <a:pt x="259227" y="1282066"/>
                  <a:pt x="271610" y="1279208"/>
                </a:cubicBezTo>
                <a:cubicBezTo>
                  <a:pt x="297327" y="1273493"/>
                  <a:pt x="321140" y="1288733"/>
                  <a:pt x="333522" y="1310641"/>
                </a:cubicBezTo>
                <a:cubicBezTo>
                  <a:pt x="338285" y="1319213"/>
                  <a:pt x="339237" y="1330643"/>
                  <a:pt x="342095" y="1340168"/>
                </a:cubicBezTo>
                <a:cubicBezTo>
                  <a:pt x="346857" y="1357313"/>
                  <a:pt x="351620" y="1374458"/>
                  <a:pt x="354477" y="1391603"/>
                </a:cubicBezTo>
                <a:cubicBezTo>
                  <a:pt x="355430" y="1399223"/>
                  <a:pt x="358287" y="1401128"/>
                  <a:pt x="364955" y="1401128"/>
                </a:cubicBezTo>
                <a:cubicBezTo>
                  <a:pt x="382100" y="1401128"/>
                  <a:pt x="399245" y="1401128"/>
                  <a:pt x="416390" y="1401128"/>
                </a:cubicBezTo>
                <a:cubicBezTo>
                  <a:pt x="426867" y="1401128"/>
                  <a:pt x="430677" y="1394461"/>
                  <a:pt x="432582" y="1386841"/>
                </a:cubicBezTo>
                <a:cubicBezTo>
                  <a:pt x="438297" y="1364933"/>
                  <a:pt x="444012" y="1343026"/>
                  <a:pt x="446870" y="1320166"/>
                </a:cubicBezTo>
                <a:cubicBezTo>
                  <a:pt x="449727" y="1300163"/>
                  <a:pt x="481160" y="1278256"/>
                  <a:pt x="500210" y="1277303"/>
                </a:cubicBezTo>
                <a:cubicBezTo>
                  <a:pt x="528785" y="1276351"/>
                  <a:pt x="546882" y="1296353"/>
                  <a:pt x="568790" y="1308736"/>
                </a:cubicBezTo>
                <a:cubicBezTo>
                  <a:pt x="577362" y="1313498"/>
                  <a:pt x="584982" y="1322071"/>
                  <a:pt x="594507" y="1325881"/>
                </a:cubicBezTo>
                <a:cubicBezTo>
                  <a:pt x="599270" y="1327786"/>
                  <a:pt x="607842" y="1326833"/>
                  <a:pt x="611652" y="1323023"/>
                </a:cubicBezTo>
                <a:cubicBezTo>
                  <a:pt x="627845" y="1308736"/>
                  <a:pt x="642132" y="1292543"/>
                  <a:pt x="657372" y="1276351"/>
                </a:cubicBezTo>
                <a:cubicBezTo>
                  <a:pt x="661182" y="1272541"/>
                  <a:pt x="664040" y="1265873"/>
                  <a:pt x="663087" y="1260158"/>
                </a:cubicBezTo>
                <a:cubicBezTo>
                  <a:pt x="661182" y="1245871"/>
                  <a:pt x="653562" y="1233488"/>
                  <a:pt x="643085" y="1223963"/>
                </a:cubicBezTo>
                <a:cubicBezTo>
                  <a:pt x="629750" y="1210628"/>
                  <a:pt x="617367" y="1197293"/>
                  <a:pt x="603080" y="1185863"/>
                </a:cubicBezTo>
                <a:cubicBezTo>
                  <a:pt x="591650" y="1176338"/>
                  <a:pt x="579267" y="1169671"/>
                  <a:pt x="566885" y="1162051"/>
                </a:cubicBezTo>
                <a:cubicBezTo>
                  <a:pt x="562122" y="1159193"/>
                  <a:pt x="557360" y="1156336"/>
                  <a:pt x="554502" y="1154431"/>
                </a:cubicBezTo>
                <a:cubicBezTo>
                  <a:pt x="544025" y="1167766"/>
                  <a:pt x="537357" y="1178243"/>
                  <a:pt x="527832" y="1187768"/>
                </a:cubicBezTo>
                <a:cubicBezTo>
                  <a:pt x="515450" y="1200151"/>
                  <a:pt x="502115" y="1211581"/>
                  <a:pt x="487827" y="1221106"/>
                </a:cubicBezTo>
                <a:cubicBezTo>
                  <a:pt x="479255" y="1227773"/>
                  <a:pt x="468777" y="1232536"/>
                  <a:pt x="458300" y="1236346"/>
                </a:cubicBezTo>
                <a:cubicBezTo>
                  <a:pt x="444965" y="1241108"/>
                  <a:pt x="431630" y="1246823"/>
                  <a:pt x="418295" y="1247776"/>
                </a:cubicBezTo>
                <a:cubicBezTo>
                  <a:pt x="385910" y="1249681"/>
                  <a:pt x="352572" y="1252538"/>
                  <a:pt x="322092" y="1235393"/>
                </a:cubicBezTo>
                <a:cubicBezTo>
                  <a:pt x="310662" y="1228726"/>
                  <a:pt x="296375" y="1224916"/>
                  <a:pt x="285897" y="1216343"/>
                </a:cubicBezTo>
                <a:cubicBezTo>
                  <a:pt x="267800" y="1202056"/>
                  <a:pt x="251607" y="1185863"/>
                  <a:pt x="238272" y="1165861"/>
                </a:cubicBezTo>
                <a:cubicBezTo>
                  <a:pt x="226842" y="1147763"/>
                  <a:pt x="216365" y="1128713"/>
                  <a:pt x="213507" y="1109663"/>
                </a:cubicBezTo>
                <a:cubicBezTo>
                  <a:pt x="208745" y="1079183"/>
                  <a:pt x="205887" y="1046798"/>
                  <a:pt x="217317" y="1015366"/>
                </a:cubicBezTo>
                <a:cubicBezTo>
                  <a:pt x="224937" y="995363"/>
                  <a:pt x="233510" y="977266"/>
                  <a:pt x="245892" y="960121"/>
                </a:cubicBezTo>
                <a:cubicBezTo>
                  <a:pt x="262085" y="937261"/>
                  <a:pt x="283040" y="920116"/>
                  <a:pt x="306852" y="906781"/>
                </a:cubicBezTo>
                <a:cubicBezTo>
                  <a:pt x="322092" y="898208"/>
                  <a:pt x="338285" y="889636"/>
                  <a:pt x="357335" y="890588"/>
                </a:cubicBezTo>
                <a:cubicBezTo>
                  <a:pt x="368765" y="890588"/>
                  <a:pt x="370670" y="883921"/>
                  <a:pt x="364955" y="875348"/>
                </a:cubicBezTo>
                <a:cubicBezTo>
                  <a:pt x="363050" y="872491"/>
                  <a:pt x="362097" y="868681"/>
                  <a:pt x="361145" y="864871"/>
                </a:cubicBezTo>
                <a:cubicBezTo>
                  <a:pt x="358287" y="850583"/>
                  <a:pt x="355430" y="836296"/>
                  <a:pt x="351620" y="822008"/>
                </a:cubicBezTo>
                <a:cubicBezTo>
                  <a:pt x="349715" y="812483"/>
                  <a:pt x="345905" y="803911"/>
                  <a:pt x="343047" y="793433"/>
                </a:cubicBezTo>
                <a:close/>
                <a:moveTo>
                  <a:pt x="269943" y="465893"/>
                </a:moveTo>
                <a:cubicBezTo>
                  <a:pt x="273276" y="467202"/>
                  <a:pt x="275896" y="470060"/>
                  <a:pt x="277325" y="474346"/>
                </a:cubicBezTo>
                <a:cubicBezTo>
                  <a:pt x="280182" y="486728"/>
                  <a:pt x="283040" y="498158"/>
                  <a:pt x="284945" y="510541"/>
                </a:cubicBezTo>
                <a:cubicBezTo>
                  <a:pt x="287802" y="521018"/>
                  <a:pt x="281135" y="525781"/>
                  <a:pt x="271610" y="527686"/>
                </a:cubicBezTo>
                <a:cubicBezTo>
                  <a:pt x="246845" y="533401"/>
                  <a:pt x="222080" y="538163"/>
                  <a:pt x="197315" y="543878"/>
                </a:cubicBezTo>
                <a:cubicBezTo>
                  <a:pt x="179217" y="547688"/>
                  <a:pt x="160167" y="552451"/>
                  <a:pt x="142070" y="557213"/>
                </a:cubicBezTo>
                <a:cubicBezTo>
                  <a:pt x="129687" y="561023"/>
                  <a:pt x="116352" y="565786"/>
                  <a:pt x="103970" y="569596"/>
                </a:cubicBezTo>
                <a:cubicBezTo>
                  <a:pt x="103017" y="569596"/>
                  <a:pt x="102065" y="569596"/>
                  <a:pt x="102065" y="569596"/>
                </a:cubicBezTo>
                <a:cubicBezTo>
                  <a:pt x="85872" y="572453"/>
                  <a:pt x="69680" y="575311"/>
                  <a:pt x="53487" y="579121"/>
                </a:cubicBezTo>
                <a:cubicBezTo>
                  <a:pt x="45867" y="580073"/>
                  <a:pt x="42057" y="578168"/>
                  <a:pt x="41105" y="569596"/>
                </a:cubicBezTo>
                <a:cubicBezTo>
                  <a:pt x="40152" y="560071"/>
                  <a:pt x="36342" y="549593"/>
                  <a:pt x="33485" y="538163"/>
                </a:cubicBezTo>
                <a:cubicBezTo>
                  <a:pt x="31580" y="526733"/>
                  <a:pt x="35390" y="521971"/>
                  <a:pt x="47772" y="521018"/>
                </a:cubicBezTo>
                <a:cubicBezTo>
                  <a:pt x="61107" y="520066"/>
                  <a:pt x="73490" y="513398"/>
                  <a:pt x="86825" y="509588"/>
                </a:cubicBezTo>
                <a:cubicBezTo>
                  <a:pt x="87777" y="509588"/>
                  <a:pt x="88730" y="509588"/>
                  <a:pt x="88730" y="508636"/>
                </a:cubicBezTo>
                <a:cubicBezTo>
                  <a:pt x="103017" y="505778"/>
                  <a:pt x="118257" y="503873"/>
                  <a:pt x="132545" y="500063"/>
                </a:cubicBezTo>
                <a:cubicBezTo>
                  <a:pt x="145880" y="497206"/>
                  <a:pt x="159215" y="491491"/>
                  <a:pt x="172550" y="487681"/>
                </a:cubicBezTo>
                <a:cubicBezTo>
                  <a:pt x="182075" y="484823"/>
                  <a:pt x="191600" y="482918"/>
                  <a:pt x="202077" y="480061"/>
                </a:cubicBezTo>
                <a:cubicBezTo>
                  <a:pt x="217317" y="477203"/>
                  <a:pt x="231605" y="473393"/>
                  <a:pt x="246845" y="470536"/>
                </a:cubicBezTo>
                <a:cubicBezTo>
                  <a:pt x="250655" y="469583"/>
                  <a:pt x="254465" y="467678"/>
                  <a:pt x="258275" y="466726"/>
                </a:cubicBezTo>
                <a:cubicBezTo>
                  <a:pt x="262561" y="464821"/>
                  <a:pt x="266609" y="464583"/>
                  <a:pt x="269943" y="465893"/>
                </a:cubicBezTo>
                <a:close/>
                <a:moveTo>
                  <a:pt x="1305072" y="350521"/>
                </a:moveTo>
                <a:cubicBezTo>
                  <a:pt x="1203155" y="350521"/>
                  <a:pt x="1121240" y="436246"/>
                  <a:pt x="1121240" y="531496"/>
                </a:cubicBezTo>
                <a:cubicBezTo>
                  <a:pt x="1121240" y="631508"/>
                  <a:pt x="1202202" y="713423"/>
                  <a:pt x="1303167" y="714376"/>
                </a:cubicBezTo>
                <a:cubicBezTo>
                  <a:pt x="1400322" y="715328"/>
                  <a:pt x="1487952" y="631508"/>
                  <a:pt x="1485095" y="532448"/>
                </a:cubicBezTo>
                <a:cubicBezTo>
                  <a:pt x="1487952" y="434341"/>
                  <a:pt x="1401275" y="350521"/>
                  <a:pt x="1305072" y="350521"/>
                </a:cubicBezTo>
                <a:close/>
                <a:moveTo>
                  <a:pt x="687256" y="349568"/>
                </a:moveTo>
                <a:cubicBezTo>
                  <a:pt x="689757" y="349330"/>
                  <a:pt x="692138" y="350521"/>
                  <a:pt x="694519" y="354331"/>
                </a:cubicBezTo>
                <a:cubicBezTo>
                  <a:pt x="702139" y="366713"/>
                  <a:pt x="711664" y="378143"/>
                  <a:pt x="719284" y="390526"/>
                </a:cubicBezTo>
                <a:cubicBezTo>
                  <a:pt x="721189" y="393383"/>
                  <a:pt x="721189" y="397193"/>
                  <a:pt x="716427" y="401003"/>
                </a:cubicBezTo>
                <a:cubicBezTo>
                  <a:pt x="694519" y="419101"/>
                  <a:pt x="672612" y="438151"/>
                  <a:pt x="651657" y="458153"/>
                </a:cubicBezTo>
                <a:cubicBezTo>
                  <a:pt x="640227" y="469583"/>
                  <a:pt x="630702" y="482918"/>
                  <a:pt x="621177" y="495301"/>
                </a:cubicBezTo>
                <a:cubicBezTo>
                  <a:pt x="610699" y="509588"/>
                  <a:pt x="601174" y="523876"/>
                  <a:pt x="593554" y="539116"/>
                </a:cubicBezTo>
                <a:cubicBezTo>
                  <a:pt x="586887" y="552451"/>
                  <a:pt x="582124" y="566738"/>
                  <a:pt x="578314" y="580073"/>
                </a:cubicBezTo>
                <a:cubicBezTo>
                  <a:pt x="571647" y="601028"/>
                  <a:pt x="564979" y="621983"/>
                  <a:pt x="558312" y="642938"/>
                </a:cubicBezTo>
                <a:cubicBezTo>
                  <a:pt x="557359" y="646748"/>
                  <a:pt x="557359" y="650558"/>
                  <a:pt x="557359" y="654368"/>
                </a:cubicBezTo>
                <a:cubicBezTo>
                  <a:pt x="557359" y="686753"/>
                  <a:pt x="555454" y="720091"/>
                  <a:pt x="557359" y="752476"/>
                </a:cubicBezTo>
                <a:cubicBezTo>
                  <a:pt x="558312" y="770573"/>
                  <a:pt x="564027" y="787718"/>
                  <a:pt x="568789" y="804863"/>
                </a:cubicBezTo>
                <a:cubicBezTo>
                  <a:pt x="573552" y="822008"/>
                  <a:pt x="579267" y="839153"/>
                  <a:pt x="585934" y="856298"/>
                </a:cubicBezTo>
                <a:cubicBezTo>
                  <a:pt x="589744" y="866776"/>
                  <a:pt x="594507" y="876301"/>
                  <a:pt x="600222" y="885826"/>
                </a:cubicBezTo>
                <a:cubicBezTo>
                  <a:pt x="608794" y="899161"/>
                  <a:pt x="618319" y="911543"/>
                  <a:pt x="626892" y="924878"/>
                </a:cubicBezTo>
                <a:cubicBezTo>
                  <a:pt x="647847" y="955358"/>
                  <a:pt x="674517" y="980123"/>
                  <a:pt x="704997" y="1001078"/>
                </a:cubicBezTo>
                <a:cubicBezTo>
                  <a:pt x="720237" y="1011556"/>
                  <a:pt x="735477" y="1022986"/>
                  <a:pt x="753574" y="1029653"/>
                </a:cubicBezTo>
                <a:cubicBezTo>
                  <a:pt x="774529" y="1038226"/>
                  <a:pt x="796437" y="1046798"/>
                  <a:pt x="815487" y="1059181"/>
                </a:cubicBezTo>
                <a:cubicBezTo>
                  <a:pt x="841204" y="1075373"/>
                  <a:pt x="865969" y="1094423"/>
                  <a:pt x="885972" y="1118236"/>
                </a:cubicBezTo>
                <a:cubicBezTo>
                  <a:pt x="898354" y="1132523"/>
                  <a:pt x="907879" y="1148716"/>
                  <a:pt x="918357" y="1163956"/>
                </a:cubicBezTo>
                <a:cubicBezTo>
                  <a:pt x="921214" y="1168718"/>
                  <a:pt x="924072" y="1173481"/>
                  <a:pt x="925977" y="1179196"/>
                </a:cubicBezTo>
                <a:cubicBezTo>
                  <a:pt x="929787" y="1188721"/>
                  <a:pt x="932644" y="1198246"/>
                  <a:pt x="935502" y="1207771"/>
                </a:cubicBezTo>
                <a:cubicBezTo>
                  <a:pt x="939312" y="1223011"/>
                  <a:pt x="943122" y="1239203"/>
                  <a:pt x="947884" y="1254443"/>
                </a:cubicBezTo>
                <a:cubicBezTo>
                  <a:pt x="954552" y="1275398"/>
                  <a:pt x="948837" y="1283971"/>
                  <a:pt x="926929" y="1283971"/>
                </a:cubicBezTo>
                <a:cubicBezTo>
                  <a:pt x="923119" y="1283971"/>
                  <a:pt x="920262" y="1283971"/>
                  <a:pt x="917404" y="1283971"/>
                </a:cubicBezTo>
                <a:cubicBezTo>
                  <a:pt x="915499" y="1283971"/>
                  <a:pt x="913594" y="1283971"/>
                  <a:pt x="911689" y="1283971"/>
                </a:cubicBezTo>
                <a:cubicBezTo>
                  <a:pt x="884067" y="1283018"/>
                  <a:pt x="885019" y="1281113"/>
                  <a:pt x="885019" y="1258253"/>
                </a:cubicBezTo>
                <a:cubicBezTo>
                  <a:pt x="885019" y="1241108"/>
                  <a:pt x="880257" y="1225868"/>
                  <a:pt x="871684" y="1211581"/>
                </a:cubicBezTo>
                <a:cubicBezTo>
                  <a:pt x="864064" y="1197293"/>
                  <a:pt x="858349" y="1182053"/>
                  <a:pt x="849777" y="1169671"/>
                </a:cubicBezTo>
                <a:cubicBezTo>
                  <a:pt x="831679" y="1144906"/>
                  <a:pt x="808819" y="1124903"/>
                  <a:pt x="781197" y="1109663"/>
                </a:cubicBezTo>
                <a:cubicBezTo>
                  <a:pt x="767862" y="1102996"/>
                  <a:pt x="752622" y="1099186"/>
                  <a:pt x="739287" y="1092518"/>
                </a:cubicBezTo>
                <a:cubicBezTo>
                  <a:pt x="720237" y="1082041"/>
                  <a:pt x="701187" y="1071563"/>
                  <a:pt x="683089" y="1059181"/>
                </a:cubicBezTo>
                <a:cubicBezTo>
                  <a:pt x="660229" y="1042988"/>
                  <a:pt x="638322" y="1025843"/>
                  <a:pt x="617367" y="1007746"/>
                </a:cubicBezTo>
                <a:cubicBezTo>
                  <a:pt x="606889" y="999173"/>
                  <a:pt x="600222" y="986791"/>
                  <a:pt x="591649" y="975361"/>
                </a:cubicBezTo>
                <a:cubicBezTo>
                  <a:pt x="581172" y="962026"/>
                  <a:pt x="570694" y="949643"/>
                  <a:pt x="561169" y="936308"/>
                </a:cubicBezTo>
                <a:cubicBezTo>
                  <a:pt x="557359" y="930593"/>
                  <a:pt x="553549" y="923926"/>
                  <a:pt x="549739" y="918211"/>
                </a:cubicBezTo>
                <a:cubicBezTo>
                  <a:pt x="543072" y="906781"/>
                  <a:pt x="536404" y="894398"/>
                  <a:pt x="530689" y="882016"/>
                </a:cubicBezTo>
                <a:cubicBezTo>
                  <a:pt x="527832" y="876301"/>
                  <a:pt x="525927" y="870586"/>
                  <a:pt x="523069" y="864871"/>
                </a:cubicBezTo>
                <a:cubicBezTo>
                  <a:pt x="519259" y="855346"/>
                  <a:pt x="516402" y="845821"/>
                  <a:pt x="513544" y="836296"/>
                </a:cubicBezTo>
                <a:cubicBezTo>
                  <a:pt x="509734" y="822961"/>
                  <a:pt x="505924" y="809626"/>
                  <a:pt x="501162" y="795338"/>
                </a:cubicBezTo>
                <a:cubicBezTo>
                  <a:pt x="501162" y="793433"/>
                  <a:pt x="500209" y="792481"/>
                  <a:pt x="499257" y="791528"/>
                </a:cubicBezTo>
                <a:cubicBezTo>
                  <a:pt x="494494" y="749618"/>
                  <a:pt x="487827" y="706756"/>
                  <a:pt x="493542" y="664846"/>
                </a:cubicBezTo>
                <a:cubicBezTo>
                  <a:pt x="496399" y="640081"/>
                  <a:pt x="502114" y="616268"/>
                  <a:pt x="507829" y="591503"/>
                </a:cubicBezTo>
                <a:cubicBezTo>
                  <a:pt x="513544" y="570548"/>
                  <a:pt x="519259" y="550546"/>
                  <a:pt x="528784" y="531496"/>
                </a:cubicBezTo>
                <a:cubicBezTo>
                  <a:pt x="540214" y="507683"/>
                  <a:pt x="555454" y="484823"/>
                  <a:pt x="569742" y="461963"/>
                </a:cubicBezTo>
                <a:cubicBezTo>
                  <a:pt x="586887" y="435293"/>
                  <a:pt x="608794" y="413386"/>
                  <a:pt x="632607" y="391478"/>
                </a:cubicBezTo>
                <a:cubicBezTo>
                  <a:pt x="647847" y="377191"/>
                  <a:pt x="664039" y="365761"/>
                  <a:pt x="679279" y="353378"/>
                </a:cubicBezTo>
                <a:cubicBezTo>
                  <a:pt x="682136" y="351473"/>
                  <a:pt x="684756" y="349806"/>
                  <a:pt x="687256" y="349568"/>
                </a:cubicBezTo>
                <a:close/>
                <a:moveTo>
                  <a:pt x="1303167" y="289561"/>
                </a:moveTo>
                <a:cubicBezTo>
                  <a:pt x="1351745" y="288608"/>
                  <a:pt x="1400322" y="302896"/>
                  <a:pt x="1442232" y="333376"/>
                </a:cubicBezTo>
                <a:cubicBezTo>
                  <a:pt x="1510812" y="382906"/>
                  <a:pt x="1547960" y="451486"/>
                  <a:pt x="1547960" y="534353"/>
                </a:cubicBezTo>
                <a:cubicBezTo>
                  <a:pt x="1547007" y="661988"/>
                  <a:pt x="1444137" y="776288"/>
                  <a:pt x="1303167" y="773431"/>
                </a:cubicBezTo>
                <a:cubicBezTo>
                  <a:pt x="1172675" y="778193"/>
                  <a:pt x="1058375" y="661988"/>
                  <a:pt x="1062185" y="530543"/>
                </a:cubicBezTo>
                <a:cubicBezTo>
                  <a:pt x="1064090" y="477203"/>
                  <a:pt x="1078377" y="429578"/>
                  <a:pt x="1109810" y="387668"/>
                </a:cubicBezTo>
                <a:cubicBezTo>
                  <a:pt x="1157435" y="323851"/>
                  <a:pt x="1225062" y="290513"/>
                  <a:pt x="1303167" y="289561"/>
                </a:cubicBezTo>
                <a:close/>
                <a:moveTo>
                  <a:pt x="116352" y="166688"/>
                </a:moveTo>
                <a:cubicBezTo>
                  <a:pt x="126830" y="173356"/>
                  <a:pt x="137307" y="180023"/>
                  <a:pt x="146832" y="186691"/>
                </a:cubicBezTo>
                <a:cubicBezTo>
                  <a:pt x="164930" y="200026"/>
                  <a:pt x="183027" y="214313"/>
                  <a:pt x="201125" y="228601"/>
                </a:cubicBezTo>
                <a:cubicBezTo>
                  <a:pt x="214460" y="239078"/>
                  <a:pt x="229700" y="247651"/>
                  <a:pt x="243035" y="257176"/>
                </a:cubicBezTo>
                <a:cubicBezTo>
                  <a:pt x="256370" y="266701"/>
                  <a:pt x="268752" y="276226"/>
                  <a:pt x="281135" y="285751"/>
                </a:cubicBezTo>
                <a:cubicBezTo>
                  <a:pt x="294470" y="295276"/>
                  <a:pt x="308757" y="305753"/>
                  <a:pt x="323045" y="314326"/>
                </a:cubicBezTo>
                <a:cubicBezTo>
                  <a:pt x="327807" y="317183"/>
                  <a:pt x="327807" y="319088"/>
                  <a:pt x="323997" y="322898"/>
                </a:cubicBezTo>
                <a:cubicBezTo>
                  <a:pt x="314472" y="334328"/>
                  <a:pt x="307805" y="347663"/>
                  <a:pt x="298280" y="359093"/>
                </a:cubicBezTo>
                <a:cubicBezTo>
                  <a:pt x="296375" y="361951"/>
                  <a:pt x="288755" y="362903"/>
                  <a:pt x="285897" y="360998"/>
                </a:cubicBezTo>
                <a:cubicBezTo>
                  <a:pt x="262085" y="345758"/>
                  <a:pt x="239225" y="328613"/>
                  <a:pt x="217317" y="312421"/>
                </a:cubicBezTo>
                <a:cubicBezTo>
                  <a:pt x="203982" y="302896"/>
                  <a:pt x="190647" y="292418"/>
                  <a:pt x="177312" y="281941"/>
                </a:cubicBezTo>
                <a:cubicBezTo>
                  <a:pt x="157310" y="267653"/>
                  <a:pt x="138260" y="254318"/>
                  <a:pt x="118257" y="240983"/>
                </a:cubicBezTo>
                <a:cubicBezTo>
                  <a:pt x="107780" y="234316"/>
                  <a:pt x="96350" y="227648"/>
                  <a:pt x="87777" y="220028"/>
                </a:cubicBezTo>
                <a:cubicBezTo>
                  <a:pt x="84920" y="217170"/>
                  <a:pt x="85872" y="207645"/>
                  <a:pt x="88730" y="203835"/>
                </a:cubicBezTo>
                <a:cubicBezTo>
                  <a:pt x="96350" y="191453"/>
                  <a:pt x="106827" y="179070"/>
                  <a:pt x="116352" y="166688"/>
                </a:cubicBezTo>
                <a:close/>
                <a:moveTo>
                  <a:pt x="1311740" y="71676"/>
                </a:moveTo>
                <a:cubicBezTo>
                  <a:pt x="1309121" y="72152"/>
                  <a:pt x="1306978" y="73819"/>
                  <a:pt x="1306025" y="78106"/>
                </a:cubicBezTo>
                <a:cubicBezTo>
                  <a:pt x="1303167" y="93346"/>
                  <a:pt x="1299357" y="107633"/>
                  <a:pt x="1298405" y="122873"/>
                </a:cubicBezTo>
                <a:cubicBezTo>
                  <a:pt x="1296500" y="145733"/>
                  <a:pt x="1293642" y="167641"/>
                  <a:pt x="1284117" y="188596"/>
                </a:cubicBezTo>
                <a:cubicBezTo>
                  <a:pt x="1278402" y="201931"/>
                  <a:pt x="1269830" y="212408"/>
                  <a:pt x="1259352" y="219076"/>
                </a:cubicBezTo>
                <a:cubicBezTo>
                  <a:pt x="1245065" y="228601"/>
                  <a:pt x="1228872" y="236221"/>
                  <a:pt x="1209822" y="236221"/>
                </a:cubicBezTo>
                <a:cubicBezTo>
                  <a:pt x="1181247" y="236221"/>
                  <a:pt x="1156482" y="231458"/>
                  <a:pt x="1138385" y="207646"/>
                </a:cubicBezTo>
                <a:cubicBezTo>
                  <a:pt x="1122192" y="187643"/>
                  <a:pt x="1106000" y="166688"/>
                  <a:pt x="1090760" y="145733"/>
                </a:cubicBezTo>
                <a:cubicBezTo>
                  <a:pt x="1080282" y="131446"/>
                  <a:pt x="1079330" y="130493"/>
                  <a:pt x="1065042" y="140018"/>
                </a:cubicBezTo>
                <a:cubicBezTo>
                  <a:pt x="1055517" y="146686"/>
                  <a:pt x="1046945" y="154306"/>
                  <a:pt x="1037420" y="161926"/>
                </a:cubicBezTo>
                <a:cubicBezTo>
                  <a:pt x="1021227" y="174308"/>
                  <a:pt x="1005035" y="186691"/>
                  <a:pt x="987890" y="197168"/>
                </a:cubicBezTo>
                <a:cubicBezTo>
                  <a:pt x="980270" y="202883"/>
                  <a:pt x="982175" y="206693"/>
                  <a:pt x="986937" y="211456"/>
                </a:cubicBezTo>
                <a:cubicBezTo>
                  <a:pt x="992652" y="218123"/>
                  <a:pt x="998367" y="223838"/>
                  <a:pt x="1003130" y="230506"/>
                </a:cubicBezTo>
                <a:cubicBezTo>
                  <a:pt x="1012655" y="242888"/>
                  <a:pt x="1021227" y="257176"/>
                  <a:pt x="1030752" y="269558"/>
                </a:cubicBezTo>
                <a:cubicBezTo>
                  <a:pt x="1044087" y="287656"/>
                  <a:pt x="1051707" y="308611"/>
                  <a:pt x="1052660" y="330518"/>
                </a:cubicBezTo>
                <a:cubicBezTo>
                  <a:pt x="1052660" y="336233"/>
                  <a:pt x="1047897" y="340996"/>
                  <a:pt x="1047897" y="346711"/>
                </a:cubicBezTo>
                <a:cubicBezTo>
                  <a:pt x="1046945" y="360046"/>
                  <a:pt x="1041230" y="369571"/>
                  <a:pt x="1033610" y="380048"/>
                </a:cubicBezTo>
                <a:cubicBezTo>
                  <a:pt x="1016465" y="405766"/>
                  <a:pt x="991700" y="417196"/>
                  <a:pt x="963125" y="419101"/>
                </a:cubicBezTo>
                <a:cubicBezTo>
                  <a:pt x="946932" y="420053"/>
                  <a:pt x="930740" y="415291"/>
                  <a:pt x="914547" y="412433"/>
                </a:cubicBezTo>
                <a:cubicBezTo>
                  <a:pt x="902165" y="410528"/>
                  <a:pt x="889782" y="408623"/>
                  <a:pt x="876447" y="406718"/>
                </a:cubicBezTo>
                <a:cubicBezTo>
                  <a:pt x="871685" y="405766"/>
                  <a:pt x="866922" y="405766"/>
                  <a:pt x="863112" y="405766"/>
                </a:cubicBezTo>
                <a:cubicBezTo>
                  <a:pt x="860255" y="413386"/>
                  <a:pt x="856445" y="420053"/>
                  <a:pt x="855492" y="426721"/>
                </a:cubicBezTo>
                <a:cubicBezTo>
                  <a:pt x="851682" y="457201"/>
                  <a:pt x="848825" y="487681"/>
                  <a:pt x="845967" y="518161"/>
                </a:cubicBezTo>
                <a:cubicBezTo>
                  <a:pt x="845967" y="521018"/>
                  <a:pt x="848825" y="525781"/>
                  <a:pt x="850730" y="526733"/>
                </a:cubicBezTo>
                <a:cubicBezTo>
                  <a:pt x="861207" y="529591"/>
                  <a:pt x="872637" y="531496"/>
                  <a:pt x="884067" y="533401"/>
                </a:cubicBezTo>
                <a:cubicBezTo>
                  <a:pt x="903117" y="536258"/>
                  <a:pt x="923120" y="538163"/>
                  <a:pt x="942170" y="541973"/>
                </a:cubicBezTo>
                <a:cubicBezTo>
                  <a:pt x="950742" y="543878"/>
                  <a:pt x="960267" y="547688"/>
                  <a:pt x="967887" y="553403"/>
                </a:cubicBezTo>
                <a:cubicBezTo>
                  <a:pt x="981222" y="562928"/>
                  <a:pt x="992652" y="573406"/>
                  <a:pt x="999320" y="590551"/>
                </a:cubicBezTo>
                <a:cubicBezTo>
                  <a:pt x="1005035" y="604838"/>
                  <a:pt x="1011702" y="619126"/>
                  <a:pt x="1009797" y="635318"/>
                </a:cubicBezTo>
                <a:cubicBezTo>
                  <a:pt x="1008845" y="641986"/>
                  <a:pt x="1006940" y="648653"/>
                  <a:pt x="1004082" y="654368"/>
                </a:cubicBezTo>
                <a:cubicBezTo>
                  <a:pt x="1001225" y="661988"/>
                  <a:pt x="999320" y="670561"/>
                  <a:pt x="995510" y="677228"/>
                </a:cubicBezTo>
                <a:cubicBezTo>
                  <a:pt x="992652" y="681991"/>
                  <a:pt x="988842" y="686753"/>
                  <a:pt x="984080" y="690563"/>
                </a:cubicBezTo>
                <a:cubicBezTo>
                  <a:pt x="968840" y="702946"/>
                  <a:pt x="953600" y="715328"/>
                  <a:pt x="937407" y="727711"/>
                </a:cubicBezTo>
                <a:cubicBezTo>
                  <a:pt x="929787" y="733426"/>
                  <a:pt x="921215" y="737236"/>
                  <a:pt x="914547" y="743903"/>
                </a:cubicBezTo>
                <a:cubicBezTo>
                  <a:pt x="909785" y="748666"/>
                  <a:pt x="899307" y="752476"/>
                  <a:pt x="905022" y="761048"/>
                </a:cubicBezTo>
                <a:cubicBezTo>
                  <a:pt x="916452" y="778193"/>
                  <a:pt x="928835" y="794386"/>
                  <a:pt x="941217" y="811531"/>
                </a:cubicBezTo>
                <a:cubicBezTo>
                  <a:pt x="947885" y="821056"/>
                  <a:pt x="954552" y="829628"/>
                  <a:pt x="963125" y="838201"/>
                </a:cubicBezTo>
                <a:cubicBezTo>
                  <a:pt x="966935" y="842011"/>
                  <a:pt x="968840" y="851536"/>
                  <a:pt x="977412" y="848678"/>
                </a:cubicBezTo>
                <a:cubicBezTo>
                  <a:pt x="981222" y="847726"/>
                  <a:pt x="983127" y="843916"/>
                  <a:pt x="985985" y="842011"/>
                </a:cubicBezTo>
                <a:cubicBezTo>
                  <a:pt x="1002177" y="829628"/>
                  <a:pt x="1017417" y="818198"/>
                  <a:pt x="1033610" y="806768"/>
                </a:cubicBezTo>
                <a:cubicBezTo>
                  <a:pt x="1045040" y="799148"/>
                  <a:pt x="1056470" y="789623"/>
                  <a:pt x="1069805" y="785813"/>
                </a:cubicBezTo>
                <a:cubicBezTo>
                  <a:pt x="1084092" y="782003"/>
                  <a:pt x="1099332" y="778193"/>
                  <a:pt x="1116477" y="782956"/>
                </a:cubicBezTo>
                <a:cubicBezTo>
                  <a:pt x="1134575" y="787718"/>
                  <a:pt x="1150767" y="793433"/>
                  <a:pt x="1163150" y="806768"/>
                </a:cubicBezTo>
                <a:cubicBezTo>
                  <a:pt x="1178390" y="822008"/>
                  <a:pt x="1188867" y="840106"/>
                  <a:pt x="1189820" y="862013"/>
                </a:cubicBezTo>
                <a:cubicBezTo>
                  <a:pt x="1189820" y="870586"/>
                  <a:pt x="1190772" y="879158"/>
                  <a:pt x="1189820" y="886778"/>
                </a:cubicBezTo>
                <a:cubicBezTo>
                  <a:pt x="1187915" y="901066"/>
                  <a:pt x="1185057" y="915353"/>
                  <a:pt x="1183152" y="930593"/>
                </a:cubicBezTo>
                <a:cubicBezTo>
                  <a:pt x="1181247" y="942976"/>
                  <a:pt x="1181247" y="956311"/>
                  <a:pt x="1180295" y="970598"/>
                </a:cubicBezTo>
                <a:cubicBezTo>
                  <a:pt x="1218395" y="983933"/>
                  <a:pt x="1258400" y="982028"/>
                  <a:pt x="1298405" y="991553"/>
                </a:cubicBezTo>
                <a:cubicBezTo>
                  <a:pt x="1301262" y="978218"/>
                  <a:pt x="1305072" y="964883"/>
                  <a:pt x="1306025" y="950596"/>
                </a:cubicBezTo>
                <a:cubicBezTo>
                  <a:pt x="1307930" y="925831"/>
                  <a:pt x="1311740" y="902018"/>
                  <a:pt x="1320312" y="879158"/>
                </a:cubicBezTo>
                <a:cubicBezTo>
                  <a:pt x="1329837" y="854393"/>
                  <a:pt x="1348887" y="840106"/>
                  <a:pt x="1371747" y="830581"/>
                </a:cubicBezTo>
                <a:cubicBezTo>
                  <a:pt x="1390797" y="822008"/>
                  <a:pt x="1412705" y="824866"/>
                  <a:pt x="1431755" y="830581"/>
                </a:cubicBezTo>
                <a:cubicBezTo>
                  <a:pt x="1443185" y="833438"/>
                  <a:pt x="1453662" y="842963"/>
                  <a:pt x="1463187" y="850583"/>
                </a:cubicBezTo>
                <a:cubicBezTo>
                  <a:pt x="1469855" y="856298"/>
                  <a:pt x="1475570" y="863918"/>
                  <a:pt x="1481285" y="871538"/>
                </a:cubicBezTo>
                <a:cubicBezTo>
                  <a:pt x="1494620" y="889636"/>
                  <a:pt x="1507955" y="907733"/>
                  <a:pt x="1521290" y="924878"/>
                </a:cubicBezTo>
                <a:cubicBezTo>
                  <a:pt x="1523195" y="927736"/>
                  <a:pt x="1529862" y="928688"/>
                  <a:pt x="1533672" y="927736"/>
                </a:cubicBezTo>
                <a:cubicBezTo>
                  <a:pt x="1538435" y="926783"/>
                  <a:pt x="1542245" y="923926"/>
                  <a:pt x="1546055" y="920116"/>
                </a:cubicBezTo>
                <a:cubicBezTo>
                  <a:pt x="1569867" y="902018"/>
                  <a:pt x="1592727" y="882968"/>
                  <a:pt x="1616540" y="864871"/>
                </a:cubicBezTo>
                <a:cubicBezTo>
                  <a:pt x="1623207" y="860108"/>
                  <a:pt x="1621302" y="855346"/>
                  <a:pt x="1617492" y="849631"/>
                </a:cubicBezTo>
                <a:cubicBezTo>
                  <a:pt x="1616540" y="847726"/>
                  <a:pt x="1614635" y="846773"/>
                  <a:pt x="1613682" y="844868"/>
                </a:cubicBezTo>
                <a:cubicBezTo>
                  <a:pt x="1602252" y="829628"/>
                  <a:pt x="1592727" y="813436"/>
                  <a:pt x="1580345" y="800101"/>
                </a:cubicBezTo>
                <a:cubicBezTo>
                  <a:pt x="1568915" y="787718"/>
                  <a:pt x="1559390" y="773431"/>
                  <a:pt x="1557485" y="759143"/>
                </a:cubicBezTo>
                <a:cubicBezTo>
                  <a:pt x="1552722" y="729616"/>
                  <a:pt x="1550817" y="700088"/>
                  <a:pt x="1575582" y="675323"/>
                </a:cubicBezTo>
                <a:cubicBezTo>
                  <a:pt x="1595585" y="654368"/>
                  <a:pt x="1617492" y="641033"/>
                  <a:pt x="1646067" y="642938"/>
                </a:cubicBezTo>
                <a:cubicBezTo>
                  <a:pt x="1671785" y="644843"/>
                  <a:pt x="1697502" y="648653"/>
                  <a:pt x="1723220" y="651511"/>
                </a:cubicBezTo>
                <a:cubicBezTo>
                  <a:pt x="1725125" y="651511"/>
                  <a:pt x="1726077" y="652463"/>
                  <a:pt x="1727030" y="653416"/>
                </a:cubicBezTo>
                <a:cubicBezTo>
                  <a:pt x="1741317" y="658178"/>
                  <a:pt x="1746080" y="654368"/>
                  <a:pt x="1747985" y="640081"/>
                </a:cubicBezTo>
                <a:cubicBezTo>
                  <a:pt x="1749890" y="615316"/>
                  <a:pt x="1752747" y="590551"/>
                  <a:pt x="1755605" y="565786"/>
                </a:cubicBezTo>
                <a:cubicBezTo>
                  <a:pt x="1755605" y="562928"/>
                  <a:pt x="1757510" y="561023"/>
                  <a:pt x="1758462" y="558166"/>
                </a:cubicBezTo>
                <a:cubicBezTo>
                  <a:pt x="1760367" y="551498"/>
                  <a:pt x="1761320" y="544831"/>
                  <a:pt x="1763225" y="537211"/>
                </a:cubicBezTo>
                <a:cubicBezTo>
                  <a:pt x="1731792" y="531496"/>
                  <a:pt x="1702265" y="525781"/>
                  <a:pt x="1671785" y="521971"/>
                </a:cubicBezTo>
                <a:cubicBezTo>
                  <a:pt x="1655592" y="520066"/>
                  <a:pt x="1640352" y="513398"/>
                  <a:pt x="1629875" y="503873"/>
                </a:cubicBezTo>
                <a:cubicBezTo>
                  <a:pt x="1616540" y="492443"/>
                  <a:pt x="1604157" y="475298"/>
                  <a:pt x="1600347" y="458153"/>
                </a:cubicBezTo>
                <a:cubicBezTo>
                  <a:pt x="1591775" y="424816"/>
                  <a:pt x="1595585" y="392431"/>
                  <a:pt x="1624160" y="368618"/>
                </a:cubicBezTo>
                <a:cubicBezTo>
                  <a:pt x="1637495" y="357188"/>
                  <a:pt x="1651782" y="345758"/>
                  <a:pt x="1665117" y="335281"/>
                </a:cubicBezTo>
                <a:cubicBezTo>
                  <a:pt x="1672737" y="329566"/>
                  <a:pt x="1680357" y="324803"/>
                  <a:pt x="1687977" y="319088"/>
                </a:cubicBezTo>
                <a:cubicBezTo>
                  <a:pt x="1698455" y="312421"/>
                  <a:pt x="1701312" y="302896"/>
                  <a:pt x="1695597" y="295276"/>
                </a:cubicBezTo>
                <a:cubicBezTo>
                  <a:pt x="1688930" y="285751"/>
                  <a:pt x="1682262" y="276226"/>
                  <a:pt x="1674642" y="266701"/>
                </a:cubicBezTo>
                <a:cubicBezTo>
                  <a:pt x="1661307" y="249556"/>
                  <a:pt x="1647972" y="233363"/>
                  <a:pt x="1633685" y="217171"/>
                </a:cubicBezTo>
                <a:cubicBezTo>
                  <a:pt x="1631780" y="214313"/>
                  <a:pt x="1624160" y="216218"/>
                  <a:pt x="1619397" y="216218"/>
                </a:cubicBezTo>
                <a:cubicBezTo>
                  <a:pt x="1617492" y="216218"/>
                  <a:pt x="1616540" y="219076"/>
                  <a:pt x="1614635" y="220981"/>
                </a:cubicBezTo>
                <a:cubicBezTo>
                  <a:pt x="1599395" y="232411"/>
                  <a:pt x="1584155" y="243841"/>
                  <a:pt x="1568915" y="255271"/>
                </a:cubicBezTo>
                <a:cubicBezTo>
                  <a:pt x="1557485" y="262891"/>
                  <a:pt x="1546055" y="275273"/>
                  <a:pt x="1532720" y="277178"/>
                </a:cubicBezTo>
                <a:cubicBezTo>
                  <a:pt x="1510812" y="280036"/>
                  <a:pt x="1487952" y="284798"/>
                  <a:pt x="1466045" y="272416"/>
                </a:cubicBezTo>
                <a:cubicBezTo>
                  <a:pt x="1446995" y="262891"/>
                  <a:pt x="1433660" y="249556"/>
                  <a:pt x="1424135" y="231458"/>
                </a:cubicBezTo>
                <a:cubicBezTo>
                  <a:pt x="1420325" y="223838"/>
                  <a:pt x="1417467" y="216218"/>
                  <a:pt x="1415562" y="208598"/>
                </a:cubicBezTo>
                <a:cubicBezTo>
                  <a:pt x="1413657" y="197168"/>
                  <a:pt x="1411752" y="184786"/>
                  <a:pt x="1413657" y="173356"/>
                </a:cubicBezTo>
                <a:cubicBezTo>
                  <a:pt x="1416515" y="147638"/>
                  <a:pt x="1422230" y="122873"/>
                  <a:pt x="1425087" y="97156"/>
                </a:cubicBezTo>
                <a:cubicBezTo>
                  <a:pt x="1425087" y="94298"/>
                  <a:pt x="1419372" y="87631"/>
                  <a:pt x="1416515" y="86678"/>
                </a:cubicBezTo>
                <a:cubicBezTo>
                  <a:pt x="1393655" y="82868"/>
                  <a:pt x="1370795" y="80963"/>
                  <a:pt x="1347935" y="78106"/>
                </a:cubicBezTo>
                <a:cubicBezTo>
                  <a:pt x="1338410" y="77153"/>
                  <a:pt x="1329837" y="74296"/>
                  <a:pt x="1320312" y="72391"/>
                </a:cubicBezTo>
                <a:cubicBezTo>
                  <a:pt x="1317455" y="71914"/>
                  <a:pt x="1314359" y="71200"/>
                  <a:pt x="1311740" y="71676"/>
                </a:cubicBezTo>
                <a:close/>
                <a:moveTo>
                  <a:pt x="1289356" y="11550"/>
                </a:moveTo>
                <a:cubicBezTo>
                  <a:pt x="1294833" y="11669"/>
                  <a:pt x="1300310" y="12859"/>
                  <a:pt x="1306025" y="13336"/>
                </a:cubicBezTo>
                <a:cubicBezTo>
                  <a:pt x="1312692" y="14288"/>
                  <a:pt x="1319360" y="16193"/>
                  <a:pt x="1326027" y="17146"/>
                </a:cubicBezTo>
                <a:cubicBezTo>
                  <a:pt x="1355555" y="21908"/>
                  <a:pt x="1385082" y="25718"/>
                  <a:pt x="1414610" y="30481"/>
                </a:cubicBezTo>
                <a:cubicBezTo>
                  <a:pt x="1422230" y="31433"/>
                  <a:pt x="1429850" y="31433"/>
                  <a:pt x="1437470" y="32386"/>
                </a:cubicBezTo>
                <a:cubicBezTo>
                  <a:pt x="1451757" y="34291"/>
                  <a:pt x="1466045" y="35243"/>
                  <a:pt x="1479380" y="40958"/>
                </a:cubicBezTo>
                <a:cubicBezTo>
                  <a:pt x="1487952" y="44768"/>
                  <a:pt x="1497477" y="52388"/>
                  <a:pt x="1496525" y="63818"/>
                </a:cubicBezTo>
                <a:cubicBezTo>
                  <a:pt x="1495572" y="77153"/>
                  <a:pt x="1492715" y="91441"/>
                  <a:pt x="1490810" y="104776"/>
                </a:cubicBezTo>
                <a:cubicBezTo>
                  <a:pt x="1490810" y="104776"/>
                  <a:pt x="1490810" y="105728"/>
                  <a:pt x="1490810" y="105728"/>
                </a:cubicBezTo>
                <a:cubicBezTo>
                  <a:pt x="1487952" y="136208"/>
                  <a:pt x="1484142" y="166688"/>
                  <a:pt x="1482237" y="197168"/>
                </a:cubicBezTo>
                <a:cubicBezTo>
                  <a:pt x="1481285" y="214313"/>
                  <a:pt x="1500335" y="229553"/>
                  <a:pt x="1517480" y="223838"/>
                </a:cubicBezTo>
                <a:cubicBezTo>
                  <a:pt x="1527005" y="220981"/>
                  <a:pt x="1535577" y="213361"/>
                  <a:pt x="1544150" y="206693"/>
                </a:cubicBezTo>
                <a:cubicBezTo>
                  <a:pt x="1560342" y="194311"/>
                  <a:pt x="1575582" y="180976"/>
                  <a:pt x="1591775" y="168593"/>
                </a:cubicBezTo>
                <a:cubicBezTo>
                  <a:pt x="1603205" y="160021"/>
                  <a:pt x="1615587" y="151448"/>
                  <a:pt x="1628922" y="144781"/>
                </a:cubicBezTo>
                <a:cubicBezTo>
                  <a:pt x="1646067" y="136208"/>
                  <a:pt x="1657497" y="140018"/>
                  <a:pt x="1668927" y="155258"/>
                </a:cubicBezTo>
                <a:cubicBezTo>
                  <a:pt x="1685120" y="177166"/>
                  <a:pt x="1701312" y="199073"/>
                  <a:pt x="1718457" y="220981"/>
                </a:cubicBezTo>
                <a:cubicBezTo>
                  <a:pt x="1734650" y="241936"/>
                  <a:pt x="1750842" y="261938"/>
                  <a:pt x="1767035" y="282893"/>
                </a:cubicBezTo>
                <a:cubicBezTo>
                  <a:pt x="1772750" y="290513"/>
                  <a:pt x="1777512" y="298133"/>
                  <a:pt x="1781322" y="306706"/>
                </a:cubicBezTo>
                <a:cubicBezTo>
                  <a:pt x="1785132" y="314326"/>
                  <a:pt x="1781322" y="331471"/>
                  <a:pt x="1771797" y="338138"/>
                </a:cubicBezTo>
                <a:cubicBezTo>
                  <a:pt x="1755605" y="350521"/>
                  <a:pt x="1738460" y="361951"/>
                  <a:pt x="1722267" y="375286"/>
                </a:cubicBezTo>
                <a:cubicBezTo>
                  <a:pt x="1705122" y="388621"/>
                  <a:pt x="1687977" y="401956"/>
                  <a:pt x="1671785" y="416243"/>
                </a:cubicBezTo>
                <a:cubicBezTo>
                  <a:pt x="1655592" y="430531"/>
                  <a:pt x="1660355" y="450533"/>
                  <a:pt x="1678452" y="461011"/>
                </a:cubicBezTo>
                <a:cubicBezTo>
                  <a:pt x="1687977" y="466726"/>
                  <a:pt x="1696550" y="465773"/>
                  <a:pt x="1706075" y="467678"/>
                </a:cubicBezTo>
                <a:cubicBezTo>
                  <a:pt x="1728935" y="471488"/>
                  <a:pt x="1751795" y="476251"/>
                  <a:pt x="1774655" y="480061"/>
                </a:cubicBezTo>
                <a:cubicBezTo>
                  <a:pt x="1780370" y="481013"/>
                  <a:pt x="1786085" y="481966"/>
                  <a:pt x="1791800" y="481966"/>
                </a:cubicBezTo>
                <a:cubicBezTo>
                  <a:pt x="1832757" y="481966"/>
                  <a:pt x="1837520" y="510541"/>
                  <a:pt x="1828947" y="541021"/>
                </a:cubicBezTo>
                <a:cubicBezTo>
                  <a:pt x="1827995" y="542926"/>
                  <a:pt x="1827042" y="544831"/>
                  <a:pt x="1827042" y="546736"/>
                </a:cubicBezTo>
                <a:cubicBezTo>
                  <a:pt x="1824185" y="572453"/>
                  <a:pt x="1820375" y="598171"/>
                  <a:pt x="1817517" y="622936"/>
                </a:cubicBezTo>
                <a:cubicBezTo>
                  <a:pt x="1814660" y="643891"/>
                  <a:pt x="1814660" y="664846"/>
                  <a:pt x="1808945" y="684848"/>
                </a:cubicBezTo>
                <a:cubicBezTo>
                  <a:pt x="1805135" y="696278"/>
                  <a:pt x="1806087" y="711518"/>
                  <a:pt x="1790847" y="720091"/>
                </a:cubicBezTo>
                <a:cubicBezTo>
                  <a:pt x="1778465" y="726758"/>
                  <a:pt x="1767035" y="724853"/>
                  <a:pt x="1755605" y="722948"/>
                </a:cubicBezTo>
                <a:cubicBezTo>
                  <a:pt x="1752747" y="721996"/>
                  <a:pt x="1748937" y="720091"/>
                  <a:pt x="1746080" y="719138"/>
                </a:cubicBezTo>
                <a:cubicBezTo>
                  <a:pt x="1715600" y="715328"/>
                  <a:pt x="1684167" y="711518"/>
                  <a:pt x="1653687" y="709613"/>
                </a:cubicBezTo>
                <a:cubicBezTo>
                  <a:pt x="1632732" y="707708"/>
                  <a:pt x="1615587" y="723901"/>
                  <a:pt x="1619397" y="741046"/>
                </a:cubicBezTo>
                <a:cubicBezTo>
                  <a:pt x="1621302" y="750571"/>
                  <a:pt x="1627970" y="759143"/>
                  <a:pt x="1633685" y="767716"/>
                </a:cubicBezTo>
                <a:cubicBezTo>
                  <a:pt x="1645115" y="782956"/>
                  <a:pt x="1657497" y="798196"/>
                  <a:pt x="1668927" y="813436"/>
                </a:cubicBezTo>
                <a:cubicBezTo>
                  <a:pt x="1679405" y="827723"/>
                  <a:pt x="1689882" y="842011"/>
                  <a:pt x="1699407" y="857251"/>
                </a:cubicBezTo>
                <a:cubicBezTo>
                  <a:pt x="1707027" y="868681"/>
                  <a:pt x="1705122" y="881063"/>
                  <a:pt x="1694645" y="889636"/>
                </a:cubicBezTo>
                <a:cubicBezTo>
                  <a:pt x="1675595" y="904876"/>
                  <a:pt x="1655592" y="919163"/>
                  <a:pt x="1636542" y="933451"/>
                </a:cubicBezTo>
                <a:cubicBezTo>
                  <a:pt x="1623207" y="943928"/>
                  <a:pt x="1610825" y="956311"/>
                  <a:pt x="1596537" y="965836"/>
                </a:cubicBezTo>
                <a:cubicBezTo>
                  <a:pt x="1575582" y="981076"/>
                  <a:pt x="1553675" y="994411"/>
                  <a:pt x="1532720" y="1008698"/>
                </a:cubicBezTo>
                <a:cubicBezTo>
                  <a:pt x="1525100" y="1013461"/>
                  <a:pt x="1506050" y="1002031"/>
                  <a:pt x="1498430" y="991553"/>
                </a:cubicBezTo>
                <a:cubicBezTo>
                  <a:pt x="1487952" y="976313"/>
                  <a:pt x="1475570" y="961073"/>
                  <a:pt x="1464140" y="946786"/>
                </a:cubicBezTo>
                <a:cubicBezTo>
                  <a:pt x="1453662" y="933451"/>
                  <a:pt x="1443185" y="920116"/>
                  <a:pt x="1433660" y="905828"/>
                </a:cubicBezTo>
                <a:cubicBezTo>
                  <a:pt x="1422230" y="888683"/>
                  <a:pt x="1397465" y="884873"/>
                  <a:pt x="1385082" y="900113"/>
                </a:cubicBezTo>
                <a:cubicBezTo>
                  <a:pt x="1380320" y="905828"/>
                  <a:pt x="1377462" y="915353"/>
                  <a:pt x="1375557" y="923926"/>
                </a:cubicBezTo>
                <a:cubicBezTo>
                  <a:pt x="1371747" y="948691"/>
                  <a:pt x="1369842" y="972503"/>
                  <a:pt x="1366985" y="997268"/>
                </a:cubicBezTo>
                <a:cubicBezTo>
                  <a:pt x="1365080" y="1010603"/>
                  <a:pt x="1363175" y="1022986"/>
                  <a:pt x="1360317" y="1036321"/>
                </a:cubicBezTo>
                <a:cubicBezTo>
                  <a:pt x="1355555" y="1055371"/>
                  <a:pt x="1336505" y="1066801"/>
                  <a:pt x="1314597" y="1060133"/>
                </a:cubicBezTo>
                <a:cubicBezTo>
                  <a:pt x="1311740" y="1059181"/>
                  <a:pt x="1309835" y="1058228"/>
                  <a:pt x="1306977" y="1057276"/>
                </a:cubicBezTo>
                <a:cubicBezTo>
                  <a:pt x="1280307" y="1054418"/>
                  <a:pt x="1254590" y="1050608"/>
                  <a:pt x="1227920" y="1047751"/>
                </a:cubicBezTo>
                <a:cubicBezTo>
                  <a:pt x="1207917" y="1044893"/>
                  <a:pt x="1187915" y="1042988"/>
                  <a:pt x="1168865" y="1040131"/>
                </a:cubicBezTo>
                <a:cubicBezTo>
                  <a:pt x="1158387" y="1038226"/>
                  <a:pt x="1148862" y="1036321"/>
                  <a:pt x="1138385" y="1033463"/>
                </a:cubicBezTo>
                <a:cubicBezTo>
                  <a:pt x="1133622" y="1032511"/>
                  <a:pt x="1127907" y="1028701"/>
                  <a:pt x="1126002" y="1024891"/>
                </a:cubicBezTo>
                <a:cubicBezTo>
                  <a:pt x="1120287" y="1011556"/>
                  <a:pt x="1111715" y="998221"/>
                  <a:pt x="1123145" y="982981"/>
                </a:cubicBezTo>
                <a:cubicBezTo>
                  <a:pt x="1124097" y="982028"/>
                  <a:pt x="1124097" y="981076"/>
                  <a:pt x="1124097" y="980123"/>
                </a:cubicBezTo>
                <a:cubicBezTo>
                  <a:pt x="1126955" y="957263"/>
                  <a:pt x="1128860" y="934403"/>
                  <a:pt x="1131717" y="911543"/>
                </a:cubicBezTo>
                <a:cubicBezTo>
                  <a:pt x="1132670" y="902018"/>
                  <a:pt x="1134575" y="892493"/>
                  <a:pt x="1136480" y="883921"/>
                </a:cubicBezTo>
                <a:cubicBezTo>
                  <a:pt x="1138385" y="876301"/>
                  <a:pt x="1128860" y="860108"/>
                  <a:pt x="1122192" y="854393"/>
                </a:cubicBezTo>
                <a:cubicBezTo>
                  <a:pt x="1113620" y="847726"/>
                  <a:pt x="1105047" y="845821"/>
                  <a:pt x="1096475" y="849631"/>
                </a:cubicBezTo>
                <a:cubicBezTo>
                  <a:pt x="1088855" y="852488"/>
                  <a:pt x="1081235" y="858203"/>
                  <a:pt x="1074567" y="862966"/>
                </a:cubicBezTo>
                <a:cubicBezTo>
                  <a:pt x="1058375" y="874396"/>
                  <a:pt x="1043135" y="886778"/>
                  <a:pt x="1027895" y="899161"/>
                </a:cubicBezTo>
                <a:cubicBezTo>
                  <a:pt x="1016465" y="907733"/>
                  <a:pt x="1005987" y="916306"/>
                  <a:pt x="995510" y="924878"/>
                </a:cubicBezTo>
                <a:cubicBezTo>
                  <a:pt x="985032" y="933451"/>
                  <a:pt x="961220" y="932498"/>
                  <a:pt x="953600" y="922021"/>
                </a:cubicBezTo>
                <a:cubicBezTo>
                  <a:pt x="939312" y="903923"/>
                  <a:pt x="925025" y="884873"/>
                  <a:pt x="910737" y="866776"/>
                </a:cubicBezTo>
                <a:cubicBezTo>
                  <a:pt x="900260" y="852488"/>
                  <a:pt x="888830" y="839153"/>
                  <a:pt x="878352" y="824866"/>
                </a:cubicBezTo>
                <a:cubicBezTo>
                  <a:pt x="865970" y="807721"/>
                  <a:pt x="851682" y="791528"/>
                  <a:pt x="840252" y="773431"/>
                </a:cubicBezTo>
                <a:cubicBezTo>
                  <a:pt x="828822" y="755333"/>
                  <a:pt x="833585" y="739141"/>
                  <a:pt x="853587" y="725806"/>
                </a:cubicBezTo>
                <a:cubicBezTo>
                  <a:pt x="870732" y="714376"/>
                  <a:pt x="886925" y="701041"/>
                  <a:pt x="903117" y="687706"/>
                </a:cubicBezTo>
                <a:cubicBezTo>
                  <a:pt x="914547" y="679133"/>
                  <a:pt x="925025" y="670561"/>
                  <a:pt x="936455" y="662941"/>
                </a:cubicBezTo>
                <a:cubicBezTo>
                  <a:pt x="950742" y="653416"/>
                  <a:pt x="955505" y="641986"/>
                  <a:pt x="952647" y="625793"/>
                </a:cubicBezTo>
                <a:cubicBezTo>
                  <a:pt x="951695" y="618173"/>
                  <a:pt x="937407" y="605791"/>
                  <a:pt x="928835" y="604838"/>
                </a:cubicBezTo>
                <a:cubicBezTo>
                  <a:pt x="906927" y="601981"/>
                  <a:pt x="884067" y="600076"/>
                  <a:pt x="862160" y="596266"/>
                </a:cubicBezTo>
                <a:cubicBezTo>
                  <a:pt x="841205" y="592456"/>
                  <a:pt x="821202" y="588646"/>
                  <a:pt x="801200" y="582931"/>
                </a:cubicBezTo>
                <a:cubicBezTo>
                  <a:pt x="787865" y="579121"/>
                  <a:pt x="780245" y="559118"/>
                  <a:pt x="785960" y="545783"/>
                </a:cubicBezTo>
                <a:cubicBezTo>
                  <a:pt x="786912" y="543878"/>
                  <a:pt x="787865" y="541973"/>
                  <a:pt x="787865" y="540068"/>
                </a:cubicBezTo>
                <a:cubicBezTo>
                  <a:pt x="790722" y="515303"/>
                  <a:pt x="793580" y="491491"/>
                  <a:pt x="796437" y="466726"/>
                </a:cubicBezTo>
                <a:cubicBezTo>
                  <a:pt x="800247" y="441008"/>
                  <a:pt x="805010" y="415291"/>
                  <a:pt x="808820" y="389573"/>
                </a:cubicBezTo>
                <a:cubicBezTo>
                  <a:pt x="809772" y="383858"/>
                  <a:pt x="809772" y="377191"/>
                  <a:pt x="810725" y="371476"/>
                </a:cubicBezTo>
                <a:cubicBezTo>
                  <a:pt x="811677" y="358141"/>
                  <a:pt x="825012" y="345758"/>
                  <a:pt x="838347" y="345758"/>
                </a:cubicBezTo>
                <a:cubicBezTo>
                  <a:pt x="849777" y="345758"/>
                  <a:pt x="863112" y="342901"/>
                  <a:pt x="873590" y="351473"/>
                </a:cubicBezTo>
                <a:cubicBezTo>
                  <a:pt x="873590" y="351473"/>
                  <a:pt x="874542" y="351473"/>
                  <a:pt x="874542" y="351473"/>
                </a:cubicBezTo>
                <a:cubicBezTo>
                  <a:pt x="906927" y="354331"/>
                  <a:pt x="939312" y="358141"/>
                  <a:pt x="971697" y="360046"/>
                </a:cubicBezTo>
                <a:cubicBezTo>
                  <a:pt x="992652" y="360998"/>
                  <a:pt x="1002177" y="336233"/>
                  <a:pt x="995510" y="320041"/>
                </a:cubicBezTo>
                <a:cubicBezTo>
                  <a:pt x="990747" y="308611"/>
                  <a:pt x="980270" y="299086"/>
                  <a:pt x="972650" y="288608"/>
                </a:cubicBezTo>
                <a:cubicBezTo>
                  <a:pt x="961220" y="273368"/>
                  <a:pt x="949790" y="257176"/>
                  <a:pt x="938360" y="241936"/>
                </a:cubicBezTo>
                <a:cubicBezTo>
                  <a:pt x="935502" y="238126"/>
                  <a:pt x="931692" y="235268"/>
                  <a:pt x="929787" y="231458"/>
                </a:cubicBezTo>
                <a:cubicBezTo>
                  <a:pt x="925025" y="223838"/>
                  <a:pt x="919310" y="216218"/>
                  <a:pt x="916452" y="207646"/>
                </a:cubicBezTo>
                <a:cubicBezTo>
                  <a:pt x="913595" y="199073"/>
                  <a:pt x="910737" y="194311"/>
                  <a:pt x="900260" y="195263"/>
                </a:cubicBezTo>
                <a:cubicBezTo>
                  <a:pt x="885020" y="196216"/>
                  <a:pt x="869780" y="195263"/>
                  <a:pt x="854540" y="197168"/>
                </a:cubicBezTo>
                <a:cubicBezTo>
                  <a:pt x="835490" y="200026"/>
                  <a:pt x="816440" y="204788"/>
                  <a:pt x="797390" y="209551"/>
                </a:cubicBezTo>
                <a:cubicBezTo>
                  <a:pt x="785007" y="212408"/>
                  <a:pt x="772625" y="214313"/>
                  <a:pt x="760242" y="218123"/>
                </a:cubicBezTo>
                <a:cubicBezTo>
                  <a:pt x="749765" y="220981"/>
                  <a:pt x="740240" y="226696"/>
                  <a:pt x="729762" y="230506"/>
                </a:cubicBezTo>
                <a:cubicBezTo>
                  <a:pt x="717380" y="235268"/>
                  <a:pt x="705950" y="240031"/>
                  <a:pt x="693567" y="245746"/>
                </a:cubicBezTo>
                <a:cubicBezTo>
                  <a:pt x="682137" y="250508"/>
                  <a:pt x="671660" y="255271"/>
                  <a:pt x="660230" y="261938"/>
                </a:cubicBezTo>
                <a:cubicBezTo>
                  <a:pt x="649752" y="268606"/>
                  <a:pt x="639275" y="276226"/>
                  <a:pt x="628797" y="282893"/>
                </a:cubicBezTo>
                <a:cubicBezTo>
                  <a:pt x="601175" y="300991"/>
                  <a:pt x="575457" y="321946"/>
                  <a:pt x="552597" y="345758"/>
                </a:cubicBezTo>
                <a:cubicBezTo>
                  <a:pt x="535452" y="362903"/>
                  <a:pt x="518307" y="381001"/>
                  <a:pt x="504020" y="400051"/>
                </a:cubicBezTo>
                <a:cubicBezTo>
                  <a:pt x="491637" y="416243"/>
                  <a:pt x="483065" y="434341"/>
                  <a:pt x="473540" y="451486"/>
                </a:cubicBezTo>
                <a:cubicBezTo>
                  <a:pt x="464967" y="466726"/>
                  <a:pt x="454490" y="481966"/>
                  <a:pt x="446870" y="498158"/>
                </a:cubicBezTo>
                <a:cubicBezTo>
                  <a:pt x="437345" y="508636"/>
                  <a:pt x="433535" y="523876"/>
                  <a:pt x="427820" y="539116"/>
                </a:cubicBezTo>
                <a:cubicBezTo>
                  <a:pt x="424010" y="550546"/>
                  <a:pt x="419247" y="561976"/>
                  <a:pt x="415437" y="572453"/>
                </a:cubicBezTo>
                <a:cubicBezTo>
                  <a:pt x="415437" y="573406"/>
                  <a:pt x="415437" y="574358"/>
                  <a:pt x="414485" y="574358"/>
                </a:cubicBezTo>
                <a:cubicBezTo>
                  <a:pt x="411627" y="590551"/>
                  <a:pt x="410675" y="606743"/>
                  <a:pt x="406865" y="622936"/>
                </a:cubicBezTo>
                <a:cubicBezTo>
                  <a:pt x="398292" y="661036"/>
                  <a:pt x="398292" y="700088"/>
                  <a:pt x="401150" y="738188"/>
                </a:cubicBezTo>
                <a:cubicBezTo>
                  <a:pt x="403055" y="763906"/>
                  <a:pt x="408770" y="789623"/>
                  <a:pt x="413532" y="814388"/>
                </a:cubicBezTo>
                <a:cubicBezTo>
                  <a:pt x="416390" y="828676"/>
                  <a:pt x="418295" y="842963"/>
                  <a:pt x="422105" y="856298"/>
                </a:cubicBezTo>
                <a:cubicBezTo>
                  <a:pt x="424962" y="865823"/>
                  <a:pt x="429725" y="875348"/>
                  <a:pt x="434487" y="884873"/>
                </a:cubicBezTo>
                <a:cubicBezTo>
                  <a:pt x="437345" y="891541"/>
                  <a:pt x="439250" y="898208"/>
                  <a:pt x="442107" y="903923"/>
                </a:cubicBezTo>
                <a:cubicBezTo>
                  <a:pt x="451632" y="923926"/>
                  <a:pt x="460205" y="944881"/>
                  <a:pt x="472587" y="963931"/>
                </a:cubicBezTo>
                <a:cubicBezTo>
                  <a:pt x="490685" y="991553"/>
                  <a:pt x="508782" y="1020128"/>
                  <a:pt x="530690" y="1044893"/>
                </a:cubicBezTo>
                <a:cubicBezTo>
                  <a:pt x="552597" y="1070611"/>
                  <a:pt x="577362" y="1092518"/>
                  <a:pt x="604985" y="1112521"/>
                </a:cubicBezTo>
                <a:cubicBezTo>
                  <a:pt x="626892" y="1128713"/>
                  <a:pt x="649752" y="1143953"/>
                  <a:pt x="670707" y="1162051"/>
                </a:cubicBezTo>
                <a:cubicBezTo>
                  <a:pt x="685947" y="1175386"/>
                  <a:pt x="700235" y="1190626"/>
                  <a:pt x="709760" y="1209676"/>
                </a:cubicBezTo>
                <a:cubicBezTo>
                  <a:pt x="718332" y="1226821"/>
                  <a:pt x="724047" y="1244918"/>
                  <a:pt x="730715" y="1263016"/>
                </a:cubicBezTo>
                <a:cubicBezTo>
                  <a:pt x="740240" y="1291591"/>
                  <a:pt x="736430" y="1320166"/>
                  <a:pt x="737382" y="1348741"/>
                </a:cubicBezTo>
                <a:cubicBezTo>
                  <a:pt x="738335" y="1376363"/>
                  <a:pt x="737382" y="1403986"/>
                  <a:pt x="737382" y="1430656"/>
                </a:cubicBezTo>
                <a:cubicBezTo>
                  <a:pt x="737382" y="1450658"/>
                  <a:pt x="745955" y="1466851"/>
                  <a:pt x="760242" y="1479233"/>
                </a:cubicBezTo>
                <a:cubicBezTo>
                  <a:pt x="768815" y="1485901"/>
                  <a:pt x="777387" y="1491616"/>
                  <a:pt x="789770" y="1491616"/>
                </a:cubicBezTo>
                <a:cubicBezTo>
                  <a:pt x="876447" y="1491616"/>
                  <a:pt x="963125" y="1491616"/>
                  <a:pt x="1048850" y="1491616"/>
                </a:cubicBezTo>
                <a:cubicBezTo>
                  <a:pt x="1065042" y="1491616"/>
                  <a:pt x="1088855" y="1471613"/>
                  <a:pt x="1094570" y="1458278"/>
                </a:cubicBezTo>
                <a:cubicBezTo>
                  <a:pt x="1100285" y="1445896"/>
                  <a:pt x="1100285" y="1433513"/>
                  <a:pt x="1100285" y="1421131"/>
                </a:cubicBezTo>
                <a:cubicBezTo>
                  <a:pt x="1100285" y="1381126"/>
                  <a:pt x="1100285" y="1340168"/>
                  <a:pt x="1101237" y="1300163"/>
                </a:cubicBezTo>
                <a:cubicBezTo>
                  <a:pt x="1101237" y="1282066"/>
                  <a:pt x="1106000" y="1263968"/>
                  <a:pt x="1113620" y="1247776"/>
                </a:cubicBezTo>
                <a:cubicBezTo>
                  <a:pt x="1118382" y="1236346"/>
                  <a:pt x="1122192" y="1224916"/>
                  <a:pt x="1127907" y="1213486"/>
                </a:cubicBezTo>
                <a:cubicBezTo>
                  <a:pt x="1137432" y="1193483"/>
                  <a:pt x="1151720" y="1178243"/>
                  <a:pt x="1167912" y="1163003"/>
                </a:cubicBezTo>
                <a:cubicBezTo>
                  <a:pt x="1186010" y="1145858"/>
                  <a:pt x="1206012" y="1132523"/>
                  <a:pt x="1226967" y="1120141"/>
                </a:cubicBezTo>
                <a:cubicBezTo>
                  <a:pt x="1237445" y="1113473"/>
                  <a:pt x="1246970" y="1104901"/>
                  <a:pt x="1255542" y="1095376"/>
                </a:cubicBezTo>
                <a:cubicBezTo>
                  <a:pt x="1261257" y="1089661"/>
                  <a:pt x="1265067" y="1092518"/>
                  <a:pt x="1268877" y="1096328"/>
                </a:cubicBezTo>
                <a:cubicBezTo>
                  <a:pt x="1278402" y="1106806"/>
                  <a:pt x="1288880" y="1117283"/>
                  <a:pt x="1298405" y="1128713"/>
                </a:cubicBezTo>
                <a:cubicBezTo>
                  <a:pt x="1300310" y="1131571"/>
                  <a:pt x="1300310" y="1139191"/>
                  <a:pt x="1297452" y="1141096"/>
                </a:cubicBezTo>
                <a:cubicBezTo>
                  <a:pt x="1287927" y="1149668"/>
                  <a:pt x="1276497" y="1157288"/>
                  <a:pt x="1266020" y="1164908"/>
                </a:cubicBezTo>
                <a:cubicBezTo>
                  <a:pt x="1252685" y="1174433"/>
                  <a:pt x="1237445" y="1182053"/>
                  <a:pt x="1225062" y="1193483"/>
                </a:cubicBezTo>
                <a:cubicBezTo>
                  <a:pt x="1210775" y="1205866"/>
                  <a:pt x="1197440" y="1221106"/>
                  <a:pt x="1186010" y="1236346"/>
                </a:cubicBezTo>
                <a:cubicBezTo>
                  <a:pt x="1177437" y="1247776"/>
                  <a:pt x="1172675" y="1261111"/>
                  <a:pt x="1166960" y="1273493"/>
                </a:cubicBezTo>
                <a:cubicBezTo>
                  <a:pt x="1165055" y="1277303"/>
                  <a:pt x="1166007" y="1282066"/>
                  <a:pt x="1166007" y="1285876"/>
                </a:cubicBezTo>
                <a:cubicBezTo>
                  <a:pt x="1166007" y="1333501"/>
                  <a:pt x="1166960" y="1380173"/>
                  <a:pt x="1164102" y="1427798"/>
                </a:cubicBezTo>
                <a:cubicBezTo>
                  <a:pt x="1162197" y="1463993"/>
                  <a:pt x="1150767" y="1499236"/>
                  <a:pt x="1121240" y="1524001"/>
                </a:cubicBezTo>
                <a:cubicBezTo>
                  <a:pt x="1117430" y="1527811"/>
                  <a:pt x="1112667" y="1531621"/>
                  <a:pt x="1107905" y="1533526"/>
                </a:cubicBezTo>
                <a:cubicBezTo>
                  <a:pt x="1099332" y="1536383"/>
                  <a:pt x="1101237" y="1543051"/>
                  <a:pt x="1101237" y="1548766"/>
                </a:cubicBezTo>
                <a:cubicBezTo>
                  <a:pt x="1101237" y="1604963"/>
                  <a:pt x="1102190" y="1661161"/>
                  <a:pt x="1100285" y="1716406"/>
                </a:cubicBezTo>
                <a:cubicBezTo>
                  <a:pt x="1100285" y="1740218"/>
                  <a:pt x="1090760" y="1762126"/>
                  <a:pt x="1073615" y="1779271"/>
                </a:cubicBezTo>
                <a:cubicBezTo>
                  <a:pt x="1063137" y="1789748"/>
                  <a:pt x="1053612" y="1800226"/>
                  <a:pt x="1042182" y="1808798"/>
                </a:cubicBezTo>
                <a:cubicBezTo>
                  <a:pt x="1034562" y="1814513"/>
                  <a:pt x="1024085" y="1818323"/>
                  <a:pt x="1014560" y="1820228"/>
                </a:cubicBezTo>
                <a:cubicBezTo>
                  <a:pt x="957410" y="1834516"/>
                  <a:pt x="898355" y="1825943"/>
                  <a:pt x="841205" y="1825943"/>
                </a:cubicBezTo>
                <a:cubicBezTo>
                  <a:pt x="818345" y="1825943"/>
                  <a:pt x="796437" y="1813561"/>
                  <a:pt x="778340" y="1796416"/>
                </a:cubicBezTo>
                <a:cubicBezTo>
                  <a:pt x="751670" y="1770698"/>
                  <a:pt x="736430" y="1740218"/>
                  <a:pt x="736430" y="1703071"/>
                </a:cubicBezTo>
                <a:cubicBezTo>
                  <a:pt x="736430" y="1652588"/>
                  <a:pt x="735477" y="1602106"/>
                  <a:pt x="736430" y="1550671"/>
                </a:cubicBezTo>
                <a:cubicBezTo>
                  <a:pt x="736430" y="1538288"/>
                  <a:pt x="730715" y="1532573"/>
                  <a:pt x="722142" y="1526858"/>
                </a:cubicBezTo>
                <a:cubicBezTo>
                  <a:pt x="704045" y="1515428"/>
                  <a:pt x="694520" y="1497331"/>
                  <a:pt x="684995" y="1478281"/>
                </a:cubicBezTo>
                <a:cubicBezTo>
                  <a:pt x="675470" y="1458278"/>
                  <a:pt x="677375" y="1436371"/>
                  <a:pt x="677375" y="1414463"/>
                </a:cubicBezTo>
                <a:cubicBezTo>
                  <a:pt x="677375" y="1393508"/>
                  <a:pt x="677375" y="1372553"/>
                  <a:pt x="677375" y="1351598"/>
                </a:cubicBezTo>
                <a:cubicBezTo>
                  <a:pt x="676422" y="1350646"/>
                  <a:pt x="675470" y="1350646"/>
                  <a:pt x="674517" y="1349693"/>
                </a:cubicBezTo>
                <a:cubicBezTo>
                  <a:pt x="665945" y="1357313"/>
                  <a:pt x="658325" y="1365886"/>
                  <a:pt x="649752" y="1372553"/>
                </a:cubicBezTo>
                <a:cubicBezTo>
                  <a:pt x="638322" y="1381126"/>
                  <a:pt x="632607" y="1396366"/>
                  <a:pt x="616415" y="1398271"/>
                </a:cubicBezTo>
                <a:cubicBezTo>
                  <a:pt x="604985" y="1400176"/>
                  <a:pt x="594507" y="1399223"/>
                  <a:pt x="583077" y="1391603"/>
                </a:cubicBezTo>
                <a:cubicBezTo>
                  <a:pt x="561170" y="1376363"/>
                  <a:pt x="538310" y="1362076"/>
                  <a:pt x="516402" y="1346836"/>
                </a:cubicBezTo>
                <a:cubicBezTo>
                  <a:pt x="514497" y="1345883"/>
                  <a:pt x="513545" y="1343026"/>
                  <a:pt x="511640" y="1341121"/>
                </a:cubicBezTo>
                <a:cubicBezTo>
                  <a:pt x="509735" y="1343978"/>
                  <a:pt x="507830" y="1343978"/>
                  <a:pt x="506877" y="1343978"/>
                </a:cubicBezTo>
                <a:cubicBezTo>
                  <a:pt x="504020" y="1352551"/>
                  <a:pt x="501162" y="1360171"/>
                  <a:pt x="499257" y="1368743"/>
                </a:cubicBezTo>
                <a:cubicBezTo>
                  <a:pt x="496400" y="1384936"/>
                  <a:pt x="494495" y="1401128"/>
                  <a:pt x="490685" y="1417321"/>
                </a:cubicBezTo>
                <a:cubicBezTo>
                  <a:pt x="487827" y="1429703"/>
                  <a:pt x="484017" y="1442086"/>
                  <a:pt x="477350" y="1452563"/>
                </a:cubicBezTo>
                <a:cubicBezTo>
                  <a:pt x="473540" y="1459231"/>
                  <a:pt x="464015" y="1464946"/>
                  <a:pt x="456395" y="1464946"/>
                </a:cubicBezTo>
                <a:cubicBezTo>
                  <a:pt x="414485" y="1465898"/>
                  <a:pt x="372575" y="1465898"/>
                  <a:pt x="330665" y="1465898"/>
                </a:cubicBezTo>
                <a:cubicBezTo>
                  <a:pt x="320187" y="1465898"/>
                  <a:pt x="309710" y="1454468"/>
                  <a:pt x="305900" y="1444943"/>
                </a:cubicBezTo>
                <a:cubicBezTo>
                  <a:pt x="298280" y="1423036"/>
                  <a:pt x="294470" y="1401128"/>
                  <a:pt x="291612" y="1378268"/>
                </a:cubicBezTo>
                <a:cubicBezTo>
                  <a:pt x="289707" y="1367791"/>
                  <a:pt x="285897" y="1357313"/>
                  <a:pt x="282087" y="1343978"/>
                </a:cubicBezTo>
                <a:cubicBezTo>
                  <a:pt x="274467" y="1348741"/>
                  <a:pt x="265895" y="1353503"/>
                  <a:pt x="257322" y="1359218"/>
                </a:cubicBezTo>
                <a:cubicBezTo>
                  <a:pt x="243987" y="1367791"/>
                  <a:pt x="230652" y="1377316"/>
                  <a:pt x="218270" y="1386841"/>
                </a:cubicBezTo>
                <a:cubicBezTo>
                  <a:pt x="212555" y="1390651"/>
                  <a:pt x="206840" y="1393508"/>
                  <a:pt x="201125" y="1397318"/>
                </a:cubicBezTo>
                <a:cubicBezTo>
                  <a:pt x="185885" y="1407796"/>
                  <a:pt x="167787" y="1403986"/>
                  <a:pt x="155405" y="1391603"/>
                </a:cubicBezTo>
                <a:cubicBezTo>
                  <a:pt x="138260" y="1373506"/>
                  <a:pt x="120162" y="1356361"/>
                  <a:pt x="103017" y="1339216"/>
                </a:cubicBezTo>
                <a:cubicBezTo>
                  <a:pt x="90635" y="1326833"/>
                  <a:pt x="78252" y="1314451"/>
                  <a:pt x="65870" y="1302068"/>
                </a:cubicBezTo>
                <a:cubicBezTo>
                  <a:pt x="61107" y="1296353"/>
                  <a:pt x="62060" y="1272541"/>
                  <a:pt x="65870" y="1265873"/>
                </a:cubicBezTo>
                <a:cubicBezTo>
                  <a:pt x="79205" y="1245871"/>
                  <a:pt x="93492" y="1224916"/>
                  <a:pt x="106827" y="1204913"/>
                </a:cubicBezTo>
                <a:cubicBezTo>
                  <a:pt x="111590" y="1198246"/>
                  <a:pt x="116352" y="1191578"/>
                  <a:pt x="123020" y="1183958"/>
                </a:cubicBezTo>
                <a:cubicBezTo>
                  <a:pt x="103017" y="1180148"/>
                  <a:pt x="84920" y="1177291"/>
                  <a:pt x="68727" y="1173481"/>
                </a:cubicBezTo>
                <a:cubicBezTo>
                  <a:pt x="50630" y="1169671"/>
                  <a:pt x="32532" y="1165861"/>
                  <a:pt x="16340" y="1159193"/>
                </a:cubicBezTo>
                <a:cubicBezTo>
                  <a:pt x="8720" y="1156336"/>
                  <a:pt x="1100" y="1144906"/>
                  <a:pt x="1100" y="1137286"/>
                </a:cubicBezTo>
                <a:cubicBezTo>
                  <a:pt x="-805" y="1094423"/>
                  <a:pt x="147" y="1051561"/>
                  <a:pt x="1100" y="1009651"/>
                </a:cubicBezTo>
                <a:cubicBezTo>
                  <a:pt x="1100" y="996316"/>
                  <a:pt x="14435" y="983933"/>
                  <a:pt x="27770" y="982028"/>
                </a:cubicBezTo>
                <a:cubicBezTo>
                  <a:pt x="43962" y="980123"/>
                  <a:pt x="59202" y="977266"/>
                  <a:pt x="74442" y="974408"/>
                </a:cubicBezTo>
                <a:cubicBezTo>
                  <a:pt x="84920" y="972503"/>
                  <a:pt x="96350" y="970598"/>
                  <a:pt x="106827" y="967741"/>
                </a:cubicBezTo>
                <a:cubicBezTo>
                  <a:pt x="112542" y="965836"/>
                  <a:pt x="117305" y="962026"/>
                  <a:pt x="123020" y="959168"/>
                </a:cubicBezTo>
                <a:cubicBezTo>
                  <a:pt x="113495" y="945833"/>
                  <a:pt x="103970" y="933451"/>
                  <a:pt x="95397" y="921068"/>
                </a:cubicBezTo>
                <a:cubicBezTo>
                  <a:pt x="86825" y="908686"/>
                  <a:pt x="80157" y="895351"/>
                  <a:pt x="71585" y="883921"/>
                </a:cubicBezTo>
                <a:cubicBezTo>
                  <a:pt x="61107" y="871538"/>
                  <a:pt x="61107" y="846773"/>
                  <a:pt x="75395" y="833438"/>
                </a:cubicBezTo>
                <a:cubicBezTo>
                  <a:pt x="99207" y="809626"/>
                  <a:pt x="121115" y="785813"/>
                  <a:pt x="145880" y="762953"/>
                </a:cubicBezTo>
                <a:cubicBezTo>
                  <a:pt x="157310" y="752476"/>
                  <a:pt x="167787" y="738188"/>
                  <a:pt x="185885" y="740093"/>
                </a:cubicBezTo>
                <a:cubicBezTo>
                  <a:pt x="193505" y="741046"/>
                  <a:pt x="202077" y="744856"/>
                  <a:pt x="208745" y="748666"/>
                </a:cubicBezTo>
                <a:cubicBezTo>
                  <a:pt x="222080" y="757238"/>
                  <a:pt x="234462" y="766763"/>
                  <a:pt x="246845" y="775336"/>
                </a:cubicBezTo>
                <a:cubicBezTo>
                  <a:pt x="255417" y="781051"/>
                  <a:pt x="263990" y="786766"/>
                  <a:pt x="272562" y="792481"/>
                </a:cubicBezTo>
                <a:cubicBezTo>
                  <a:pt x="276372" y="795338"/>
                  <a:pt x="281135" y="797243"/>
                  <a:pt x="284945" y="800101"/>
                </a:cubicBezTo>
                <a:cubicBezTo>
                  <a:pt x="288755" y="788671"/>
                  <a:pt x="292565" y="778193"/>
                  <a:pt x="294470" y="767716"/>
                </a:cubicBezTo>
                <a:cubicBezTo>
                  <a:pt x="298280" y="751523"/>
                  <a:pt x="300185" y="736283"/>
                  <a:pt x="302090" y="720091"/>
                </a:cubicBezTo>
                <a:cubicBezTo>
                  <a:pt x="303995" y="706756"/>
                  <a:pt x="307805" y="695326"/>
                  <a:pt x="316377" y="686753"/>
                </a:cubicBezTo>
                <a:cubicBezTo>
                  <a:pt x="320187" y="683896"/>
                  <a:pt x="325902" y="681991"/>
                  <a:pt x="330665" y="681991"/>
                </a:cubicBezTo>
                <a:cubicBezTo>
                  <a:pt x="341142" y="681991"/>
                  <a:pt x="343047" y="677228"/>
                  <a:pt x="344000" y="668656"/>
                </a:cubicBezTo>
                <a:cubicBezTo>
                  <a:pt x="345905" y="645796"/>
                  <a:pt x="348762" y="623888"/>
                  <a:pt x="352572" y="601028"/>
                </a:cubicBezTo>
                <a:cubicBezTo>
                  <a:pt x="355430" y="586741"/>
                  <a:pt x="361145" y="572453"/>
                  <a:pt x="364955" y="558166"/>
                </a:cubicBezTo>
                <a:cubicBezTo>
                  <a:pt x="367812" y="546736"/>
                  <a:pt x="369717" y="535306"/>
                  <a:pt x="373527" y="523876"/>
                </a:cubicBezTo>
                <a:cubicBezTo>
                  <a:pt x="375432" y="516256"/>
                  <a:pt x="378290" y="507683"/>
                  <a:pt x="382100" y="500063"/>
                </a:cubicBezTo>
                <a:cubicBezTo>
                  <a:pt x="388767" y="484823"/>
                  <a:pt x="394482" y="470536"/>
                  <a:pt x="402102" y="456248"/>
                </a:cubicBezTo>
                <a:cubicBezTo>
                  <a:pt x="407817" y="444818"/>
                  <a:pt x="415437" y="433388"/>
                  <a:pt x="422105" y="421958"/>
                </a:cubicBezTo>
                <a:cubicBezTo>
                  <a:pt x="429725" y="408623"/>
                  <a:pt x="437345" y="394336"/>
                  <a:pt x="445917" y="381001"/>
                </a:cubicBezTo>
                <a:cubicBezTo>
                  <a:pt x="449727" y="374333"/>
                  <a:pt x="455442" y="367666"/>
                  <a:pt x="460205" y="360998"/>
                </a:cubicBezTo>
                <a:cubicBezTo>
                  <a:pt x="483065" y="331471"/>
                  <a:pt x="507830" y="303848"/>
                  <a:pt x="537357" y="280036"/>
                </a:cubicBezTo>
                <a:cubicBezTo>
                  <a:pt x="553550" y="267653"/>
                  <a:pt x="566885" y="252413"/>
                  <a:pt x="583077" y="240031"/>
                </a:cubicBezTo>
                <a:cubicBezTo>
                  <a:pt x="599270" y="228601"/>
                  <a:pt x="617367" y="219076"/>
                  <a:pt x="635465" y="208598"/>
                </a:cubicBezTo>
                <a:cubicBezTo>
                  <a:pt x="645942" y="201931"/>
                  <a:pt x="656420" y="195263"/>
                  <a:pt x="667850" y="188596"/>
                </a:cubicBezTo>
                <a:cubicBezTo>
                  <a:pt x="673565" y="185738"/>
                  <a:pt x="679280" y="182881"/>
                  <a:pt x="684995" y="180976"/>
                </a:cubicBezTo>
                <a:cubicBezTo>
                  <a:pt x="699282" y="175261"/>
                  <a:pt x="714522" y="170498"/>
                  <a:pt x="728810" y="165736"/>
                </a:cubicBezTo>
                <a:cubicBezTo>
                  <a:pt x="747860" y="159068"/>
                  <a:pt x="766910" y="152401"/>
                  <a:pt x="785960" y="146686"/>
                </a:cubicBezTo>
                <a:cubicBezTo>
                  <a:pt x="796437" y="143828"/>
                  <a:pt x="807867" y="140971"/>
                  <a:pt x="819297" y="140018"/>
                </a:cubicBezTo>
                <a:cubicBezTo>
                  <a:pt x="865970" y="135256"/>
                  <a:pt x="912642" y="124778"/>
                  <a:pt x="959315" y="133351"/>
                </a:cubicBezTo>
                <a:cubicBezTo>
                  <a:pt x="983127" y="137161"/>
                  <a:pt x="995510" y="123826"/>
                  <a:pt x="1010750" y="113348"/>
                </a:cubicBezTo>
                <a:cubicBezTo>
                  <a:pt x="1027895" y="100966"/>
                  <a:pt x="1045040" y="86678"/>
                  <a:pt x="1062185" y="74296"/>
                </a:cubicBezTo>
                <a:cubicBezTo>
                  <a:pt x="1067900" y="69533"/>
                  <a:pt x="1074567" y="66676"/>
                  <a:pt x="1081235" y="62866"/>
                </a:cubicBezTo>
                <a:cubicBezTo>
                  <a:pt x="1088855" y="58103"/>
                  <a:pt x="1103142" y="61913"/>
                  <a:pt x="1110762" y="71438"/>
                </a:cubicBezTo>
                <a:cubicBezTo>
                  <a:pt x="1125050" y="89536"/>
                  <a:pt x="1139337" y="108586"/>
                  <a:pt x="1153625" y="127636"/>
                </a:cubicBezTo>
                <a:cubicBezTo>
                  <a:pt x="1165055" y="141923"/>
                  <a:pt x="1176485" y="156211"/>
                  <a:pt x="1187915" y="170498"/>
                </a:cubicBezTo>
                <a:cubicBezTo>
                  <a:pt x="1195535" y="179071"/>
                  <a:pt x="1205060" y="185738"/>
                  <a:pt x="1215537" y="180976"/>
                </a:cubicBezTo>
                <a:cubicBezTo>
                  <a:pt x="1226967" y="176213"/>
                  <a:pt x="1238397" y="169546"/>
                  <a:pt x="1239350" y="152401"/>
                </a:cubicBezTo>
                <a:cubicBezTo>
                  <a:pt x="1241255" y="128588"/>
                  <a:pt x="1246970" y="104776"/>
                  <a:pt x="1250780" y="80011"/>
                </a:cubicBezTo>
                <a:cubicBezTo>
                  <a:pt x="1252685" y="69533"/>
                  <a:pt x="1251732" y="59056"/>
                  <a:pt x="1253637" y="49531"/>
                </a:cubicBezTo>
                <a:cubicBezTo>
                  <a:pt x="1255542" y="36196"/>
                  <a:pt x="1259352" y="24766"/>
                  <a:pt x="1272687" y="16193"/>
                </a:cubicBezTo>
                <a:cubicBezTo>
                  <a:pt x="1278402" y="12383"/>
                  <a:pt x="1283879" y="11430"/>
                  <a:pt x="1289356" y="11550"/>
                </a:cubicBezTo>
                <a:close/>
                <a:moveTo>
                  <a:pt x="399244" y="0"/>
                </a:moveTo>
                <a:cubicBezTo>
                  <a:pt x="420199" y="80963"/>
                  <a:pt x="440202" y="160020"/>
                  <a:pt x="461157" y="242888"/>
                </a:cubicBezTo>
                <a:cubicBezTo>
                  <a:pt x="450680" y="245745"/>
                  <a:pt x="440202" y="248603"/>
                  <a:pt x="429724" y="251460"/>
                </a:cubicBezTo>
                <a:cubicBezTo>
                  <a:pt x="424009" y="253365"/>
                  <a:pt x="417342" y="256223"/>
                  <a:pt x="411627" y="257175"/>
                </a:cubicBezTo>
                <a:cubicBezTo>
                  <a:pt x="404959" y="258128"/>
                  <a:pt x="400197" y="257175"/>
                  <a:pt x="399244" y="248603"/>
                </a:cubicBezTo>
                <a:cubicBezTo>
                  <a:pt x="395434" y="231458"/>
                  <a:pt x="389719" y="215265"/>
                  <a:pt x="385909" y="199073"/>
                </a:cubicBezTo>
                <a:cubicBezTo>
                  <a:pt x="383052" y="186690"/>
                  <a:pt x="381147" y="174308"/>
                  <a:pt x="377337" y="161925"/>
                </a:cubicBezTo>
                <a:cubicBezTo>
                  <a:pt x="373527" y="147638"/>
                  <a:pt x="369717" y="134303"/>
                  <a:pt x="364955" y="120015"/>
                </a:cubicBezTo>
                <a:cubicBezTo>
                  <a:pt x="364955" y="119063"/>
                  <a:pt x="364002" y="119063"/>
                  <a:pt x="364002" y="118110"/>
                </a:cubicBezTo>
                <a:cubicBezTo>
                  <a:pt x="361144" y="104775"/>
                  <a:pt x="359239" y="90488"/>
                  <a:pt x="355430" y="77153"/>
                </a:cubicBezTo>
                <a:cubicBezTo>
                  <a:pt x="351619" y="62865"/>
                  <a:pt x="346857" y="49530"/>
                  <a:pt x="343047" y="35243"/>
                </a:cubicBezTo>
                <a:cubicBezTo>
                  <a:pt x="343047" y="28575"/>
                  <a:pt x="342094" y="22860"/>
                  <a:pt x="341142" y="16193"/>
                </a:cubicBezTo>
                <a:cubicBezTo>
                  <a:pt x="361144" y="10478"/>
                  <a:pt x="379242" y="5715"/>
                  <a:pt x="399244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10983290" y="1077703"/>
            <a:ext cx="221464" cy="211161"/>
            <a:chOff x="10922480" y="1729324"/>
            <a:chExt cx="221464" cy="211161"/>
          </a:xfrm>
        </p:grpSpPr>
        <p:sp>
          <p:nvSpPr>
            <p:cNvPr id="42" name="任意多边形: 形状 41"/>
            <p:cNvSpPr/>
            <p:nvPr/>
          </p:nvSpPr>
          <p:spPr>
            <a:xfrm>
              <a:off x="10922480" y="1729324"/>
              <a:ext cx="221464" cy="211161"/>
            </a:xfrm>
            <a:custGeom>
              <a:avLst/>
              <a:gdLst>
                <a:gd name="connsiteX0" fmla="*/ 110732 w 221464"/>
                <a:gd name="connsiteY0" fmla="*/ 0 h 211161"/>
                <a:gd name="connsiteX1" fmla="*/ 0 w 221464"/>
                <a:gd name="connsiteY1" fmla="*/ 105581 h 211161"/>
                <a:gd name="connsiteX2" fmla="*/ 26 w 221464"/>
                <a:gd name="connsiteY2" fmla="*/ 107919 h 211161"/>
                <a:gd name="connsiteX3" fmla="*/ 20071 w 221464"/>
                <a:gd name="connsiteY3" fmla="*/ 166221 h 211161"/>
                <a:gd name="connsiteX4" fmla="*/ 21194 w 221464"/>
                <a:gd name="connsiteY4" fmla="*/ 167709 h 211161"/>
                <a:gd name="connsiteX5" fmla="*/ 14431 w 221464"/>
                <a:gd name="connsiteY5" fmla="*/ 191266 h 211161"/>
                <a:gd name="connsiteX6" fmla="*/ 25072 w 221464"/>
                <a:gd name="connsiteY6" fmla="*/ 210477 h 211161"/>
                <a:gd name="connsiteX7" fmla="*/ 26220 w 221464"/>
                <a:gd name="connsiteY7" fmla="*/ 210642 h 211161"/>
                <a:gd name="connsiteX8" fmla="*/ 36974 w 221464"/>
                <a:gd name="connsiteY8" fmla="*/ 209081 h 211161"/>
                <a:gd name="connsiteX9" fmla="*/ 56906 w 221464"/>
                <a:gd name="connsiteY9" fmla="*/ 197864 h 211161"/>
                <a:gd name="connsiteX10" fmla="*/ 55835 w 221464"/>
                <a:gd name="connsiteY10" fmla="*/ 197297 h 211161"/>
                <a:gd name="connsiteX11" fmla="*/ 110732 w 221464"/>
                <a:gd name="connsiteY11" fmla="*/ 211162 h 211161"/>
                <a:gd name="connsiteX12" fmla="*/ 221464 w 221464"/>
                <a:gd name="connsiteY12" fmla="*/ 105581 h 211161"/>
                <a:gd name="connsiteX13" fmla="*/ 110732 w 221464"/>
                <a:gd name="connsiteY13" fmla="*/ 0 h 211161"/>
                <a:gd name="connsiteX14" fmla="*/ 110732 w 221464"/>
                <a:gd name="connsiteY14" fmla="*/ 15451 h 211161"/>
                <a:gd name="connsiteX15" fmla="*/ 206013 w 221464"/>
                <a:gd name="connsiteY15" fmla="*/ 105581 h 211161"/>
                <a:gd name="connsiteX16" fmla="*/ 110732 w 221464"/>
                <a:gd name="connsiteY16" fmla="*/ 195711 h 211161"/>
                <a:gd name="connsiteX17" fmla="*/ 63236 w 221464"/>
                <a:gd name="connsiteY17" fmla="*/ 183731 h 211161"/>
                <a:gd name="connsiteX18" fmla="*/ 56777 w 221464"/>
                <a:gd name="connsiteY18" fmla="*/ 180209 h 211161"/>
                <a:gd name="connsiteX19" fmla="*/ 29398 w 221464"/>
                <a:gd name="connsiteY19" fmla="*/ 195618 h 211161"/>
                <a:gd name="connsiteX20" fmla="*/ 29289 w 221464"/>
                <a:gd name="connsiteY20" fmla="*/ 195606 h 211161"/>
                <a:gd name="connsiteX21" fmla="*/ 29280 w 221464"/>
                <a:gd name="connsiteY21" fmla="*/ 195526 h 211161"/>
                <a:gd name="connsiteX22" fmla="*/ 38205 w 221464"/>
                <a:gd name="connsiteY22" fmla="*/ 164444 h 211161"/>
                <a:gd name="connsiteX23" fmla="*/ 33807 w 221464"/>
                <a:gd name="connsiteY23" fmla="*/ 158768 h 211161"/>
                <a:gd name="connsiteX24" fmla="*/ 32504 w 221464"/>
                <a:gd name="connsiteY24" fmla="*/ 157048 h 211161"/>
                <a:gd name="connsiteX25" fmla="*/ 15451 w 221464"/>
                <a:gd name="connsiteY25" fmla="*/ 105581 h 211161"/>
                <a:gd name="connsiteX26" fmla="*/ 110732 w 221464"/>
                <a:gd name="connsiteY26" fmla="*/ 15451 h 2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21464" h="211161">
                  <a:moveTo>
                    <a:pt x="110732" y="0"/>
                  </a:moveTo>
                  <a:cubicBezTo>
                    <a:pt x="49711" y="0"/>
                    <a:pt x="0" y="47130"/>
                    <a:pt x="0" y="105581"/>
                  </a:cubicBezTo>
                  <a:lnTo>
                    <a:pt x="26" y="107919"/>
                  </a:lnTo>
                  <a:cubicBezTo>
                    <a:pt x="510" y="128958"/>
                    <a:pt x="7468" y="149122"/>
                    <a:pt x="20071" y="166221"/>
                  </a:cubicBezTo>
                  <a:lnTo>
                    <a:pt x="21194" y="167709"/>
                  </a:lnTo>
                  <a:lnTo>
                    <a:pt x="14431" y="191266"/>
                  </a:lnTo>
                  <a:cubicBezTo>
                    <a:pt x="12062" y="199507"/>
                    <a:pt x="16831" y="208108"/>
                    <a:pt x="25072" y="210477"/>
                  </a:cubicBezTo>
                  <a:lnTo>
                    <a:pt x="26220" y="210642"/>
                  </a:lnTo>
                  <a:cubicBezTo>
                    <a:pt x="31237" y="211363"/>
                    <a:pt x="31592" y="211219"/>
                    <a:pt x="36974" y="209081"/>
                  </a:cubicBezTo>
                  <a:lnTo>
                    <a:pt x="56906" y="197864"/>
                  </a:lnTo>
                  <a:lnTo>
                    <a:pt x="55835" y="197297"/>
                  </a:lnTo>
                  <a:cubicBezTo>
                    <a:pt x="72527" y="206398"/>
                    <a:pt x="91336" y="211162"/>
                    <a:pt x="110732" y="211162"/>
                  </a:cubicBezTo>
                  <a:cubicBezTo>
                    <a:pt x="171753" y="211162"/>
                    <a:pt x="221464" y="164032"/>
                    <a:pt x="221464" y="105581"/>
                  </a:cubicBezTo>
                  <a:cubicBezTo>
                    <a:pt x="221464" y="47130"/>
                    <a:pt x="171753" y="0"/>
                    <a:pt x="110732" y="0"/>
                  </a:cubicBezTo>
                  <a:close/>
                  <a:moveTo>
                    <a:pt x="110732" y="15451"/>
                  </a:moveTo>
                  <a:cubicBezTo>
                    <a:pt x="163508" y="15451"/>
                    <a:pt x="206013" y="55958"/>
                    <a:pt x="206013" y="105581"/>
                  </a:cubicBezTo>
                  <a:cubicBezTo>
                    <a:pt x="206013" y="155204"/>
                    <a:pt x="163508" y="195711"/>
                    <a:pt x="110732" y="195711"/>
                  </a:cubicBezTo>
                  <a:cubicBezTo>
                    <a:pt x="93803" y="195711"/>
                    <a:pt x="77554" y="191539"/>
                    <a:pt x="63236" y="183731"/>
                  </a:cubicBezTo>
                  <a:lnTo>
                    <a:pt x="56777" y="180209"/>
                  </a:lnTo>
                  <a:lnTo>
                    <a:pt x="29398" y="195618"/>
                  </a:lnTo>
                  <a:cubicBezTo>
                    <a:pt x="29365" y="195645"/>
                    <a:pt x="29316" y="195640"/>
                    <a:pt x="29289" y="195606"/>
                  </a:cubicBezTo>
                  <a:cubicBezTo>
                    <a:pt x="29271" y="195584"/>
                    <a:pt x="29267" y="195552"/>
                    <a:pt x="29280" y="195526"/>
                  </a:cubicBezTo>
                  <a:lnTo>
                    <a:pt x="38205" y="164444"/>
                  </a:lnTo>
                  <a:lnTo>
                    <a:pt x="33807" y="158768"/>
                  </a:lnTo>
                  <a:lnTo>
                    <a:pt x="32504" y="157048"/>
                  </a:lnTo>
                  <a:cubicBezTo>
                    <a:pt x="21456" y="142060"/>
                    <a:pt x="15451" y="124256"/>
                    <a:pt x="15451" y="105581"/>
                  </a:cubicBezTo>
                  <a:cubicBezTo>
                    <a:pt x="15451" y="55958"/>
                    <a:pt x="57957" y="15451"/>
                    <a:pt x="110732" y="15451"/>
                  </a:cubicBezTo>
                  <a:close/>
                </a:path>
              </a:pathLst>
            </a:custGeom>
            <a:solidFill>
              <a:srgbClr val="111111"/>
            </a:solidFill>
            <a:ln w="23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10978834" y="1810442"/>
              <a:ext cx="111336" cy="64337"/>
            </a:xfrm>
            <a:custGeom>
              <a:avLst/>
              <a:gdLst>
                <a:gd name="connsiteX0" fmla="*/ 98393 w 111336"/>
                <a:gd name="connsiteY0" fmla="*/ 2028 h 64337"/>
                <a:gd name="connsiteX1" fmla="*/ 109309 w 111336"/>
                <a:gd name="connsiteY1" fmla="*/ 2509 h 64337"/>
                <a:gd name="connsiteX2" fmla="*/ 108828 w 111336"/>
                <a:gd name="connsiteY2" fmla="*/ 13425 h 64337"/>
                <a:gd name="connsiteX3" fmla="*/ 61331 w 111336"/>
                <a:gd name="connsiteY3" fmla="*/ 56904 h 64337"/>
                <a:gd name="connsiteX4" fmla="*/ 22379 w 111336"/>
                <a:gd name="connsiteY4" fmla="*/ 56245 h 64337"/>
                <a:gd name="connsiteX5" fmla="*/ 2319 w 111336"/>
                <a:gd name="connsiteY5" fmla="*/ 36586 h 64337"/>
                <a:gd name="connsiteX6" fmla="*/ 2208 w 111336"/>
                <a:gd name="connsiteY6" fmla="*/ 25660 h 64337"/>
                <a:gd name="connsiteX7" fmla="*/ 13134 w 111336"/>
                <a:gd name="connsiteY7" fmla="*/ 25549 h 64337"/>
                <a:gd name="connsiteX8" fmla="*/ 33195 w 111336"/>
                <a:gd name="connsiteY8" fmla="*/ 45208 h 64337"/>
                <a:gd name="connsiteX9" fmla="*/ 50902 w 111336"/>
                <a:gd name="connsiteY9" fmla="*/ 45506 h 64337"/>
                <a:gd name="connsiteX10" fmla="*/ 98393 w 111336"/>
                <a:gd name="connsiteY10" fmla="*/ 2028 h 64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36" h="64337">
                  <a:moveTo>
                    <a:pt x="98393" y="2028"/>
                  </a:moveTo>
                  <a:cubicBezTo>
                    <a:pt x="101541" y="-854"/>
                    <a:pt x="106428" y="-638"/>
                    <a:pt x="109309" y="2509"/>
                  </a:cubicBezTo>
                  <a:cubicBezTo>
                    <a:pt x="112191" y="5657"/>
                    <a:pt x="111975" y="10544"/>
                    <a:pt x="108828" y="13425"/>
                  </a:cubicBezTo>
                  <a:lnTo>
                    <a:pt x="61331" y="56904"/>
                  </a:lnTo>
                  <a:cubicBezTo>
                    <a:pt x="50233" y="67064"/>
                    <a:pt x="33127" y="66775"/>
                    <a:pt x="22379" y="56245"/>
                  </a:cubicBezTo>
                  <a:lnTo>
                    <a:pt x="2319" y="36586"/>
                  </a:lnTo>
                  <a:cubicBezTo>
                    <a:pt x="-729" y="33599"/>
                    <a:pt x="-779" y="28708"/>
                    <a:pt x="2208" y="25660"/>
                  </a:cubicBezTo>
                  <a:cubicBezTo>
                    <a:pt x="5195" y="22612"/>
                    <a:pt x="10087" y="22562"/>
                    <a:pt x="13134" y="25549"/>
                  </a:cubicBezTo>
                  <a:lnTo>
                    <a:pt x="33195" y="45208"/>
                  </a:lnTo>
                  <a:cubicBezTo>
                    <a:pt x="38081" y="49995"/>
                    <a:pt x="45857" y="50126"/>
                    <a:pt x="50902" y="45506"/>
                  </a:cubicBezTo>
                  <a:lnTo>
                    <a:pt x="98393" y="2028"/>
                  </a:lnTo>
                  <a:close/>
                </a:path>
              </a:pathLst>
            </a:custGeom>
            <a:solidFill>
              <a:schemeClr val="accent1"/>
            </a:solidFill>
            <a:ln w="23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1871980" y="1865845"/>
            <a:ext cx="1028065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新品研发工作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949402" y="1388745"/>
            <a:ext cx="873221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</a:t>
            </a:r>
            <a:endParaRPr kumimoji="0" lang="en-US" altLang="zh-CN" sz="27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409950" y="1865845"/>
            <a:ext cx="92329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线下门店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479482" y="1388745"/>
            <a:ext cx="784227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</a:t>
            </a:r>
            <a:endParaRPr kumimoji="0" lang="en-US" altLang="zh-CN" sz="27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843780" y="1865845"/>
            <a:ext cx="888365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促销活动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910682" y="1388745"/>
            <a:ext cx="754561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endParaRPr kumimoji="0" lang="en-US" altLang="zh-CN" sz="27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242685" y="1865845"/>
            <a:ext cx="854075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供应链合作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307004" y="1388745"/>
            <a:ext cx="725437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endParaRPr kumimoji="0" lang="en-US" altLang="zh-CN" sz="27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606665" y="1865845"/>
            <a:ext cx="89916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新员工培训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674380" y="1388745"/>
            <a:ext cx="763730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</a:t>
            </a:r>
            <a:endParaRPr kumimoji="0" lang="en-US" altLang="zh-CN" sz="27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3154680" y="1035685"/>
            <a:ext cx="0" cy="102425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4588510" y="1035685"/>
            <a:ext cx="0" cy="102425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5987415" y="1035685"/>
            <a:ext cx="0" cy="102425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7352030" y="1035685"/>
            <a:ext cx="0" cy="102425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组合 34"/>
          <p:cNvGrpSpPr/>
          <p:nvPr/>
        </p:nvGrpSpPr>
        <p:grpSpPr>
          <a:xfrm>
            <a:off x="2282825" y="1073785"/>
            <a:ext cx="215265" cy="209550"/>
            <a:chOff x="2363688" y="1725473"/>
            <a:chExt cx="215060" cy="209481"/>
          </a:xfrm>
        </p:grpSpPr>
        <p:sp>
          <p:nvSpPr>
            <p:cNvPr id="36" name="任意多边形: 形状 35"/>
            <p:cNvSpPr/>
            <p:nvPr/>
          </p:nvSpPr>
          <p:spPr>
            <a:xfrm>
              <a:off x="2363688" y="1725473"/>
              <a:ext cx="215060" cy="209481"/>
            </a:xfrm>
            <a:custGeom>
              <a:avLst/>
              <a:gdLst>
                <a:gd name="connsiteX0" fmla="*/ 201403 w 215060"/>
                <a:gd name="connsiteY0" fmla="*/ 34654 h 209481"/>
                <a:gd name="connsiteX1" fmla="*/ 128493 w 215060"/>
                <a:gd name="connsiteY1" fmla="*/ 34654 h 209481"/>
                <a:gd name="connsiteX2" fmla="*/ 88852 w 215060"/>
                <a:gd name="connsiteY2" fmla="*/ 0 h 209481"/>
                <a:gd name="connsiteX3" fmla="*/ 10942 w 215060"/>
                <a:gd name="connsiteY3" fmla="*/ 0 h 209481"/>
                <a:gd name="connsiteX4" fmla="*/ 0 w 215060"/>
                <a:gd name="connsiteY4" fmla="*/ 10942 h 209481"/>
                <a:gd name="connsiteX5" fmla="*/ 0 w 215060"/>
                <a:gd name="connsiteY5" fmla="*/ 195811 h 209481"/>
                <a:gd name="connsiteX6" fmla="*/ 13671 w 215060"/>
                <a:gd name="connsiteY6" fmla="*/ 209481 h 209481"/>
                <a:gd name="connsiteX7" fmla="*/ 201389 w 215060"/>
                <a:gd name="connsiteY7" fmla="*/ 209481 h 209481"/>
                <a:gd name="connsiteX8" fmla="*/ 215060 w 215060"/>
                <a:gd name="connsiteY8" fmla="*/ 195811 h 209481"/>
                <a:gd name="connsiteX9" fmla="*/ 215060 w 215060"/>
                <a:gd name="connsiteY9" fmla="*/ 48324 h 209481"/>
                <a:gd name="connsiteX10" fmla="*/ 201416 w 215060"/>
                <a:gd name="connsiteY10" fmla="*/ 34654 h 209481"/>
                <a:gd name="connsiteX11" fmla="*/ 201403 w 215060"/>
                <a:gd name="connsiteY11" fmla="*/ 34654 h 209481"/>
                <a:gd name="connsiteX12" fmla="*/ 13671 w 215060"/>
                <a:gd name="connsiteY12" fmla="*/ 13684 h 209481"/>
                <a:gd name="connsiteX13" fmla="*/ 88852 w 215060"/>
                <a:gd name="connsiteY13" fmla="*/ 13684 h 209481"/>
                <a:gd name="connsiteX14" fmla="*/ 114769 w 215060"/>
                <a:gd name="connsiteY14" fmla="*/ 34654 h 209481"/>
                <a:gd name="connsiteX15" fmla="*/ 13671 w 215060"/>
                <a:gd name="connsiteY15" fmla="*/ 34654 h 209481"/>
                <a:gd name="connsiteX16" fmla="*/ 13671 w 215060"/>
                <a:gd name="connsiteY16" fmla="*/ 13684 h 209481"/>
                <a:gd name="connsiteX17" fmla="*/ 201403 w 215060"/>
                <a:gd name="connsiteY17" fmla="*/ 195798 h 209481"/>
                <a:gd name="connsiteX18" fmla="*/ 13671 w 215060"/>
                <a:gd name="connsiteY18" fmla="*/ 195798 h 209481"/>
                <a:gd name="connsiteX19" fmla="*/ 13671 w 215060"/>
                <a:gd name="connsiteY19" fmla="*/ 48499 h 209481"/>
                <a:gd name="connsiteX20" fmla="*/ 129044 w 215060"/>
                <a:gd name="connsiteY20" fmla="*/ 48499 h 209481"/>
                <a:gd name="connsiteX21" fmla="*/ 129044 w 215060"/>
                <a:gd name="connsiteY21" fmla="*/ 48324 h 209481"/>
                <a:gd name="connsiteX22" fmla="*/ 201403 w 215060"/>
                <a:gd name="connsiteY22" fmla="*/ 48324 h 209481"/>
                <a:gd name="connsiteX23" fmla="*/ 201403 w 215060"/>
                <a:gd name="connsiteY23" fmla="*/ 195798 h 209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5060" h="209481">
                  <a:moveTo>
                    <a:pt x="201403" y="34654"/>
                  </a:moveTo>
                  <a:lnTo>
                    <a:pt x="128493" y="34654"/>
                  </a:lnTo>
                  <a:cubicBezTo>
                    <a:pt x="125777" y="14830"/>
                    <a:pt x="108861" y="43"/>
                    <a:pt x="88852" y="0"/>
                  </a:cubicBezTo>
                  <a:lnTo>
                    <a:pt x="10942" y="0"/>
                  </a:lnTo>
                  <a:cubicBezTo>
                    <a:pt x="4899" y="0"/>
                    <a:pt x="0" y="4899"/>
                    <a:pt x="0" y="10942"/>
                  </a:cubicBezTo>
                  <a:lnTo>
                    <a:pt x="0" y="195811"/>
                  </a:lnTo>
                  <a:cubicBezTo>
                    <a:pt x="0" y="203365"/>
                    <a:pt x="6130" y="209481"/>
                    <a:pt x="13671" y="209481"/>
                  </a:cubicBezTo>
                  <a:lnTo>
                    <a:pt x="201389" y="209481"/>
                  </a:lnTo>
                  <a:cubicBezTo>
                    <a:pt x="208944" y="209481"/>
                    <a:pt x="215060" y="203352"/>
                    <a:pt x="215060" y="195811"/>
                  </a:cubicBezTo>
                  <a:lnTo>
                    <a:pt x="215060" y="48324"/>
                  </a:lnTo>
                  <a:cubicBezTo>
                    <a:pt x="215068" y="40782"/>
                    <a:pt x="208959" y="34661"/>
                    <a:pt x="201416" y="34654"/>
                  </a:cubicBezTo>
                  <a:cubicBezTo>
                    <a:pt x="201412" y="34654"/>
                    <a:pt x="201408" y="34654"/>
                    <a:pt x="201403" y="34654"/>
                  </a:cubicBezTo>
                  <a:close/>
                  <a:moveTo>
                    <a:pt x="13671" y="13684"/>
                  </a:moveTo>
                  <a:lnTo>
                    <a:pt x="88852" y="13684"/>
                  </a:lnTo>
                  <a:cubicBezTo>
                    <a:pt x="101568" y="13684"/>
                    <a:pt x="112215" y="22690"/>
                    <a:pt x="114769" y="34654"/>
                  </a:cubicBezTo>
                  <a:lnTo>
                    <a:pt x="13671" y="34654"/>
                  </a:lnTo>
                  <a:lnTo>
                    <a:pt x="13671" y="13684"/>
                  </a:lnTo>
                  <a:close/>
                  <a:moveTo>
                    <a:pt x="201403" y="195798"/>
                  </a:moveTo>
                  <a:lnTo>
                    <a:pt x="13671" y="195798"/>
                  </a:lnTo>
                  <a:lnTo>
                    <a:pt x="13671" y="48499"/>
                  </a:lnTo>
                  <a:lnTo>
                    <a:pt x="129044" y="48499"/>
                  </a:lnTo>
                  <a:lnTo>
                    <a:pt x="129044" y="48324"/>
                  </a:lnTo>
                  <a:lnTo>
                    <a:pt x="201403" y="48324"/>
                  </a:lnTo>
                  <a:lnTo>
                    <a:pt x="201403" y="195798"/>
                  </a:lnTo>
                  <a:close/>
                </a:path>
              </a:pathLst>
            </a:custGeom>
            <a:solidFill>
              <a:srgbClr val="000000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37" name="任意多边形: 形状 36"/>
            <p:cNvSpPr/>
            <p:nvPr/>
          </p:nvSpPr>
          <p:spPr>
            <a:xfrm>
              <a:off x="2396944" y="1815360"/>
              <a:ext cx="13442" cy="13361"/>
            </a:xfrm>
            <a:custGeom>
              <a:avLst/>
              <a:gdLst>
                <a:gd name="connsiteX0" fmla="*/ 0 w 13442"/>
                <a:gd name="connsiteY0" fmla="*/ 6681 h 13361"/>
                <a:gd name="connsiteX1" fmla="*/ 6721 w 13442"/>
                <a:gd name="connsiteY1" fmla="*/ 13361 h 13361"/>
                <a:gd name="connsiteX2" fmla="*/ 13442 w 13442"/>
                <a:gd name="connsiteY2" fmla="*/ 6681 h 13361"/>
                <a:gd name="connsiteX3" fmla="*/ 6721 w 13442"/>
                <a:gd name="connsiteY3" fmla="*/ 0 h 13361"/>
                <a:gd name="connsiteX4" fmla="*/ 0 w 13442"/>
                <a:gd name="connsiteY4" fmla="*/ 6681 h 1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42" h="13361">
                  <a:moveTo>
                    <a:pt x="0" y="6681"/>
                  </a:moveTo>
                  <a:cubicBezTo>
                    <a:pt x="0" y="10370"/>
                    <a:pt x="3009" y="13361"/>
                    <a:pt x="6721" y="13361"/>
                  </a:cubicBezTo>
                  <a:cubicBezTo>
                    <a:pt x="10433" y="13361"/>
                    <a:pt x="13442" y="10370"/>
                    <a:pt x="13442" y="6681"/>
                  </a:cubicBezTo>
                  <a:cubicBezTo>
                    <a:pt x="13442" y="2991"/>
                    <a:pt x="10433" y="0"/>
                    <a:pt x="6721" y="0"/>
                  </a:cubicBezTo>
                  <a:cubicBezTo>
                    <a:pt x="3009" y="0"/>
                    <a:pt x="0" y="2991"/>
                    <a:pt x="0" y="6681"/>
                  </a:cubicBezTo>
                  <a:close/>
                </a:path>
              </a:pathLst>
            </a:custGeom>
            <a:solidFill>
              <a:srgbClr val="000000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38" name="任意多边形: 形状 37"/>
            <p:cNvSpPr/>
            <p:nvPr/>
          </p:nvSpPr>
          <p:spPr>
            <a:xfrm>
              <a:off x="2424419" y="1814943"/>
              <a:ext cx="120992" cy="14194"/>
            </a:xfrm>
            <a:custGeom>
              <a:avLst/>
              <a:gdLst>
                <a:gd name="connsiteX0" fmla="*/ 6976 w 120992"/>
                <a:gd name="connsiteY0" fmla="*/ 0 h 14194"/>
                <a:gd name="connsiteX1" fmla="*/ 0 w 120992"/>
                <a:gd name="connsiteY1" fmla="*/ 6977 h 14194"/>
                <a:gd name="connsiteX2" fmla="*/ 0 w 120992"/>
                <a:gd name="connsiteY2" fmla="*/ 7218 h 14194"/>
                <a:gd name="connsiteX3" fmla="*/ 6976 w 120992"/>
                <a:gd name="connsiteY3" fmla="*/ 14195 h 14194"/>
                <a:gd name="connsiteX4" fmla="*/ 114016 w 120992"/>
                <a:gd name="connsiteY4" fmla="*/ 14195 h 14194"/>
                <a:gd name="connsiteX5" fmla="*/ 120992 w 120992"/>
                <a:gd name="connsiteY5" fmla="*/ 7218 h 14194"/>
                <a:gd name="connsiteX6" fmla="*/ 120992 w 120992"/>
                <a:gd name="connsiteY6" fmla="*/ 6977 h 14194"/>
                <a:gd name="connsiteX7" fmla="*/ 114016 w 120992"/>
                <a:gd name="connsiteY7" fmla="*/ 0 h 14194"/>
                <a:gd name="connsiteX8" fmla="*/ 6976 w 120992"/>
                <a:gd name="connsiteY8" fmla="*/ 0 h 14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0992" h="14194">
                  <a:moveTo>
                    <a:pt x="6976" y="0"/>
                  </a:moveTo>
                  <a:cubicBezTo>
                    <a:pt x="3126" y="7"/>
                    <a:pt x="7" y="3127"/>
                    <a:pt x="0" y="6977"/>
                  </a:cubicBezTo>
                  <a:lnTo>
                    <a:pt x="0" y="7218"/>
                  </a:lnTo>
                  <a:cubicBezTo>
                    <a:pt x="7" y="11068"/>
                    <a:pt x="3126" y="14187"/>
                    <a:pt x="6976" y="14195"/>
                  </a:cubicBezTo>
                  <a:lnTo>
                    <a:pt x="114016" y="14195"/>
                  </a:lnTo>
                  <a:cubicBezTo>
                    <a:pt x="117866" y="14187"/>
                    <a:pt x="120985" y="11068"/>
                    <a:pt x="120992" y="7218"/>
                  </a:cubicBezTo>
                  <a:lnTo>
                    <a:pt x="120992" y="6977"/>
                  </a:lnTo>
                  <a:cubicBezTo>
                    <a:pt x="120985" y="3127"/>
                    <a:pt x="117866" y="7"/>
                    <a:pt x="114016" y="0"/>
                  </a:cubicBezTo>
                  <a:lnTo>
                    <a:pt x="6976" y="0"/>
                  </a:lnTo>
                  <a:close/>
                </a:path>
              </a:pathLst>
            </a:custGeom>
            <a:solidFill>
              <a:schemeClr val="accent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39" name="任意多边形: 形状 38"/>
            <p:cNvSpPr/>
            <p:nvPr/>
          </p:nvSpPr>
          <p:spPr>
            <a:xfrm>
              <a:off x="2396944" y="1864840"/>
              <a:ext cx="13442" cy="13361"/>
            </a:xfrm>
            <a:custGeom>
              <a:avLst/>
              <a:gdLst>
                <a:gd name="connsiteX0" fmla="*/ 0 w 13442"/>
                <a:gd name="connsiteY0" fmla="*/ 6681 h 13361"/>
                <a:gd name="connsiteX1" fmla="*/ 6721 w 13442"/>
                <a:gd name="connsiteY1" fmla="*/ 13362 h 13361"/>
                <a:gd name="connsiteX2" fmla="*/ 13442 w 13442"/>
                <a:gd name="connsiteY2" fmla="*/ 6681 h 13361"/>
                <a:gd name="connsiteX3" fmla="*/ 6721 w 13442"/>
                <a:gd name="connsiteY3" fmla="*/ 0 h 13361"/>
                <a:gd name="connsiteX4" fmla="*/ 0 w 13442"/>
                <a:gd name="connsiteY4" fmla="*/ 6681 h 1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42" h="13361">
                  <a:moveTo>
                    <a:pt x="0" y="6681"/>
                  </a:moveTo>
                  <a:cubicBezTo>
                    <a:pt x="0" y="10370"/>
                    <a:pt x="3009" y="13362"/>
                    <a:pt x="6721" y="13362"/>
                  </a:cubicBezTo>
                  <a:cubicBezTo>
                    <a:pt x="10433" y="13362"/>
                    <a:pt x="13442" y="10370"/>
                    <a:pt x="13442" y="6681"/>
                  </a:cubicBezTo>
                  <a:cubicBezTo>
                    <a:pt x="13442" y="2991"/>
                    <a:pt x="10433" y="0"/>
                    <a:pt x="6721" y="0"/>
                  </a:cubicBezTo>
                  <a:cubicBezTo>
                    <a:pt x="3009" y="0"/>
                    <a:pt x="0" y="2991"/>
                    <a:pt x="0" y="6681"/>
                  </a:cubicBezTo>
                  <a:close/>
                </a:path>
              </a:pathLst>
            </a:custGeom>
            <a:solidFill>
              <a:srgbClr val="000000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0" name="任意多边形: 形状 39"/>
            <p:cNvSpPr/>
            <p:nvPr/>
          </p:nvSpPr>
          <p:spPr>
            <a:xfrm>
              <a:off x="2424419" y="1864424"/>
              <a:ext cx="120992" cy="14194"/>
            </a:xfrm>
            <a:custGeom>
              <a:avLst/>
              <a:gdLst>
                <a:gd name="connsiteX0" fmla="*/ 114016 w 120992"/>
                <a:gd name="connsiteY0" fmla="*/ 0 h 14194"/>
                <a:gd name="connsiteX1" fmla="*/ 6976 w 120992"/>
                <a:gd name="connsiteY1" fmla="*/ 0 h 14194"/>
                <a:gd name="connsiteX2" fmla="*/ 0 w 120992"/>
                <a:gd name="connsiteY2" fmla="*/ 6977 h 14194"/>
                <a:gd name="connsiteX3" fmla="*/ 0 w 120992"/>
                <a:gd name="connsiteY3" fmla="*/ 7218 h 14194"/>
                <a:gd name="connsiteX4" fmla="*/ 6976 w 120992"/>
                <a:gd name="connsiteY4" fmla="*/ 14195 h 14194"/>
                <a:gd name="connsiteX5" fmla="*/ 114016 w 120992"/>
                <a:gd name="connsiteY5" fmla="*/ 14195 h 14194"/>
                <a:gd name="connsiteX6" fmla="*/ 120992 w 120992"/>
                <a:gd name="connsiteY6" fmla="*/ 7218 h 14194"/>
                <a:gd name="connsiteX7" fmla="*/ 120992 w 120992"/>
                <a:gd name="connsiteY7" fmla="*/ 6977 h 14194"/>
                <a:gd name="connsiteX8" fmla="*/ 114016 w 120992"/>
                <a:gd name="connsiteY8" fmla="*/ 0 h 14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0992" h="14194">
                  <a:moveTo>
                    <a:pt x="114016" y="0"/>
                  </a:moveTo>
                  <a:lnTo>
                    <a:pt x="6976" y="0"/>
                  </a:lnTo>
                  <a:cubicBezTo>
                    <a:pt x="3126" y="7"/>
                    <a:pt x="7" y="3127"/>
                    <a:pt x="0" y="6977"/>
                  </a:cubicBezTo>
                  <a:lnTo>
                    <a:pt x="0" y="7218"/>
                  </a:lnTo>
                  <a:cubicBezTo>
                    <a:pt x="7" y="11068"/>
                    <a:pt x="3126" y="14187"/>
                    <a:pt x="6976" y="14195"/>
                  </a:cubicBezTo>
                  <a:lnTo>
                    <a:pt x="114016" y="14195"/>
                  </a:lnTo>
                  <a:cubicBezTo>
                    <a:pt x="117866" y="14187"/>
                    <a:pt x="120985" y="11068"/>
                    <a:pt x="120992" y="7218"/>
                  </a:cubicBezTo>
                  <a:lnTo>
                    <a:pt x="120992" y="6977"/>
                  </a:lnTo>
                  <a:cubicBezTo>
                    <a:pt x="120985" y="3127"/>
                    <a:pt x="117866" y="7"/>
                    <a:pt x="114016" y="0"/>
                  </a:cubicBezTo>
                  <a:close/>
                </a:path>
              </a:pathLst>
            </a:custGeom>
            <a:solidFill>
              <a:schemeClr val="accent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6537325" y="1073785"/>
            <a:ext cx="264795" cy="213995"/>
            <a:chOff x="2716283" y="1725472"/>
            <a:chExt cx="264547" cy="213921"/>
          </a:xfrm>
          <a:solidFill>
            <a:schemeClr val="tx1"/>
          </a:solidFill>
        </p:grpSpPr>
        <p:sp>
          <p:nvSpPr>
            <p:cNvPr id="45" name="任意多边形: 形状 44"/>
            <p:cNvSpPr/>
            <p:nvPr/>
          </p:nvSpPr>
          <p:spPr>
            <a:xfrm>
              <a:off x="2912853" y="1844319"/>
              <a:ext cx="67977" cy="82494"/>
            </a:xfrm>
            <a:custGeom>
              <a:avLst/>
              <a:gdLst>
                <a:gd name="connsiteX0" fmla="*/ 49327 w 67977"/>
                <a:gd name="connsiteY0" fmla="*/ 82486 h 82494"/>
                <a:gd name="connsiteX1" fmla="*/ 42704 w 67977"/>
                <a:gd name="connsiteY1" fmla="*/ 76514 h 82494"/>
                <a:gd name="connsiteX2" fmla="*/ 48682 w 67977"/>
                <a:gd name="connsiteY2" fmla="*/ 69899 h 82494"/>
                <a:gd name="connsiteX3" fmla="*/ 49327 w 67977"/>
                <a:gd name="connsiteY3" fmla="*/ 69899 h 82494"/>
                <a:gd name="connsiteX4" fmla="*/ 54252 w 67977"/>
                <a:gd name="connsiteY4" fmla="*/ 67365 h 82494"/>
                <a:gd name="connsiteX5" fmla="*/ 55010 w 67977"/>
                <a:gd name="connsiteY5" fmla="*/ 61523 h 82494"/>
                <a:gd name="connsiteX6" fmla="*/ 4342 w 67977"/>
                <a:gd name="connsiteY6" fmla="*/ 12276 h 82494"/>
                <a:gd name="connsiteX7" fmla="*/ 314 w 67977"/>
                <a:gd name="connsiteY7" fmla="*/ 4337 h 82494"/>
                <a:gd name="connsiteX8" fmla="*/ 8262 w 67977"/>
                <a:gd name="connsiteY8" fmla="*/ 314 h 82494"/>
                <a:gd name="connsiteX9" fmla="*/ 66870 w 67977"/>
                <a:gd name="connsiteY9" fmla="*/ 57278 h 82494"/>
                <a:gd name="connsiteX10" fmla="*/ 64530 w 67977"/>
                <a:gd name="connsiteY10" fmla="*/ 74621 h 82494"/>
                <a:gd name="connsiteX11" fmla="*/ 49327 w 67977"/>
                <a:gd name="connsiteY11" fmla="*/ 82486 h 82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7977" h="82494">
                  <a:moveTo>
                    <a:pt x="49327" y="82486"/>
                  </a:moveTo>
                  <a:cubicBezTo>
                    <a:pt x="45847" y="82664"/>
                    <a:pt x="42882" y="79990"/>
                    <a:pt x="42704" y="76514"/>
                  </a:cubicBezTo>
                  <a:cubicBezTo>
                    <a:pt x="42526" y="73038"/>
                    <a:pt x="45203" y="70076"/>
                    <a:pt x="48682" y="69899"/>
                  </a:cubicBezTo>
                  <a:cubicBezTo>
                    <a:pt x="48897" y="69887"/>
                    <a:pt x="49112" y="69887"/>
                    <a:pt x="49327" y="69899"/>
                  </a:cubicBezTo>
                  <a:cubicBezTo>
                    <a:pt x="51285" y="69910"/>
                    <a:pt x="53125" y="68964"/>
                    <a:pt x="54252" y="67365"/>
                  </a:cubicBezTo>
                  <a:cubicBezTo>
                    <a:pt x="55432" y="65653"/>
                    <a:pt x="55714" y="63479"/>
                    <a:pt x="55010" y="61523"/>
                  </a:cubicBezTo>
                  <a:cubicBezTo>
                    <a:pt x="46552" y="38229"/>
                    <a:pt x="27884" y="20085"/>
                    <a:pt x="4342" y="12276"/>
                  </a:cubicBezTo>
                  <a:cubicBezTo>
                    <a:pt x="1035" y="11195"/>
                    <a:pt x="-768" y="7640"/>
                    <a:pt x="314" y="4337"/>
                  </a:cubicBezTo>
                  <a:cubicBezTo>
                    <a:pt x="1397" y="1034"/>
                    <a:pt x="4955" y="-767"/>
                    <a:pt x="8262" y="314"/>
                  </a:cubicBezTo>
                  <a:cubicBezTo>
                    <a:pt x="35498" y="9339"/>
                    <a:pt x="57093" y="30329"/>
                    <a:pt x="66870" y="57278"/>
                  </a:cubicBezTo>
                  <a:cubicBezTo>
                    <a:pt x="68944" y="63097"/>
                    <a:pt x="68074" y="69559"/>
                    <a:pt x="64530" y="74621"/>
                  </a:cubicBezTo>
                  <a:cubicBezTo>
                    <a:pt x="61071" y="79586"/>
                    <a:pt x="55383" y="82529"/>
                    <a:pt x="49327" y="82486"/>
                  </a:cubicBezTo>
                  <a:close/>
                </a:path>
              </a:pathLst>
            </a:custGeom>
            <a:solidFill>
              <a:schemeClr val="accent1"/>
            </a:solidFill>
            <a:ln w="2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2716283" y="1745254"/>
              <a:ext cx="233213" cy="194139"/>
            </a:xfrm>
            <a:custGeom>
              <a:avLst/>
              <a:gdLst>
                <a:gd name="connsiteX0" fmla="*/ 199083 w 233213"/>
                <a:gd name="connsiteY0" fmla="*/ 112345 h 194139"/>
                <a:gd name="connsiteX1" fmla="*/ 192814 w 233213"/>
                <a:gd name="connsiteY1" fmla="*/ 106004 h 194139"/>
                <a:gd name="connsiteX2" fmla="*/ 196036 w 233213"/>
                <a:gd name="connsiteY2" fmla="*/ 100548 h 194139"/>
                <a:gd name="connsiteX3" fmla="*/ 220612 w 233213"/>
                <a:gd name="connsiteY3" fmla="*/ 59050 h 194139"/>
                <a:gd name="connsiteX4" fmla="*/ 181557 w 233213"/>
                <a:gd name="connsiteY4" fmla="*/ 12436 h 194139"/>
                <a:gd name="connsiteX5" fmla="*/ 177016 w 233213"/>
                <a:gd name="connsiteY5" fmla="*/ 4737 h 194139"/>
                <a:gd name="connsiteX6" fmla="*/ 183748 w 233213"/>
                <a:gd name="connsiteY6" fmla="*/ 29 h 194139"/>
                <a:gd name="connsiteX7" fmla="*/ 233213 w 233213"/>
                <a:gd name="connsiteY7" fmla="*/ 59050 h 194139"/>
                <a:gd name="connsiteX8" fmla="*/ 202081 w 233213"/>
                <a:gd name="connsiteY8" fmla="*/ 111572 h 194139"/>
                <a:gd name="connsiteX9" fmla="*/ 199083 w 233213"/>
                <a:gd name="connsiteY9" fmla="*/ 112345 h 194139"/>
                <a:gd name="connsiteX10" fmla="*/ 193203 w 233213"/>
                <a:gd name="connsiteY10" fmla="*/ 194139 h 194139"/>
                <a:gd name="connsiteX11" fmla="*/ 186902 w 233213"/>
                <a:gd name="connsiteY11" fmla="*/ 187845 h 194139"/>
                <a:gd name="connsiteX12" fmla="*/ 193203 w 233213"/>
                <a:gd name="connsiteY12" fmla="*/ 181551 h 194139"/>
                <a:gd name="connsiteX13" fmla="*/ 199989 w 233213"/>
                <a:gd name="connsiteY13" fmla="*/ 178047 h 194139"/>
                <a:gd name="connsiteX14" fmla="*/ 201027 w 233213"/>
                <a:gd name="connsiteY14" fmla="*/ 170050 h 194139"/>
                <a:gd name="connsiteX15" fmla="*/ 140261 w 233213"/>
                <a:gd name="connsiteY15" fmla="*/ 110980 h 194139"/>
                <a:gd name="connsiteX16" fmla="*/ 136226 w 233213"/>
                <a:gd name="connsiteY16" fmla="*/ 103032 h 194139"/>
                <a:gd name="connsiteX17" fmla="*/ 144166 w 233213"/>
                <a:gd name="connsiteY17" fmla="*/ 99018 h 194139"/>
                <a:gd name="connsiteX18" fmla="*/ 212870 w 233213"/>
                <a:gd name="connsiteY18" fmla="*/ 165821 h 194139"/>
                <a:gd name="connsiteX19" fmla="*/ 210251 w 233213"/>
                <a:gd name="connsiteY19" fmla="*/ 185319 h 194139"/>
                <a:gd name="connsiteX20" fmla="*/ 193203 w 233213"/>
                <a:gd name="connsiteY20" fmla="*/ 194139 h 194139"/>
                <a:gd name="connsiteX21" fmla="*/ 20955 w 233213"/>
                <a:gd name="connsiteY21" fmla="*/ 194139 h 194139"/>
                <a:gd name="connsiteX22" fmla="*/ 3873 w 233213"/>
                <a:gd name="connsiteY22" fmla="*/ 185303 h 194139"/>
                <a:gd name="connsiteX23" fmla="*/ 1254 w 233213"/>
                <a:gd name="connsiteY23" fmla="*/ 165821 h 194139"/>
                <a:gd name="connsiteX24" fmla="*/ 69975 w 233213"/>
                <a:gd name="connsiteY24" fmla="*/ 99018 h 194139"/>
                <a:gd name="connsiteX25" fmla="*/ 77923 w 233213"/>
                <a:gd name="connsiteY25" fmla="*/ 103041 h 194139"/>
                <a:gd name="connsiteX26" fmla="*/ 73896 w 233213"/>
                <a:gd name="connsiteY26" fmla="*/ 110980 h 194139"/>
                <a:gd name="connsiteX27" fmla="*/ 13130 w 233213"/>
                <a:gd name="connsiteY27" fmla="*/ 170050 h 194139"/>
                <a:gd name="connsiteX28" fmla="*/ 14168 w 233213"/>
                <a:gd name="connsiteY28" fmla="*/ 178047 h 194139"/>
                <a:gd name="connsiteX29" fmla="*/ 20955 w 233213"/>
                <a:gd name="connsiteY29" fmla="*/ 181551 h 194139"/>
                <a:gd name="connsiteX30" fmla="*/ 27255 w 233213"/>
                <a:gd name="connsiteY30" fmla="*/ 187845 h 194139"/>
                <a:gd name="connsiteX31" fmla="*/ 20955 w 233213"/>
                <a:gd name="connsiteY31" fmla="*/ 194139 h 194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3213" h="194139">
                  <a:moveTo>
                    <a:pt x="199083" y="112345"/>
                  </a:moveTo>
                  <a:cubicBezTo>
                    <a:pt x="195599" y="112323"/>
                    <a:pt x="192792" y="109484"/>
                    <a:pt x="192814" y="106004"/>
                  </a:cubicBezTo>
                  <a:cubicBezTo>
                    <a:pt x="192829" y="103739"/>
                    <a:pt x="194059" y="101656"/>
                    <a:pt x="196036" y="100548"/>
                  </a:cubicBezTo>
                  <a:cubicBezTo>
                    <a:pt x="211187" y="92223"/>
                    <a:pt x="220603" y="76323"/>
                    <a:pt x="220612" y="59050"/>
                  </a:cubicBezTo>
                  <a:cubicBezTo>
                    <a:pt x="220612" y="36048"/>
                    <a:pt x="204173" y="16434"/>
                    <a:pt x="181557" y="12436"/>
                  </a:cubicBezTo>
                  <a:cubicBezTo>
                    <a:pt x="178175" y="11562"/>
                    <a:pt x="176142" y="8115"/>
                    <a:pt x="177016" y="4737"/>
                  </a:cubicBezTo>
                  <a:cubicBezTo>
                    <a:pt x="177795" y="1727"/>
                    <a:pt x="180650" y="-269"/>
                    <a:pt x="183748" y="29"/>
                  </a:cubicBezTo>
                  <a:cubicBezTo>
                    <a:pt x="212392" y="5102"/>
                    <a:pt x="233252" y="29991"/>
                    <a:pt x="233213" y="59050"/>
                  </a:cubicBezTo>
                  <a:cubicBezTo>
                    <a:pt x="233190" y="80916"/>
                    <a:pt x="221263" y="101038"/>
                    <a:pt x="202081" y="111572"/>
                  </a:cubicBezTo>
                  <a:cubicBezTo>
                    <a:pt x="201165" y="112084"/>
                    <a:pt x="200133" y="112350"/>
                    <a:pt x="199083" y="112345"/>
                  </a:cubicBezTo>
                  <a:close/>
                  <a:moveTo>
                    <a:pt x="193203" y="194139"/>
                  </a:moveTo>
                  <a:cubicBezTo>
                    <a:pt x="189723" y="194139"/>
                    <a:pt x="186902" y="191321"/>
                    <a:pt x="186902" y="187845"/>
                  </a:cubicBezTo>
                  <a:cubicBezTo>
                    <a:pt x="186902" y="184369"/>
                    <a:pt x="189723" y="181551"/>
                    <a:pt x="193203" y="181551"/>
                  </a:cubicBezTo>
                  <a:cubicBezTo>
                    <a:pt x="195903" y="181565"/>
                    <a:pt x="198439" y="180256"/>
                    <a:pt x="199989" y="178047"/>
                  </a:cubicBezTo>
                  <a:cubicBezTo>
                    <a:pt x="201636" y="175716"/>
                    <a:pt x="202024" y="172723"/>
                    <a:pt x="201027" y="170050"/>
                  </a:cubicBezTo>
                  <a:cubicBezTo>
                    <a:pt x="190894" y="142105"/>
                    <a:pt x="168502" y="120338"/>
                    <a:pt x="140261" y="110980"/>
                  </a:cubicBezTo>
                  <a:cubicBezTo>
                    <a:pt x="136957" y="109891"/>
                    <a:pt x="135153" y="106339"/>
                    <a:pt x="136226" y="103032"/>
                  </a:cubicBezTo>
                  <a:cubicBezTo>
                    <a:pt x="137316" y="99740"/>
                    <a:pt x="140864" y="97946"/>
                    <a:pt x="144166" y="99018"/>
                  </a:cubicBezTo>
                  <a:cubicBezTo>
                    <a:pt x="176103" y="109596"/>
                    <a:pt x="201423" y="134215"/>
                    <a:pt x="212870" y="165821"/>
                  </a:cubicBezTo>
                  <a:cubicBezTo>
                    <a:pt x="215226" y="172370"/>
                    <a:pt x="214254" y="179659"/>
                    <a:pt x="210251" y="185319"/>
                  </a:cubicBezTo>
                  <a:cubicBezTo>
                    <a:pt x="206372" y="190888"/>
                    <a:pt x="199994" y="194187"/>
                    <a:pt x="193203" y="194139"/>
                  </a:cubicBezTo>
                  <a:close/>
                  <a:moveTo>
                    <a:pt x="20955" y="194139"/>
                  </a:moveTo>
                  <a:cubicBezTo>
                    <a:pt x="14069" y="194139"/>
                    <a:pt x="7843" y="190930"/>
                    <a:pt x="3873" y="185303"/>
                  </a:cubicBezTo>
                  <a:cubicBezTo>
                    <a:pt x="-112" y="179618"/>
                    <a:pt x="-1089" y="172355"/>
                    <a:pt x="1254" y="165821"/>
                  </a:cubicBezTo>
                  <a:cubicBezTo>
                    <a:pt x="12707" y="134213"/>
                    <a:pt x="38033" y="109594"/>
                    <a:pt x="69975" y="99018"/>
                  </a:cubicBezTo>
                  <a:cubicBezTo>
                    <a:pt x="73282" y="97936"/>
                    <a:pt x="76840" y="99737"/>
                    <a:pt x="77923" y="103041"/>
                  </a:cubicBezTo>
                  <a:cubicBezTo>
                    <a:pt x="79006" y="106344"/>
                    <a:pt x="77203" y="109898"/>
                    <a:pt x="73896" y="110980"/>
                  </a:cubicBezTo>
                  <a:cubicBezTo>
                    <a:pt x="45651" y="120332"/>
                    <a:pt x="23257" y="142101"/>
                    <a:pt x="13130" y="170050"/>
                  </a:cubicBezTo>
                  <a:cubicBezTo>
                    <a:pt x="12133" y="172723"/>
                    <a:pt x="12522" y="175716"/>
                    <a:pt x="14168" y="178047"/>
                  </a:cubicBezTo>
                  <a:cubicBezTo>
                    <a:pt x="15718" y="180256"/>
                    <a:pt x="18254" y="181565"/>
                    <a:pt x="20955" y="181551"/>
                  </a:cubicBezTo>
                  <a:cubicBezTo>
                    <a:pt x="24434" y="181551"/>
                    <a:pt x="27255" y="184369"/>
                    <a:pt x="27255" y="187845"/>
                  </a:cubicBezTo>
                  <a:cubicBezTo>
                    <a:pt x="27255" y="191321"/>
                    <a:pt x="24434" y="194139"/>
                    <a:pt x="20955" y="194139"/>
                  </a:cubicBezTo>
                  <a:close/>
                </a:path>
              </a:pathLst>
            </a:custGeom>
            <a:grpFill/>
            <a:ln w="2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2753414" y="1725472"/>
              <a:ext cx="139896" cy="139744"/>
            </a:xfrm>
            <a:custGeom>
              <a:avLst/>
              <a:gdLst>
                <a:gd name="connsiteX0" fmla="*/ 69940 w 139896"/>
                <a:gd name="connsiteY0" fmla="*/ 139745 h 139744"/>
                <a:gd name="connsiteX1" fmla="*/ 0 w 139896"/>
                <a:gd name="connsiteY1" fmla="*/ 69864 h 139744"/>
                <a:gd name="connsiteX2" fmla="*/ 69940 w 139896"/>
                <a:gd name="connsiteY2" fmla="*/ 0 h 139744"/>
                <a:gd name="connsiteX3" fmla="*/ 139897 w 139896"/>
                <a:gd name="connsiteY3" fmla="*/ 69864 h 139744"/>
                <a:gd name="connsiteX4" fmla="*/ 69940 w 139896"/>
                <a:gd name="connsiteY4" fmla="*/ 139745 h 139744"/>
                <a:gd name="connsiteX5" fmla="*/ 69940 w 139896"/>
                <a:gd name="connsiteY5" fmla="*/ 12587 h 139744"/>
                <a:gd name="connsiteX6" fmla="*/ 12601 w 139896"/>
                <a:gd name="connsiteY6" fmla="*/ 69864 h 139744"/>
                <a:gd name="connsiteX7" fmla="*/ 69940 w 139896"/>
                <a:gd name="connsiteY7" fmla="*/ 127157 h 139744"/>
                <a:gd name="connsiteX8" fmla="*/ 127279 w 139896"/>
                <a:gd name="connsiteY8" fmla="*/ 69864 h 139744"/>
                <a:gd name="connsiteX9" fmla="*/ 69940 w 139896"/>
                <a:gd name="connsiteY9" fmla="*/ 12587 h 139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896" h="139744">
                  <a:moveTo>
                    <a:pt x="69940" y="139745"/>
                  </a:moveTo>
                  <a:cubicBezTo>
                    <a:pt x="31326" y="139700"/>
                    <a:pt x="36" y="108437"/>
                    <a:pt x="0" y="69864"/>
                  </a:cubicBezTo>
                  <a:cubicBezTo>
                    <a:pt x="45" y="31298"/>
                    <a:pt x="31332" y="45"/>
                    <a:pt x="69940" y="0"/>
                  </a:cubicBezTo>
                  <a:cubicBezTo>
                    <a:pt x="108555" y="36"/>
                    <a:pt x="139851" y="31292"/>
                    <a:pt x="139897" y="69864"/>
                  </a:cubicBezTo>
                  <a:cubicBezTo>
                    <a:pt x="139851" y="108439"/>
                    <a:pt x="108557" y="139700"/>
                    <a:pt x="69940" y="139745"/>
                  </a:cubicBezTo>
                  <a:close/>
                  <a:moveTo>
                    <a:pt x="69940" y="12587"/>
                  </a:moveTo>
                  <a:cubicBezTo>
                    <a:pt x="38314" y="12587"/>
                    <a:pt x="12601" y="38289"/>
                    <a:pt x="12601" y="69864"/>
                  </a:cubicBezTo>
                  <a:cubicBezTo>
                    <a:pt x="12601" y="101440"/>
                    <a:pt x="38314" y="127157"/>
                    <a:pt x="69940" y="127157"/>
                  </a:cubicBezTo>
                  <a:cubicBezTo>
                    <a:pt x="101567" y="127157"/>
                    <a:pt x="127279" y="101456"/>
                    <a:pt x="127279" y="69864"/>
                  </a:cubicBezTo>
                  <a:cubicBezTo>
                    <a:pt x="127279" y="38272"/>
                    <a:pt x="101567" y="12587"/>
                    <a:pt x="69940" y="12587"/>
                  </a:cubicBezTo>
                  <a:close/>
                </a:path>
              </a:pathLst>
            </a:custGeom>
            <a:grpFill/>
            <a:ln w="2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5184140" y="1075055"/>
            <a:ext cx="207645" cy="213995"/>
            <a:chOff x="6330416" y="1726600"/>
            <a:chExt cx="207391" cy="213850"/>
          </a:xfrm>
        </p:grpSpPr>
        <p:sp>
          <p:nvSpPr>
            <p:cNvPr id="49" name="任意多边形: 形状 48"/>
            <p:cNvSpPr/>
            <p:nvPr/>
          </p:nvSpPr>
          <p:spPr>
            <a:xfrm>
              <a:off x="6330416" y="1726600"/>
              <a:ext cx="183576" cy="210120"/>
            </a:xfrm>
            <a:custGeom>
              <a:avLst/>
              <a:gdLst>
                <a:gd name="connsiteX0" fmla="*/ 78236 w 183576"/>
                <a:gd name="connsiteY0" fmla="*/ 210121 h 210120"/>
                <a:gd name="connsiteX1" fmla="*/ 24632 w 183576"/>
                <a:gd name="connsiteY1" fmla="*/ 210121 h 210120"/>
                <a:gd name="connsiteX2" fmla="*/ 0 w 183576"/>
                <a:gd name="connsiteY2" fmla="*/ 185488 h 210120"/>
                <a:gd name="connsiteX3" fmla="*/ 0 w 183576"/>
                <a:gd name="connsiteY3" fmla="*/ 24632 h 210120"/>
                <a:gd name="connsiteX4" fmla="*/ 24632 w 183576"/>
                <a:gd name="connsiteY4" fmla="*/ 0 h 210120"/>
                <a:gd name="connsiteX5" fmla="*/ 158944 w 183576"/>
                <a:gd name="connsiteY5" fmla="*/ 0 h 210120"/>
                <a:gd name="connsiteX6" fmla="*/ 183576 w 183576"/>
                <a:gd name="connsiteY6" fmla="*/ 24632 h 210120"/>
                <a:gd name="connsiteX7" fmla="*/ 183576 w 183576"/>
                <a:gd name="connsiteY7" fmla="*/ 88295 h 210120"/>
                <a:gd name="connsiteX8" fmla="*/ 176870 w 183576"/>
                <a:gd name="connsiteY8" fmla="*/ 95001 h 210120"/>
                <a:gd name="connsiteX9" fmla="*/ 170164 w 183576"/>
                <a:gd name="connsiteY9" fmla="*/ 88295 h 210120"/>
                <a:gd name="connsiteX10" fmla="*/ 170164 w 183576"/>
                <a:gd name="connsiteY10" fmla="*/ 24632 h 210120"/>
                <a:gd name="connsiteX11" fmla="*/ 158944 w 183576"/>
                <a:gd name="connsiteY11" fmla="*/ 13412 h 210120"/>
                <a:gd name="connsiteX12" fmla="*/ 24632 w 183576"/>
                <a:gd name="connsiteY12" fmla="*/ 13412 h 210120"/>
                <a:gd name="connsiteX13" fmla="*/ 13412 w 183576"/>
                <a:gd name="connsiteY13" fmla="*/ 24632 h 210120"/>
                <a:gd name="connsiteX14" fmla="*/ 13412 w 183576"/>
                <a:gd name="connsiteY14" fmla="*/ 185488 h 210120"/>
                <a:gd name="connsiteX15" fmla="*/ 24632 w 183576"/>
                <a:gd name="connsiteY15" fmla="*/ 196709 h 210120"/>
                <a:gd name="connsiteX16" fmla="*/ 78236 w 183576"/>
                <a:gd name="connsiteY16" fmla="*/ 196709 h 210120"/>
                <a:gd name="connsiteX17" fmla="*/ 84942 w 183576"/>
                <a:gd name="connsiteY17" fmla="*/ 203415 h 210120"/>
                <a:gd name="connsiteX18" fmla="*/ 78236 w 183576"/>
                <a:gd name="connsiteY18" fmla="*/ 210121 h 2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3576" h="210120">
                  <a:moveTo>
                    <a:pt x="78236" y="210121"/>
                  </a:moveTo>
                  <a:lnTo>
                    <a:pt x="24632" y="210121"/>
                  </a:lnTo>
                  <a:cubicBezTo>
                    <a:pt x="11050" y="210121"/>
                    <a:pt x="0" y="199071"/>
                    <a:pt x="0" y="185488"/>
                  </a:cubicBezTo>
                  <a:lnTo>
                    <a:pt x="0" y="24632"/>
                  </a:lnTo>
                  <a:cubicBezTo>
                    <a:pt x="0" y="11050"/>
                    <a:pt x="11050" y="0"/>
                    <a:pt x="24632" y="0"/>
                  </a:cubicBezTo>
                  <a:lnTo>
                    <a:pt x="158944" y="0"/>
                  </a:lnTo>
                  <a:cubicBezTo>
                    <a:pt x="172526" y="0"/>
                    <a:pt x="183576" y="11050"/>
                    <a:pt x="183576" y="24632"/>
                  </a:cubicBezTo>
                  <a:lnTo>
                    <a:pt x="183576" y="88295"/>
                  </a:lnTo>
                  <a:cubicBezTo>
                    <a:pt x="183576" y="91999"/>
                    <a:pt x="180574" y="95001"/>
                    <a:pt x="176870" y="95001"/>
                  </a:cubicBezTo>
                  <a:cubicBezTo>
                    <a:pt x="173166" y="95001"/>
                    <a:pt x="170164" y="91999"/>
                    <a:pt x="170164" y="88295"/>
                  </a:cubicBezTo>
                  <a:lnTo>
                    <a:pt x="170164" y="24632"/>
                  </a:lnTo>
                  <a:cubicBezTo>
                    <a:pt x="170164" y="18445"/>
                    <a:pt x="165130" y="13412"/>
                    <a:pt x="158944" y="13412"/>
                  </a:cubicBezTo>
                  <a:lnTo>
                    <a:pt x="24632" y="13412"/>
                  </a:lnTo>
                  <a:cubicBezTo>
                    <a:pt x="18445" y="13412"/>
                    <a:pt x="13412" y="18446"/>
                    <a:pt x="13412" y="24632"/>
                  </a:cubicBezTo>
                  <a:lnTo>
                    <a:pt x="13412" y="185488"/>
                  </a:lnTo>
                  <a:cubicBezTo>
                    <a:pt x="13412" y="191675"/>
                    <a:pt x="18446" y="196709"/>
                    <a:pt x="24632" y="196709"/>
                  </a:cubicBezTo>
                  <a:lnTo>
                    <a:pt x="78236" y="196709"/>
                  </a:lnTo>
                  <a:cubicBezTo>
                    <a:pt x="81940" y="196709"/>
                    <a:pt x="84942" y="199711"/>
                    <a:pt x="84942" y="203415"/>
                  </a:cubicBezTo>
                  <a:cubicBezTo>
                    <a:pt x="84942" y="207119"/>
                    <a:pt x="81940" y="210121"/>
                    <a:pt x="78236" y="210121"/>
                  </a:cubicBezTo>
                  <a:close/>
                </a:path>
              </a:pathLst>
            </a:custGeom>
            <a:solidFill>
              <a:srgbClr val="000000"/>
            </a:solidFill>
            <a:ln w="27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grpSp>
          <p:nvGrpSpPr>
            <p:cNvPr id="50" name="组合 49"/>
            <p:cNvGrpSpPr/>
            <p:nvPr/>
          </p:nvGrpSpPr>
          <p:grpSpPr>
            <a:xfrm>
              <a:off x="6372887" y="1771306"/>
              <a:ext cx="164920" cy="169144"/>
              <a:chOff x="6372887" y="1771306"/>
              <a:chExt cx="164920" cy="169144"/>
            </a:xfrm>
          </p:grpSpPr>
          <p:sp>
            <p:nvSpPr>
              <p:cNvPr id="51" name="任意多边形: 形状 50"/>
              <p:cNvSpPr/>
              <p:nvPr/>
            </p:nvSpPr>
            <p:spPr>
              <a:xfrm>
                <a:off x="6372887" y="1771306"/>
                <a:ext cx="164920" cy="169144"/>
              </a:xfrm>
              <a:custGeom>
                <a:avLst/>
                <a:gdLst>
                  <a:gd name="connsiteX0" fmla="*/ 0 w 164920"/>
                  <a:gd name="connsiteY0" fmla="*/ 0 h 169144"/>
                  <a:gd name="connsiteX1" fmla="*/ 103023 w 164920"/>
                  <a:gd name="connsiteY1" fmla="*/ 0 h 169144"/>
                  <a:gd name="connsiteX2" fmla="*/ 103023 w 164920"/>
                  <a:gd name="connsiteY2" fmla="*/ 13412 h 169144"/>
                  <a:gd name="connsiteX3" fmla="*/ 0 w 164920"/>
                  <a:gd name="connsiteY3" fmla="*/ 13412 h 169144"/>
                  <a:gd name="connsiteX4" fmla="*/ 0 w 164920"/>
                  <a:gd name="connsiteY4" fmla="*/ 53648 h 169144"/>
                  <a:gd name="connsiteX5" fmla="*/ 68951 w 164920"/>
                  <a:gd name="connsiteY5" fmla="*/ 53648 h 169144"/>
                  <a:gd name="connsiteX6" fmla="*/ 68951 w 164920"/>
                  <a:gd name="connsiteY6" fmla="*/ 67060 h 169144"/>
                  <a:gd name="connsiteX7" fmla="*/ 0 w 164920"/>
                  <a:gd name="connsiteY7" fmla="*/ 67060 h 169144"/>
                  <a:gd name="connsiteX8" fmla="*/ 115464 w 164920"/>
                  <a:gd name="connsiteY8" fmla="*/ 169144 h 169144"/>
                  <a:gd name="connsiteX9" fmla="*/ 66007 w 164920"/>
                  <a:gd name="connsiteY9" fmla="*/ 119688 h 169144"/>
                  <a:gd name="connsiteX10" fmla="*/ 115464 w 164920"/>
                  <a:gd name="connsiteY10" fmla="*/ 70231 h 169144"/>
                  <a:gd name="connsiteX11" fmla="*/ 164921 w 164920"/>
                  <a:gd name="connsiteY11" fmla="*/ 119688 h 169144"/>
                  <a:gd name="connsiteX12" fmla="*/ 115464 w 164920"/>
                  <a:gd name="connsiteY12" fmla="*/ 169144 h 169144"/>
                  <a:gd name="connsiteX13" fmla="*/ 115464 w 164920"/>
                  <a:gd name="connsiteY13" fmla="*/ 82526 h 169144"/>
                  <a:gd name="connsiteX14" fmla="*/ 78302 w 164920"/>
                  <a:gd name="connsiteY14" fmla="*/ 119688 h 169144"/>
                  <a:gd name="connsiteX15" fmla="*/ 115464 w 164920"/>
                  <a:gd name="connsiteY15" fmla="*/ 156850 h 169144"/>
                  <a:gd name="connsiteX16" fmla="*/ 152626 w 164920"/>
                  <a:gd name="connsiteY16" fmla="*/ 119688 h 169144"/>
                  <a:gd name="connsiteX17" fmla="*/ 115464 w 164920"/>
                  <a:gd name="connsiteY17" fmla="*/ 82526 h 1691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64920" h="169144">
                    <a:moveTo>
                      <a:pt x="0" y="0"/>
                    </a:moveTo>
                    <a:lnTo>
                      <a:pt x="103023" y="0"/>
                    </a:lnTo>
                    <a:lnTo>
                      <a:pt x="103023" y="13412"/>
                    </a:lnTo>
                    <a:lnTo>
                      <a:pt x="0" y="13412"/>
                    </a:lnTo>
                    <a:close/>
                    <a:moveTo>
                      <a:pt x="0" y="53648"/>
                    </a:moveTo>
                    <a:lnTo>
                      <a:pt x="68951" y="53648"/>
                    </a:lnTo>
                    <a:lnTo>
                      <a:pt x="68951" y="67060"/>
                    </a:lnTo>
                    <a:lnTo>
                      <a:pt x="0" y="67060"/>
                    </a:lnTo>
                    <a:close/>
                    <a:moveTo>
                      <a:pt x="115464" y="169144"/>
                    </a:moveTo>
                    <a:cubicBezTo>
                      <a:pt x="88193" y="169144"/>
                      <a:pt x="66007" y="146958"/>
                      <a:pt x="66007" y="119688"/>
                    </a:cubicBezTo>
                    <a:cubicBezTo>
                      <a:pt x="66007" y="92417"/>
                      <a:pt x="88193" y="70231"/>
                      <a:pt x="115464" y="70231"/>
                    </a:cubicBezTo>
                    <a:cubicBezTo>
                      <a:pt x="142734" y="70231"/>
                      <a:pt x="164921" y="92417"/>
                      <a:pt x="164921" y="119688"/>
                    </a:cubicBezTo>
                    <a:cubicBezTo>
                      <a:pt x="164921" y="146958"/>
                      <a:pt x="142734" y="169144"/>
                      <a:pt x="115464" y="169144"/>
                    </a:cubicBezTo>
                    <a:close/>
                    <a:moveTo>
                      <a:pt x="115464" y="82526"/>
                    </a:moveTo>
                    <a:cubicBezTo>
                      <a:pt x="94972" y="82526"/>
                      <a:pt x="78302" y="99196"/>
                      <a:pt x="78302" y="119688"/>
                    </a:cubicBezTo>
                    <a:cubicBezTo>
                      <a:pt x="78302" y="140179"/>
                      <a:pt x="94972" y="156850"/>
                      <a:pt x="115464" y="156850"/>
                    </a:cubicBezTo>
                    <a:cubicBezTo>
                      <a:pt x="135955" y="156850"/>
                      <a:pt x="152626" y="140179"/>
                      <a:pt x="152626" y="119688"/>
                    </a:cubicBezTo>
                    <a:cubicBezTo>
                      <a:pt x="152626" y="99196"/>
                      <a:pt x="135955" y="82526"/>
                      <a:pt x="115464" y="8252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52" name="任意多边形: 形状 51"/>
              <p:cNvSpPr/>
              <p:nvPr/>
            </p:nvSpPr>
            <p:spPr>
              <a:xfrm>
                <a:off x="6467257" y="1875140"/>
                <a:ext cx="45517" cy="38838"/>
              </a:xfrm>
              <a:custGeom>
                <a:avLst/>
                <a:gdLst>
                  <a:gd name="connsiteX0" fmla="*/ 13105 w 45517"/>
                  <a:gd name="connsiteY0" fmla="*/ 13214 h 38838"/>
                  <a:gd name="connsiteX1" fmla="*/ 11654 w 45517"/>
                  <a:gd name="connsiteY1" fmla="*/ 12477 h 38838"/>
                  <a:gd name="connsiteX2" fmla="*/ 1788 w 45517"/>
                  <a:gd name="connsiteY2" fmla="*/ 12477 h 38838"/>
                  <a:gd name="connsiteX3" fmla="*/ 338 w 45517"/>
                  <a:gd name="connsiteY3" fmla="*/ 15312 h 38838"/>
                  <a:gd name="connsiteX4" fmla="*/ 16810 w 45517"/>
                  <a:gd name="connsiteY4" fmla="*/ 38101 h 38838"/>
                  <a:gd name="connsiteX5" fmla="*/ 19690 w 45517"/>
                  <a:gd name="connsiteY5" fmla="*/ 38101 h 38838"/>
                  <a:gd name="connsiteX6" fmla="*/ 45180 w 45517"/>
                  <a:gd name="connsiteY6" fmla="*/ 2835 h 38838"/>
                  <a:gd name="connsiteX7" fmla="*/ 43729 w 45517"/>
                  <a:gd name="connsiteY7" fmla="*/ 0 h 38838"/>
                  <a:gd name="connsiteX8" fmla="*/ 33841 w 45517"/>
                  <a:gd name="connsiteY8" fmla="*/ 0 h 38838"/>
                  <a:gd name="connsiteX9" fmla="*/ 32391 w 45517"/>
                  <a:gd name="connsiteY9" fmla="*/ 737 h 38838"/>
                  <a:gd name="connsiteX10" fmla="*/ 18217 w 45517"/>
                  <a:gd name="connsiteY10" fmla="*/ 20334 h 38838"/>
                  <a:gd name="connsiteX11" fmla="*/ 13105 w 45517"/>
                  <a:gd name="connsiteY11" fmla="*/ 13214 h 3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5517" h="38838">
                    <a:moveTo>
                      <a:pt x="13105" y="13214"/>
                    </a:moveTo>
                    <a:cubicBezTo>
                      <a:pt x="12770" y="12745"/>
                      <a:pt x="12234" y="12477"/>
                      <a:pt x="11654" y="12477"/>
                    </a:cubicBezTo>
                    <a:lnTo>
                      <a:pt x="1788" y="12477"/>
                    </a:lnTo>
                    <a:cubicBezTo>
                      <a:pt x="338" y="12477"/>
                      <a:pt x="-511" y="14129"/>
                      <a:pt x="338" y="15312"/>
                    </a:cubicBezTo>
                    <a:lnTo>
                      <a:pt x="16810" y="38101"/>
                    </a:lnTo>
                    <a:cubicBezTo>
                      <a:pt x="17525" y="39084"/>
                      <a:pt x="18976" y="39084"/>
                      <a:pt x="19690" y="38101"/>
                    </a:cubicBezTo>
                    <a:lnTo>
                      <a:pt x="45180" y="2835"/>
                    </a:lnTo>
                    <a:cubicBezTo>
                      <a:pt x="46028" y="1652"/>
                      <a:pt x="45180" y="0"/>
                      <a:pt x="43729" y="0"/>
                    </a:cubicBezTo>
                    <a:lnTo>
                      <a:pt x="33841" y="0"/>
                    </a:lnTo>
                    <a:cubicBezTo>
                      <a:pt x="33261" y="0"/>
                      <a:pt x="32725" y="268"/>
                      <a:pt x="32391" y="737"/>
                    </a:cubicBezTo>
                    <a:lnTo>
                      <a:pt x="18217" y="20334"/>
                    </a:lnTo>
                    <a:cubicBezTo>
                      <a:pt x="18216" y="20334"/>
                      <a:pt x="13105" y="13214"/>
                      <a:pt x="13105" y="1321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</p:grpSp>
      </p:grpSp>
      <p:grpSp>
        <p:nvGrpSpPr>
          <p:cNvPr id="53" name="组合 52"/>
          <p:cNvGrpSpPr/>
          <p:nvPr/>
        </p:nvGrpSpPr>
        <p:grpSpPr>
          <a:xfrm>
            <a:off x="3762375" y="1073785"/>
            <a:ext cx="218440" cy="254000"/>
            <a:chOff x="3198260" y="615519"/>
            <a:chExt cx="1631673" cy="1896710"/>
          </a:xfrm>
        </p:grpSpPr>
        <p:sp>
          <p:nvSpPr>
            <p:cNvPr id="54" name="任意多边形: 形状 53"/>
            <p:cNvSpPr/>
            <p:nvPr/>
          </p:nvSpPr>
          <p:spPr>
            <a:xfrm>
              <a:off x="3198260" y="615519"/>
              <a:ext cx="1631673" cy="1896710"/>
            </a:xfrm>
            <a:custGeom>
              <a:avLst/>
              <a:gdLst>
                <a:gd name="connsiteX0" fmla="*/ 1631674 w 1631673"/>
                <a:gd name="connsiteY0" fmla="*/ 269185 h 1896710"/>
                <a:gd name="connsiteX1" fmla="*/ 1590260 w 1631673"/>
                <a:gd name="connsiteY1" fmla="*/ 252619 h 1896710"/>
                <a:gd name="connsiteX2" fmla="*/ 861391 w 1631673"/>
                <a:gd name="connsiteY2" fmla="*/ 16565 h 1896710"/>
                <a:gd name="connsiteX3" fmla="*/ 828260 w 1631673"/>
                <a:gd name="connsiteY3" fmla="*/ 0 h 1896710"/>
                <a:gd name="connsiteX4" fmla="*/ 795131 w 1631673"/>
                <a:gd name="connsiteY4" fmla="*/ 16565 h 1896710"/>
                <a:gd name="connsiteX5" fmla="*/ 49696 w 1631673"/>
                <a:gd name="connsiteY5" fmla="*/ 231913 h 1896710"/>
                <a:gd name="connsiteX6" fmla="*/ 0 w 1631673"/>
                <a:gd name="connsiteY6" fmla="*/ 265044 h 1896710"/>
                <a:gd name="connsiteX7" fmla="*/ 0 w 1631673"/>
                <a:gd name="connsiteY7" fmla="*/ 762000 h 1896710"/>
                <a:gd name="connsiteX8" fmla="*/ 815837 w 1631673"/>
                <a:gd name="connsiteY8" fmla="*/ 1896710 h 1896710"/>
                <a:gd name="connsiteX9" fmla="*/ 1631674 w 1631673"/>
                <a:gd name="connsiteY9" fmla="*/ 757859 h 1896710"/>
                <a:gd name="connsiteX10" fmla="*/ 1631674 w 1631673"/>
                <a:gd name="connsiteY10" fmla="*/ 269185 h 1896710"/>
                <a:gd name="connsiteX11" fmla="*/ 815837 w 1631673"/>
                <a:gd name="connsiteY11" fmla="*/ 1809750 h 1896710"/>
                <a:gd name="connsiteX12" fmla="*/ 82827 w 1631673"/>
                <a:gd name="connsiteY12" fmla="*/ 757859 h 1896710"/>
                <a:gd name="connsiteX13" fmla="*/ 82827 w 1631673"/>
                <a:gd name="connsiteY13" fmla="*/ 323022 h 1896710"/>
                <a:gd name="connsiteX14" fmla="*/ 828260 w 1631673"/>
                <a:gd name="connsiteY14" fmla="*/ 107674 h 1896710"/>
                <a:gd name="connsiteX15" fmla="*/ 1532282 w 1631673"/>
                <a:gd name="connsiteY15" fmla="*/ 339587 h 1896710"/>
                <a:gd name="connsiteX16" fmla="*/ 1544706 w 1631673"/>
                <a:gd name="connsiteY16" fmla="*/ 339587 h 1896710"/>
                <a:gd name="connsiteX17" fmla="*/ 1544706 w 1631673"/>
                <a:gd name="connsiteY17" fmla="*/ 757859 h 1896710"/>
                <a:gd name="connsiteX18" fmla="*/ 815837 w 1631673"/>
                <a:gd name="connsiteY18" fmla="*/ 1809750 h 1896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31673" h="1896710">
                  <a:moveTo>
                    <a:pt x="1631674" y="269185"/>
                  </a:moveTo>
                  <a:cubicBezTo>
                    <a:pt x="1631674" y="248478"/>
                    <a:pt x="1610968" y="252619"/>
                    <a:pt x="1590260" y="252619"/>
                  </a:cubicBezTo>
                  <a:cubicBezTo>
                    <a:pt x="1056032" y="269185"/>
                    <a:pt x="861391" y="16565"/>
                    <a:pt x="861391" y="16565"/>
                  </a:cubicBezTo>
                  <a:cubicBezTo>
                    <a:pt x="853109" y="4141"/>
                    <a:pt x="840686" y="0"/>
                    <a:pt x="828260" y="0"/>
                  </a:cubicBezTo>
                  <a:cubicBezTo>
                    <a:pt x="815837" y="0"/>
                    <a:pt x="803413" y="8283"/>
                    <a:pt x="795131" y="16565"/>
                  </a:cubicBezTo>
                  <a:cubicBezTo>
                    <a:pt x="567359" y="331304"/>
                    <a:pt x="53837" y="231913"/>
                    <a:pt x="49696" y="231913"/>
                  </a:cubicBezTo>
                  <a:cubicBezTo>
                    <a:pt x="24848" y="227772"/>
                    <a:pt x="4141" y="244337"/>
                    <a:pt x="0" y="265044"/>
                  </a:cubicBezTo>
                  <a:lnTo>
                    <a:pt x="0" y="762000"/>
                  </a:lnTo>
                  <a:cubicBezTo>
                    <a:pt x="0" y="770282"/>
                    <a:pt x="70401" y="1681369"/>
                    <a:pt x="815837" y="1896710"/>
                  </a:cubicBezTo>
                  <a:cubicBezTo>
                    <a:pt x="1561272" y="1681369"/>
                    <a:pt x="1631674" y="770282"/>
                    <a:pt x="1631674" y="757859"/>
                  </a:cubicBezTo>
                  <a:lnTo>
                    <a:pt x="1631674" y="269185"/>
                  </a:lnTo>
                  <a:close/>
                  <a:moveTo>
                    <a:pt x="815837" y="1809750"/>
                  </a:moveTo>
                  <a:cubicBezTo>
                    <a:pt x="149087" y="1598544"/>
                    <a:pt x="82827" y="762000"/>
                    <a:pt x="82827" y="757859"/>
                  </a:cubicBezTo>
                  <a:lnTo>
                    <a:pt x="82827" y="323022"/>
                  </a:lnTo>
                  <a:cubicBezTo>
                    <a:pt x="219488" y="339587"/>
                    <a:pt x="608772" y="364435"/>
                    <a:pt x="828260" y="107674"/>
                  </a:cubicBezTo>
                  <a:cubicBezTo>
                    <a:pt x="906946" y="182218"/>
                    <a:pt x="1118152" y="339587"/>
                    <a:pt x="1532282" y="339587"/>
                  </a:cubicBezTo>
                  <a:lnTo>
                    <a:pt x="1544706" y="339587"/>
                  </a:lnTo>
                  <a:lnTo>
                    <a:pt x="1544706" y="757859"/>
                  </a:lnTo>
                  <a:cubicBezTo>
                    <a:pt x="1548847" y="762000"/>
                    <a:pt x="1482587" y="1598544"/>
                    <a:pt x="815837" y="1809750"/>
                  </a:cubicBezTo>
                  <a:close/>
                </a:path>
              </a:pathLst>
            </a:custGeom>
            <a:solidFill>
              <a:srgbClr val="000000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5" name="星形: 五角 54"/>
            <p:cNvSpPr/>
            <p:nvPr/>
          </p:nvSpPr>
          <p:spPr>
            <a:xfrm>
              <a:off x="3576638" y="1037081"/>
              <a:ext cx="849755" cy="849755"/>
            </a:xfrm>
            <a:prstGeom prst="star5">
              <a:avLst/>
            </a:prstGeom>
            <a:noFill/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7952105" y="1076325"/>
            <a:ext cx="208280" cy="208280"/>
            <a:chOff x="7282928" y="1494289"/>
            <a:chExt cx="1215628" cy="1214437"/>
          </a:xfrm>
        </p:grpSpPr>
        <p:sp>
          <p:nvSpPr>
            <p:cNvPr id="57" name="任意多边形: 形状 56"/>
            <p:cNvSpPr/>
            <p:nvPr/>
          </p:nvSpPr>
          <p:spPr>
            <a:xfrm>
              <a:off x="7948487" y="2159848"/>
              <a:ext cx="548878" cy="548878"/>
            </a:xfrm>
            <a:custGeom>
              <a:avLst/>
              <a:gdLst>
                <a:gd name="connsiteX0" fmla="*/ 274439 w 548878"/>
                <a:gd name="connsiteY0" fmla="*/ 548878 h 548878"/>
                <a:gd name="connsiteX1" fmla="*/ 0 w 548878"/>
                <a:gd name="connsiteY1" fmla="*/ 274439 h 548878"/>
                <a:gd name="connsiteX2" fmla="*/ 274439 w 548878"/>
                <a:gd name="connsiteY2" fmla="*/ 0 h 548878"/>
                <a:gd name="connsiteX3" fmla="*/ 548878 w 548878"/>
                <a:gd name="connsiteY3" fmla="*/ 274439 h 548878"/>
                <a:gd name="connsiteX4" fmla="*/ 274439 w 548878"/>
                <a:gd name="connsiteY4" fmla="*/ 548878 h 548878"/>
                <a:gd name="connsiteX5" fmla="*/ 274439 w 548878"/>
                <a:gd name="connsiteY5" fmla="*/ 59531 h 548878"/>
                <a:gd name="connsiteX6" fmla="*/ 59531 w 548878"/>
                <a:gd name="connsiteY6" fmla="*/ 274439 h 548878"/>
                <a:gd name="connsiteX7" fmla="*/ 274439 w 548878"/>
                <a:gd name="connsiteY7" fmla="*/ 489347 h 548878"/>
                <a:gd name="connsiteX8" fmla="*/ 489347 w 548878"/>
                <a:gd name="connsiteY8" fmla="*/ 274439 h 548878"/>
                <a:gd name="connsiteX9" fmla="*/ 274439 w 548878"/>
                <a:gd name="connsiteY9" fmla="*/ 60722 h 548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8878" h="548878">
                  <a:moveTo>
                    <a:pt x="274439" y="548878"/>
                  </a:moveTo>
                  <a:cubicBezTo>
                    <a:pt x="122871" y="548878"/>
                    <a:pt x="0" y="426008"/>
                    <a:pt x="0" y="274439"/>
                  </a:cubicBezTo>
                  <a:cubicBezTo>
                    <a:pt x="0" y="122871"/>
                    <a:pt x="122871" y="0"/>
                    <a:pt x="274439" y="0"/>
                  </a:cubicBezTo>
                  <a:cubicBezTo>
                    <a:pt x="426008" y="0"/>
                    <a:pt x="548878" y="122871"/>
                    <a:pt x="548878" y="274439"/>
                  </a:cubicBezTo>
                  <a:cubicBezTo>
                    <a:pt x="548551" y="425872"/>
                    <a:pt x="425872" y="548551"/>
                    <a:pt x="274439" y="548878"/>
                  </a:cubicBezTo>
                  <a:close/>
                  <a:moveTo>
                    <a:pt x="274439" y="59531"/>
                  </a:moveTo>
                  <a:cubicBezTo>
                    <a:pt x="155749" y="59531"/>
                    <a:pt x="59531" y="155749"/>
                    <a:pt x="59531" y="274439"/>
                  </a:cubicBezTo>
                  <a:cubicBezTo>
                    <a:pt x="59531" y="393130"/>
                    <a:pt x="155749" y="489347"/>
                    <a:pt x="274439" y="489347"/>
                  </a:cubicBezTo>
                  <a:cubicBezTo>
                    <a:pt x="393130" y="489347"/>
                    <a:pt x="489347" y="393130"/>
                    <a:pt x="489347" y="274439"/>
                  </a:cubicBezTo>
                  <a:cubicBezTo>
                    <a:pt x="488530" y="156283"/>
                    <a:pt x="392599" y="60882"/>
                    <a:pt x="274439" y="60722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7282928" y="1494289"/>
              <a:ext cx="1215628" cy="1214437"/>
            </a:xfrm>
            <a:custGeom>
              <a:avLst/>
              <a:gdLst>
                <a:gd name="connsiteX0" fmla="*/ 396776 w 1215628"/>
                <a:gd name="connsiteY0" fmla="*/ 1214438 h 1214437"/>
                <a:gd name="connsiteX1" fmla="*/ 152102 w 1215628"/>
                <a:gd name="connsiteY1" fmla="*/ 1214438 h 1214437"/>
                <a:gd name="connsiteX2" fmla="*/ 0 w 1215628"/>
                <a:gd name="connsiteY2" fmla="*/ 1062335 h 1214437"/>
                <a:gd name="connsiteX3" fmla="*/ 0 w 1215628"/>
                <a:gd name="connsiteY3" fmla="*/ 817662 h 1214437"/>
                <a:gd name="connsiteX4" fmla="*/ 152102 w 1215628"/>
                <a:gd name="connsiteY4" fmla="*/ 666750 h 1214437"/>
                <a:gd name="connsiteX5" fmla="*/ 396776 w 1215628"/>
                <a:gd name="connsiteY5" fmla="*/ 666750 h 1214437"/>
                <a:gd name="connsiteX6" fmla="*/ 547688 w 1215628"/>
                <a:gd name="connsiteY6" fmla="*/ 817662 h 1214437"/>
                <a:gd name="connsiteX7" fmla="*/ 547688 w 1215628"/>
                <a:gd name="connsiteY7" fmla="*/ 1062335 h 1214437"/>
                <a:gd name="connsiteX8" fmla="*/ 396776 w 1215628"/>
                <a:gd name="connsiteY8" fmla="*/ 1214438 h 1214437"/>
                <a:gd name="connsiteX9" fmla="*/ 152102 w 1215628"/>
                <a:gd name="connsiteY9" fmla="*/ 726281 h 1214437"/>
                <a:gd name="connsiteX10" fmla="*/ 59531 w 1215628"/>
                <a:gd name="connsiteY10" fmla="*/ 817057 h 1214437"/>
                <a:gd name="connsiteX11" fmla="*/ 59531 w 1215628"/>
                <a:gd name="connsiteY11" fmla="*/ 818852 h 1214437"/>
                <a:gd name="connsiteX12" fmla="*/ 59531 w 1215628"/>
                <a:gd name="connsiteY12" fmla="*/ 1063526 h 1214437"/>
                <a:gd name="connsiteX13" fmla="*/ 150307 w 1215628"/>
                <a:gd name="connsiteY13" fmla="*/ 1156097 h 1214437"/>
                <a:gd name="connsiteX14" fmla="*/ 152102 w 1215628"/>
                <a:gd name="connsiteY14" fmla="*/ 1156097 h 1214437"/>
                <a:gd name="connsiteX15" fmla="*/ 396776 w 1215628"/>
                <a:gd name="connsiteY15" fmla="*/ 1156097 h 1214437"/>
                <a:gd name="connsiteX16" fmla="*/ 488180 w 1215628"/>
                <a:gd name="connsiteY16" fmla="*/ 1064145 h 1214437"/>
                <a:gd name="connsiteX17" fmla="*/ 488156 w 1215628"/>
                <a:gd name="connsiteY17" fmla="*/ 1062335 h 1214437"/>
                <a:gd name="connsiteX18" fmla="*/ 488156 w 1215628"/>
                <a:gd name="connsiteY18" fmla="*/ 817662 h 1214437"/>
                <a:gd name="connsiteX19" fmla="*/ 396776 w 1215628"/>
                <a:gd name="connsiteY19" fmla="*/ 726281 h 1214437"/>
                <a:gd name="connsiteX20" fmla="*/ 1062335 w 1215628"/>
                <a:gd name="connsiteY20" fmla="*/ 547688 h 1214437"/>
                <a:gd name="connsiteX21" fmla="*/ 817662 w 1215628"/>
                <a:gd name="connsiteY21" fmla="*/ 547688 h 1214437"/>
                <a:gd name="connsiteX22" fmla="*/ 666750 w 1215628"/>
                <a:gd name="connsiteY22" fmla="*/ 396776 h 1214437"/>
                <a:gd name="connsiteX23" fmla="*/ 666750 w 1215628"/>
                <a:gd name="connsiteY23" fmla="*/ 152102 h 1214437"/>
                <a:gd name="connsiteX24" fmla="*/ 818852 w 1215628"/>
                <a:gd name="connsiteY24" fmla="*/ 0 h 1214437"/>
                <a:gd name="connsiteX25" fmla="*/ 1063526 w 1215628"/>
                <a:gd name="connsiteY25" fmla="*/ 0 h 1214437"/>
                <a:gd name="connsiteX26" fmla="*/ 1215628 w 1215628"/>
                <a:gd name="connsiteY26" fmla="*/ 152102 h 1214437"/>
                <a:gd name="connsiteX27" fmla="*/ 1215628 w 1215628"/>
                <a:gd name="connsiteY27" fmla="*/ 396776 h 1214437"/>
                <a:gd name="connsiteX28" fmla="*/ 1062345 w 1215628"/>
                <a:gd name="connsiteY28" fmla="*/ 547688 h 1214437"/>
                <a:gd name="connsiteX29" fmla="*/ 1062335 w 1215628"/>
                <a:gd name="connsiteY29" fmla="*/ 547688 h 1214437"/>
                <a:gd name="connsiteX30" fmla="*/ 817662 w 1215628"/>
                <a:gd name="connsiteY30" fmla="*/ 59531 h 1214437"/>
                <a:gd name="connsiteX31" fmla="*/ 726278 w 1215628"/>
                <a:gd name="connsiteY31" fmla="*/ 151501 h 1214437"/>
                <a:gd name="connsiteX32" fmla="*/ 726281 w 1215628"/>
                <a:gd name="connsiteY32" fmla="*/ 152102 h 1214437"/>
                <a:gd name="connsiteX33" fmla="*/ 726281 w 1215628"/>
                <a:gd name="connsiteY33" fmla="*/ 396776 h 1214437"/>
                <a:gd name="connsiteX34" fmla="*/ 817662 w 1215628"/>
                <a:gd name="connsiteY34" fmla="*/ 488156 h 1214437"/>
                <a:gd name="connsiteX35" fmla="*/ 1062335 w 1215628"/>
                <a:gd name="connsiteY35" fmla="*/ 488156 h 1214437"/>
                <a:gd name="connsiteX36" fmla="*/ 1154906 w 1215628"/>
                <a:gd name="connsiteY36" fmla="*/ 397380 h 1214437"/>
                <a:gd name="connsiteX37" fmla="*/ 1154906 w 1215628"/>
                <a:gd name="connsiteY37" fmla="*/ 395585 h 1214437"/>
                <a:gd name="connsiteX38" fmla="*/ 1154906 w 1215628"/>
                <a:gd name="connsiteY38" fmla="*/ 152102 h 1214437"/>
                <a:gd name="connsiteX39" fmla="*/ 1064130 w 1215628"/>
                <a:gd name="connsiteY39" fmla="*/ 59531 h 1214437"/>
                <a:gd name="connsiteX40" fmla="*/ 1062335 w 1215628"/>
                <a:gd name="connsiteY40" fmla="*/ 59531 h 1214437"/>
                <a:gd name="connsiteX41" fmla="*/ 396776 w 1215628"/>
                <a:gd name="connsiteY41" fmla="*/ 547688 h 1214437"/>
                <a:gd name="connsiteX42" fmla="*/ 152102 w 1215628"/>
                <a:gd name="connsiteY42" fmla="*/ 547688 h 1214437"/>
                <a:gd name="connsiteX43" fmla="*/ 0 w 1215628"/>
                <a:gd name="connsiteY43" fmla="*/ 395585 h 1214437"/>
                <a:gd name="connsiteX44" fmla="*/ 0 w 1215628"/>
                <a:gd name="connsiteY44" fmla="*/ 152102 h 1214437"/>
                <a:gd name="connsiteX45" fmla="*/ 152102 w 1215628"/>
                <a:gd name="connsiteY45" fmla="*/ 0 h 1214437"/>
                <a:gd name="connsiteX46" fmla="*/ 396776 w 1215628"/>
                <a:gd name="connsiteY46" fmla="*/ 0 h 1214437"/>
                <a:gd name="connsiteX47" fmla="*/ 547688 w 1215628"/>
                <a:gd name="connsiteY47" fmla="*/ 152102 h 1214437"/>
                <a:gd name="connsiteX48" fmla="*/ 547688 w 1215628"/>
                <a:gd name="connsiteY48" fmla="*/ 396776 h 1214437"/>
                <a:gd name="connsiteX49" fmla="*/ 396776 w 1215628"/>
                <a:gd name="connsiteY49" fmla="*/ 547688 h 1214437"/>
                <a:gd name="connsiteX50" fmla="*/ 152102 w 1215628"/>
                <a:gd name="connsiteY50" fmla="*/ 59531 h 1214437"/>
                <a:gd name="connsiteX51" fmla="*/ 59531 w 1215628"/>
                <a:gd name="connsiteY51" fmla="*/ 150307 h 1214437"/>
                <a:gd name="connsiteX52" fmla="*/ 59531 w 1215628"/>
                <a:gd name="connsiteY52" fmla="*/ 152102 h 1214437"/>
                <a:gd name="connsiteX53" fmla="*/ 59531 w 1215628"/>
                <a:gd name="connsiteY53" fmla="*/ 396776 h 1214437"/>
                <a:gd name="connsiteX54" fmla="*/ 151501 w 1215628"/>
                <a:gd name="connsiteY54" fmla="*/ 488160 h 1214437"/>
                <a:gd name="connsiteX55" fmla="*/ 152102 w 1215628"/>
                <a:gd name="connsiteY55" fmla="*/ 488156 h 1214437"/>
                <a:gd name="connsiteX56" fmla="*/ 396776 w 1215628"/>
                <a:gd name="connsiteY56" fmla="*/ 488156 h 1214437"/>
                <a:gd name="connsiteX57" fmla="*/ 488156 w 1215628"/>
                <a:gd name="connsiteY57" fmla="*/ 396776 h 1214437"/>
                <a:gd name="connsiteX58" fmla="*/ 488156 w 1215628"/>
                <a:gd name="connsiteY58" fmla="*/ 152102 h 1214437"/>
                <a:gd name="connsiteX59" fmla="*/ 397380 w 1215628"/>
                <a:gd name="connsiteY59" fmla="*/ 59531 h 1214437"/>
                <a:gd name="connsiteX60" fmla="*/ 395585 w 1215628"/>
                <a:gd name="connsiteY60" fmla="*/ 59531 h 1214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215628" h="1214437">
                  <a:moveTo>
                    <a:pt x="396776" y="1214438"/>
                  </a:moveTo>
                  <a:lnTo>
                    <a:pt x="152102" y="1214438"/>
                  </a:lnTo>
                  <a:cubicBezTo>
                    <a:pt x="68098" y="1214438"/>
                    <a:pt x="0" y="1146339"/>
                    <a:pt x="0" y="1062335"/>
                  </a:cubicBezTo>
                  <a:lnTo>
                    <a:pt x="0" y="817662"/>
                  </a:lnTo>
                  <a:cubicBezTo>
                    <a:pt x="655" y="734123"/>
                    <a:pt x="68561" y="666748"/>
                    <a:pt x="152102" y="666750"/>
                  </a:cubicBezTo>
                  <a:lnTo>
                    <a:pt x="396776" y="666750"/>
                  </a:lnTo>
                  <a:cubicBezTo>
                    <a:pt x="479852" y="667397"/>
                    <a:pt x="547040" y="734586"/>
                    <a:pt x="547688" y="817662"/>
                  </a:cubicBezTo>
                  <a:lnTo>
                    <a:pt x="547688" y="1062335"/>
                  </a:lnTo>
                  <a:cubicBezTo>
                    <a:pt x="547689" y="1145876"/>
                    <a:pt x="480315" y="1213785"/>
                    <a:pt x="396776" y="1214438"/>
                  </a:cubicBezTo>
                  <a:close/>
                  <a:moveTo>
                    <a:pt x="152102" y="726281"/>
                  </a:moveTo>
                  <a:cubicBezTo>
                    <a:pt x="101473" y="725786"/>
                    <a:pt x="60026" y="766428"/>
                    <a:pt x="59531" y="817057"/>
                  </a:cubicBezTo>
                  <a:cubicBezTo>
                    <a:pt x="59526" y="817656"/>
                    <a:pt x="59526" y="818253"/>
                    <a:pt x="59531" y="818852"/>
                  </a:cubicBezTo>
                  <a:lnTo>
                    <a:pt x="59531" y="1063526"/>
                  </a:lnTo>
                  <a:cubicBezTo>
                    <a:pt x="59036" y="1114155"/>
                    <a:pt x="99678" y="1155602"/>
                    <a:pt x="150307" y="1156097"/>
                  </a:cubicBezTo>
                  <a:cubicBezTo>
                    <a:pt x="150906" y="1156103"/>
                    <a:pt x="151503" y="1156103"/>
                    <a:pt x="152102" y="1156097"/>
                  </a:cubicBezTo>
                  <a:lnTo>
                    <a:pt x="396776" y="1156097"/>
                  </a:lnTo>
                  <a:cubicBezTo>
                    <a:pt x="447407" y="1155946"/>
                    <a:pt x="488331" y="1114777"/>
                    <a:pt x="488180" y="1064145"/>
                  </a:cubicBezTo>
                  <a:cubicBezTo>
                    <a:pt x="488179" y="1063543"/>
                    <a:pt x="488169" y="1062938"/>
                    <a:pt x="488156" y="1062335"/>
                  </a:cubicBezTo>
                  <a:lnTo>
                    <a:pt x="488156" y="817662"/>
                  </a:lnTo>
                  <a:cubicBezTo>
                    <a:pt x="487993" y="767261"/>
                    <a:pt x="447176" y="726445"/>
                    <a:pt x="396776" y="726281"/>
                  </a:cubicBezTo>
                  <a:close/>
                  <a:moveTo>
                    <a:pt x="1062335" y="547688"/>
                  </a:moveTo>
                  <a:lnTo>
                    <a:pt x="817662" y="547688"/>
                  </a:lnTo>
                  <a:cubicBezTo>
                    <a:pt x="734586" y="547040"/>
                    <a:pt x="667397" y="479852"/>
                    <a:pt x="666750" y="396776"/>
                  </a:cubicBezTo>
                  <a:lnTo>
                    <a:pt x="666750" y="152102"/>
                  </a:lnTo>
                  <a:cubicBezTo>
                    <a:pt x="666750" y="68098"/>
                    <a:pt x="734848" y="0"/>
                    <a:pt x="818852" y="0"/>
                  </a:cubicBezTo>
                  <a:lnTo>
                    <a:pt x="1063526" y="0"/>
                  </a:lnTo>
                  <a:cubicBezTo>
                    <a:pt x="1147530" y="0"/>
                    <a:pt x="1215628" y="68098"/>
                    <a:pt x="1215628" y="152102"/>
                  </a:cubicBezTo>
                  <a:lnTo>
                    <a:pt x="1215628" y="396776"/>
                  </a:lnTo>
                  <a:cubicBezTo>
                    <a:pt x="1214973" y="480776"/>
                    <a:pt x="1146345" y="548342"/>
                    <a:pt x="1062345" y="547688"/>
                  </a:cubicBezTo>
                  <a:cubicBezTo>
                    <a:pt x="1062341" y="547688"/>
                    <a:pt x="1062339" y="547688"/>
                    <a:pt x="1062335" y="547688"/>
                  </a:cubicBezTo>
                  <a:close/>
                  <a:moveTo>
                    <a:pt x="817662" y="59531"/>
                  </a:moveTo>
                  <a:cubicBezTo>
                    <a:pt x="767030" y="59693"/>
                    <a:pt x="726116" y="100870"/>
                    <a:pt x="726278" y="151501"/>
                  </a:cubicBezTo>
                  <a:cubicBezTo>
                    <a:pt x="726278" y="151702"/>
                    <a:pt x="726279" y="151901"/>
                    <a:pt x="726281" y="152102"/>
                  </a:cubicBezTo>
                  <a:lnTo>
                    <a:pt x="726281" y="396776"/>
                  </a:lnTo>
                  <a:cubicBezTo>
                    <a:pt x="726445" y="447176"/>
                    <a:pt x="767261" y="487993"/>
                    <a:pt x="817662" y="488156"/>
                  </a:cubicBezTo>
                  <a:lnTo>
                    <a:pt x="1062335" y="488156"/>
                  </a:lnTo>
                  <a:cubicBezTo>
                    <a:pt x="1112965" y="488651"/>
                    <a:pt x="1154411" y="448010"/>
                    <a:pt x="1154906" y="397380"/>
                  </a:cubicBezTo>
                  <a:cubicBezTo>
                    <a:pt x="1154912" y="396781"/>
                    <a:pt x="1154912" y="396184"/>
                    <a:pt x="1154906" y="395585"/>
                  </a:cubicBezTo>
                  <a:lnTo>
                    <a:pt x="1154906" y="152102"/>
                  </a:lnTo>
                  <a:cubicBezTo>
                    <a:pt x="1155401" y="101473"/>
                    <a:pt x="1114760" y="60026"/>
                    <a:pt x="1064130" y="59531"/>
                  </a:cubicBezTo>
                  <a:cubicBezTo>
                    <a:pt x="1063531" y="59526"/>
                    <a:pt x="1062934" y="59526"/>
                    <a:pt x="1062335" y="59531"/>
                  </a:cubicBezTo>
                  <a:close/>
                  <a:moveTo>
                    <a:pt x="396776" y="547688"/>
                  </a:moveTo>
                  <a:lnTo>
                    <a:pt x="152102" y="547688"/>
                  </a:lnTo>
                  <a:cubicBezTo>
                    <a:pt x="68098" y="547688"/>
                    <a:pt x="0" y="479589"/>
                    <a:pt x="0" y="395585"/>
                  </a:cubicBezTo>
                  <a:lnTo>
                    <a:pt x="0" y="152102"/>
                  </a:lnTo>
                  <a:cubicBezTo>
                    <a:pt x="0" y="68098"/>
                    <a:pt x="68098" y="0"/>
                    <a:pt x="152102" y="0"/>
                  </a:cubicBezTo>
                  <a:lnTo>
                    <a:pt x="396776" y="0"/>
                  </a:lnTo>
                  <a:cubicBezTo>
                    <a:pt x="480315" y="655"/>
                    <a:pt x="547689" y="68561"/>
                    <a:pt x="547688" y="152102"/>
                  </a:cubicBezTo>
                  <a:lnTo>
                    <a:pt x="547688" y="396776"/>
                  </a:lnTo>
                  <a:cubicBezTo>
                    <a:pt x="547040" y="479852"/>
                    <a:pt x="479852" y="547040"/>
                    <a:pt x="396776" y="547688"/>
                  </a:cubicBezTo>
                  <a:close/>
                  <a:moveTo>
                    <a:pt x="152102" y="59531"/>
                  </a:moveTo>
                  <a:cubicBezTo>
                    <a:pt x="101473" y="59036"/>
                    <a:pt x="60026" y="99678"/>
                    <a:pt x="59531" y="150307"/>
                  </a:cubicBezTo>
                  <a:cubicBezTo>
                    <a:pt x="59526" y="150906"/>
                    <a:pt x="59526" y="151503"/>
                    <a:pt x="59531" y="152102"/>
                  </a:cubicBezTo>
                  <a:lnTo>
                    <a:pt x="59531" y="396776"/>
                  </a:lnTo>
                  <a:cubicBezTo>
                    <a:pt x="59693" y="447407"/>
                    <a:pt x="100870" y="488322"/>
                    <a:pt x="151501" y="488160"/>
                  </a:cubicBezTo>
                  <a:cubicBezTo>
                    <a:pt x="151702" y="488160"/>
                    <a:pt x="151901" y="488158"/>
                    <a:pt x="152102" y="488156"/>
                  </a:cubicBezTo>
                  <a:lnTo>
                    <a:pt x="396776" y="488156"/>
                  </a:lnTo>
                  <a:cubicBezTo>
                    <a:pt x="447176" y="487993"/>
                    <a:pt x="487993" y="447176"/>
                    <a:pt x="488156" y="396776"/>
                  </a:cubicBezTo>
                  <a:lnTo>
                    <a:pt x="488156" y="152102"/>
                  </a:lnTo>
                  <a:cubicBezTo>
                    <a:pt x="488651" y="101473"/>
                    <a:pt x="448010" y="60026"/>
                    <a:pt x="397380" y="59531"/>
                  </a:cubicBezTo>
                  <a:cubicBezTo>
                    <a:pt x="396781" y="59526"/>
                    <a:pt x="396184" y="59526"/>
                    <a:pt x="395585" y="59531"/>
                  </a:cubicBezTo>
                  <a:close/>
                </a:path>
              </a:pathLst>
            </a:custGeom>
            <a:solidFill>
              <a:schemeClr val="tx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cxnSp>
        <p:nvCxnSpPr>
          <p:cNvPr id="1426" name="直接连接符 1425"/>
          <p:cNvCxnSpPr/>
          <p:nvPr/>
        </p:nvCxnSpPr>
        <p:spPr>
          <a:xfrm flipH="1">
            <a:off x="238588" y="6605989"/>
            <a:ext cx="11726400" cy="0"/>
          </a:xfrm>
          <a:prstGeom prst="line">
            <a:avLst/>
          </a:prstGeom>
          <a:ln w="25400"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54" name="组合 1453"/>
          <p:cNvGrpSpPr/>
          <p:nvPr/>
        </p:nvGrpSpPr>
        <p:grpSpPr>
          <a:xfrm>
            <a:off x="238588" y="3257632"/>
            <a:ext cx="11714824" cy="3348356"/>
            <a:chOff x="3793248" y="1687720"/>
            <a:chExt cx="7950263" cy="4823653"/>
          </a:xfrm>
        </p:grpSpPr>
        <p:cxnSp>
          <p:nvCxnSpPr>
            <p:cNvPr id="1455" name="直接连接符 1454"/>
            <p:cNvCxnSpPr/>
            <p:nvPr/>
          </p:nvCxnSpPr>
          <p:spPr>
            <a:xfrm>
              <a:off x="5780814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6" name="直接连接符 1455"/>
            <p:cNvCxnSpPr/>
            <p:nvPr/>
          </p:nvCxnSpPr>
          <p:spPr>
            <a:xfrm>
              <a:off x="5118292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7" name="直接连接符 1456"/>
            <p:cNvCxnSpPr/>
            <p:nvPr/>
          </p:nvCxnSpPr>
          <p:spPr>
            <a:xfrm>
              <a:off x="4455770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8" name="直接连接符 1457"/>
            <p:cNvCxnSpPr/>
            <p:nvPr/>
          </p:nvCxnSpPr>
          <p:spPr>
            <a:xfrm>
              <a:off x="3793248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9" name="直接连接符 1458"/>
            <p:cNvCxnSpPr/>
            <p:nvPr/>
          </p:nvCxnSpPr>
          <p:spPr>
            <a:xfrm>
              <a:off x="6443336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0" name="直接连接符 1459"/>
            <p:cNvCxnSpPr/>
            <p:nvPr/>
          </p:nvCxnSpPr>
          <p:spPr>
            <a:xfrm>
              <a:off x="9093424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1" name="直接连接符 1460"/>
            <p:cNvCxnSpPr/>
            <p:nvPr/>
          </p:nvCxnSpPr>
          <p:spPr>
            <a:xfrm>
              <a:off x="8430902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2" name="直接连接符 1461"/>
            <p:cNvCxnSpPr/>
            <p:nvPr/>
          </p:nvCxnSpPr>
          <p:spPr>
            <a:xfrm>
              <a:off x="7768380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3" name="直接连接符 1462"/>
            <p:cNvCxnSpPr/>
            <p:nvPr/>
          </p:nvCxnSpPr>
          <p:spPr>
            <a:xfrm>
              <a:off x="7105858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4" name="直接连接符 1463"/>
            <p:cNvCxnSpPr/>
            <p:nvPr/>
          </p:nvCxnSpPr>
          <p:spPr>
            <a:xfrm>
              <a:off x="9755946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5" name="直接连接符 1464"/>
            <p:cNvCxnSpPr/>
            <p:nvPr/>
          </p:nvCxnSpPr>
          <p:spPr>
            <a:xfrm>
              <a:off x="11743511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5" name="直接连接符 1504"/>
            <p:cNvCxnSpPr/>
            <p:nvPr/>
          </p:nvCxnSpPr>
          <p:spPr>
            <a:xfrm>
              <a:off x="11080990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6" name="直接连接符 1505"/>
            <p:cNvCxnSpPr/>
            <p:nvPr/>
          </p:nvCxnSpPr>
          <p:spPr>
            <a:xfrm>
              <a:off x="10418468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29" name="矩形: 圆角 1528"/>
          <p:cNvSpPr/>
          <p:nvPr/>
        </p:nvSpPr>
        <p:spPr>
          <a:xfrm>
            <a:off x="238760" y="2432050"/>
            <a:ext cx="2821940" cy="70675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619" name="组合 1618"/>
          <p:cNvGrpSpPr/>
          <p:nvPr/>
        </p:nvGrpSpPr>
        <p:grpSpPr>
          <a:xfrm>
            <a:off x="825500" y="2502535"/>
            <a:ext cx="1649095" cy="543560"/>
            <a:chOff x="487921" y="2559835"/>
            <a:chExt cx="1648796" cy="543304"/>
          </a:xfrm>
        </p:grpSpPr>
        <p:sp>
          <p:nvSpPr>
            <p:cNvPr id="1532" name="文本框 1531"/>
            <p:cNvSpPr txBox="1"/>
            <p:nvPr/>
          </p:nvSpPr>
          <p:spPr>
            <a:xfrm>
              <a:off x="860914" y="2559835"/>
              <a:ext cx="902811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14000"/>
                      </a:prstClr>
                    </a:outerShdw>
                  </a:effectLst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Roboto" panose="02000000000000000000" charset="0"/>
                </a:rPr>
                <a:t>第一季度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14000"/>
                    </a:prst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1536" name="矩形: 圆角 1535"/>
            <p:cNvSpPr/>
            <p:nvPr/>
          </p:nvSpPr>
          <p:spPr>
            <a:xfrm>
              <a:off x="487921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1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  <p:sp>
          <p:nvSpPr>
            <p:cNvPr id="1537" name="矩形: 圆角 1536"/>
            <p:cNvSpPr/>
            <p:nvPr/>
          </p:nvSpPr>
          <p:spPr>
            <a:xfrm>
              <a:off x="107104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2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  <p:sp>
          <p:nvSpPr>
            <p:cNvPr id="1538" name="矩形: 圆角 1537"/>
            <p:cNvSpPr/>
            <p:nvPr/>
          </p:nvSpPr>
          <p:spPr>
            <a:xfrm>
              <a:off x="165416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3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</p:grpSp>
      <p:sp>
        <p:nvSpPr>
          <p:cNvPr id="1666" name="矩形: 圆角 1665"/>
          <p:cNvSpPr/>
          <p:nvPr/>
        </p:nvSpPr>
        <p:spPr>
          <a:xfrm>
            <a:off x="3211195" y="2432050"/>
            <a:ext cx="2821940" cy="70675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667" name="组合 1666"/>
          <p:cNvGrpSpPr/>
          <p:nvPr/>
        </p:nvGrpSpPr>
        <p:grpSpPr>
          <a:xfrm>
            <a:off x="3797935" y="2502535"/>
            <a:ext cx="1649095" cy="543560"/>
            <a:chOff x="487921" y="2559835"/>
            <a:chExt cx="1648796" cy="543304"/>
          </a:xfrm>
        </p:grpSpPr>
        <p:sp>
          <p:nvSpPr>
            <p:cNvPr id="1668" name="文本框 1667"/>
            <p:cNvSpPr txBox="1"/>
            <p:nvPr/>
          </p:nvSpPr>
          <p:spPr>
            <a:xfrm>
              <a:off x="865361" y="2559835"/>
              <a:ext cx="893918" cy="3065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14000"/>
                      </a:prstClr>
                    </a:outerShdw>
                  </a:effectLst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Roboto" panose="02000000000000000000" charset="0"/>
                </a:rPr>
                <a:t>第二季度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14000"/>
                    </a:prst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1669" name="矩形: 圆角 1668"/>
            <p:cNvSpPr/>
            <p:nvPr/>
          </p:nvSpPr>
          <p:spPr>
            <a:xfrm>
              <a:off x="487921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4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  <p:sp>
          <p:nvSpPr>
            <p:cNvPr id="1698" name="矩形: 圆角 1697"/>
            <p:cNvSpPr/>
            <p:nvPr/>
          </p:nvSpPr>
          <p:spPr>
            <a:xfrm>
              <a:off x="107104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5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  <p:sp>
          <p:nvSpPr>
            <p:cNvPr id="1699" name="矩形: 圆角 1698"/>
            <p:cNvSpPr/>
            <p:nvPr/>
          </p:nvSpPr>
          <p:spPr>
            <a:xfrm>
              <a:off x="165416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6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</p:grpSp>
      <p:sp>
        <p:nvSpPr>
          <p:cNvPr id="1701" name="矩形: 圆角 1700"/>
          <p:cNvSpPr/>
          <p:nvPr/>
        </p:nvSpPr>
        <p:spPr>
          <a:xfrm>
            <a:off x="6184265" y="2432050"/>
            <a:ext cx="2821940" cy="70675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702" name="组合 1701"/>
          <p:cNvGrpSpPr/>
          <p:nvPr/>
        </p:nvGrpSpPr>
        <p:grpSpPr>
          <a:xfrm>
            <a:off x="6770370" y="2502535"/>
            <a:ext cx="1649095" cy="543560"/>
            <a:chOff x="487921" y="2559835"/>
            <a:chExt cx="1648796" cy="543304"/>
          </a:xfrm>
        </p:grpSpPr>
        <p:sp>
          <p:nvSpPr>
            <p:cNvPr id="1703" name="文本框 1702"/>
            <p:cNvSpPr txBox="1"/>
            <p:nvPr/>
          </p:nvSpPr>
          <p:spPr>
            <a:xfrm>
              <a:off x="865361" y="2559835"/>
              <a:ext cx="893918" cy="3065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14000"/>
                      </a:prstClr>
                    </a:outerShdw>
                  </a:effectLst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Roboto" panose="02000000000000000000" charset="0"/>
                </a:rPr>
                <a:t>第三季度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14000"/>
                    </a:prst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1704" name="矩形: 圆角 1703"/>
            <p:cNvSpPr/>
            <p:nvPr/>
          </p:nvSpPr>
          <p:spPr>
            <a:xfrm>
              <a:off x="487921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7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  <p:sp>
          <p:nvSpPr>
            <p:cNvPr id="1705" name="矩形: 圆角 1704"/>
            <p:cNvSpPr/>
            <p:nvPr/>
          </p:nvSpPr>
          <p:spPr>
            <a:xfrm>
              <a:off x="107104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8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  <p:sp>
          <p:nvSpPr>
            <p:cNvPr id="1706" name="矩形: 圆角 1705"/>
            <p:cNvSpPr/>
            <p:nvPr/>
          </p:nvSpPr>
          <p:spPr>
            <a:xfrm>
              <a:off x="165416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9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</p:grpSp>
      <p:sp>
        <p:nvSpPr>
          <p:cNvPr id="1708" name="矩形: 圆角 1707"/>
          <p:cNvSpPr/>
          <p:nvPr/>
        </p:nvSpPr>
        <p:spPr>
          <a:xfrm>
            <a:off x="9156700" y="2432050"/>
            <a:ext cx="2821940" cy="70675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709" name="组合 1708"/>
          <p:cNvGrpSpPr/>
          <p:nvPr/>
        </p:nvGrpSpPr>
        <p:grpSpPr>
          <a:xfrm>
            <a:off x="9743440" y="2502535"/>
            <a:ext cx="1649095" cy="543560"/>
            <a:chOff x="487921" y="2559835"/>
            <a:chExt cx="1648796" cy="543304"/>
          </a:xfrm>
        </p:grpSpPr>
        <p:sp>
          <p:nvSpPr>
            <p:cNvPr id="1710" name="文本框 1709"/>
            <p:cNvSpPr txBox="1"/>
            <p:nvPr/>
          </p:nvSpPr>
          <p:spPr>
            <a:xfrm>
              <a:off x="865361" y="2559835"/>
              <a:ext cx="893918" cy="3065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14000"/>
                      </a:prstClr>
                    </a:outerShdw>
                  </a:effectLst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Roboto" panose="02000000000000000000" charset="0"/>
                </a:rPr>
                <a:t>第四季度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14000"/>
                    </a:prst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1711" name="矩形: 圆角 1710"/>
            <p:cNvSpPr/>
            <p:nvPr/>
          </p:nvSpPr>
          <p:spPr>
            <a:xfrm>
              <a:off x="487921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10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  <p:sp>
          <p:nvSpPr>
            <p:cNvPr id="1712" name="矩形: 圆角 1711"/>
            <p:cNvSpPr/>
            <p:nvPr/>
          </p:nvSpPr>
          <p:spPr>
            <a:xfrm>
              <a:off x="107104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11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  <p:sp>
          <p:nvSpPr>
            <p:cNvPr id="1713" name="矩形: 圆角 1712"/>
            <p:cNvSpPr/>
            <p:nvPr/>
          </p:nvSpPr>
          <p:spPr>
            <a:xfrm>
              <a:off x="165416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12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</p:grpSp>
      <p:sp>
        <p:nvSpPr>
          <p:cNvPr id="1714" name="矩形 1713"/>
          <p:cNvSpPr/>
          <p:nvPr/>
        </p:nvSpPr>
        <p:spPr>
          <a:xfrm>
            <a:off x="715132" y="3798966"/>
            <a:ext cx="1578195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5" name="矩形 1714"/>
          <p:cNvSpPr/>
          <p:nvPr/>
        </p:nvSpPr>
        <p:spPr>
          <a:xfrm>
            <a:off x="971692" y="4796320"/>
            <a:ext cx="1856968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6" name="矩形 1715"/>
          <p:cNvSpPr/>
          <p:nvPr/>
        </p:nvSpPr>
        <p:spPr>
          <a:xfrm>
            <a:off x="9286121" y="3475950"/>
            <a:ext cx="2388667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7" name="矩形 1716"/>
          <p:cNvSpPr/>
          <p:nvPr/>
        </p:nvSpPr>
        <p:spPr>
          <a:xfrm>
            <a:off x="715132" y="3798966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8" name="矩形 1717"/>
          <p:cNvSpPr/>
          <p:nvPr/>
        </p:nvSpPr>
        <p:spPr>
          <a:xfrm>
            <a:off x="971693" y="4795694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9" name="矩形 1718"/>
          <p:cNvSpPr/>
          <p:nvPr/>
        </p:nvSpPr>
        <p:spPr>
          <a:xfrm>
            <a:off x="9286121" y="3475323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20" name="文本框 1719"/>
          <p:cNvSpPr txBox="1"/>
          <p:nvPr/>
        </p:nvSpPr>
        <p:spPr>
          <a:xfrm>
            <a:off x="772160" y="4134485"/>
            <a:ext cx="152082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完成产品硬件方案最终版定稿与归档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21" name="文本框 1720"/>
          <p:cNvSpPr txBox="1"/>
          <p:nvPr/>
        </p:nvSpPr>
        <p:spPr>
          <a:xfrm>
            <a:off x="771879" y="3880553"/>
            <a:ext cx="137414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-3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5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722" name="文本框 1721"/>
          <p:cNvSpPr txBox="1"/>
          <p:nvPr/>
        </p:nvSpPr>
        <p:spPr>
          <a:xfrm>
            <a:off x="1028440" y="5127663"/>
            <a:ext cx="1789933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与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3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家核心组件供应商签订长期合作协议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23" name="文本框 1722"/>
          <p:cNvSpPr txBox="1"/>
          <p:nvPr/>
        </p:nvSpPr>
        <p:spPr>
          <a:xfrm>
            <a:off x="1028440" y="4873747"/>
            <a:ext cx="151320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27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- 3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20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724" name="文本框 1723"/>
          <p:cNvSpPr txBox="1"/>
          <p:nvPr/>
        </p:nvSpPr>
        <p:spPr>
          <a:xfrm>
            <a:off x="9401294" y="3793395"/>
            <a:ext cx="222895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编制完成售后安装流程手册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V1.0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版本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25" name="文本框 1724"/>
          <p:cNvSpPr txBox="1"/>
          <p:nvPr/>
        </p:nvSpPr>
        <p:spPr>
          <a:xfrm>
            <a:off x="9401293" y="3539479"/>
            <a:ext cx="160718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8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- 12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21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726" name="矩形 1725"/>
          <p:cNvSpPr/>
          <p:nvPr/>
        </p:nvSpPr>
        <p:spPr>
          <a:xfrm>
            <a:off x="6198769" y="4798317"/>
            <a:ext cx="2388667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27" name="矩形 1726"/>
          <p:cNvSpPr/>
          <p:nvPr/>
        </p:nvSpPr>
        <p:spPr>
          <a:xfrm>
            <a:off x="6198769" y="4797690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28" name="文本框 1727"/>
          <p:cNvSpPr txBox="1"/>
          <p:nvPr/>
        </p:nvSpPr>
        <p:spPr>
          <a:xfrm>
            <a:off x="6313942" y="5115762"/>
            <a:ext cx="222895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开展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6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场销售团队产品功能与话术培训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29" name="文本框 1728"/>
          <p:cNvSpPr txBox="1"/>
          <p:nvPr/>
        </p:nvSpPr>
        <p:spPr>
          <a:xfrm>
            <a:off x="6313941" y="4861846"/>
            <a:ext cx="137414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7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-9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15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730" name="矩形 1729"/>
          <p:cNvSpPr/>
          <p:nvPr/>
        </p:nvSpPr>
        <p:spPr>
          <a:xfrm>
            <a:off x="9427448" y="4485728"/>
            <a:ext cx="2488057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1" name="矩形 1730"/>
          <p:cNvSpPr/>
          <p:nvPr/>
        </p:nvSpPr>
        <p:spPr>
          <a:xfrm>
            <a:off x="9427449" y="4485101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2" name="矩形 1731"/>
          <p:cNvSpPr/>
          <p:nvPr/>
        </p:nvSpPr>
        <p:spPr>
          <a:xfrm>
            <a:off x="3734435" y="4796155"/>
            <a:ext cx="1931035" cy="892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3" name="矩形 1732"/>
          <p:cNvSpPr/>
          <p:nvPr/>
        </p:nvSpPr>
        <p:spPr>
          <a:xfrm>
            <a:off x="3734217" y="4795694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4" name="矩形 1733"/>
          <p:cNvSpPr/>
          <p:nvPr/>
        </p:nvSpPr>
        <p:spPr>
          <a:xfrm>
            <a:off x="3125350" y="3794209"/>
            <a:ext cx="2352402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5" name="矩形 1734"/>
          <p:cNvSpPr/>
          <p:nvPr/>
        </p:nvSpPr>
        <p:spPr>
          <a:xfrm>
            <a:off x="3125351" y="3793582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6" name="文本框 1735"/>
          <p:cNvSpPr txBox="1"/>
          <p:nvPr/>
        </p:nvSpPr>
        <p:spPr>
          <a:xfrm>
            <a:off x="3184875" y="4134469"/>
            <a:ext cx="222117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完成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45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家线下体验店装修标准指导落地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37" name="文本框 1736"/>
          <p:cNvSpPr txBox="1"/>
          <p:nvPr/>
        </p:nvSpPr>
        <p:spPr>
          <a:xfrm>
            <a:off x="3184875" y="3880553"/>
            <a:ext cx="128016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4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-6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7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738" name="文本框 1737"/>
          <p:cNvSpPr txBox="1"/>
          <p:nvPr/>
        </p:nvSpPr>
        <p:spPr>
          <a:xfrm>
            <a:off x="9566216" y="4819791"/>
            <a:ext cx="2313287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完成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5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家竞品全屋智能功能对标分析报告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39" name="文本框 1738"/>
          <p:cNvSpPr txBox="1"/>
          <p:nvPr/>
        </p:nvSpPr>
        <p:spPr>
          <a:xfrm>
            <a:off x="9566216" y="4565875"/>
            <a:ext cx="170116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1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- 12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30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740" name="文本框 1739"/>
          <p:cNvSpPr txBox="1"/>
          <p:nvPr/>
        </p:nvSpPr>
        <p:spPr>
          <a:xfrm>
            <a:off x="3796665" y="5127625"/>
            <a:ext cx="186880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输出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3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份目标用户画像细分报告并交付团队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41" name="文本框 1740"/>
          <p:cNvSpPr txBox="1"/>
          <p:nvPr/>
        </p:nvSpPr>
        <p:spPr>
          <a:xfrm>
            <a:off x="3796387" y="4873747"/>
            <a:ext cx="151320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4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16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- 6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742" name="矩形 1741"/>
          <p:cNvSpPr/>
          <p:nvPr/>
        </p:nvSpPr>
        <p:spPr>
          <a:xfrm>
            <a:off x="9025492" y="5506310"/>
            <a:ext cx="2488057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43" name="矩形 1742"/>
          <p:cNvSpPr/>
          <p:nvPr/>
        </p:nvSpPr>
        <p:spPr>
          <a:xfrm>
            <a:off x="9025493" y="5505683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44" name="文本框 1743"/>
          <p:cNvSpPr txBox="1"/>
          <p:nvPr/>
        </p:nvSpPr>
        <p:spPr>
          <a:xfrm>
            <a:off x="9164260" y="5840373"/>
            <a:ext cx="2313287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确定预售活动方案初稿，含优惠细则，提交运营部审核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45" name="文本框 1744"/>
          <p:cNvSpPr txBox="1"/>
          <p:nvPr/>
        </p:nvSpPr>
        <p:spPr>
          <a:xfrm>
            <a:off x="9164260" y="5586457"/>
            <a:ext cx="160718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1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- 12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15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746" name="矩形 1745"/>
          <p:cNvSpPr/>
          <p:nvPr/>
        </p:nvSpPr>
        <p:spPr>
          <a:xfrm>
            <a:off x="6840002" y="3794209"/>
            <a:ext cx="1823890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47" name="矩形 1746"/>
          <p:cNvSpPr/>
          <p:nvPr/>
        </p:nvSpPr>
        <p:spPr>
          <a:xfrm>
            <a:off x="6840003" y="3793582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48" name="文本框 1747"/>
          <p:cNvSpPr txBox="1"/>
          <p:nvPr/>
        </p:nvSpPr>
        <p:spPr>
          <a:xfrm>
            <a:off x="6899527" y="4134469"/>
            <a:ext cx="1728366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输出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3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份目标用户画像细分报告并交付团队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49" name="文本框 1748"/>
          <p:cNvSpPr txBox="1"/>
          <p:nvPr/>
        </p:nvSpPr>
        <p:spPr>
          <a:xfrm>
            <a:off x="6899527" y="3880553"/>
            <a:ext cx="151320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7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29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- 9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20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cxnSp>
        <p:nvCxnSpPr>
          <p:cNvPr id="11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矩形: 圆角 1519"/>
          <p:cNvSpPr/>
          <p:nvPr/>
        </p:nvSpPr>
        <p:spPr>
          <a:xfrm>
            <a:off x="227013" y="2019300"/>
            <a:ext cx="11737975" cy="46132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505046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1729" name="组合 1728"/>
          <p:cNvGrpSpPr/>
          <p:nvPr/>
        </p:nvGrpSpPr>
        <p:grpSpPr>
          <a:xfrm>
            <a:off x="1608106" y="2667060"/>
            <a:ext cx="10356881" cy="3902478"/>
            <a:chOff x="1608106" y="3014574"/>
            <a:chExt cx="10356881" cy="3618001"/>
          </a:xfrm>
        </p:grpSpPr>
        <p:cxnSp>
          <p:nvCxnSpPr>
            <p:cNvPr id="1535" name="直接连接符 1534"/>
            <p:cNvCxnSpPr/>
            <p:nvPr/>
          </p:nvCxnSpPr>
          <p:spPr>
            <a:xfrm>
              <a:off x="1608106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0" name="直接连接符 1539"/>
            <p:cNvCxnSpPr/>
            <p:nvPr/>
          </p:nvCxnSpPr>
          <p:spPr>
            <a:xfrm>
              <a:off x="6786544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1" name="直接连接符 1540"/>
            <p:cNvCxnSpPr/>
            <p:nvPr/>
          </p:nvCxnSpPr>
          <p:spPr>
            <a:xfrm>
              <a:off x="7649617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2" name="直接连接符 1541"/>
            <p:cNvCxnSpPr/>
            <p:nvPr/>
          </p:nvCxnSpPr>
          <p:spPr>
            <a:xfrm>
              <a:off x="9375763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3" name="直接连接符 1542"/>
            <p:cNvCxnSpPr/>
            <p:nvPr/>
          </p:nvCxnSpPr>
          <p:spPr>
            <a:xfrm>
              <a:off x="10238836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0" name="直接连接符 1549"/>
            <p:cNvCxnSpPr/>
            <p:nvPr/>
          </p:nvCxnSpPr>
          <p:spPr>
            <a:xfrm>
              <a:off x="11101909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2" name="直接连接符 1551"/>
            <p:cNvCxnSpPr/>
            <p:nvPr/>
          </p:nvCxnSpPr>
          <p:spPr>
            <a:xfrm>
              <a:off x="11964987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0" name="直接连接符 1709"/>
            <p:cNvCxnSpPr/>
            <p:nvPr/>
          </p:nvCxnSpPr>
          <p:spPr>
            <a:xfrm>
              <a:off x="5060398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1" name="直接连接符 1710"/>
            <p:cNvCxnSpPr/>
            <p:nvPr/>
          </p:nvCxnSpPr>
          <p:spPr>
            <a:xfrm>
              <a:off x="5923471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3" name="直接连接符 1712"/>
            <p:cNvCxnSpPr/>
            <p:nvPr/>
          </p:nvCxnSpPr>
          <p:spPr>
            <a:xfrm>
              <a:off x="8512690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5" name="直接连接符 1724"/>
            <p:cNvCxnSpPr/>
            <p:nvPr/>
          </p:nvCxnSpPr>
          <p:spPr>
            <a:xfrm>
              <a:off x="3334252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6" name="直接连接符 1725"/>
            <p:cNvCxnSpPr/>
            <p:nvPr/>
          </p:nvCxnSpPr>
          <p:spPr>
            <a:xfrm>
              <a:off x="4197325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8" name="直接连接符 1727"/>
            <p:cNvCxnSpPr/>
            <p:nvPr/>
          </p:nvCxnSpPr>
          <p:spPr>
            <a:xfrm>
              <a:off x="2471179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文本框 7"/>
          <p:cNvSpPr txBox="1"/>
          <p:nvPr/>
        </p:nvSpPr>
        <p:spPr>
          <a:xfrm>
            <a:off x="131419" y="95194"/>
            <a:ext cx="49997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甘特图页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工作进度汇报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3C5">
                  <a:lumMod val="7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1" name="矩形 1520"/>
          <p:cNvSpPr/>
          <p:nvPr/>
        </p:nvSpPr>
        <p:spPr>
          <a:xfrm>
            <a:off x="1619885" y="2223770"/>
            <a:ext cx="647700" cy="3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1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2" name="矩形 1521"/>
          <p:cNvSpPr/>
          <p:nvPr/>
        </p:nvSpPr>
        <p:spPr>
          <a:xfrm>
            <a:off x="2482215" y="2223770"/>
            <a:ext cx="647700" cy="3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2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3" name="矩形 1522"/>
          <p:cNvSpPr/>
          <p:nvPr/>
        </p:nvSpPr>
        <p:spPr>
          <a:xfrm>
            <a:off x="3345180" y="2223770"/>
            <a:ext cx="647700" cy="3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3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4" name="矩形 1523"/>
          <p:cNvSpPr/>
          <p:nvPr/>
        </p:nvSpPr>
        <p:spPr>
          <a:xfrm>
            <a:off x="4207510" y="2223770"/>
            <a:ext cx="647700" cy="368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4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5" name="矩形 1524"/>
          <p:cNvSpPr/>
          <p:nvPr/>
        </p:nvSpPr>
        <p:spPr>
          <a:xfrm>
            <a:off x="5069840" y="2223770"/>
            <a:ext cx="647700" cy="368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5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6" name="矩形 1525"/>
          <p:cNvSpPr/>
          <p:nvPr/>
        </p:nvSpPr>
        <p:spPr>
          <a:xfrm>
            <a:off x="5932170" y="2223770"/>
            <a:ext cx="647700" cy="368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6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7" name="矩形 1526"/>
          <p:cNvSpPr/>
          <p:nvPr/>
        </p:nvSpPr>
        <p:spPr>
          <a:xfrm>
            <a:off x="6794500" y="2223770"/>
            <a:ext cx="647700" cy="3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7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8" name="矩形 1527"/>
          <p:cNvSpPr/>
          <p:nvPr/>
        </p:nvSpPr>
        <p:spPr>
          <a:xfrm>
            <a:off x="7656830" y="2223770"/>
            <a:ext cx="647700" cy="3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8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30" name="矩形 1529"/>
          <p:cNvSpPr/>
          <p:nvPr/>
        </p:nvSpPr>
        <p:spPr>
          <a:xfrm>
            <a:off x="8519160" y="2223770"/>
            <a:ext cx="647700" cy="3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9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31" name="矩形 1530"/>
          <p:cNvSpPr/>
          <p:nvPr/>
        </p:nvSpPr>
        <p:spPr>
          <a:xfrm>
            <a:off x="9382125" y="2223770"/>
            <a:ext cx="647700" cy="368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10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33" name="矩形 1532"/>
          <p:cNvSpPr/>
          <p:nvPr/>
        </p:nvSpPr>
        <p:spPr>
          <a:xfrm>
            <a:off x="10244455" y="2223770"/>
            <a:ext cx="647700" cy="368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11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34" name="矩形 1533"/>
          <p:cNvSpPr/>
          <p:nvPr/>
        </p:nvSpPr>
        <p:spPr>
          <a:xfrm>
            <a:off x="11106785" y="2223770"/>
            <a:ext cx="647700" cy="368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12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645" name="矩形: 圆角 1644"/>
          <p:cNvSpPr/>
          <p:nvPr/>
        </p:nvSpPr>
        <p:spPr>
          <a:xfrm>
            <a:off x="227013" y="6582892"/>
            <a:ext cx="11737975" cy="49683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1673" name="组合 1672"/>
          <p:cNvGrpSpPr/>
          <p:nvPr/>
        </p:nvGrpSpPr>
        <p:grpSpPr>
          <a:xfrm>
            <a:off x="3993022" y="2858293"/>
            <a:ext cx="6721729" cy="276999"/>
            <a:chOff x="525811" y="3199086"/>
            <a:chExt cx="6721729" cy="276999"/>
          </a:xfrm>
        </p:grpSpPr>
        <p:sp>
          <p:nvSpPr>
            <p:cNvPr id="1647" name="箭头: 五边形 1646"/>
            <p:cNvSpPr/>
            <p:nvPr/>
          </p:nvSpPr>
          <p:spPr>
            <a:xfrm>
              <a:off x="525811" y="3220753"/>
              <a:ext cx="6721729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48" name="文本框 1647"/>
            <p:cNvSpPr txBox="1"/>
            <p:nvPr/>
          </p:nvSpPr>
          <p:spPr>
            <a:xfrm>
              <a:off x="6463533" y="3199086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已受理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674" name="组合 1673"/>
          <p:cNvGrpSpPr/>
          <p:nvPr/>
        </p:nvGrpSpPr>
        <p:grpSpPr>
          <a:xfrm>
            <a:off x="1738600" y="3320566"/>
            <a:ext cx="5193031" cy="276999"/>
            <a:chOff x="525811" y="3654798"/>
            <a:chExt cx="5193031" cy="276999"/>
          </a:xfrm>
        </p:grpSpPr>
        <p:sp>
          <p:nvSpPr>
            <p:cNvPr id="1651" name="箭头: 五边形 1650"/>
            <p:cNvSpPr/>
            <p:nvPr/>
          </p:nvSpPr>
          <p:spPr>
            <a:xfrm>
              <a:off x="525811" y="3683415"/>
              <a:ext cx="5193031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52" name="文本框 1651"/>
            <p:cNvSpPr txBox="1"/>
            <p:nvPr/>
          </p:nvSpPr>
          <p:spPr>
            <a:xfrm>
              <a:off x="4913354" y="3654798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已受理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675" name="组合 1674"/>
          <p:cNvGrpSpPr/>
          <p:nvPr/>
        </p:nvGrpSpPr>
        <p:grpSpPr>
          <a:xfrm>
            <a:off x="2682120" y="3782839"/>
            <a:ext cx="5193031" cy="276999"/>
            <a:chOff x="525811" y="4117462"/>
            <a:chExt cx="5193031" cy="276999"/>
          </a:xfrm>
        </p:grpSpPr>
        <p:sp>
          <p:nvSpPr>
            <p:cNvPr id="1655" name="箭头: 五边形 1654"/>
            <p:cNvSpPr/>
            <p:nvPr/>
          </p:nvSpPr>
          <p:spPr>
            <a:xfrm>
              <a:off x="525811" y="4146079"/>
              <a:ext cx="5193031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56" name="文本框 1655"/>
            <p:cNvSpPr txBox="1"/>
            <p:nvPr/>
          </p:nvSpPr>
          <p:spPr>
            <a:xfrm>
              <a:off x="4913354" y="4117462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已提交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677" name="组合 1676"/>
          <p:cNvGrpSpPr/>
          <p:nvPr/>
        </p:nvGrpSpPr>
        <p:grpSpPr>
          <a:xfrm>
            <a:off x="4379764" y="4707385"/>
            <a:ext cx="5193031" cy="276999"/>
            <a:chOff x="525811" y="5049735"/>
            <a:chExt cx="5193031" cy="276999"/>
          </a:xfrm>
        </p:grpSpPr>
        <p:sp>
          <p:nvSpPr>
            <p:cNvPr id="1657" name="箭头: 五边形 1656"/>
            <p:cNvSpPr/>
            <p:nvPr/>
          </p:nvSpPr>
          <p:spPr>
            <a:xfrm>
              <a:off x="525811" y="5071401"/>
              <a:ext cx="5193031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58" name="文本框 1657"/>
            <p:cNvSpPr txBox="1"/>
            <p:nvPr/>
          </p:nvSpPr>
          <p:spPr>
            <a:xfrm>
              <a:off x="4759466" y="5049735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申报状态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680" name="组合 1679"/>
          <p:cNvGrpSpPr/>
          <p:nvPr/>
        </p:nvGrpSpPr>
        <p:grpSpPr>
          <a:xfrm>
            <a:off x="7942973" y="6094201"/>
            <a:ext cx="3737611" cy="275590"/>
            <a:chOff x="525811" y="6437807"/>
            <a:chExt cx="3737611" cy="275590"/>
          </a:xfrm>
        </p:grpSpPr>
        <p:sp>
          <p:nvSpPr>
            <p:cNvPr id="1661" name="箭头: 五边形 1660"/>
            <p:cNvSpPr/>
            <p:nvPr/>
          </p:nvSpPr>
          <p:spPr>
            <a:xfrm>
              <a:off x="525811" y="6459992"/>
              <a:ext cx="3737611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62" name="文本框 1661"/>
            <p:cNvSpPr txBox="1"/>
            <p:nvPr/>
          </p:nvSpPr>
          <p:spPr>
            <a:xfrm>
              <a:off x="3347309" y="6437807"/>
              <a:ext cx="640080" cy="2755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已完成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676" name="组合 1675"/>
          <p:cNvGrpSpPr/>
          <p:nvPr/>
        </p:nvGrpSpPr>
        <p:grpSpPr>
          <a:xfrm>
            <a:off x="3382260" y="4245112"/>
            <a:ext cx="2312671" cy="276999"/>
            <a:chOff x="525811" y="4580122"/>
            <a:chExt cx="2312671" cy="276999"/>
          </a:xfrm>
        </p:grpSpPr>
        <p:sp>
          <p:nvSpPr>
            <p:cNvPr id="1665" name="箭头: 五边形 1664"/>
            <p:cNvSpPr/>
            <p:nvPr/>
          </p:nvSpPr>
          <p:spPr>
            <a:xfrm>
              <a:off x="525811" y="4608739"/>
              <a:ext cx="2312671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66" name="文本框 1665"/>
            <p:cNvSpPr txBox="1"/>
            <p:nvPr/>
          </p:nvSpPr>
          <p:spPr>
            <a:xfrm>
              <a:off x="2121739" y="4580122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已提交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679" name="组合 1678"/>
          <p:cNvGrpSpPr/>
          <p:nvPr/>
        </p:nvGrpSpPr>
        <p:grpSpPr>
          <a:xfrm>
            <a:off x="5760524" y="5631931"/>
            <a:ext cx="3737611" cy="276999"/>
            <a:chOff x="525811" y="5972575"/>
            <a:chExt cx="3737611" cy="276999"/>
          </a:xfrm>
        </p:grpSpPr>
        <p:sp>
          <p:nvSpPr>
            <p:cNvPr id="1669" name="箭头: 五边形 1668"/>
            <p:cNvSpPr/>
            <p:nvPr/>
          </p:nvSpPr>
          <p:spPr>
            <a:xfrm>
              <a:off x="525811" y="5996810"/>
              <a:ext cx="3737611" cy="233667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70" name="文本框 1669"/>
            <p:cNvSpPr txBox="1"/>
            <p:nvPr/>
          </p:nvSpPr>
          <p:spPr>
            <a:xfrm>
              <a:off x="3421127" y="5972575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已受理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1731" name="矩形 1730"/>
          <p:cNvSpPr/>
          <p:nvPr/>
        </p:nvSpPr>
        <p:spPr>
          <a:xfrm>
            <a:off x="437262" y="2223519"/>
            <a:ext cx="968423" cy="3681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项目情况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732" name="组合 1731"/>
          <p:cNvGrpSpPr/>
          <p:nvPr/>
        </p:nvGrpSpPr>
        <p:grpSpPr>
          <a:xfrm>
            <a:off x="6403839" y="5169658"/>
            <a:ext cx="2312671" cy="276999"/>
            <a:chOff x="525811" y="4580122"/>
            <a:chExt cx="2312671" cy="276999"/>
          </a:xfrm>
        </p:grpSpPr>
        <p:sp>
          <p:nvSpPr>
            <p:cNvPr id="1733" name="箭头: 五边形 1732"/>
            <p:cNvSpPr/>
            <p:nvPr/>
          </p:nvSpPr>
          <p:spPr>
            <a:xfrm>
              <a:off x="525811" y="4608739"/>
              <a:ext cx="2312671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734" name="文本框 1733"/>
            <p:cNvSpPr txBox="1"/>
            <p:nvPr/>
          </p:nvSpPr>
          <p:spPr>
            <a:xfrm>
              <a:off x="2121739" y="4580122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已提交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1746" name="矩形 1745"/>
          <p:cNvSpPr/>
          <p:nvPr/>
        </p:nvSpPr>
        <p:spPr>
          <a:xfrm>
            <a:off x="435610" y="2781300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36" name="文本框 1735"/>
          <p:cNvSpPr txBox="1"/>
          <p:nvPr/>
        </p:nvSpPr>
        <p:spPr>
          <a:xfrm>
            <a:off x="480695" y="2814320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门店扩展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50" name="矩形 1749"/>
          <p:cNvSpPr/>
          <p:nvPr/>
        </p:nvSpPr>
        <p:spPr>
          <a:xfrm>
            <a:off x="435610" y="3248025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51" name="文本框 1750"/>
          <p:cNvSpPr txBox="1"/>
          <p:nvPr/>
        </p:nvSpPr>
        <p:spPr>
          <a:xfrm>
            <a:off x="480695" y="3281045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会员运营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53" name="矩形 1752"/>
          <p:cNvSpPr/>
          <p:nvPr/>
        </p:nvSpPr>
        <p:spPr>
          <a:xfrm>
            <a:off x="435610" y="3714750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54" name="文本框 1753"/>
          <p:cNvSpPr txBox="1"/>
          <p:nvPr/>
        </p:nvSpPr>
        <p:spPr>
          <a:xfrm>
            <a:off x="480695" y="3747770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线上引流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56" name="矩形 1755"/>
          <p:cNvSpPr/>
          <p:nvPr/>
        </p:nvSpPr>
        <p:spPr>
          <a:xfrm>
            <a:off x="435610" y="4181475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57" name="文本框 1756"/>
          <p:cNvSpPr txBox="1"/>
          <p:nvPr/>
        </p:nvSpPr>
        <p:spPr>
          <a:xfrm>
            <a:off x="480695" y="4214495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新品上架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59" name="矩形 1758"/>
          <p:cNvSpPr/>
          <p:nvPr/>
        </p:nvSpPr>
        <p:spPr>
          <a:xfrm>
            <a:off x="435610" y="4648200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60" name="文本框 1759"/>
          <p:cNvSpPr txBox="1"/>
          <p:nvPr/>
        </p:nvSpPr>
        <p:spPr>
          <a:xfrm>
            <a:off x="480695" y="4681220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促销活动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62" name="矩形 1761"/>
          <p:cNvSpPr/>
          <p:nvPr/>
        </p:nvSpPr>
        <p:spPr>
          <a:xfrm>
            <a:off x="435610" y="5114925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63" name="文本框 1762"/>
          <p:cNvSpPr txBox="1"/>
          <p:nvPr/>
        </p:nvSpPr>
        <p:spPr>
          <a:xfrm>
            <a:off x="480695" y="5147945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员工培训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65" name="矩形 1764"/>
          <p:cNvSpPr/>
          <p:nvPr/>
        </p:nvSpPr>
        <p:spPr>
          <a:xfrm>
            <a:off x="435610" y="5581650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66" name="文本框 1765"/>
          <p:cNvSpPr txBox="1"/>
          <p:nvPr/>
        </p:nvSpPr>
        <p:spPr>
          <a:xfrm>
            <a:off x="480695" y="5614670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售后优化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68" name="矩形 1767"/>
          <p:cNvSpPr/>
          <p:nvPr/>
        </p:nvSpPr>
        <p:spPr>
          <a:xfrm>
            <a:off x="435610" y="6048375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69" name="文本框 1768"/>
          <p:cNvSpPr txBox="1"/>
          <p:nvPr/>
        </p:nvSpPr>
        <p:spPr>
          <a:xfrm>
            <a:off x="480695" y="6081395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供应升级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71" name="矩形 1770"/>
          <p:cNvSpPr/>
          <p:nvPr/>
        </p:nvSpPr>
        <p:spPr>
          <a:xfrm>
            <a:off x="6162645" y="795011"/>
            <a:ext cx="2851987" cy="10784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73" name="文本框 1772"/>
          <p:cNvSpPr txBox="1"/>
          <p:nvPr/>
        </p:nvSpPr>
        <p:spPr>
          <a:xfrm>
            <a:off x="7143620" y="938244"/>
            <a:ext cx="1390584" cy="312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会员复购率提升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75" name="椭圆 1774"/>
          <p:cNvSpPr/>
          <p:nvPr/>
        </p:nvSpPr>
        <p:spPr>
          <a:xfrm>
            <a:off x="6450526" y="1010243"/>
            <a:ext cx="657131" cy="657131"/>
          </a:xfrm>
          <a:prstGeom prst="ellipse">
            <a:avLst/>
          </a:prstGeom>
          <a:solidFill>
            <a:schemeClr val="bg1"/>
          </a:solidFill>
          <a:ln w="952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82" name="文本框 1781"/>
          <p:cNvSpPr txBox="1"/>
          <p:nvPr/>
        </p:nvSpPr>
        <p:spPr>
          <a:xfrm>
            <a:off x="7143620" y="1190376"/>
            <a:ext cx="150929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0" i="0" u="none" strike="noStrike" cap="none" spc="0" normalizeH="0" baseline="0">
                <a:ln>
                  <a:noFill/>
                </a:ln>
                <a:solidFill>
                  <a:srgbClr val="0A3431"/>
                </a:solidFill>
                <a:effectLst/>
                <a:uLnTx/>
                <a:uFillTx/>
                <a:latin typeface="OPPO Sans Bold"/>
                <a:ea typeface="OPPO Sans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45%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785" name="Google Shape;8991;p68"/>
          <p:cNvGrpSpPr/>
          <p:nvPr/>
        </p:nvGrpSpPr>
        <p:grpSpPr>
          <a:xfrm>
            <a:off x="6591147" y="1156476"/>
            <a:ext cx="362037" cy="359179"/>
            <a:chOff x="3133425" y="3955025"/>
            <a:chExt cx="297750" cy="295400"/>
          </a:xfrm>
          <a:solidFill>
            <a:schemeClr val="accent1"/>
          </a:solidFill>
        </p:grpSpPr>
        <p:sp>
          <p:nvSpPr>
            <p:cNvPr id="1786" name="Google Shape;8992;p68"/>
            <p:cNvSpPr/>
            <p:nvPr/>
          </p:nvSpPr>
          <p:spPr>
            <a:xfrm>
              <a:off x="3133425" y="4058225"/>
              <a:ext cx="297750" cy="192200"/>
            </a:xfrm>
            <a:custGeom>
              <a:avLst/>
              <a:gdLst/>
              <a:ahLst/>
              <a:cxnLst/>
              <a:rect l="l" t="t" r="r" b="b"/>
              <a:pathLst>
                <a:path w="11910" h="7688" extrusionOk="0">
                  <a:moveTo>
                    <a:pt x="5923" y="0"/>
                  </a:moveTo>
                  <a:cubicBezTo>
                    <a:pt x="5325" y="0"/>
                    <a:pt x="4821" y="347"/>
                    <a:pt x="4631" y="914"/>
                  </a:cubicBezTo>
                  <a:cubicBezTo>
                    <a:pt x="4505" y="1166"/>
                    <a:pt x="4505" y="1449"/>
                    <a:pt x="4568" y="1764"/>
                  </a:cubicBezTo>
                  <a:cubicBezTo>
                    <a:pt x="4884" y="1922"/>
                    <a:pt x="5199" y="2016"/>
                    <a:pt x="5577" y="2048"/>
                  </a:cubicBezTo>
                  <a:lnTo>
                    <a:pt x="5577" y="2741"/>
                  </a:lnTo>
                  <a:lnTo>
                    <a:pt x="2458" y="2741"/>
                  </a:lnTo>
                  <a:cubicBezTo>
                    <a:pt x="1859" y="2741"/>
                    <a:pt x="1418" y="3214"/>
                    <a:pt x="1418" y="3781"/>
                  </a:cubicBezTo>
                  <a:lnTo>
                    <a:pt x="1418" y="4190"/>
                  </a:lnTo>
                  <a:cubicBezTo>
                    <a:pt x="630" y="4316"/>
                    <a:pt x="0" y="5041"/>
                    <a:pt x="0" y="5891"/>
                  </a:cubicBezTo>
                  <a:cubicBezTo>
                    <a:pt x="0" y="6837"/>
                    <a:pt x="788" y="7687"/>
                    <a:pt x="1765" y="7687"/>
                  </a:cubicBezTo>
                  <a:cubicBezTo>
                    <a:pt x="2710" y="7687"/>
                    <a:pt x="3497" y="6900"/>
                    <a:pt x="3497" y="5891"/>
                  </a:cubicBezTo>
                  <a:cubicBezTo>
                    <a:pt x="3497" y="5072"/>
                    <a:pt x="2930" y="4316"/>
                    <a:pt x="2143" y="4190"/>
                  </a:cubicBezTo>
                  <a:lnTo>
                    <a:pt x="2143" y="3781"/>
                  </a:lnTo>
                  <a:cubicBezTo>
                    <a:pt x="2143" y="3592"/>
                    <a:pt x="2300" y="3434"/>
                    <a:pt x="2489" y="3434"/>
                  </a:cubicBezTo>
                  <a:lnTo>
                    <a:pt x="5608" y="3434"/>
                  </a:lnTo>
                  <a:lnTo>
                    <a:pt x="5608" y="4127"/>
                  </a:lnTo>
                  <a:cubicBezTo>
                    <a:pt x="4821" y="4285"/>
                    <a:pt x="4222" y="5009"/>
                    <a:pt x="4222" y="5860"/>
                  </a:cubicBezTo>
                  <a:cubicBezTo>
                    <a:pt x="4222" y="6805"/>
                    <a:pt x="5010" y="7656"/>
                    <a:pt x="5955" y="7656"/>
                  </a:cubicBezTo>
                  <a:cubicBezTo>
                    <a:pt x="6900" y="7656"/>
                    <a:pt x="7687" y="6868"/>
                    <a:pt x="7687" y="5860"/>
                  </a:cubicBezTo>
                  <a:cubicBezTo>
                    <a:pt x="7687" y="5041"/>
                    <a:pt x="7089" y="4285"/>
                    <a:pt x="6301" y="4127"/>
                  </a:cubicBezTo>
                  <a:lnTo>
                    <a:pt x="6301" y="3434"/>
                  </a:lnTo>
                  <a:lnTo>
                    <a:pt x="9452" y="3434"/>
                  </a:lnTo>
                  <a:cubicBezTo>
                    <a:pt x="9641" y="3434"/>
                    <a:pt x="9798" y="3592"/>
                    <a:pt x="9798" y="3781"/>
                  </a:cubicBezTo>
                  <a:lnTo>
                    <a:pt x="9798" y="4190"/>
                  </a:lnTo>
                  <a:cubicBezTo>
                    <a:pt x="9011" y="4316"/>
                    <a:pt x="8444" y="5041"/>
                    <a:pt x="8444" y="5891"/>
                  </a:cubicBezTo>
                  <a:cubicBezTo>
                    <a:pt x="8444" y="6837"/>
                    <a:pt x="9231" y="7687"/>
                    <a:pt x="10176" y="7687"/>
                  </a:cubicBezTo>
                  <a:cubicBezTo>
                    <a:pt x="11121" y="7687"/>
                    <a:pt x="11909" y="6900"/>
                    <a:pt x="11909" y="5891"/>
                  </a:cubicBezTo>
                  <a:cubicBezTo>
                    <a:pt x="11783" y="5135"/>
                    <a:pt x="11185" y="4379"/>
                    <a:pt x="10397" y="4222"/>
                  </a:cubicBezTo>
                  <a:lnTo>
                    <a:pt x="10397" y="3812"/>
                  </a:lnTo>
                  <a:cubicBezTo>
                    <a:pt x="10397" y="3245"/>
                    <a:pt x="9924" y="2804"/>
                    <a:pt x="9389" y="2804"/>
                  </a:cubicBezTo>
                  <a:lnTo>
                    <a:pt x="6238" y="2804"/>
                  </a:lnTo>
                  <a:lnTo>
                    <a:pt x="6238" y="2079"/>
                  </a:lnTo>
                  <a:cubicBezTo>
                    <a:pt x="6585" y="2048"/>
                    <a:pt x="6900" y="1922"/>
                    <a:pt x="7215" y="1827"/>
                  </a:cubicBezTo>
                  <a:cubicBezTo>
                    <a:pt x="7341" y="1418"/>
                    <a:pt x="7246" y="977"/>
                    <a:pt x="7057" y="630"/>
                  </a:cubicBezTo>
                  <a:cubicBezTo>
                    <a:pt x="6774" y="221"/>
                    <a:pt x="6396" y="0"/>
                    <a:pt x="592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1787" name="Google Shape;8993;p68"/>
            <p:cNvSpPr/>
            <p:nvPr/>
          </p:nvSpPr>
          <p:spPr>
            <a:xfrm>
              <a:off x="3263375" y="4007025"/>
              <a:ext cx="35475" cy="35450"/>
            </a:xfrm>
            <a:custGeom>
              <a:avLst/>
              <a:gdLst/>
              <a:ahLst/>
              <a:cxnLst/>
              <a:rect l="l" t="t" r="r" b="b"/>
              <a:pathLst>
                <a:path w="1419" h="1418" extrusionOk="0">
                  <a:moveTo>
                    <a:pt x="725" y="0"/>
                  </a:moveTo>
                  <a:cubicBezTo>
                    <a:pt x="284" y="0"/>
                    <a:pt x="1" y="315"/>
                    <a:pt x="1" y="725"/>
                  </a:cubicBezTo>
                  <a:cubicBezTo>
                    <a:pt x="1" y="1103"/>
                    <a:pt x="316" y="1418"/>
                    <a:pt x="725" y="1418"/>
                  </a:cubicBezTo>
                  <a:cubicBezTo>
                    <a:pt x="1103" y="1418"/>
                    <a:pt x="1418" y="1103"/>
                    <a:pt x="1418" y="725"/>
                  </a:cubicBezTo>
                  <a:cubicBezTo>
                    <a:pt x="1418" y="315"/>
                    <a:pt x="1103" y="0"/>
                    <a:pt x="72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1788" name="Google Shape;8994;p68"/>
            <p:cNvSpPr/>
            <p:nvPr/>
          </p:nvSpPr>
          <p:spPr>
            <a:xfrm>
              <a:off x="3203525" y="3955025"/>
              <a:ext cx="155175" cy="135500"/>
            </a:xfrm>
            <a:custGeom>
              <a:avLst/>
              <a:gdLst/>
              <a:ahLst/>
              <a:cxnLst/>
              <a:rect l="l" t="t" r="r" b="b"/>
              <a:pathLst>
                <a:path w="6207" h="5420" extrusionOk="0">
                  <a:moveTo>
                    <a:pt x="3119" y="1"/>
                  </a:moveTo>
                  <a:cubicBezTo>
                    <a:pt x="1386" y="1"/>
                    <a:pt x="0" y="1387"/>
                    <a:pt x="0" y="3120"/>
                  </a:cubicBezTo>
                  <a:cubicBezTo>
                    <a:pt x="0" y="4002"/>
                    <a:pt x="410" y="4853"/>
                    <a:pt x="1071" y="5420"/>
                  </a:cubicBezTo>
                  <a:cubicBezTo>
                    <a:pt x="1071" y="5231"/>
                    <a:pt x="1103" y="5042"/>
                    <a:pt x="1197" y="4853"/>
                  </a:cubicBezTo>
                  <a:cubicBezTo>
                    <a:pt x="1323" y="4380"/>
                    <a:pt x="1701" y="3971"/>
                    <a:pt x="2111" y="3750"/>
                  </a:cubicBezTo>
                  <a:cubicBezTo>
                    <a:pt x="1890" y="3498"/>
                    <a:pt x="1733" y="3151"/>
                    <a:pt x="1733" y="2805"/>
                  </a:cubicBezTo>
                  <a:cubicBezTo>
                    <a:pt x="1733" y="2049"/>
                    <a:pt x="2363" y="1419"/>
                    <a:pt x="3119" y="1419"/>
                  </a:cubicBezTo>
                  <a:cubicBezTo>
                    <a:pt x="3844" y="1419"/>
                    <a:pt x="4474" y="2049"/>
                    <a:pt x="4474" y="2805"/>
                  </a:cubicBezTo>
                  <a:cubicBezTo>
                    <a:pt x="4474" y="3151"/>
                    <a:pt x="4348" y="3498"/>
                    <a:pt x="4096" y="3750"/>
                  </a:cubicBezTo>
                  <a:cubicBezTo>
                    <a:pt x="4379" y="3876"/>
                    <a:pt x="4600" y="4097"/>
                    <a:pt x="4789" y="4380"/>
                  </a:cubicBezTo>
                  <a:cubicBezTo>
                    <a:pt x="5009" y="4695"/>
                    <a:pt x="5135" y="5042"/>
                    <a:pt x="5167" y="5420"/>
                  </a:cubicBezTo>
                  <a:cubicBezTo>
                    <a:pt x="5797" y="4853"/>
                    <a:pt x="6207" y="4065"/>
                    <a:pt x="6207" y="3120"/>
                  </a:cubicBezTo>
                  <a:cubicBezTo>
                    <a:pt x="6207" y="1387"/>
                    <a:pt x="4852" y="1"/>
                    <a:pt x="3119" y="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endParaRPr>
            </a:p>
          </p:txBody>
        </p:sp>
      </p:grpSp>
      <p:sp>
        <p:nvSpPr>
          <p:cNvPr id="1772" name="矩形 1771"/>
          <p:cNvSpPr/>
          <p:nvPr/>
        </p:nvSpPr>
        <p:spPr>
          <a:xfrm>
            <a:off x="9117301" y="795011"/>
            <a:ext cx="2851987" cy="107847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76" name="椭圆 1775"/>
          <p:cNvSpPr/>
          <p:nvPr/>
        </p:nvSpPr>
        <p:spPr>
          <a:xfrm>
            <a:off x="9416584" y="1010243"/>
            <a:ext cx="657131" cy="657131"/>
          </a:xfrm>
          <a:prstGeom prst="ellipse">
            <a:avLst/>
          </a:prstGeom>
          <a:solidFill>
            <a:schemeClr val="bg1"/>
          </a:solidFill>
          <a:ln w="952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83" name="文本框 1782"/>
          <p:cNvSpPr txBox="1"/>
          <p:nvPr/>
        </p:nvSpPr>
        <p:spPr>
          <a:xfrm>
            <a:off x="10132842" y="938244"/>
            <a:ext cx="1390584" cy="312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线上订单占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84" name="文本框 1783"/>
          <p:cNvSpPr txBox="1"/>
          <p:nvPr/>
        </p:nvSpPr>
        <p:spPr>
          <a:xfrm>
            <a:off x="10132842" y="1190376"/>
            <a:ext cx="150929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0" i="0" u="none" strike="noStrike" cap="none" spc="0" normalizeH="0" baseline="0">
                <a:ln>
                  <a:noFill/>
                </a:ln>
                <a:solidFill>
                  <a:srgbClr val="0A3431"/>
                </a:solidFill>
                <a:effectLst/>
                <a:uLnTx/>
                <a:uFillTx/>
                <a:latin typeface="OPPO Sans Bold"/>
                <a:ea typeface="OPPO Sans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38%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70" name="矩形 1769"/>
          <p:cNvSpPr/>
          <p:nvPr/>
        </p:nvSpPr>
        <p:spPr>
          <a:xfrm>
            <a:off x="3181667" y="795011"/>
            <a:ext cx="2851987" cy="107847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74" name="椭圆 1773"/>
          <p:cNvSpPr/>
          <p:nvPr/>
        </p:nvSpPr>
        <p:spPr>
          <a:xfrm>
            <a:off x="3475660" y="1010243"/>
            <a:ext cx="657131" cy="657131"/>
          </a:xfrm>
          <a:prstGeom prst="ellipse">
            <a:avLst/>
          </a:prstGeom>
          <a:solidFill>
            <a:schemeClr val="bg1"/>
          </a:solidFill>
          <a:ln w="952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80" name="文本框 1779"/>
          <p:cNvSpPr txBox="1"/>
          <p:nvPr/>
        </p:nvSpPr>
        <p:spPr>
          <a:xfrm>
            <a:off x="4185506" y="938244"/>
            <a:ext cx="1874471" cy="312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新开门店数量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81" name="文本框 1780"/>
          <p:cNvSpPr txBox="1"/>
          <p:nvPr/>
        </p:nvSpPr>
        <p:spPr>
          <a:xfrm>
            <a:off x="4185508" y="1190376"/>
            <a:ext cx="150929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0" i="0" u="none" strike="noStrike" cap="none" spc="0" normalizeH="0" baseline="0">
                <a:ln>
                  <a:noFill/>
                </a:ln>
                <a:solidFill>
                  <a:srgbClr val="0A3431"/>
                </a:solidFill>
                <a:effectLst/>
                <a:uLnTx/>
                <a:uFillTx/>
                <a:latin typeface="OPPO Sans Bold"/>
                <a:ea typeface="OPPO Sans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6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家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77" name="矩形 1776"/>
          <p:cNvSpPr/>
          <p:nvPr/>
        </p:nvSpPr>
        <p:spPr>
          <a:xfrm>
            <a:off x="227012" y="795011"/>
            <a:ext cx="2851987" cy="10784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78" name="文本框 1777"/>
          <p:cNvSpPr txBox="1"/>
          <p:nvPr/>
        </p:nvSpPr>
        <p:spPr>
          <a:xfrm>
            <a:off x="1221758" y="938244"/>
            <a:ext cx="1700988" cy="312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季度销售额完成率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79" name="文本框 1778"/>
          <p:cNvSpPr txBox="1"/>
          <p:nvPr/>
        </p:nvSpPr>
        <p:spPr>
          <a:xfrm>
            <a:off x="1221758" y="1190376"/>
            <a:ext cx="150929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0" i="0" u="none" strike="noStrike" cap="none" spc="0" normalizeH="0" baseline="0">
                <a:ln>
                  <a:noFill/>
                </a:ln>
                <a:solidFill>
                  <a:srgbClr val="0A3431"/>
                </a:solidFill>
                <a:effectLst/>
                <a:uLnTx/>
                <a:uFillTx/>
                <a:latin typeface="OPPO Sans Bold"/>
                <a:ea typeface="OPPO Sans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92%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803" name="椭圆 1802"/>
          <p:cNvSpPr/>
          <p:nvPr/>
        </p:nvSpPr>
        <p:spPr>
          <a:xfrm>
            <a:off x="524758" y="1010243"/>
            <a:ext cx="657131" cy="657131"/>
          </a:xfrm>
          <a:prstGeom prst="ellipse">
            <a:avLst/>
          </a:prstGeom>
          <a:solidFill>
            <a:schemeClr val="bg1"/>
          </a:solidFill>
          <a:ln w="952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" name="任意多边形: 形状 1"/>
          <p:cNvSpPr/>
          <p:nvPr/>
        </p:nvSpPr>
        <p:spPr>
          <a:xfrm>
            <a:off x="668775" y="1149466"/>
            <a:ext cx="369097" cy="378684"/>
          </a:xfrm>
          <a:custGeom>
            <a:avLst/>
            <a:gdLst>
              <a:gd name="connsiteX0" fmla="*/ 430887 w 1527968"/>
              <a:gd name="connsiteY0" fmla="*/ 1329532 h 1567656"/>
              <a:gd name="connsiteX1" fmla="*/ 549950 w 1527968"/>
              <a:gd name="connsiteY1" fmla="*/ 1448594 h 1567656"/>
              <a:gd name="connsiteX2" fmla="*/ 430887 w 1527968"/>
              <a:gd name="connsiteY2" fmla="*/ 1567657 h 1567656"/>
              <a:gd name="connsiteX3" fmla="*/ 311825 w 1527968"/>
              <a:gd name="connsiteY3" fmla="*/ 1448594 h 1567656"/>
              <a:gd name="connsiteX4" fmla="*/ 430887 w 1527968"/>
              <a:gd name="connsiteY4" fmla="*/ 1329532 h 1567656"/>
              <a:gd name="connsiteX5" fmla="*/ 1269999 w 1527968"/>
              <a:gd name="connsiteY5" fmla="*/ 1329532 h 1567656"/>
              <a:gd name="connsiteX6" fmla="*/ 1389061 w 1527968"/>
              <a:gd name="connsiteY6" fmla="*/ 1448594 h 1567656"/>
              <a:gd name="connsiteX7" fmla="*/ 1269999 w 1527968"/>
              <a:gd name="connsiteY7" fmla="*/ 1567657 h 1567656"/>
              <a:gd name="connsiteX8" fmla="*/ 1150936 w 1527968"/>
              <a:gd name="connsiteY8" fmla="*/ 1448594 h 1567656"/>
              <a:gd name="connsiteX9" fmla="*/ 1269999 w 1527968"/>
              <a:gd name="connsiteY9" fmla="*/ 1329532 h 1567656"/>
              <a:gd name="connsiteX10" fmla="*/ 359093 w 1527968"/>
              <a:gd name="connsiteY10" fmla="*/ 1175543 h 1567656"/>
              <a:gd name="connsiteX11" fmla="*/ 358616 w 1527968"/>
              <a:gd name="connsiteY11" fmla="*/ 1175385 h 1567656"/>
              <a:gd name="connsiteX12" fmla="*/ 325199 w 1527968"/>
              <a:gd name="connsiteY12" fmla="*/ 1143318 h 1567656"/>
              <a:gd name="connsiteX13" fmla="*/ 322261 w 1527968"/>
              <a:gd name="connsiteY13" fmla="*/ 1134785 h 1567656"/>
              <a:gd name="connsiteX14" fmla="*/ 321865 w 1527968"/>
              <a:gd name="connsiteY14" fmla="*/ 1133198 h 1567656"/>
              <a:gd name="connsiteX15" fmla="*/ 320674 w 1527968"/>
              <a:gd name="connsiteY15" fmla="*/ 1126132 h 1567656"/>
              <a:gd name="connsiteX16" fmla="*/ 321270 w 1527968"/>
              <a:gd name="connsiteY16" fmla="*/ 1130221 h 1567656"/>
              <a:gd name="connsiteX17" fmla="*/ 321151 w 1527968"/>
              <a:gd name="connsiteY17" fmla="*/ 1129507 h 1567656"/>
              <a:gd name="connsiteX18" fmla="*/ 153591 w 1527968"/>
              <a:gd name="connsiteY18" fmla="*/ 119063 h 1567656"/>
              <a:gd name="connsiteX19" fmla="*/ 0 w 1527968"/>
              <a:gd name="connsiteY19" fmla="*/ 119063 h 1567656"/>
              <a:gd name="connsiteX20" fmla="*/ 0 w 1527968"/>
              <a:gd name="connsiteY20" fmla="*/ 0 h 1567656"/>
              <a:gd name="connsiteX21" fmla="*/ 204112 w 1527968"/>
              <a:gd name="connsiteY21" fmla="*/ 0 h 1567656"/>
              <a:gd name="connsiteX22" fmla="*/ 261699 w 1527968"/>
              <a:gd name="connsiteY22" fmla="*/ 44490 h 1567656"/>
              <a:gd name="connsiteX23" fmla="*/ 262849 w 1527968"/>
              <a:gd name="connsiteY23" fmla="*/ 49807 h 1567656"/>
              <a:gd name="connsiteX24" fmla="*/ 304363 w 1527968"/>
              <a:gd name="connsiteY24" fmla="*/ 300475 h 1567656"/>
              <a:gd name="connsiteX25" fmla="*/ 1468437 w 1527968"/>
              <a:gd name="connsiteY25" fmla="*/ 300475 h 1567656"/>
              <a:gd name="connsiteX26" fmla="*/ 1527968 w 1527968"/>
              <a:gd name="connsiteY26" fmla="*/ 360006 h 1567656"/>
              <a:gd name="connsiteX27" fmla="*/ 1527730 w 1527968"/>
              <a:gd name="connsiteY27" fmla="*/ 365323 h 1567656"/>
              <a:gd name="connsiteX28" fmla="*/ 1527055 w 1527968"/>
              <a:gd name="connsiteY28" fmla="*/ 370483 h 1567656"/>
              <a:gd name="connsiteX29" fmla="*/ 1390927 w 1527968"/>
              <a:gd name="connsiteY29" fmla="*/ 1130260 h 1567656"/>
              <a:gd name="connsiteX30" fmla="*/ 1332349 w 1527968"/>
              <a:gd name="connsiteY30" fmla="*/ 1179275 h 1567656"/>
              <a:gd name="connsiteX31" fmla="*/ 379848 w 1527968"/>
              <a:gd name="connsiteY31" fmla="*/ 1179275 h 1567656"/>
              <a:gd name="connsiteX32" fmla="*/ 359093 w 1527968"/>
              <a:gd name="connsiteY32" fmla="*/ 1175543 h 1567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527968" h="1567656">
                <a:moveTo>
                  <a:pt x="430887" y="1329532"/>
                </a:moveTo>
                <a:cubicBezTo>
                  <a:pt x="496643" y="1329532"/>
                  <a:pt x="549950" y="1382837"/>
                  <a:pt x="549950" y="1448594"/>
                </a:cubicBezTo>
                <a:cubicBezTo>
                  <a:pt x="549950" y="1514350"/>
                  <a:pt x="496643" y="1567657"/>
                  <a:pt x="430887" y="1567657"/>
                </a:cubicBezTo>
                <a:cubicBezTo>
                  <a:pt x="365129" y="1567657"/>
                  <a:pt x="311825" y="1514350"/>
                  <a:pt x="311825" y="1448594"/>
                </a:cubicBezTo>
                <a:cubicBezTo>
                  <a:pt x="311825" y="1382837"/>
                  <a:pt x="365129" y="1329532"/>
                  <a:pt x="430887" y="1329532"/>
                </a:cubicBezTo>
                <a:close/>
                <a:moveTo>
                  <a:pt x="1269999" y="1329532"/>
                </a:moveTo>
                <a:cubicBezTo>
                  <a:pt x="1335757" y="1329532"/>
                  <a:pt x="1389061" y="1382837"/>
                  <a:pt x="1389061" y="1448594"/>
                </a:cubicBezTo>
                <a:cubicBezTo>
                  <a:pt x="1389061" y="1514350"/>
                  <a:pt x="1335757" y="1567657"/>
                  <a:pt x="1269999" y="1567657"/>
                </a:cubicBezTo>
                <a:cubicBezTo>
                  <a:pt x="1204243" y="1567657"/>
                  <a:pt x="1150936" y="1514350"/>
                  <a:pt x="1150936" y="1448594"/>
                </a:cubicBezTo>
                <a:cubicBezTo>
                  <a:pt x="1150936" y="1382837"/>
                  <a:pt x="1204243" y="1329532"/>
                  <a:pt x="1269999" y="1329532"/>
                </a:cubicBezTo>
                <a:close/>
                <a:moveTo>
                  <a:pt x="359093" y="1175543"/>
                </a:moveTo>
                <a:lnTo>
                  <a:pt x="358616" y="1175385"/>
                </a:lnTo>
                <a:cubicBezTo>
                  <a:pt x="343590" y="1169668"/>
                  <a:pt x="331530" y="1158095"/>
                  <a:pt x="325199" y="1143318"/>
                </a:cubicBezTo>
                <a:cubicBezTo>
                  <a:pt x="323984" y="1140559"/>
                  <a:pt x="323002" y="1137706"/>
                  <a:pt x="322261" y="1134785"/>
                </a:cubicBezTo>
                <a:lnTo>
                  <a:pt x="321865" y="1133198"/>
                </a:lnTo>
                <a:cubicBezTo>
                  <a:pt x="321327" y="1130869"/>
                  <a:pt x="320929" y="1128510"/>
                  <a:pt x="320674" y="1126132"/>
                </a:cubicBezTo>
                <a:lnTo>
                  <a:pt x="321270" y="1130221"/>
                </a:lnTo>
                <a:lnTo>
                  <a:pt x="321151" y="1129507"/>
                </a:lnTo>
                <a:lnTo>
                  <a:pt x="153591" y="119063"/>
                </a:lnTo>
                <a:lnTo>
                  <a:pt x="0" y="119063"/>
                </a:lnTo>
                <a:lnTo>
                  <a:pt x="0" y="0"/>
                </a:lnTo>
                <a:lnTo>
                  <a:pt x="204112" y="0"/>
                </a:lnTo>
                <a:cubicBezTo>
                  <a:pt x="231193" y="6"/>
                  <a:pt x="254857" y="18287"/>
                  <a:pt x="261699" y="44490"/>
                </a:cubicBezTo>
                <a:lnTo>
                  <a:pt x="262849" y="49807"/>
                </a:lnTo>
                <a:lnTo>
                  <a:pt x="304363" y="300475"/>
                </a:lnTo>
                <a:lnTo>
                  <a:pt x="1468437" y="300475"/>
                </a:lnTo>
                <a:cubicBezTo>
                  <a:pt x="1501315" y="300475"/>
                  <a:pt x="1527968" y="327128"/>
                  <a:pt x="1527968" y="360006"/>
                </a:cubicBezTo>
                <a:cubicBezTo>
                  <a:pt x="1527968" y="361781"/>
                  <a:pt x="1527888" y="363556"/>
                  <a:pt x="1527730" y="365323"/>
                </a:cubicBezTo>
                <a:lnTo>
                  <a:pt x="1527055" y="370483"/>
                </a:lnTo>
                <a:lnTo>
                  <a:pt x="1390927" y="1130260"/>
                </a:lnTo>
                <a:cubicBezTo>
                  <a:pt x="1385837" y="1158621"/>
                  <a:pt x="1361163" y="1179266"/>
                  <a:pt x="1332349" y="1179275"/>
                </a:cubicBezTo>
                <a:lnTo>
                  <a:pt x="379848" y="1179275"/>
                </a:lnTo>
                <a:cubicBezTo>
                  <a:pt x="372586" y="1179275"/>
                  <a:pt x="365561" y="1177965"/>
                  <a:pt x="359093" y="1175543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任意多边形: 形状 2"/>
          <p:cNvSpPr/>
          <p:nvPr/>
        </p:nvSpPr>
        <p:spPr>
          <a:xfrm>
            <a:off x="3621109" y="1169090"/>
            <a:ext cx="366233" cy="339437"/>
          </a:xfrm>
          <a:custGeom>
            <a:avLst/>
            <a:gdLst>
              <a:gd name="connsiteX0" fmla="*/ 1011113 w 1394732"/>
              <a:gd name="connsiteY0" fmla="*/ 668043 h 1292680"/>
              <a:gd name="connsiteX1" fmla="*/ 1017644 w 1394732"/>
              <a:gd name="connsiteY1" fmla="*/ 671548 h 1292680"/>
              <a:gd name="connsiteX2" fmla="*/ 1232331 w 1394732"/>
              <a:gd name="connsiteY2" fmla="*/ 701754 h 1292680"/>
              <a:gd name="connsiteX3" fmla="*/ 1243966 w 1394732"/>
              <a:gd name="connsiteY3" fmla="*/ 699204 h 1292680"/>
              <a:gd name="connsiteX4" fmla="*/ 1253150 w 1394732"/>
              <a:gd name="connsiteY4" fmla="*/ 696856 h 1292680"/>
              <a:gd name="connsiteX5" fmla="*/ 1258696 w 1394732"/>
              <a:gd name="connsiteY5" fmla="*/ 695325 h 1292680"/>
              <a:gd name="connsiteX6" fmla="*/ 1258661 w 1394732"/>
              <a:gd name="connsiteY6" fmla="*/ 1254240 h 1292680"/>
              <a:gd name="connsiteX7" fmla="*/ 1212838 w 1394732"/>
              <a:gd name="connsiteY7" fmla="*/ 1292476 h 1292680"/>
              <a:gd name="connsiteX8" fmla="*/ 1207635 w 1394732"/>
              <a:gd name="connsiteY8" fmla="*/ 1292680 h 1292680"/>
              <a:gd name="connsiteX9" fmla="*/ 841942 w 1394732"/>
              <a:gd name="connsiteY9" fmla="*/ 1292645 h 1292680"/>
              <a:gd name="connsiteX10" fmla="*/ 841942 w 1394732"/>
              <a:gd name="connsiteY10" fmla="*/ 901474 h 1292680"/>
              <a:gd name="connsiteX11" fmla="*/ 535782 w 1394732"/>
              <a:gd name="connsiteY11" fmla="*/ 901474 h 1292680"/>
              <a:gd name="connsiteX12" fmla="*/ 535782 w 1394732"/>
              <a:gd name="connsiteY12" fmla="*/ 1292645 h 1292680"/>
              <a:gd name="connsiteX13" fmla="*/ 187098 w 1394732"/>
              <a:gd name="connsiteY13" fmla="*/ 1292680 h 1292680"/>
              <a:gd name="connsiteX14" fmla="*/ 136344 w 1394732"/>
              <a:gd name="connsiteY14" fmla="*/ 1258152 h 1292680"/>
              <a:gd name="connsiteX15" fmla="*/ 136072 w 1394732"/>
              <a:gd name="connsiteY15" fmla="*/ 1254204 h 1292680"/>
              <a:gd name="connsiteX16" fmla="*/ 136072 w 1394732"/>
              <a:gd name="connsiteY16" fmla="*/ 695325 h 1292680"/>
              <a:gd name="connsiteX17" fmla="*/ 143385 w 1394732"/>
              <a:gd name="connsiteY17" fmla="*/ 697368 h 1292680"/>
              <a:gd name="connsiteX18" fmla="*/ 150767 w 1394732"/>
              <a:gd name="connsiteY18" fmla="*/ 699204 h 1292680"/>
              <a:gd name="connsiteX19" fmla="*/ 161211 w 1394732"/>
              <a:gd name="connsiteY19" fmla="*/ 701483 h 1292680"/>
              <a:gd name="connsiteX20" fmla="*/ 171960 w 1394732"/>
              <a:gd name="connsiteY20" fmla="*/ 703421 h 1292680"/>
              <a:gd name="connsiteX21" fmla="*/ 365965 w 1394732"/>
              <a:gd name="connsiteY21" fmla="*/ 677228 h 1292680"/>
              <a:gd name="connsiteX22" fmla="*/ 376986 w 1394732"/>
              <a:gd name="connsiteY22" fmla="*/ 671820 h 1292680"/>
              <a:gd name="connsiteX23" fmla="*/ 383722 w 1394732"/>
              <a:gd name="connsiteY23" fmla="*/ 668214 h 1292680"/>
              <a:gd name="connsiteX24" fmla="*/ 395117 w 1394732"/>
              <a:gd name="connsiteY24" fmla="*/ 674132 h 1292680"/>
              <a:gd name="connsiteX25" fmla="*/ 527957 w 1394732"/>
              <a:gd name="connsiteY25" fmla="*/ 707946 h 1292680"/>
              <a:gd name="connsiteX26" fmla="*/ 540680 w 1394732"/>
              <a:gd name="connsiteY26" fmla="*/ 708219 h 1292680"/>
              <a:gd name="connsiteX27" fmla="*/ 551532 w 1394732"/>
              <a:gd name="connsiteY27" fmla="*/ 708015 h 1292680"/>
              <a:gd name="connsiteX28" fmla="*/ 563676 w 1394732"/>
              <a:gd name="connsiteY28" fmla="*/ 707334 h 1292680"/>
              <a:gd name="connsiteX29" fmla="*/ 676956 w 1394732"/>
              <a:gd name="connsiteY29" fmla="*/ 678487 h 1292680"/>
              <a:gd name="connsiteX30" fmla="*/ 688589 w 1394732"/>
              <a:gd name="connsiteY30" fmla="*/ 672908 h 1292680"/>
              <a:gd name="connsiteX31" fmla="*/ 697469 w 1394732"/>
              <a:gd name="connsiteY31" fmla="*/ 668214 h 1292680"/>
              <a:gd name="connsiteX32" fmla="*/ 706620 w 1394732"/>
              <a:gd name="connsiteY32" fmla="*/ 673044 h 1292680"/>
              <a:gd name="connsiteX33" fmla="*/ 841160 w 1394732"/>
              <a:gd name="connsiteY33" fmla="*/ 707946 h 1292680"/>
              <a:gd name="connsiteX34" fmla="*/ 854053 w 1394732"/>
              <a:gd name="connsiteY34" fmla="*/ 708219 h 1292680"/>
              <a:gd name="connsiteX35" fmla="*/ 864871 w 1394732"/>
              <a:gd name="connsiteY35" fmla="*/ 708015 h 1292680"/>
              <a:gd name="connsiteX36" fmla="*/ 878137 w 1394732"/>
              <a:gd name="connsiteY36" fmla="*/ 707231 h 1292680"/>
              <a:gd name="connsiteX37" fmla="*/ 990429 w 1394732"/>
              <a:gd name="connsiteY37" fmla="*/ 678453 h 1292680"/>
              <a:gd name="connsiteX38" fmla="*/ 1001962 w 1394732"/>
              <a:gd name="connsiteY38" fmla="*/ 672908 h 1292680"/>
              <a:gd name="connsiteX39" fmla="*/ 1011113 w 1394732"/>
              <a:gd name="connsiteY39" fmla="*/ 668043 h 1292680"/>
              <a:gd name="connsiteX40" fmla="*/ 1167425 w 1394732"/>
              <a:gd name="connsiteY40" fmla="*/ 0 h 1292680"/>
              <a:gd name="connsiteX41" fmla="*/ 1212362 w 1394732"/>
              <a:gd name="connsiteY41" fmla="*/ 26875 h 1292680"/>
              <a:gd name="connsiteX42" fmla="*/ 1388643 w 1394732"/>
              <a:gd name="connsiteY42" fmla="*/ 354670 h 1292680"/>
              <a:gd name="connsiteX43" fmla="*/ 1394732 w 1394732"/>
              <a:gd name="connsiteY43" fmla="*/ 378721 h 1292680"/>
              <a:gd name="connsiteX44" fmla="*/ 1168428 w 1394732"/>
              <a:gd name="connsiteY44" fmla="*/ 606078 h 1292680"/>
              <a:gd name="connsiteX45" fmla="*/ 1016623 w 1394732"/>
              <a:gd name="connsiteY45" fmla="*/ 548266 h 1292680"/>
              <a:gd name="connsiteX46" fmla="*/ 1010808 w 1394732"/>
              <a:gd name="connsiteY46" fmla="*/ 542858 h 1292680"/>
              <a:gd name="connsiteX47" fmla="*/ 1002745 w 1394732"/>
              <a:gd name="connsiteY47" fmla="*/ 550342 h 1292680"/>
              <a:gd name="connsiteX48" fmla="*/ 862897 w 1394732"/>
              <a:gd name="connsiteY48" fmla="*/ 605995 h 1292680"/>
              <a:gd name="connsiteX49" fmla="*/ 854053 w 1394732"/>
              <a:gd name="connsiteY49" fmla="*/ 606166 h 1292680"/>
              <a:gd name="connsiteX50" fmla="*/ 697843 w 1394732"/>
              <a:gd name="connsiteY50" fmla="*/ 543470 h 1292680"/>
              <a:gd name="connsiteX51" fmla="*/ 697366 w 1394732"/>
              <a:gd name="connsiteY51" fmla="*/ 542994 h 1292680"/>
              <a:gd name="connsiteX52" fmla="*/ 689372 w 1394732"/>
              <a:gd name="connsiteY52" fmla="*/ 550342 h 1292680"/>
              <a:gd name="connsiteX53" fmla="*/ 549560 w 1394732"/>
              <a:gd name="connsiteY53" fmla="*/ 605995 h 1292680"/>
              <a:gd name="connsiteX54" fmla="*/ 540714 w 1394732"/>
              <a:gd name="connsiteY54" fmla="*/ 606166 h 1292680"/>
              <a:gd name="connsiteX55" fmla="*/ 384470 w 1394732"/>
              <a:gd name="connsiteY55" fmla="*/ 543470 h 1292680"/>
              <a:gd name="connsiteX56" fmla="*/ 383892 w 1394732"/>
              <a:gd name="connsiteY56" fmla="*/ 542858 h 1292680"/>
              <a:gd name="connsiteX57" fmla="*/ 378110 w 1394732"/>
              <a:gd name="connsiteY57" fmla="*/ 548301 h 1292680"/>
              <a:gd name="connsiteX58" fmla="*/ 182914 w 1394732"/>
              <a:gd name="connsiteY58" fmla="*/ 601777 h 1292680"/>
              <a:gd name="connsiteX59" fmla="*/ 174375 w 1394732"/>
              <a:gd name="connsiteY59" fmla="*/ 599906 h 1292680"/>
              <a:gd name="connsiteX60" fmla="*/ 1 w 1394732"/>
              <a:gd name="connsiteY60" fmla="*/ 378721 h 1292680"/>
              <a:gd name="connsiteX61" fmla="*/ 6089 w 1394732"/>
              <a:gd name="connsiteY61" fmla="*/ 354670 h 1292680"/>
              <a:gd name="connsiteX62" fmla="*/ 182335 w 1394732"/>
              <a:gd name="connsiteY62" fmla="*/ 26875 h 1292680"/>
              <a:gd name="connsiteX63" fmla="*/ 227239 w 1394732"/>
              <a:gd name="connsiteY63" fmla="*/ 0 h 1292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394732" h="1292680">
                <a:moveTo>
                  <a:pt x="1011113" y="668043"/>
                </a:moveTo>
                <a:lnTo>
                  <a:pt x="1017644" y="671548"/>
                </a:lnTo>
                <a:cubicBezTo>
                  <a:pt x="1083713" y="705665"/>
                  <a:pt x="1159415" y="716317"/>
                  <a:pt x="1232331" y="701754"/>
                </a:cubicBezTo>
                <a:lnTo>
                  <a:pt x="1243966" y="699204"/>
                </a:lnTo>
                <a:lnTo>
                  <a:pt x="1253150" y="696856"/>
                </a:lnTo>
                <a:cubicBezTo>
                  <a:pt x="1255022" y="696380"/>
                  <a:pt x="1256858" y="695837"/>
                  <a:pt x="1258696" y="695325"/>
                </a:cubicBezTo>
                <a:lnTo>
                  <a:pt x="1258661" y="1254240"/>
                </a:lnTo>
                <a:cubicBezTo>
                  <a:pt x="1258661" y="1274140"/>
                  <a:pt x="1238591" y="1290502"/>
                  <a:pt x="1212838" y="1292476"/>
                </a:cubicBezTo>
                <a:lnTo>
                  <a:pt x="1207635" y="1292680"/>
                </a:lnTo>
                <a:lnTo>
                  <a:pt x="841942" y="1292645"/>
                </a:lnTo>
                <a:lnTo>
                  <a:pt x="841942" y="901474"/>
                </a:lnTo>
                <a:lnTo>
                  <a:pt x="535782" y="901474"/>
                </a:lnTo>
                <a:lnTo>
                  <a:pt x="535782" y="1292645"/>
                </a:lnTo>
                <a:lnTo>
                  <a:pt x="187098" y="1292680"/>
                </a:lnTo>
                <a:cubicBezTo>
                  <a:pt x="160666" y="1292680"/>
                  <a:pt x="138963" y="1277541"/>
                  <a:pt x="136344" y="1258152"/>
                </a:cubicBezTo>
                <a:lnTo>
                  <a:pt x="136072" y="1254204"/>
                </a:lnTo>
                <a:lnTo>
                  <a:pt x="136072" y="695325"/>
                </a:lnTo>
                <a:lnTo>
                  <a:pt x="143385" y="697368"/>
                </a:lnTo>
                <a:lnTo>
                  <a:pt x="150767" y="699204"/>
                </a:lnTo>
                <a:lnTo>
                  <a:pt x="161211" y="701483"/>
                </a:lnTo>
                <a:lnTo>
                  <a:pt x="171960" y="703421"/>
                </a:lnTo>
                <a:cubicBezTo>
                  <a:pt x="237791" y="714440"/>
                  <a:pt x="305414" y="705311"/>
                  <a:pt x="365965" y="677228"/>
                </a:cubicBezTo>
                <a:lnTo>
                  <a:pt x="376986" y="671820"/>
                </a:lnTo>
                <a:lnTo>
                  <a:pt x="383722" y="668214"/>
                </a:lnTo>
                <a:lnTo>
                  <a:pt x="395117" y="674132"/>
                </a:lnTo>
                <a:cubicBezTo>
                  <a:pt x="436521" y="694639"/>
                  <a:pt x="481789" y="706162"/>
                  <a:pt x="527957" y="707946"/>
                </a:cubicBezTo>
                <a:lnTo>
                  <a:pt x="540680" y="708219"/>
                </a:lnTo>
                <a:lnTo>
                  <a:pt x="551532" y="708015"/>
                </a:lnTo>
                <a:lnTo>
                  <a:pt x="563676" y="707334"/>
                </a:lnTo>
                <a:cubicBezTo>
                  <a:pt x="602844" y="704485"/>
                  <a:pt x="641197" y="694719"/>
                  <a:pt x="676956" y="678487"/>
                </a:cubicBezTo>
                <a:lnTo>
                  <a:pt x="688589" y="672908"/>
                </a:lnTo>
                <a:lnTo>
                  <a:pt x="697469" y="668214"/>
                </a:lnTo>
                <a:lnTo>
                  <a:pt x="706620" y="673044"/>
                </a:lnTo>
                <a:cubicBezTo>
                  <a:pt x="748325" y="694134"/>
                  <a:pt x="794045" y="706109"/>
                  <a:pt x="841160" y="707946"/>
                </a:cubicBezTo>
                <a:lnTo>
                  <a:pt x="854053" y="708219"/>
                </a:lnTo>
                <a:lnTo>
                  <a:pt x="864871" y="708015"/>
                </a:lnTo>
                <a:lnTo>
                  <a:pt x="878137" y="707231"/>
                </a:lnTo>
                <a:cubicBezTo>
                  <a:pt x="916966" y="704292"/>
                  <a:pt x="954975" y="694549"/>
                  <a:pt x="990429" y="678453"/>
                </a:cubicBezTo>
                <a:lnTo>
                  <a:pt x="1001962" y="672908"/>
                </a:lnTo>
                <a:lnTo>
                  <a:pt x="1011113" y="668043"/>
                </a:lnTo>
                <a:close/>
                <a:moveTo>
                  <a:pt x="1167425" y="0"/>
                </a:moveTo>
                <a:cubicBezTo>
                  <a:pt x="1186209" y="6"/>
                  <a:pt x="1203471" y="10329"/>
                  <a:pt x="1212362" y="26875"/>
                </a:cubicBezTo>
                <a:lnTo>
                  <a:pt x="1388643" y="354670"/>
                </a:lnTo>
                <a:cubicBezTo>
                  <a:pt x="1392621" y="362065"/>
                  <a:pt x="1394712" y="370325"/>
                  <a:pt x="1394732" y="378721"/>
                </a:cubicBezTo>
                <a:cubicBezTo>
                  <a:pt x="1395022" y="503997"/>
                  <a:pt x="1293704" y="605788"/>
                  <a:pt x="1168428" y="606078"/>
                </a:cubicBezTo>
                <a:cubicBezTo>
                  <a:pt x="1112426" y="606209"/>
                  <a:pt x="1058353" y="585616"/>
                  <a:pt x="1016623" y="548266"/>
                </a:cubicBezTo>
                <a:lnTo>
                  <a:pt x="1010808" y="542858"/>
                </a:lnTo>
                <a:lnTo>
                  <a:pt x="1002745" y="550342"/>
                </a:lnTo>
                <a:cubicBezTo>
                  <a:pt x="963862" y="584333"/>
                  <a:pt x="914505" y="603974"/>
                  <a:pt x="862897" y="605995"/>
                </a:cubicBezTo>
                <a:lnTo>
                  <a:pt x="854053" y="606166"/>
                </a:lnTo>
                <a:cubicBezTo>
                  <a:pt x="794862" y="606166"/>
                  <a:pt x="739208" y="583032"/>
                  <a:pt x="697843" y="543470"/>
                </a:cubicBezTo>
                <a:lnTo>
                  <a:pt x="697366" y="542994"/>
                </a:lnTo>
                <a:lnTo>
                  <a:pt x="689372" y="550342"/>
                </a:lnTo>
                <a:cubicBezTo>
                  <a:pt x="650497" y="584325"/>
                  <a:pt x="601155" y="603967"/>
                  <a:pt x="549560" y="605995"/>
                </a:cubicBezTo>
                <a:lnTo>
                  <a:pt x="540714" y="606166"/>
                </a:lnTo>
                <a:cubicBezTo>
                  <a:pt x="481523" y="606166"/>
                  <a:pt x="425835" y="583032"/>
                  <a:pt x="384470" y="543470"/>
                </a:cubicBezTo>
                <a:lnTo>
                  <a:pt x="383892" y="542858"/>
                </a:lnTo>
                <a:lnTo>
                  <a:pt x="378110" y="548301"/>
                </a:lnTo>
                <a:cubicBezTo>
                  <a:pt x="325041" y="595768"/>
                  <a:pt x="252767" y="615570"/>
                  <a:pt x="182914" y="601777"/>
                </a:cubicBezTo>
                <a:lnTo>
                  <a:pt x="174375" y="599906"/>
                </a:lnTo>
                <a:cubicBezTo>
                  <a:pt x="71972" y="575565"/>
                  <a:pt x="-232" y="483978"/>
                  <a:pt x="1" y="378721"/>
                </a:cubicBezTo>
                <a:cubicBezTo>
                  <a:pt x="1" y="370320"/>
                  <a:pt x="2110" y="362052"/>
                  <a:pt x="6089" y="354670"/>
                </a:cubicBezTo>
                <a:lnTo>
                  <a:pt x="182335" y="26875"/>
                </a:lnTo>
                <a:cubicBezTo>
                  <a:pt x="191221" y="10340"/>
                  <a:pt x="208468" y="17"/>
                  <a:pt x="22723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任意多边形: 形状 4"/>
          <p:cNvSpPr/>
          <p:nvPr/>
        </p:nvSpPr>
        <p:spPr>
          <a:xfrm>
            <a:off x="9601203" y="1170185"/>
            <a:ext cx="287892" cy="337246"/>
          </a:xfrm>
          <a:custGeom>
            <a:avLst/>
            <a:gdLst>
              <a:gd name="connsiteX0" fmla="*/ 1389061 w 1389061"/>
              <a:gd name="connsiteY0" fmla="*/ 1289844 h 1627186"/>
              <a:gd name="connsiteX1" fmla="*/ 1389061 w 1389061"/>
              <a:gd name="connsiteY1" fmla="*/ 1567656 h 1627186"/>
              <a:gd name="connsiteX2" fmla="*/ 1329530 w 1389061"/>
              <a:gd name="connsiteY2" fmla="*/ 1627187 h 1627186"/>
              <a:gd name="connsiteX3" fmla="*/ 59531 w 1389061"/>
              <a:gd name="connsiteY3" fmla="*/ 1627187 h 1627186"/>
              <a:gd name="connsiteX4" fmla="*/ 0 w 1389061"/>
              <a:gd name="connsiteY4" fmla="*/ 1567656 h 1627186"/>
              <a:gd name="connsiteX5" fmla="*/ 0 w 1389061"/>
              <a:gd name="connsiteY5" fmla="*/ 1289844 h 1627186"/>
              <a:gd name="connsiteX6" fmla="*/ 1389061 w 1389061"/>
              <a:gd name="connsiteY6" fmla="*/ 1289844 h 1627186"/>
              <a:gd name="connsiteX7" fmla="*/ 238125 w 1389061"/>
              <a:gd name="connsiteY7" fmla="*/ 0 h 1627186"/>
              <a:gd name="connsiteX8" fmla="*/ 238125 w 1389061"/>
              <a:gd name="connsiteY8" fmla="*/ 654844 h 1627186"/>
              <a:gd name="connsiteX9" fmla="*/ 238363 w 1389061"/>
              <a:gd name="connsiteY9" fmla="*/ 660083 h 1627186"/>
              <a:gd name="connsiteX10" fmla="*/ 302929 w 1389061"/>
              <a:gd name="connsiteY10" fmla="*/ 714111 h 1627186"/>
              <a:gd name="connsiteX11" fmla="*/ 328056 w 1389061"/>
              <a:gd name="connsiteY11" fmla="*/ 706000 h 1627186"/>
              <a:gd name="connsiteX12" fmla="*/ 497640 w 1389061"/>
              <a:gd name="connsiteY12" fmla="*/ 605195 h 1627186"/>
              <a:gd name="connsiteX13" fmla="*/ 663693 w 1389061"/>
              <a:gd name="connsiteY13" fmla="*/ 705762 h 1627186"/>
              <a:gd name="connsiteX14" fmla="*/ 745452 w 1389061"/>
              <a:gd name="connsiteY14" fmla="*/ 685678 h 1627186"/>
              <a:gd name="connsiteX15" fmla="*/ 754062 w 1389061"/>
              <a:gd name="connsiteY15" fmla="*/ 654844 h 1627186"/>
              <a:gd name="connsiteX16" fmla="*/ 754062 w 1389061"/>
              <a:gd name="connsiteY16" fmla="*/ 0 h 1627186"/>
              <a:gd name="connsiteX17" fmla="*/ 1329530 w 1389061"/>
              <a:gd name="connsiteY17" fmla="*/ 0 h 1627186"/>
              <a:gd name="connsiteX18" fmla="*/ 1389061 w 1389061"/>
              <a:gd name="connsiteY18" fmla="*/ 59532 h 1627186"/>
              <a:gd name="connsiteX19" fmla="*/ 1389061 w 1389061"/>
              <a:gd name="connsiteY19" fmla="*/ 1170781 h 1627186"/>
              <a:gd name="connsiteX20" fmla="*/ 0 w 1389061"/>
              <a:gd name="connsiteY20" fmla="*/ 1170781 h 1627186"/>
              <a:gd name="connsiteX21" fmla="*/ 0 w 1389061"/>
              <a:gd name="connsiteY21" fmla="*/ 59532 h 1627186"/>
              <a:gd name="connsiteX22" fmla="*/ 53816 w 1389061"/>
              <a:gd name="connsiteY22" fmla="*/ 278 h 1627186"/>
              <a:gd name="connsiteX23" fmla="*/ 59531 w 1389061"/>
              <a:gd name="connsiteY23" fmla="*/ 0 h 1627186"/>
              <a:gd name="connsiteX24" fmla="*/ 238125 w 1389061"/>
              <a:gd name="connsiteY24" fmla="*/ 0 h 1627186"/>
              <a:gd name="connsiteX25" fmla="*/ 634999 w 1389061"/>
              <a:gd name="connsiteY25" fmla="*/ 159 h 1627186"/>
              <a:gd name="connsiteX26" fmla="*/ 634999 w 1389061"/>
              <a:gd name="connsiteY26" fmla="*/ 549156 h 1627186"/>
              <a:gd name="connsiteX27" fmla="*/ 528796 w 1389061"/>
              <a:gd name="connsiteY27" fmla="*/ 484862 h 1627186"/>
              <a:gd name="connsiteX28" fmla="*/ 523001 w 1389061"/>
              <a:gd name="connsiteY28" fmla="*/ 481766 h 1627186"/>
              <a:gd name="connsiteX29" fmla="*/ 467517 w 1389061"/>
              <a:gd name="connsiteY29" fmla="*/ 484624 h 1627186"/>
              <a:gd name="connsiteX30" fmla="*/ 357187 w 1389061"/>
              <a:gd name="connsiteY30" fmla="*/ 550147 h 1627186"/>
              <a:gd name="connsiteX31" fmla="*/ 357187 w 1389061"/>
              <a:gd name="connsiteY31" fmla="*/ 159 h 1627186"/>
              <a:gd name="connsiteX32" fmla="*/ 634999 w 1389061"/>
              <a:gd name="connsiteY32" fmla="*/ 159 h 1627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389061" h="1627186">
                <a:moveTo>
                  <a:pt x="1389061" y="1289844"/>
                </a:moveTo>
                <a:lnTo>
                  <a:pt x="1389061" y="1567656"/>
                </a:lnTo>
                <a:cubicBezTo>
                  <a:pt x="1389061" y="1600534"/>
                  <a:pt x="1362408" y="1627187"/>
                  <a:pt x="1329530" y="1627187"/>
                </a:cubicBezTo>
                <a:lnTo>
                  <a:pt x="59531" y="1627187"/>
                </a:lnTo>
                <a:cubicBezTo>
                  <a:pt x="26653" y="1627187"/>
                  <a:pt x="0" y="1600534"/>
                  <a:pt x="0" y="1567656"/>
                </a:cubicBezTo>
                <a:lnTo>
                  <a:pt x="0" y="1289844"/>
                </a:lnTo>
                <a:lnTo>
                  <a:pt x="1389061" y="1289844"/>
                </a:lnTo>
                <a:close/>
                <a:moveTo>
                  <a:pt x="238125" y="0"/>
                </a:moveTo>
                <a:lnTo>
                  <a:pt x="238125" y="654844"/>
                </a:lnTo>
                <a:lnTo>
                  <a:pt x="238363" y="660083"/>
                </a:lnTo>
                <a:cubicBezTo>
                  <a:pt x="241273" y="692831"/>
                  <a:pt x="270179" y="717021"/>
                  <a:pt x="302929" y="714111"/>
                </a:cubicBezTo>
                <a:cubicBezTo>
                  <a:pt x="311806" y="713323"/>
                  <a:pt x="320393" y="710551"/>
                  <a:pt x="328056" y="706000"/>
                </a:cubicBezTo>
                <a:lnTo>
                  <a:pt x="497640" y="605195"/>
                </a:lnTo>
                <a:lnTo>
                  <a:pt x="663693" y="705762"/>
                </a:lnTo>
                <a:cubicBezTo>
                  <a:pt x="691816" y="722794"/>
                  <a:pt x="728423" y="713801"/>
                  <a:pt x="745452" y="685678"/>
                </a:cubicBezTo>
                <a:cubicBezTo>
                  <a:pt x="751083" y="676380"/>
                  <a:pt x="754062" y="665714"/>
                  <a:pt x="754062" y="654844"/>
                </a:cubicBezTo>
                <a:lnTo>
                  <a:pt x="754062" y="0"/>
                </a:lnTo>
                <a:lnTo>
                  <a:pt x="1329530" y="0"/>
                </a:lnTo>
                <a:cubicBezTo>
                  <a:pt x="1362408" y="0"/>
                  <a:pt x="1389061" y="26653"/>
                  <a:pt x="1389061" y="59532"/>
                </a:cubicBezTo>
                <a:lnTo>
                  <a:pt x="1389061" y="1170781"/>
                </a:lnTo>
                <a:lnTo>
                  <a:pt x="0" y="1170781"/>
                </a:lnTo>
                <a:lnTo>
                  <a:pt x="0" y="59532"/>
                </a:lnTo>
                <a:cubicBezTo>
                  <a:pt x="0" y="28868"/>
                  <a:pt x="23293" y="3221"/>
                  <a:pt x="53816" y="278"/>
                </a:cubicBezTo>
                <a:lnTo>
                  <a:pt x="59531" y="0"/>
                </a:lnTo>
                <a:lnTo>
                  <a:pt x="238125" y="0"/>
                </a:lnTo>
                <a:close/>
                <a:moveTo>
                  <a:pt x="634999" y="159"/>
                </a:moveTo>
                <a:lnTo>
                  <a:pt x="634999" y="549156"/>
                </a:lnTo>
                <a:lnTo>
                  <a:pt x="528796" y="484862"/>
                </a:lnTo>
                <a:lnTo>
                  <a:pt x="523001" y="481766"/>
                </a:lnTo>
                <a:cubicBezTo>
                  <a:pt x="505169" y="473501"/>
                  <a:pt x="484408" y="474571"/>
                  <a:pt x="467517" y="484624"/>
                </a:cubicBezTo>
                <a:lnTo>
                  <a:pt x="357187" y="550147"/>
                </a:lnTo>
                <a:lnTo>
                  <a:pt x="357187" y="159"/>
                </a:lnTo>
                <a:lnTo>
                  <a:pt x="634999" y="159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7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481.xml><?xml version="1.0" encoding="utf-8"?>
<p:tagLst xmlns:p="http://schemas.openxmlformats.org/presentationml/2006/main">
  <p:tag name="KSO_WM_SLIDE_NOBEATY" val="1"/>
</p:tagLst>
</file>

<file path=ppt/tags/tag482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83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84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85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86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87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88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89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0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1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2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3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4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5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6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7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8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9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500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501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502.xml><?xml version="1.0" encoding="utf-8"?>
<p:tagLst xmlns:p="http://schemas.openxmlformats.org/presentationml/2006/main">
  <p:tag name="KSO_WM_SLIDE_NOBEATY" val="1"/>
</p:tagLst>
</file>

<file path=ppt/tags/tag503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04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05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06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07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08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09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0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1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2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3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4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5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6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7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8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9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0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1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2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3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4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5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6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7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8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9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0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1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2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3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4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5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6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7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8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9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0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1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2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3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4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5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6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7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8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9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0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1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2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3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4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5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6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7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8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9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60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61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62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63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64.xml><?xml version="1.0" encoding="utf-8"?>
<p:tagLst xmlns:p="http://schemas.openxmlformats.org/presentationml/2006/main">
  <p:tag name="KSO_WM_SLIDE_NOBEATY" val="1"/>
</p:tagLst>
</file>

<file path=ppt/tags/tag565.xml><?xml version="1.0" encoding="utf-8"?>
<p:tagLst xmlns:p="http://schemas.openxmlformats.org/presentationml/2006/main">
  <p:tag name="KSO_WM_SLIDE_NOBEATY" val="1"/>
</p:tagLst>
</file>

<file path=ppt/tags/tag566.xml><?xml version="1.0" encoding="utf-8"?>
<p:tagLst xmlns:p="http://schemas.openxmlformats.org/presentationml/2006/main">
  <p:tag name="KSO_WM_SLIDE_NOBEATY" val="1"/>
</p:tagLst>
</file>

<file path=ppt/tags/tag567.xml><?xml version="1.0" encoding="utf-8"?>
<p:tagLst xmlns:p="http://schemas.openxmlformats.org/presentationml/2006/main">
  <p:tag name="KSO_WM_SLIDE_NOBEATY" val="1"/>
</p:tagLst>
</file>

<file path=ppt/tags/tag568.xml><?xml version="1.0" encoding="utf-8"?>
<p:tagLst xmlns:p="http://schemas.openxmlformats.org/presentationml/2006/main">
  <p:tag name="KSO_WM_SLIDE_NOBEATY" val="1"/>
</p:tagLst>
</file>

<file path=ppt/tags/tag569.xml><?xml version="1.0" encoding="utf-8"?>
<p:tagLst xmlns:p="http://schemas.openxmlformats.org/presentationml/2006/main">
  <p:tag name="KSO_WM_SLIDE_NOBEATY" val="1"/>
</p:tagLst>
</file>

<file path=ppt/tags/tag570.xml><?xml version="1.0" encoding="utf-8"?>
<p:tagLst xmlns:p="http://schemas.openxmlformats.org/presentationml/2006/main">
  <p:tag name="KSO_WM_SLIDE_NOBEATY" val="1"/>
</p:tagLst>
</file>

<file path=ppt/tags/tag571.xml><?xml version="1.0" encoding="utf-8"?>
<p:tagLst xmlns:p="http://schemas.openxmlformats.org/presentationml/2006/main">
  <p:tag name="KSO_WM_SLIDE_NOBEATY" val="1"/>
</p:tagLst>
</file>

<file path=ppt/tags/tag572.xml><?xml version="1.0" encoding="utf-8"?>
<p:tagLst xmlns:p="http://schemas.openxmlformats.org/presentationml/2006/main">
  <p:tag name="KSO_WM_SLIDE_NOBEATY" val="1"/>
</p:tagLst>
</file>

<file path=ppt/tags/tag573.xml><?xml version="1.0" encoding="utf-8"?>
<p:tagLst xmlns:p="http://schemas.openxmlformats.org/presentationml/2006/main">
  <p:tag name="KSO_WM_SLIDE_NOBEATY" val="1"/>
</p:tagLst>
</file>

<file path=ppt/tags/tag574.xml><?xml version="1.0" encoding="utf-8"?>
<p:tagLst xmlns:p="http://schemas.openxmlformats.org/presentationml/2006/main">
  <p:tag name="KSO_WM_SLIDE_NOBEATY" val="1"/>
</p:tagLst>
</file>

<file path=ppt/tags/tag575.xml><?xml version="1.0" encoding="utf-8"?>
<p:tagLst xmlns:p="http://schemas.openxmlformats.org/presentationml/2006/main">
  <p:tag name="KSO_WM_SLIDE_NOBEATY" val="1"/>
</p:tagLst>
</file>

<file path=ppt/tags/tag576.xml><?xml version="1.0" encoding="utf-8"?>
<p:tagLst xmlns:p="http://schemas.openxmlformats.org/presentationml/2006/main">
  <p:tag name="KSO_WM_SLIDE_NOBEATY" val="1"/>
</p:tagLst>
</file>

<file path=ppt/tags/tag577.xml><?xml version="1.0" encoding="utf-8"?>
<p:tagLst xmlns:p="http://schemas.openxmlformats.org/presentationml/2006/main">
  <p:tag name="KSO_WM_SLIDE_NOBEATY" val="1"/>
</p:tagLst>
</file>

<file path=ppt/tags/tag578.xml><?xml version="1.0" encoding="utf-8"?>
<p:tagLst xmlns:p="http://schemas.openxmlformats.org/presentationml/2006/main">
  <p:tag name="KSO_WM_SLIDE_NOBEATY" val="1"/>
</p:tagLst>
</file>

<file path=ppt/tags/tag579.xml><?xml version="1.0" encoding="utf-8"?>
<p:tagLst xmlns:p="http://schemas.openxmlformats.org/presentationml/2006/main">
  <p:tag name="KSO_WM_SLIDE_NOBEATY" val="1"/>
</p:tagLst>
</file>

<file path=ppt/tags/tag580.xml><?xml version="1.0" encoding="utf-8"?>
<p:tagLst xmlns:p="http://schemas.openxmlformats.org/presentationml/2006/main">
  <p:tag name="KSO_WM_SLIDE_NOBEATY" val="1"/>
</p:tagLst>
</file>

<file path=ppt/tags/tag581.xml><?xml version="1.0" encoding="utf-8"?>
<p:tagLst xmlns:p="http://schemas.openxmlformats.org/presentationml/2006/main">
  <p:tag name="KSO_WM_SLIDE_NOBEATY" val="1"/>
</p:tagLst>
</file>

<file path=ppt/tags/tag582.xml><?xml version="1.0" encoding="utf-8"?>
<p:tagLst xmlns:p="http://schemas.openxmlformats.org/presentationml/2006/main">
  <p:tag name="KSO_WM_SLIDE_NOBEATY" val="1"/>
</p:tagLst>
</file>

<file path=ppt/tags/tag583.xml><?xml version="1.0" encoding="utf-8"?>
<p:tagLst xmlns:p="http://schemas.openxmlformats.org/presentationml/2006/main">
  <p:tag name="KSO_WM_SLIDE_NOBEATY" val="1"/>
</p:tagLst>
</file>

<file path=ppt/tags/tag584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85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86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87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88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89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0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1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2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3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4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5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6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7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8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9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600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601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602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603.xml><?xml version="1.0" encoding="utf-8"?>
<p:tagLst xmlns:p="http://schemas.openxmlformats.org/presentationml/2006/main">
  <p:tag name="KSO_WM_SLIDE_NOBEATY" val="1"/>
</p:tagLst>
</file>

<file path=ppt/tags/tag604.xml><?xml version="1.0" encoding="utf-8"?>
<p:tagLst xmlns:p="http://schemas.openxmlformats.org/presentationml/2006/main">
  <p:tag name="KSO_WM_SLIDE_NOBEATY" val="1"/>
</p:tagLst>
</file>

<file path=ppt/tags/tag605.xml><?xml version="1.0" encoding="utf-8"?>
<p:tagLst xmlns:p="http://schemas.openxmlformats.org/presentationml/2006/main">
  <p:tag name="KSO_WM_SLIDE_NOBEATY" val="1"/>
</p:tagLst>
</file>

<file path=ppt/tags/tag606.xml><?xml version="1.0" encoding="utf-8"?>
<p:tagLst xmlns:p="http://schemas.openxmlformats.org/presentationml/2006/main">
  <p:tag name="KSO_WM_SLIDE_NOBEATY" val="1"/>
</p:tagLst>
</file>

<file path=ppt/tags/tag607.xml><?xml version="1.0" encoding="utf-8"?>
<p:tagLst xmlns:p="http://schemas.openxmlformats.org/presentationml/2006/main">
  <p:tag name="KSO_WM_SLIDE_NOBEATY" val="1"/>
</p:tagLst>
</file>

<file path=ppt/tags/tag608.xml><?xml version="1.0" encoding="utf-8"?>
<p:tagLst xmlns:p="http://schemas.openxmlformats.org/presentationml/2006/main">
  <p:tag name="KSO_WM_SLIDE_NOBEATY" val="1"/>
</p:tagLst>
</file>

<file path=ppt/tags/tag609.xml><?xml version="1.0" encoding="utf-8"?>
<p:tagLst xmlns:p="http://schemas.openxmlformats.org/presentationml/2006/main">
  <p:tag name="KSO_WM_SLIDE_NOBEATY" val="1"/>
</p:tagLst>
</file>

<file path=ppt/tags/tag610.xml><?xml version="1.0" encoding="utf-8"?>
<p:tagLst xmlns:p="http://schemas.openxmlformats.org/presentationml/2006/main">
  <p:tag name="KSO_WM_SLIDE_NOBEATY" val="1"/>
</p:tagLst>
</file>

<file path=ppt/tags/tag611.xml><?xml version="1.0" encoding="utf-8"?>
<p:tagLst xmlns:p="http://schemas.openxmlformats.org/presentationml/2006/main">
  <p:tag name="KSO_WM_SLIDE_NOBEATY" val="1"/>
</p:tagLst>
</file>

<file path=ppt/tags/tag612.xml><?xml version="1.0" encoding="utf-8"?>
<p:tagLst xmlns:p="http://schemas.openxmlformats.org/presentationml/2006/main">
  <p:tag name="KSO_WM_SLIDE_NOBEATY" val="1"/>
</p:tagLst>
</file>

<file path=ppt/tags/tag613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14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15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16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17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18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19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0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1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2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3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4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5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6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7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8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9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0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1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2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3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4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5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6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7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8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9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0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1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2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3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4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5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6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7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8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9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50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51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52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53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54.xml><?xml version="1.0" encoding="utf-8"?>
<p:tagLst xmlns:p="http://schemas.openxmlformats.org/presentationml/2006/main">
  <p:tag name="KSO_WM_SLIDE_NOBEATY" val="1"/>
</p:tagLst>
</file>

<file path=ppt/tags/tag655.xml><?xml version="1.0" encoding="utf-8"?>
<p:tagLst xmlns:p="http://schemas.openxmlformats.org/presentationml/2006/main">
  <p:tag name="KSO_WM_SLIDE_NOBEATY" val="1"/>
</p:tagLst>
</file>

<file path=ppt/tags/tag656.xml><?xml version="1.0" encoding="utf-8"?>
<p:tagLst xmlns:p="http://schemas.openxmlformats.org/presentationml/2006/main">
  <p:tag name="KSO_WM_SLIDE_NOBEATY" val="1"/>
</p:tagLst>
</file>

<file path=ppt/tags/tag657.xml><?xml version="1.0" encoding="utf-8"?>
<p:tagLst xmlns:p="http://schemas.openxmlformats.org/presentationml/2006/main">
  <p:tag name="KSO_WM_SLIDE_NOBEATY" val="1"/>
</p:tagLst>
</file>

<file path=ppt/tags/tag658.xml><?xml version="1.0" encoding="utf-8"?>
<p:tagLst xmlns:p="http://schemas.openxmlformats.org/presentationml/2006/main">
  <p:tag name="KSO_WM_SLIDE_NOBEATY" val="1"/>
</p:tagLst>
</file>

<file path=ppt/theme/theme1.xml><?xml version="1.0" encoding="utf-8"?>
<a:theme xmlns:a="http://schemas.openxmlformats.org/drawingml/2006/main" name="3_WPS">
  <a:themeElements>
    <a:clrScheme name="逻辑图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35CA7"/>
      </a:accent1>
      <a:accent2>
        <a:srgbClr val="6E94D4"/>
      </a:accent2>
      <a:accent3>
        <a:srgbClr val="0202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">
      <a:majorFont>
        <a:latin typeface="Roboto"/>
        <a:ea typeface="思源黑体 CN Heavy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深蓝色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4473C5"/>
      </a:accent1>
      <a:accent2>
        <a:srgbClr val="27467D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思源黑体">
      <a:majorFont>
        <a:latin typeface="Roboto"/>
        <a:ea typeface="思源黑体 CN Heavy"/>
        <a:cs typeface=""/>
      </a:majorFont>
      <a:minorFont>
        <a:latin typeface="Roboto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 w="6350">
          <a:noFill/>
        </a:ln>
      </a:spPr>
      <a:bodyPr vertOverflow="overflow" horzOverflow="overflow" vert="horz" wrap="square" numCol="1" spcCol="0" rtlCol="0" fromWordArt="0" anchor="ctr" anchorCtr="0" forceAA="0" compatLnSpc="1">
        <a:noAutofit/>
      </a:bodyPr>
      <a:lstStyle>
        <a:defPPr algn="ctr">
          <a:defRPr>
            <a:solidFill>
              <a:schemeClr val="lt1"/>
            </a:solidFill>
            <a:latin typeface="+mn-ea"/>
            <a:sym typeface="+mn-ea"/>
          </a:defRPr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WPS">
  <a:themeElements>
    <a:clrScheme name="1.蓝色调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305598"/>
      </a:accent1>
      <a:accent2>
        <a:srgbClr val="4474C5"/>
      </a:accent2>
      <a:accent3>
        <a:srgbClr val="5B80D0"/>
      </a:accent3>
      <a:accent4>
        <a:srgbClr val="99B0E3"/>
      </a:accent4>
      <a:accent5>
        <a:srgbClr val="244072"/>
      </a:accent5>
      <a:accent6>
        <a:srgbClr val="A5C249"/>
      </a:accent6>
      <a:hlink>
        <a:srgbClr val="F49100"/>
      </a:hlink>
      <a:folHlink>
        <a:srgbClr val="85DFD0"/>
      </a:folHlink>
    </a:clrScheme>
    <a:fontScheme name="思源、">
      <a:majorFont>
        <a:latin typeface="Roboto"/>
        <a:ea typeface="思源黑体 CN Heavy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defRPr sz="1200" dirty="0">
            <a:solidFill>
              <a:schemeClr val="tx1">
                <a:lumMod val="65000"/>
                <a:lumOff val="35000"/>
              </a:schemeClr>
            </a:solidFill>
            <a:latin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主题​​">
  <a:themeElements>
    <a:clrScheme name="高级商务蓝色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05598"/>
      </a:accent1>
      <a:accent2>
        <a:srgbClr val="4472C4"/>
      </a:accent2>
      <a:accent3>
        <a:srgbClr val="5B80D1"/>
      </a:accent3>
      <a:accent4>
        <a:srgbClr val="99B0E3"/>
      </a:accent4>
      <a:accent5>
        <a:srgbClr val="F1F5F9"/>
      </a:accent5>
      <a:accent6>
        <a:srgbClr val="F5F5F5"/>
      </a:accent6>
      <a:hlink>
        <a:srgbClr val="0563C1"/>
      </a:hlink>
      <a:folHlink>
        <a:srgbClr val="954F72"/>
      </a:folHlink>
    </a:clrScheme>
    <a:fontScheme name="自定义 3">
      <a:majorFont>
        <a:latin typeface="思源黑体 CN Heavy"/>
        <a:ea typeface="思源黑体 CN Heavy"/>
        <a:cs typeface=""/>
      </a:majorFont>
      <a:minorFont>
        <a:latin typeface="思源黑体 CN Normal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0">
        <a:spAutoFit/>
      </a:bodyPr>
      <a:lstStyle>
        <a:defPPr algn="l">
          <a:defRPr sz="1600"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WPS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">
      <a:majorFont>
        <a:latin typeface="Roboto"/>
        <a:ea typeface="思源黑体 CN Normal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Office 主题​​">
  <a:themeElements>
    <a:clrScheme name="">
      <a:dk1>
        <a:srgbClr val="000000"/>
      </a:dk1>
      <a:lt1>
        <a:srgbClr val="FFFFFF"/>
      </a:lt1>
      <a:dk2>
        <a:srgbClr val="021C4A"/>
      </a:dk2>
      <a:lt2>
        <a:srgbClr val="EBF2FE"/>
      </a:lt2>
      <a:accent1>
        <a:srgbClr val="2A75F9"/>
      </a:accent1>
      <a:accent2>
        <a:srgbClr val="4771FA"/>
      </a:accent2>
      <a:accent3>
        <a:srgbClr val="5667FA"/>
      </a:accent3>
      <a:accent4>
        <a:srgbClr val="6F6FFB"/>
      </a:accent4>
      <a:accent5>
        <a:srgbClr val="7965FB"/>
      </a:accent5>
      <a:accent6>
        <a:srgbClr val="8D65FB"/>
      </a:accent6>
      <a:hlink>
        <a:srgbClr val="0546B8"/>
      </a:hlink>
      <a:folHlink>
        <a:srgbClr val="3D557F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思源黑体 CN Heavy"/>
        <a:font script="Hebr" typeface="思源黑体 CN Heavy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Heavy"/>
        <a:font script="Uigh" typeface="Microsoft Uighur"/>
        <a:font script="Geor" typeface="Sylfaen"/>
      </a:majorFont>
      <a:minorFont>
        <a:latin typeface="思源黑体 CN Heavy"/>
        <a:ea typeface=""/>
        <a:cs typeface=""/>
        <a:font script="Jpan" typeface="游ゴシック"/>
        <a:font script="Hang" typeface="맑은 고딕"/>
        <a:font script="Hans" typeface="思源黑体 CN Heavy"/>
        <a:font script="Hant" typeface="新細明體"/>
        <a:font script="Arab" typeface="思源黑体 CN Heavy"/>
        <a:font script="Hebr" typeface="思源黑体 CN Heavy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Heavy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自定义 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F5F57"/>
      </a:accent1>
      <a:accent2>
        <a:srgbClr val="383934"/>
      </a:accent2>
      <a:accent3>
        <a:srgbClr val="EF5F57"/>
      </a:accent3>
      <a:accent4>
        <a:srgbClr val="383934"/>
      </a:accent4>
      <a:accent5>
        <a:srgbClr val="EF5F57"/>
      </a:accent5>
      <a:accent6>
        <a:srgbClr val="383934"/>
      </a:accent6>
      <a:hlink>
        <a:srgbClr val="000000"/>
      </a:hlink>
      <a:folHlink>
        <a:srgbClr val="000000"/>
      </a:folHlink>
    </a:clrScheme>
    <a:fontScheme name="自定义 1">
      <a:majorFont>
        <a:latin typeface="思源黑体 CN Normal"/>
        <a:ea typeface="思源黑体 CN Normal"/>
        <a:cs typeface=""/>
      </a:majorFont>
      <a:minorFont>
        <a:latin typeface="思源黑体 CN Normal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思源黑体 CN Heavy"/>
        <a:font script="Hebr" typeface="思源黑体 CN Heavy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Heavy"/>
        <a:font script="Uigh" typeface="Microsoft Uighur"/>
        <a:font script="Geor" typeface="Sylfaen"/>
      </a:majorFont>
      <a:minorFont>
        <a:latin typeface="思源黑体 CN Heavy"/>
        <a:ea typeface=""/>
        <a:cs typeface=""/>
        <a:font script="Jpan" typeface="游ゴシック"/>
        <a:font script="Hang" typeface="맑은 고딕"/>
        <a:font script="Hans" typeface="思源黑体 CN Heavy"/>
        <a:font script="Hant" typeface="新細明體"/>
        <a:font script="Arab" typeface="思源黑体 CN Heavy"/>
        <a:font script="Hebr" typeface="思源黑体 CN Heavy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Heavy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Heavy"/>
        <a:font script="Hant" typeface="新細明體"/>
        <a:font script="Arab" typeface="思源黑体 CN Heavy"/>
        <a:font script="Hebr" typeface="思源黑体 CN Heavy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Heavy"/>
        <a:font script="Uigh" typeface="Microsoft Uighur"/>
        <a:font script="Geor" typeface="Sylfaen"/>
      </a:majorFont>
      <a:minorFont>
        <a:latin typeface="思源黑体 CN Heavy"/>
        <a:ea typeface=""/>
        <a:cs typeface=""/>
        <a:font script="Jpan" typeface="ＭＳ Ｐゴシック"/>
        <a:font script="Hang" typeface="맑은 고딕"/>
        <a:font script="Hans" typeface="思源黑体 CN Heavy"/>
        <a:font script="Hant" typeface="新細明體"/>
        <a:font script="Arab" typeface="思源黑体 CN Heavy"/>
        <a:font script="Hebr" typeface="思源黑体 CN Heavy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Heavy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44300</Words>
  <Application>WPS 演示</Application>
  <PresentationFormat>宽屏</PresentationFormat>
  <Paragraphs>7122</Paragraphs>
  <Slides>118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118</vt:i4>
      </vt:variant>
    </vt:vector>
  </HeadingPairs>
  <TitlesOfParts>
    <vt:vector size="150" baseType="lpstr">
      <vt:lpstr>Arial</vt:lpstr>
      <vt:lpstr>宋体</vt:lpstr>
      <vt:lpstr>Wingdings</vt:lpstr>
      <vt:lpstr>思源黑体 CN Bold</vt:lpstr>
      <vt:lpstr>Roboto</vt:lpstr>
      <vt:lpstr>思源黑体 CN Normal</vt:lpstr>
      <vt:lpstr>Wingdings</vt:lpstr>
      <vt:lpstr>思源黑体 CN Heavy</vt:lpstr>
      <vt:lpstr>Roboto</vt:lpstr>
      <vt:lpstr>微软雅黑</vt:lpstr>
      <vt:lpstr>Arial Unicode MS</vt:lpstr>
      <vt:lpstr>思源宋体 CN Heavy</vt:lpstr>
      <vt:lpstr>Gill Sans</vt:lpstr>
      <vt:lpstr>Lato Black</vt:lpstr>
      <vt:lpstr>Segoe Print</vt:lpstr>
      <vt:lpstr>Lato Bold</vt:lpstr>
      <vt:lpstr>quote-cjk-patch</vt:lpstr>
      <vt:lpstr>思源黑体 CN Regular</vt:lpstr>
      <vt:lpstr>Inter</vt:lpstr>
      <vt:lpstr>Times New Roman</vt:lpstr>
      <vt:lpstr>阿里巴巴普惠体 M</vt:lpstr>
      <vt:lpstr>OPPOSans R</vt:lpstr>
      <vt:lpstr>Poppins</vt:lpstr>
      <vt:lpstr>OPPO Sans Bold</vt:lpstr>
      <vt:lpstr>Yu Gothic UI</vt:lpstr>
      <vt:lpstr>3_WPS</vt:lpstr>
      <vt:lpstr>自定义设计方案</vt:lpstr>
      <vt:lpstr>1_WPS</vt:lpstr>
      <vt:lpstr>2_Office 主题​​</vt:lpstr>
      <vt:lpstr>2_WPS</vt:lpstr>
      <vt:lpstr>3_Office 主题​​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二木 张</dc:creator>
  <cp:lastModifiedBy>Administrator</cp:lastModifiedBy>
  <cp:revision>28</cp:revision>
  <dcterms:created xsi:type="dcterms:W3CDTF">2025-10-30T15:22:00Z</dcterms:created>
  <dcterms:modified xsi:type="dcterms:W3CDTF">2025-11-13T02:05:24Z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A679CEE7A3134B0EA887D718A0500490_12</vt:lpwstr>
  </property>
  <property fmtid="{D5CDD505-2E9C-101B-9397-08002B2CF9AE}" pid="3" name="KSOProductBuildVer">
    <vt:lpwstr>2052-11.1.0.11176</vt:lpwstr>
  </property>
  <property fmtid="{D5CDD505-2E9C-101B-9397-08002B2CF9AE}" pid="4" name="KSOTemplateUUID">
    <vt:lpwstr>v1.0_mb_T6SXoldR+jkvl+YK37Zk+A==</vt:lpwstr>
  </property>
</Properties>
</file>